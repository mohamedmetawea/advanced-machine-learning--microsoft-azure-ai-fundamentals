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BBD4-3B43-49CC-86A6-8E6799B9B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8A905-BA6B-4F37-8CC0-6B9B24460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BB547-F9A1-47A4-B22F-6D0D11BD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E34A5-CE35-4DC6-BD9D-F38D669D2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1DDA5-C7CF-45CA-B497-01975EC9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67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50BF-C3B0-4EA2-AEDC-201D58C59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6D8FF-764F-494C-917C-5D60CDAC3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3BEDB-7E37-47BA-89DC-13B76DFB3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EDD76-22F5-451A-B9A0-48BF08D5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3F65E-5F4C-4E7C-9F23-93FFCF62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5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16CEA-1D93-4035-BB93-04BE394F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C6274-EED5-4DDF-8C28-33D1FC462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45A84-EB88-4CEF-8EEA-020F5CDA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44934-C814-4FCE-8353-56E983FF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8C93-B201-49ED-815F-23210605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06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7E76-C6C1-4370-850E-D055CBAC3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6EF2F-9B99-47D8-B543-DFEE10679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D659B-1337-498B-A1A4-86C271962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19009-96DF-46A1-A422-14F8A631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9B2C1-6B49-43A0-BF05-3285CCB74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55EF-B760-4E40-9F0E-871D9DA6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4503-EB58-4B91-B8EF-B973B65D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7C40C-BFD8-4879-8D7B-0FB3DAF8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4A601-4185-4675-B8F1-4F6C728A5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BA949-0666-4C33-ACE1-87D00F5C8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B810C-1451-4917-9377-9CC25A0E85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84519-554D-4F86-BF40-8F56D1AB3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A00E8-D5B4-4D01-A2D3-EB946A57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66617C-4050-4E2A-8CB7-3B83C202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2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0B5FD-33EE-4813-8507-0BC6782F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650C-D1C8-47D3-8756-11D5398E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0B702-A367-4C6C-B719-D252A35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DC7A9-3C42-4FB5-A611-A3F60ED9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2601B-19CD-4C8F-8757-37814EF9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C43B4-5A2F-4EF9-9D19-459D31F9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D0424-1FA3-4CA6-AF9D-4E2ADC18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B93A-8766-45BB-8241-A5318FA53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6045E-E119-4544-BE2D-CE5EB04BC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CD539-0C92-417A-A271-E2C385CD0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5C20C-A6E1-404A-B0A4-0359E902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AF78C-5527-47A8-92C8-CA047F900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85988-5FE4-4173-8824-EEFB8886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0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062E-93D2-4AF6-B19B-054A295D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12225-3CB4-408A-9340-150B1494C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07DBC-9D60-491D-B800-0FF212F8B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8EA3F-7673-4276-B562-E2B78902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49831-856B-49B9-B252-52D8B275D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0ED4C-730D-453C-BF5C-1C098FFE5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11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6F77-FC8F-4052-A238-27B780B1F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02C80-89B1-4D72-A76C-084320774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039A1-842C-47D0-800F-096E2C29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B557A-0F2E-4F24-9F4D-FF86F43B5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B0BA-5DE1-4EBB-950F-D25AC374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2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F141E-228D-4D1C-BBFD-085A45D4C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6B2AD-8EC8-41ED-ACC0-EBB0AB839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5EC25-151F-4BF5-9BB3-3B5F237A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E7917-1847-4BFD-812D-91C2D60CD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DD1C8-DFEA-47D7-8BAA-FF571749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81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A0DAC-B0F0-45C6-8765-92EE40F0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1646D-F55F-46DE-B5F7-832AF332D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69616-3D32-432A-968A-C83BA19CD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E21B4-81B7-458A-BD5E-E578B308B8F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79FAB-CA64-478F-A04F-86A5D9880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0CFBC-01C3-4F3E-9100-13C7397C3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A810D-8E22-4C5B-991A-C4AE8EA9A4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1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02DF033-3156-430E-86E7-6361D1B15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118678"/>
              </p:ext>
            </p:extLst>
          </p:nvPr>
        </p:nvGraphicFramePr>
        <p:xfrm>
          <a:off x="0" y="121844"/>
          <a:ext cx="12192000" cy="6614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3650592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77614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380579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40867115"/>
                    </a:ext>
                  </a:extLst>
                </a:gridCol>
              </a:tblGrid>
              <a:tr h="348122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7217710"/>
                  </a:ext>
                </a:extLst>
              </a:tr>
              <a:tr h="870304">
                <a:tc>
                  <a:txBody>
                    <a:bodyPr/>
                    <a:lstStyle/>
                    <a:p>
                      <a:r>
                        <a:rPr lang="en-US" sz="1400" b="1"/>
                        <a:t>Recursive Feature Elimination (RFE)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Recursively eliminates the least important features based on model importance.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Tends to give better results, handles multicollinearity well.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Computationally expensive, especially with many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502796"/>
                  </a:ext>
                </a:extLst>
              </a:tr>
              <a:tr h="1131395">
                <a:tc>
                  <a:txBody>
                    <a:bodyPr/>
                    <a:lstStyle/>
                    <a:p>
                      <a:r>
                        <a:rPr lang="en-US" sz="1400" b="1" dirty="0"/>
                        <a:t>Forward Feature Selection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Starts with an empty model and adds features one by one, selecting the feature that improves the model the most.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Less computationally expensive, easy to implement.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Can miss feature interactions, less effective with multicollinearity.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969956"/>
                  </a:ext>
                </a:extLst>
              </a:tr>
              <a:tr h="1392487">
                <a:tc>
                  <a:txBody>
                    <a:bodyPr/>
                    <a:lstStyle/>
                    <a:p>
                      <a:r>
                        <a:rPr lang="en-US" sz="1400" b="1"/>
                        <a:t>Backward Feature Selection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Starts with all features and removes them one by one, selecting the feature that, when removed, improves the model the most.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Captures feature interactions better, useful with smaller initial feature sets.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Computationally expensive, can overfit if not carefully managed.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5578897"/>
                  </a:ext>
                </a:extLst>
              </a:tr>
              <a:tr h="870304">
                <a:tc>
                  <a:txBody>
                    <a:bodyPr/>
                    <a:lstStyle/>
                    <a:p>
                      <a:r>
                        <a:rPr lang="en-US" sz="1400" b="1"/>
                        <a:t>KBest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Selects the top K features based on a specified statistical test.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Simple, fast, computationally 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Does not consider feature interactions, only considers individual feature relevance.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627178"/>
                  </a:ext>
                </a:extLst>
              </a:tr>
              <a:tr h="1131395">
                <a:tc>
                  <a:txBody>
                    <a:bodyPr/>
                    <a:lstStyle/>
                    <a:p>
                      <a:r>
                        <a:rPr lang="en-US" sz="1400" b="1"/>
                        <a:t>Random Forest Feature Selection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Uses feature importance scores from a Random Forest model to select the most relevant features.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Captures feature interactions and non-linear relationships, robust to overfitting.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Computationally expensive, requires tuning of Random Forest hyperparameters.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054837"/>
                  </a:ext>
                </a:extLst>
              </a:tr>
              <a:tr h="870304">
                <a:tc>
                  <a:txBody>
                    <a:bodyPr/>
                    <a:lstStyle/>
                    <a:p>
                      <a:r>
                        <a:rPr lang="en-US" sz="1400" b="1"/>
                        <a:t>Select Percentile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Selects a percentage of the best features based on a specified statistical test.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Simple, fast, computationally efficient, allows for flexible selection of features.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Does not consider feature interactions, only considers individual feature relevance.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893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7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ahmed.abdelsatar@fci.bu.edu.eg</dc:creator>
  <cp:lastModifiedBy>ahmed.abdelsatar@fci.bu.edu.eg</cp:lastModifiedBy>
  <cp:revision>2</cp:revision>
  <dcterms:created xsi:type="dcterms:W3CDTF">2024-08-01T10:58:59Z</dcterms:created>
  <dcterms:modified xsi:type="dcterms:W3CDTF">2024-08-01T11:01:38Z</dcterms:modified>
</cp:coreProperties>
</file>