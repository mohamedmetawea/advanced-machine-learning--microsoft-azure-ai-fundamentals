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8" r:id="rId32"/>
    <p:sldId id="289" r:id="rId33"/>
    <p:sldId id="310" r:id="rId34"/>
    <p:sldId id="290" r:id="rId35"/>
    <p:sldId id="291" r:id="rId36"/>
    <p:sldId id="292" r:id="rId37"/>
    <p:sldId id="293" r:id="rId38"/>
    <p:sldId id="294" r:id="rId39"/>
    <p:sldId id="295" r:id="rId40"/>
    <p:sldId id="296" r:id="rId41"/>
    <p:sldId id="298" r:id="rId42"/>
    <p:sldId id="311" r:id="rId43"/>
    <p:sldId id="299" r:id="rId44"/>
    <p:sldId id="300" r:id="rId45"/>
    <p:sldId id="301" r:id="rId46"/>
    <p:sldId id="302" r:id="rId47"/>
    <p:sldId id="303" r:id="rId48"/>
    <p:sldId id="304" r:id="rId49"/>
    <p:sldId id="305" r:id="rId50"/>
    <p:sldId id="309" r:id="rId51"/>
    <p:sldId id="307" r:id="rId5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2EAA66-2AAC-406B-8B7B-95FD9FBB2803}" v="3" dt="2024-03-22T19:08:32.25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97" autoAdjust="0"/>
  </p:normalViewPr>
  <p:slideViewPr>
    <p:cSldViewPr>
      <p:cViewPr varScale="1">
        <p:scale>
          <a:sx n="80" d="100"/>
          <a:sy n="80" d="100"/>
        </p:scale>
        <p:origin x="7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had Mohamed Abdel Rahman Ibrahim" userId="ad9dd084-3aea-419a-91bb-77d0ee482146" providerId="ADAL" clId="{A9DEBAD2-F282-46B9-B473-2B7AC76F3DD2}"/>
    <pc:docChg chg="undo custSel delSld modSld">
      <pc:chgData name="Nehad Mohamed Abdel Rahman Ibrahim" userId="ad9dd084-3aea-419a-91bb-77d0ee482146" providerId="ADAL" clId="{A9DEBAD2-F282-46B9-B473-2B7AC76F3DD2}" dt="2024-02-08T10:10:17.065" v="23" actId="47"/>
      <pc:docMkLst>
        <pc:docMk/>
      </pc:docMkLst>
      <pc:sldChg chg="del">
        <pc:chgData name="Nehad Mohamed Abdel Rahman Ibrahim" userId="ad9dd084-3aea-419a-91bb-77d0ee482146" providerId="ADAL" clId="{A9DEBAD2-F282-46B9-B473-2B7AC76F3DD2}" dt="2024-02-08T10:10:17.065" v="23" actId="47"/>
        <pc:sldMkLst>
          <pc:docMk/>
          <pc:sldMk cId="0" sldId="260"/>
        </pc:sldMkLst>
      </pc:sldChg>
      <pc:sldChg chg="addSp modSp mod">
        <pc:chgData name="Nehad Mohamed Abdel Rahman Ibrahim" userId="ad9dd084-3aea-419a-91bb-77d0ee482146" providerId="ADAL" clId="{A9DEBAD2-F282-46B9-B473-2B7AC76F3DD2}" dt="2024-02-08T08:28:48.825" v="22" actId="14100"/>
        <pc:sldMkLst>
          <pc:docMk/>
          <pc:sldMk cId="0" sldId="262"/>
        </pc:sldMkLst>
        <pc:spChg chg="add mod">
          <ac:chgData name="Nehad Mohamed Abdel Rahman Ibrahim" userId="ad9dd084-3aea-419a-91bb-77d0ee482146" providerId="ADAL" clId="{A9DEBAD2-F282-46B9-B473-2B7AC76F3DD2}" dt="2024-02-08T08:28:25.188" v="18" actId="1076"/>
          <ac:spMkLst>
            <pc:docMk/>
            <pc:sldMk cId="0" sldId="262"/>
            <ac:spMk id="9" creationId="{E9882802-8F19-ABE9-94EA-5EA9E7621B73}"/>
          </ac:spMkLst>
        </pc:spChg>
        <pc:spChg chg="add mod">
          <ac:chgData name="Nehad Mohamed Abdel Rahman Ibrahim" userId="ad9dd084-3aea-419a-91bb-77d0ee482146" providerId="ADAL" clId="{A9DEBAD2-F282-46B9-B473-2B7AC76F3DD2}" dt="2024-02-08T08:28:02.861" v="13" actId="1076"/>
          <ac:spMkLst>
            <pc:docMk/>
            <pc:sldMk cId="0" sldId="262"/>
            <ac:spMk id="11" creationId="{B7938F7C-18FC-07DD-2247-F204A1E4566F}"/>
          </ac:spMkLst>
        </pc:spChg>
        <pc:picChg chg="mod">
          <ac:chgData name="Nehad Mohamed Abdel Rahman Ibrahim" userId="ad9dd084-3aea-419a-91bb-77d0ee482146" providerId="ADAL" clId="{A9DEBAD2-F282-46B9-B473-2B7AC76F3DD2}" dt="2024-02-08T08:28:38.330" v="20" actId="14100"/>
          <ac:picMkLst>
            <pc:docMk/>
            <pc:sldMk cId="0" sldId="262"/>
            <ac:picMk id="6" creationId="{00000000-0000-0000-0000-000000000000}"/>
          </ac:picMkLst>
        </pc:picChg>
        <pc:picChg chg="mod">
          <ac:chgData name="Nehad Mohamed Abdel Rahman Ibrahim" userId="ad9dd084-3aea-419a-91bb-77d0ee482146" providerId="ADAL" clId="{A9DEBAD2-F282-46B9-B473-2B7AC76F3DD2}" dt="2024-02-08T08:28:48.825" v="22" actId="14100"/>
          <ac:picMkLst>
            <pc:docMk/>
            <pc:sldMk cId="0" sldId="262"/>
            <ac:picMk id="7" creationId="{00000000-0000-0000-0000-000000000000}"/>
          </ac:picMkLst>
        </pc:picChg>
      </pc:sldChg>
    </pc:docChg>
  </pc:docChgLst>
  <pc:docChgLst>
    <pc:chgData name="Nehad Mohamed Abdel Rahman Ibrahim" userId="ad9dd084-3aea-419a-91bb-77d0ee482146" providerId="ADAL" clId="{8C2EAA66-2AAC-406B-8B7B-95FD9FBB2803}"/>
    <pc:docChg chg="undo custSel addSld delSld modSld">
      <pc:chgData name="Nehad Mohamed Abdel Rahman Ibrahim" userId="ad9dd084-3aea-419a-91bb-77d0ee482146" providerId="ADAL" clId="{8C2EAA66-2AAC-406B-8B7B-95FD9FBB2803}" dt="2024-03-22T19:42:49.553" v="202" actId="2696"/>
      <pc:docMkLst>
        <pc:docMk/>
      </pc:docMkLst>
      <pc:sldChg chg="delSp modSp mod">
        <pc:chgData name="Nehad Mohamed Abdel Rahman Ibrahim" userId="ad9dd084-3aea-419a-91bb-77d0ee482146" providerId="ADAL" clId="{8C2EAA66-2AAC-406B-8B7B-95FD9FBB2803}" dt="2024-03-09T13:06:20.966" v="120" actId="1076"/>
        <pc:sldMkLst>
          <pc:docMk/>
          <pc:sldMk cId="0" sldId="256"/>
        </pc:sldMkLst>
        <pc:spChg chg="mod">
          <ac:chgData name="Nehad Mohamed Abdel Rahman Ibrahim" userId="ad9dd084-3aea-419a-91bb-77d0ee482146" providerId="ADAL" clId="{8C2EAA66-2AAC-406B-8B7B-95FD9FBB2803}" dt="2024-03-09T13:06:20.966" v="120" actId="1076"/>
          <ac:spMkLst>
            <pc:docMk/>
            <pc:sldMk cId="0" sldId="256"/>
            <ac:spMk id="13" creationId="{00000000-0000-0000-0000-000000000000}"/>
          </ac:spMkLst>
        </pc:spChg>
        <pc:picChg chg="del">
          <ac:chgData name="Nehad Mohamed Abdel Rahman Ibrahim" userId="ad9dd084-3aea-419a-91bb-77d0ee482146" providerId="ADAL" clId="{8C2EAA66-2AAC-406B-8B7B-95FD9FBB2803}" dt="2024-03-09T13:03:18.547" v="117" actId="478"/>
          <ac:picMkLst>
            <pc:docMk/>
            <pc:sldMk cId="0" sldId="256"/>
            <ac:picMk id="14" creationId="{00000000-0000-0000-0000-000000000000}"/>
          </ac:picMkLst>
        </pc:picChg>
      </pc:sldChg>
      <pc:sldChg chg="addSp delSp mod">
        <pc:chgData name="Nehad Mohamed Abdel Rahman Ibrahim" userId="ad9dd084-3aea-419a-91bb-77d0ee482146" providerId="ADAL" clId="{8C2EAA66-2AAC-406B-8B7B-95FD9FBB2803}" dt="2024-03-18T19:58:45.571" v="134" actId="478"/>
        <pc:sldMkLst>
          <pc:docMk/>
          <pc:sldMk cId="0" sldId="261"/>
        </pc:sldMkLst>
        <pc:inkChg chg="add del">
          <ac:chgData name="Nehad Mohamed Abdel Rahman Ibrahim" userId="ad9dd084-3aea-419a-91bb-77d0ee482146" providerId="ADAL" clId="{8C2EAA66-2AAC-406B-8B7B-95FD9FBB2803}" dt="2024-03-18T19:58:45.571" v="134" actId="478"/>
          <ac:inkMkLst>
            <pc:docMk/>
            <pc:sldMk cId="0" sldId="261"/>
            <ac:inkMk id="7" creationId="{AEA64E77-3B0F-CD06-E696-A7B7D24217BB}"/>
          </ac:inkMkLst>
        </pc:inkChg>
      </pc:sldChg>
      <pc:sldChg chg="addSp delSp mod modNotesTx">
        <pc:chgData name="Nehad Mohamed Abdel Rahman Ibrahim" userId="ad9dd084-3aea-419a-91bb-77d0ee482146" providerId="ADAL" clId="{8C2EAA66-2AAC-406B-8B7B-95FD9FBB2803}" dt="2024-03-18T19:58:41.733" v="133" actId="478"/>
        <pc:sldMkLst>
          <pc:docMk/>
          <pc:sldMk cId="0" sldId="262"/>
        </pc:sldMkLst>
        <pc:inkChg chg="add del">
          <ac:chgData name="Nehad Mohamed Abdel Rahman Ibrahim" userId="ad9dd084-3aea-419a-91bb-77d0ee482146" providerId="ADAL" clId="{8C2EAA66-2AAC-406B-8B7B-95FD9FBB2803}" dt="2024-03-18T19:58:41.733" v="133" actId="478"/>
          <ac:inkMkLst>
            <pc:docMk/>
            <pc:sldMk cId="0" sldId="262"/>
            <ac:inkMk id="8" creationId="{C73913A6-CA57-98FF-5774-95D4CD15348C}"/>
          </ac:inkMkLst>
        </pc:inkChg>
      </pc:sldChg>
      <pc:sldChg chg="addSp delSp mod">
        <pc:chgData name="Nehad Mohamed Abdel Rahman Ibrahim" userId="ad9dd084-3aea-419a-91bb-77d0ee482146" providerId="ADAL" clId="{8C2EAA66-2AAC-406B-8B7B-95FD9FBB2803}" dt="2024-03-18T19:58:38.426" v="132" actId="478"/>
        <pc:sldMkLst>
          <pc:docMk/>
          <pc:sldMk cId="0" sldId="263"/>
        </pc:sldMkLst>
        <pc:inkChg chg="add del">
          <ac:chgData name="Nehad Mohamed Abdel Rahman Ibrahim" userId="ad9dd084-3aea-419a-91bb-77d0ee482146" providerId="ADAL" clId="{8C2EAA66-2AAC-406B-8B7B-95FD9FBB2803}" dt="2024-03-18T19:58:38.426" v="132" actId="478"/>
          <ac:inkMkLst>
            <pc:docMk/>
            <pc:sldMk cId="0" sldId="263"/>
            <ac:inkMk id="38" creationId="{9F241F9D-CDF5-FF0F-AC7F-C28224607640}"/>
          </ac:inkMkLst>
        </pc:inkChg>
      </pc:sldChg>
      <pc:sldChg chg="addSp delSp mod">
        <pc:chgData name="Nehad Mohamed Abdel Rahman Ibrahim" userId="ad9dd084-3aea-419a-91bb-77d0ee482146" providerId="ADAL" clId="{8C2EAA66-2AAC-406B-8B7B-95FD9FBB2803}" dt="2024-03-18T19:58:33.469" v="131" actId="478"/>
        <pc:sldMkLst>
          <pc:docMk/>
          <pc:sldMk cId="0" sldId="264"/>
        </pc:sldMkLst>
        <pc:inkChg chg="add del">
          <ac:chgData name="Nehad Mohamed Abdel Rahman Ibrahim" userId="ad9dd084-3aea-419a-91bb-77d0ee482146" providerId="ADAL" clId="{8C2EAA66-2AAC-406B-8B7B-95FD9FBB2803}" dt="2024-03-18T19:58:33.469" v="131" actId="478"/>
          <ac:inkMkLst>
            <pc:docMk/>
            <pc:sldMk cId="0" sldId="264"/>
            <ac:inkMk id="39" creationId="{5493D99A-B485-8E20-19D4-2130274B46F8}"/>
          </ac:inkMkLst>
        </pc:inkChg>
      </pc:sldChg>
      <pc:sldChg chg="addSp delSp mod">
        <pc:chgData name="Nehad Mohamed Abdel Rahman Ibrahim" userId="ad9dd084-3aea-419a-91bb-77d0ee482146" providerId="ADAL" clId="{8C2EAA66-2AAC-406B-8B7B-95FD9FBB2803}" dt="2024-03-18T19:58:31.019" v="130" actId="478"/>
        <pc:sldMkLst>
          <pc:docMk/>
          <pc:sldMk cId="0" sldId="265"/>
        </pc:sldMkLst>
        <pc:inkChg chg="add del">
          <ac:chgData name="Nehad Mohamed Abdel Rahman Ibrahim" userId="ad9dd084-3aea-419a-91bb-77d0ee482146" providerId="ADAL" clId="{8C2EAA66-2AAC-406B-8B7B-95FD9FBB2803}" dt="2024-03-18T19:58:31.019" v="130" actId="478"/>
          <ac:inkMkLst>
            <pc:docMk/>
            <pc:sldMk cId="0" sldId="265"/>
            <ac:inkMk id="33" creationId="{A0D24C47-E212-4F57-F251-C527D2C86F50}"/>
          </ac:inkMkLst>
        </pc:inkChg>
      </pc:sldChg>
      <pc:sldChg chg="addSp delSp mod">
        <pc:chgData name="Nehad Mohamed Abdel Rahman Ibrahim" userId="ad9dd084-3aea-419a-91bb-77d0ee482146" providerId="ADAL" clId="{8C2EAA66-2AAC-406B-8B7B-95FD9FBB2803}" dt="2024-03-18T19:58:27.798" v="129" actId="478"/>
        <pc:sldMkLst>
          <pc:docMk/>
          <pc:sldMk cId="0" sldId="266"/>
        </pc:sldMkLst>
        <pc:inkChg chg="add del">
          <ac:chgData name="Nehad Mohamed Abdel Rahman Ibrahim" userId="ad9dd084-3aea-419a-91bb-77d0ee482146" providerId="ADAL" clId="{8C2EAA66-2AAC-406B-8B7B-95FD9FBB2803}" dt="2024-03-18T19:58:27.798" v="129" actId="478"/>
          <ac:inkMkLst>
            <pc:docMk/>
            <pc:sldMk cId="0" sldId="266"/>
            <ac:inkMk id="44" creationId="{48354E75-4C50-91D1-A2BF-7C75DB522F57}"/>
          </ac:inkMkLst>
        </pc:inkChg>
      </pc:sldChg>
      <pc:sldChg chg="addSp delSp mod">
        <pc:chgData name="Nehad Mohamed Abdel Rahman Ibrahim" userId="ad9dd084-3aea-419a-91bb-77d0ee482146" providerId="ADAL" clId="{8C2EAA66-2AAC-406B-8B7B-95FD9FBB2803}" dt="2024-03-20T12:14:32.073" v="136" actId="478"/>
        <pc:sldMkLst>
          <pc:docMk/>
          <pc:sldMk cId="0" sldId="267"/>
        </pc:sldMkLst>
        <pc:inkChg chg="add del">
          <ac:chgData name="Nehad Mohamed Abdel Rahman Ibrahim" userId="ad9dd084-3aea-419a-91bb-77d0ee482146" providerId="ADAL" clId="{8C2EAA66-2AAC-406B-8B7B-95FD9FBB2803}" dt="2024-03-20T12:14:32.073" v="136" actId="478"/>
          <ac:inkMkLst>
            <pc:docMk/>
            <pc:sldMk cId="0" sldId="267"/>
            <ac:inkMk id="78" creationId="{4B4178E6-BB74-E34A-B8FE-DE53FE118B21}"/>
          </ac:inkMkLst>
        </pc:inkChg>
      </pc:sldChg>
      <pc:sldChg chg="addSp delSp mod">
        <pc:chgData name="Nehad Mohamed Abdel Rahman Ibrahim" userId="ad9dd084-3aea-419a-91bb-77d0ee482146" providerId="ADAL" clId="{8C2EAA66-2AAC-406B-8B7B-95FD9FBB2803}" dt="2024-03-18T19:58:24.137" v="128" actId="478"/>
        <pc:sldMkLst>
          <pc:docMk/>
          <pc:sldMk cId="0" sldId="268"/>
        </pc:sldMkLst>
        <pc:inkChg chg="add del">
          <ac:chgData name="Nehad Mohamed Abdel Rahman Ibrahim" userId="ad9dd084-3aea-419a-91bb-77d0ee482146" providerId="ADAL" clId="{8C2EAA66-2AAC-406B-8B7B-95FD9FBB2803}" dt="2024-03-18T19:58:24.137" v="128" actId="478"/>
          <ac:inkMkLst>
            <pc:docMk/>
            <pc:sldMk cId="0" sldId="268"/>
            <ac:inkMk id="81" creationId="{E329F5D4-81F0-84AB-FF7E-4D21602A2011}"/>
          </ac:inkMkLst>
        </pc:inkChg>
      </pc:sldChg>
      <pc:sldChg chg="addSp delSp mod">
        <pc:chgData name="Nehad Mohamed Abdel Rahman Ibrahim" userId="ad9dd084-3aea-419a-91bb-77d0ee482146" providerId="ADAL" clId="{8C2EAA66-2AAC-406B-8B7B-95FD9FBB2803}" dt="2024-03-18T19:58:19.839" v="127" actId="478"/>
        <pc:sldMkLst>
          <pc:docMk/>
          <pc:sldMk cId="0" sldId="269"/>
        </pc:sldMkLst>
        <pc:inkChg chg="add del">
          <ac:chgData name="Nehad Mohamed Abdel Rahman Ibrahim" userId="ad9dd084-3aea-419a-91bb-77d0ee482146" providerId="ADAL" clId="{8C2EAA66-2AAC-406B-8B7B-95FD9FBB2803}" dt="2024-03-18T19:58:19.839" v="127" actId="478"/>
          <ac:inkMkLst>
            <pc:docMk/>
            <pc:sldMk cId="0" sldId="269"/>
            <ac:inkMk id="16" creationId="{C4C770B8-EC55-FD1B-BFCC-B490FA2F8D54}"/>
          </ac:inkMkLst>
        </pc:inkChg>
      </pc:sldChg>
      <pc:sldChg chg="addSp delSp mod">
        <pc:chgData name="Nehad Mohamed Abdel Rahman Ibrahim" userId="ad9dd084-3aea-419a-91bb-77d0ee482146" providerId="ADAL" clId="{8C2EAA66-2AAC-406B-8B7B-95FD9FBB2803}" dt="2024-03-18T19:57:36.266" v="122" actId="478"/>
        <pc:sldMkLst>
          <pc:docMk/>
          <pc:sldMk cId="0" sldId="270"/>
        </pc:sldMkLst>
        <pc:inkChg chg="add del">
          <ac:chgData name="Nehad Mohamed Abdel Rahman Ibrahim" userId="ad9dd084-3aea-419a-91bb-77d0ee482146" providerId="ADAL" clId="{8C2EAA66-2AAC-406B-8B7B-95FD9FBB2803}" dt="2024-03-18T19:57:36.266" v="122" actId="478"/>
          <ac:inkMkLst>
            <pc:docMk/>
            <pc:sldMk cId="0" sldId="270"/>
            <ac:inkMk id="54" creationId="{13D494D8-2DE1-62C5-3F3F-B80FEF1997EA}"/>
          </ac:inkMkLst>
        </pc:inkChg>
      </pc:sldChg>
      <pc:sldChg chg="addSp delSp mod">
        <pc:chgData name="Nehad Mohamed Abdel Rahman Ibrahim" userId="ad9dd084-3aea-419a-91bb-77d0ee482146" providerId="ADAL" clId="{8C2EAA66-2AAC-406B-8B7B-95FD9FBB2803}" dt="2024-03-18T19:57:40.777" v="123" actId="478"/>
        <pc:sldMkLst>
          <pc:docMk/>
          <pc:sldMk cId="0" sldId="271"/>
        </pc:sldMkLst>
        <pc:inkChg chg="add del">
          <ac:chgData name="Nehad Mohamed Abdel Rahman Ibrahim" userId="ad9dd084-3aea-419a-91bb-77d0ee482146" providerId="ADAL" clId="{8C2EAA66-2AAC-406B-8B7B-95FD9FBB2803}" dt="2024-03-18T19:57:40.777" v="123" actId="478"/>
          <ac:inkMkLst>
            <pc:docMk/>
            <pc:sldMk cId="0" sldId="271"/>
            <ac:inkMk id="31" creationId="{55752099-D6F4-49C7-5E9F-438BA82279C1}"/>
          </ac:inkMkLst>
        </pc:inkChg>
      </pc:sldChg>
      <pc:sldChg chg="addSp delSp mod">
        <pc:chgData name="Nehad Mohamed Abdel Rahman Ibrahim" userId="ad9dd084-3aea-419a-91bb-77d0ee482146" providerId="ADAL" clId="{8C2EAA66-2AAC-406B-8B7B-95FD9FBB2803}" dt="2024-03-18T19:57:51.637" v="125" actId="478"/>
        <pc:sldMkLst>
          <pc:docMk/>
          <pc:sldMk cId="0" sldId="273"/>
        </pc:sldMkLst>
        <pc:inkChg chg="add del">
          <ac:chgData name="Nehad Mohamed Abdel Rahman Ibrahim" userId="ad9dd084-3aea-419a-91bb-77d0ee482146" providerId="ADAL" clId="{8C2EAA66-2AAC-406B-8B7B-95FD9FBB2803}" dt="2024-03-18T19:57:51.637" v="125" actId="478"/>
          <ac:inkMkLst>
            <pc:docMk/>
            <pc:sldMk cId="0" sldId="273"/>
            <ac:inkMk id="24" creationId="{444B744D-7777-186A-EFF6-B6A2EA2A60C1}"/>
          </ac:inkMkLst>
        </pc:inkChg>
      </pc:sldChg>
      <pc:sldChg chg="addSp delSp mod">
        <pc:chgData name="Nehad Mohamed Abdel Rahman Ibrahim" userId="ad9dd084-3aea-419a-91bb-77d0ee482146" providerId="ADAL" clId="{8C2EAA66-2AAC-406B-8B7B-95FD9FBB2803}" dt="2024-03-18T19:58:07.095" v="126" actId="478"/>
        <pc:sldMkLst>
          <pc:docMk/>
          <pc:sldMk cId="0" sldId="274"/>
        </pc:sldMkLst>
        <pc:inkChg chg="add del">
          <ac:chgData name="Nehad Mohamed Abdel Rahman Ibrahim" userId="ad9dd084-3aea-419a-91bb-77d0ee482146" providerId="ADAL" clId="{8C2EAA66-2AAC-406B-8B7B-95FD9FBB2803}" dt="2024-03-18T19:58:07.095" v="126" actId="478"/>
          <ac:inkMkLst>
            <pc:docMk/>
            <pc:sldMk cId="0" sldId="274"/>
            <ac:inkMk id="43" creationId="{DE816677-9065-E772-C3D7-2375544372C1}"/>
          </ac:inkMkLst>
        </pc:inkChg>
      </pc:sldChg>
      <pc:sldChg chg="addSp delSp modSp mod">
        <pc:chgData name="Nehad Mohamed Abdel Rahman Ibrahim" userId="ad9dd084-3aea-419a-91bb-77d0ee482146" providerId="ADAL" clId="{8C2EAA66-2AAC-406B-8B7B-95FD9FBB2803}" dt="2024-03-09T13:02:10.257" v="116" actId="1076"/>
        <pc:sldMkLst>
          <pc:docMk/>
          <pc:sldMk cId="0" sldId="277"/>
        </pc:sldMkLst>
        <pc:picChg chg="del">
          <ac:chgData name="Nehad Mohamed Abdel Rahman Ibrahim" userId="ad9dd084-3aea-419a-91bb-77d0ee482146" providerId="ADAL" clId="{8C2EAA66-2AAC-406B-8B7B-95FD9FBB2803}" dt="2024-03-09T13:02:08.184" v="115" actId="478"/>
          <ac:picMkLst>
            <pc:docMk/>
            <pc:sldMk cId="0" sldId="277"/>
            <ac:picMk id="5" creationId="{00000000-0000-0000-0000-000000000000}"/>
          </ac:picMkLst>
        </pc:picChg>
        <pc:picChg chg="add mod">
          <ac:chgData name="Nehad Mohamed Abdel Rahman Ibrahim" userId="ad9dd084-3aea-419a-91bb-77d0ee482146" providerId="ADAL" clId="{8C2EAA66-2AAC-406B-8B7B-95FD9FBB2803}" dt="2024-03-09T13:02:10.257" v="116" actId="1076"/>
          <ac:picMkLst>
            <pc:docMk/>
            <pc:sldMk cId="0" sldId="277"/>
            <ac:picMk id="10" creationId="{A48E74BC-C3DF-0AB6-CE35-5FA2064211BD}"/>
          </ac:picMkLst>
        </pc:picChg>
      </pc:sldChg>
      <pc:sldChg chg="modSp mod">
        <pc:chgData name="Nehad Mohamed Abdel Rahman Ibrahim" userId="ad9dd084-3aea-419a-91bb-77d0ee482146" providerId="ADAL" clId="{8C2EAA66-2AAC-406B-8B7B-95FD9FBB2803}" dt="2024-03-18T20:16:54.962" v="135" actId="13926"/>
        <pc:sldMkLst>
          <pc:docMk/>
          <pc:sldMk cId="0" sldId="282"/>
        </pc:sldMkLst>
        <pc:spChg chg="mod">
          <ac:chgData name="Nehad Mohamed Abdel Rahman Ibrahim" userId="ad9dd084-3aea-419a-91bb-77d0ee482146" providerId="ADAL" clId="{8C2EAA66-2AAC-406B-8B7B-95FD9FBB2803}" dt="2024-03-18T20:16:54.962" v="135" actId="13926"/>
          <ac:spMkLst>
            <pc:docMk/>
            <pc:sldMk cId="0" sldId="282"/>
            <ac:spMk id="2" creationId="{00000000-0000-0000-0000-000000000000}"/>
          </ac:spMkLst>
        </pc:spChg>
      </pc:sldChg>
      <pc:sldChg chg="modSp mod">
        <pc:chgData name="Nehad Mohamed Abdel Rahman Ibrahim" userId="ad9dd084-3aea-419a-91bb-77d0ee482146" providerId="ADAL" clId="{8C2EAA66-2AAC-406B-8B7B-95FD9FBB2803}" dt="2024-03-22T14:38:14.682" v="138" actId="1076"/>
        <pc:sldMkLst>
          <pc:docMk/>
          <pc:sldMk cId="0" sldId="288"/>
        </pc:sldMkLst>
        <pc:spChg chg="mod">
          <ac:chgData name="Nehad Mohamed Abdel Rahman Ibrahim" userId="ad9dd084-3aea-419a-91bb-77d0ee482146" providerId="ADAL" clId="{8C2EAA66-2AAC-406B-8B7B-95FD9FBB2803}" dt="2024-03-22T14:38:14.682" v="138" actId="1076"/>
          <ac:spMkLst>
            <pc:docMk/>
            <pc:sldMk cId="0" sldId="288"/>
            <ac:spMk id="18" creationId="{00000000-0000-0000-0000-000000000000}"/>
          </ac:spMkLst>
        </pc:spChg>
      </pc:sldChg>
      <pc:sldChg chg="modSp mod modNotesTx">
        <pc:chgData name="Nehad Mohamed Abdel Rahman Ibrahim" userId="ad9dd084-3aea-419a-91bb-77d0ee482146" providerId="ADAL" clId="{8C2EAA66-2AAC-406B-8B7B-95FD9FBB2803}" dt="2024-03-22T18:34:25.179" v="144" actId="115"/>
        <pc:sldMkLst>
          <pc:docMk/>
          <pc:sldMk cId="0" sldId="289"/>
        </pc:sldMkLst>
        <pc:spChg chg="mod">
          <ac:chgData name="Nehad Mohamed Abdel Rahman Ibrahim" userId="ad9dd084-3aea-419a-91bb-77d0ee482146" providerId="ADAL" clId="{8C2EAA66-2AAC-406B-8B7B-95FD9FBB2803}" dt="2024-03-22T18:34:25.179" v="144" actId="115"/>
          <ac:spMkLst>
            <pc:docMk/>
            <pc:sldMk cId="0" sldId="289"/>
            <ac:spMk id="24" creationId="{00000000-0000-0000-0000-000000000000}"/>
          </ac:spMkLst>
        </pc:spChg>
      </pc:sldChg>
      <pc:sldChg chg="modNotesTx">
        <pc:chgData name="Nehad Mohamed Abdel Rahman Ibrahim" userId="ad9dd084-3aea-419a-91bb-77d0ee482146" providerId="ADAL" clId="{8C2EAA66-2AAC-406B-8B7B-95FD9FBB2803}" dt="2024-03-22T19:11:11.245" v="175"/>
        <pc:sldMkLst>
          <pc:docMk/>
          <pc:sldMk cId="0" sldId="296"/>
        </pc:sldMkLst>
      </pc:sldChg>
      <pc:sldChg chg="modSp mod">
        <pc:chgData name="Nehad Mohamed Abdel Rahman Ibrahim" userId="ad9dd084-3aea-419a-91bb-77d0ee482146" providerId="ADAL" clId="{8C2EAA66-2AAC-406B-8B7B-95FD9FBB2803}" dt="2024-03-22T19:19:58.063" v="181" actId="207"/>
        <pc:sldMkLst>
          <pc:docMk/>
          <pc:sldMk cId="0" sldId="298"/>
        </pc:sldMkLst>
        <pc:graphicFrameChg chg="modGraphic">
          <ac:chgData name="Nehad Mohamed Abdel Rahman Ibrahim" userId="ad9dd084-3aea-419a-91bb-77d0ee482146" providerId="ADAL" clId="{8C2EAA66-2AAC-406B-8B7B-95FD9FBB2803}" dt="2024-03-22T19:19:58.063" v="181" actId="207"/>
          <ac:graphicFrameMkLst>
            <pc:docMk/>
            <pc:sldMk cId="0" sldId="298"/>
            <ac:graphicFrameMk id="13" creationId="{00000000-0000-0000-0000-000000000000}"/>
          </ac:graphicFrameMkLst>
        </pc:graphicFrameChg>
      </pc:sldChg>
      <pc:sldChg chg="modSp del mod">
        <pc:chgData name="Nehad Mohamed Abdel Rahman Ibrahim" userId="ad9dd084-3aea-419a-91bb-77d0ee482146" providerId="ADAL" clId="{8C2EAA66-2AAC-406B-8B7B-95FD9FBB2803}" dt="2024-03-22T19:42:49.553" v="202" actId="2696"/>
        <pc:sldMkLst>
          <pc:docMk/>
          <pc:sldMk cId="0" sldId="306"/>
        </pc:sldMkLst>
        <pc:graphicFrameChg chg="mod modGraphic">
          <ac:chgData name="Nehad Mohamed Abdel Rahman Ibrahim" userId="ad9dd084-3aea-419a-91bb-77d0ee482146" providerId="ADAL" clId="{8C2EAA66-2AAC-406B-8B7B-95FD9FBB2803}" dt="2024-03-22T19:41:51.268" v="193" actId="20577"/>
          <ac:graphicFrameMkLst>
            <pc:docMk/>
            <pc:sldMk cId="0" sldId="306"/>
            <ac:graphicFrameMk id="17" creationId="{00000000-0000-0000-0000-000000000000}"/>
          </ac:graphicFrameMkLst>
        </pc:graphicFrameChg>
      </pc:sldChg>
      <pc:sldChg chg="addSp delSp modSp add mod">
        <pc:chgData name="Nehad Mohamed Abdel Rahman Ibrahim" userId="ad9dd084-3aea-419a-91bb-77d0ee482146" providerId="ADAL" clId="{8C2EAA66-2AAC-406B-8B7B-95FD9FBB2803}" dt="2024-03-18T19:57:44.494" v="124" actId="478"/>
        <pc:sldMkLst>
          <pc:docMk/>
          <pc:sldMk cId="1121500908" sldId="308"/>
        </pc:sldMkLst>
        <pc:spChg chg="del">
          <ac:chgData name="Nehad Mohamed Abdel Rahman Ibrahim" userId="ad9dd084-3aea-419a-91bb-77d0ee482146" providerId="ADAL" clId="{8C2EAA66-2AAC-406B-8B7B-95FD9FBB2803}" dt="2024-03-09T12:07:40.187" v="21" actId="478"/>
          <ac:spMkLst>
            <pc:docMk/>
            <pc:sldMk cId="1121500908" sldId="308"/>
            <ac:spMk id="7" creationId="{16023D94-1E6E-CFB7-5A94-0730383051AB}"/>
          </ac:spMkLst>
        </pc:spChg>
        <pc:spChg chg="del">
          <ac:chgData name="Nehad Mohamed Abdel Rahman Ibrahim" userId="ad9dd084-3aea-419a-91bb-77d0ee482146" providerId="ADAL" clId="{8C2EAA66-2AAC-406B-8B7B-95FD9FBB2803}" dt="2024-03-09T12:07:37.697" v="19" actId="478"/>
          <ac:spMkLst>
            <pc:docMk/>
            <pc:sldMk cId="1121500908" sldId="308"/>
            <ac:spMk id="12" creationId="{BC18E17E-FE72-9EE0-5967-E2C783BB0CA0}"/>
          </ac:spMkLst>
        </pc:spChg>
        <pc:spChg chg="mod">
          <ac:chgData name="Nehad Mohamed Abdel Rahman Ibrahim" userId="ad9dd084-3aea-419a-91bb-77d0ee482146" providerId="ADAL" clId="{8C2EAA66-2AAC-406B-8B7B-95FD9FBB2803}" dt="2024-03-09T12:15:43.991" v="105" actId="6549"/>
          <ac:spMkLst>
            <pc:docMk/>
            <pc:sldMk cId="1121500908" sldId="308"/>
            <ac:spMk id="13" creationId="{66B513B7-1F14-C5EA-4B30-A6A3AF2136EF}"/>
          </ac:spMkLst>
        </pc:spChg>
        <pc:spChg chg="del mod">
          <ac:chgData name="Nehad Mohamed Abdel Rahman Ibrahim" userId="ad9dd084-3aea-419a-91bb-77d0ee482146" providerId="ADAL" clId="{8C2EAA66-2AAC-406B-8B7B-95FD9FBB2803}" dt="2024-03-09T12:09:23.003" v="48" actId="478"/>
          <ac:spMkLst>
            <pc:docMk/>
            <pc:sldMk cId="1121500908" sldId="308"/>
            <ac:spMk id="17" creationId="{B752AEB8-A776-CA8C-AA29-08A8BE52BC9B}"/>
          </ac:spMkLst>
        </pc:spChg>
        <pc:spChg chg="del">
          <ac:chgData name="Nehad Mohamed Abdel Rahman Ibrahim" userId="ad9dd084-3aea-419a-91bb-77d0ee482146" providerId="ADAL" clId="{8C2EAA66-2AAC-406B-8B7B-95FD9FBB2803}" dt="2024-03-09T12:07:54.552" v="26" actId="478"/>
          <ac:spMkLst>
            <pc:docMk/>
            <pc:sldMk cId="1121500908" sldId="308"/>
            <ac:spMk id="21" creationId="{B5FF9457-831D-BB88-2A1A-386A8C88E95F}"/>
          </ac:spMkLst>
        </pc:spChg>
        <pc:spChg chg="del">
          <ac:chgData name="Nehad Mohamed Abdel Rahman Ibrahim" userId="ad9dd084-3aea-419a-91bb-77d0ee482146" providerId="ADAL" clId="{8C2EAA66-2AAC-406B-8B7B-95FD9FBB2803}" dt="2024-03-09T12:07:54.552" v="26" actId="478"/>
          <ac:spMkLst>
            <pc:docMk/>
            <pc:sldMk cId="1121500908" sldId="308"/>
            <ac:spMk id="22" creationId="{38CC614C-C127-F7B4-FAD3-B5903AAEC56C}"/>
          </ac:spMkLst>
        </pc:spChg>
        <pc:spChg chg="del">
          <ac:chgData name="Nehad Mohamed Abdel Rahman Ibrahim" userId="ad9dd084-3aea-419a-91bb-77d0ee482146" providerId="ADAL" clId="{8C2EAA66-2AAC-406B-8B7B-95FD9FBB2803}" dt="2024-03-09T12:18:34.014" v="108" actId="478"/>
          <ac:spMkLst>
            <pc:docMk/>
            <pc:sldMk cId="1121500908" sldId="308"/>
            <ac:spMk id="25" creationId="{8069F3AF-BC7D-8BD7-A53A-1C397AB8D92B}"/>
          </ac:spMkLst>
        </pc:spChg>
        <pc:spChg chg="del">
          <ac:chgData name="Nehad Mohamed Abdel Rahman Ibrahim" userId="ad9dd084-3aea-419a-91bb-77d0ee482146" providerId="ADAL" clId="{8C2EAA66-2AAC-406B-8B7B-95FD9FBB2803}" dt="2024-03-09T12:18:32.968" v="107" actId="478"/>
          <ac:spMkLst>
            <pc:docMk/>
            <pc:sldMk cId="1121500908" sldId="308"/>
            <ac:spMk id="26" creationId="{2A4828DD-F2D7-51A4-65DB-A75DD1931A95}"/>
          </ac:spMkLst>
        </pc:spChg>
        <pc:spChg chg="del">
          <ac:chgData name="Nehad Mohamed Abdel Rahman Ibrahim" userId="ad9dd084-3aea-419a-91bb-77d0ee482146" providerId="ADAL" clId="{8C2EAA66-2AAC-406B-8B7B-95FD9FBB2803}" dt="2024-03-09T12:07:58.542" v="27" actId="478"/>
          <ac:spMkLst>
            <pc:docMk/>
            <pc:sldMk cId="1121500908" sldId="308"/>
            <ac:spMk id="28" creationId="{F983B16C-78DA-A08F-52C5-BB288D11523D}"/>
          </ac:spMkLst>
        </pc:spChg>
        <pc:spChg chg="del mod">
          <ac:chgData name="Nehad Mohamed Abdel Rahman Ibrahim" userId="ad9dd084-3aea-419a-91bb-77d0ee482146" providerId="ADAL" clId="{8C2EAA66-2AAC-406B-8B7B-95FD9FBB2803}" dt="2024-03-09T12:07:48.413" v="24" actId="478"/>
          <ac:spMkLst>
            <pc:docMk/>
            <pc:sldMk cId="1121500908" sldId="308"/>
            <ac:spMk id="29" creationId="{72DE21F3-ED0F-5968-E642-2FC9ED542557}"/>
          </ac:spMkLst>
        </pc:spChg>
        <pc:spChg chg="add mod">
          <ac:chgData name="Nehad Mohamed Abdel Rahman Ibrahim" userId="ad9dd084-3aea-419a-91bb-77d0ee482146" providerId="ADAL" clId="{8C2EAA66-2AAC-406B-8B7B-95FD9FBB2803}" dt="2024-03-09T12:15:36.327" v="103" actId="1076"/>
          <ac:spMkLst>
            <pc:docMk/>
            <pc:sldMk cId="1121500908" sldId="308"/>
            <ac:spMk id="32" creationId="{0C38EBD9-1E96-21B8-AEF0-76F2A0E9A3BA}"/>
          </ac:spMkLst>
        </pc:spChg>
        <pc:spChg chg="add mod">
          <ac:chgData name="Nehad Mohamed Abdel Rahman Ibrahim" userId="ad9dd084-3aea-419a-91bb-77d0ee482146" providerId="ADAL" clId="{8C2EAA66-2AAC-406B-8B7B-95FD9FBB2803}" dt="2024-03-09T12:15:46.696" v="106" actId="6549"/>
          <ac:spMkLst>
            <pc:docMk/>
            <pc:sldMk cId="1121500908" sldId="308"/>
            <ac:spMk id="34" creationId="{499C4993-CA2D-B86E-BE31-DCE5D85AF6F6}"/>
          </ac:spMkLst>
        </pc:spChg>
        <pc:spChg chg="add mod">
          <ac:chgData name="Nehad Mohamed Abdel Rahman Ibrahim" userId="ad9dd084-3aea-419a-91bb-77d0ee482146" providerId="ADAL" clId="{8C2EAA66-2AAC-406B-8B7B-95FD9FBB2803}" dt="2024-03-09T12:22:10.623" v="113" actId="6549"/>
          <ac:spMkLst>
            <pc:docMk/>
            <pc:sldMk cId="1121500908" sldId="308"/>
            <ac:spMk id="36" creationId="{1BE1B5CF-74C0-4E4D-BDCA-43EC0843C236}"/>
          </ac:spMkLst>
        </pc:spChg>
        <pc:grpChg chg="del">
          <ac:chgData name="Nehad Mohamed Abdel Rahman Ibrahim" userId="ad9dd084-3aea-419a-91bb-77d0ee482146" providerId="ADAL" clId="{8C2EAA66-2AAC-406B-8B7B-95FD9FBB2803}" dt="2024-03-09T12:07:54.552" v="26" actId="478"/>
          <ac:grpSpMkLst>
            <pc:docMk/>
            <pc:sldMk cId="1121500908" sldId="308"/>
            <ac:grpSpMk id="3" creationId="{B78A5CC3-E9C8-3476-D555-353131A59680}"/>
          </ac:grpSpMkLst>
        </pc:grpChg>
        <pc:grpChg chg="del">
          <ac:chgData name="Nehad Mohamed Abdel Rahman Ibrahim" userId="ad9dd084-3aea-419a-91bb-77d0ee482146" providerId="ADAL" clId="{8C2EAA66-2AAC-406B-8B7B-95FD9FBB2803}" dt="2024-03-09T12:07:36.639" v="18" actId="478"/>
          <ac:grpSpMkLst>
            <pc:docMk/>
            <pc:sldMk cId="1121500908" sldId="308"/>
            <ac:grpSpMk id="8" creationId="{80CA8581-3EFA-8E33-5A9D-C19F02C6F053}"/>
          </ac:grpSpMkLst>
        </pc:grpChg>
        <pc:grpChg chg="del">
          <ac:chgData name="Nehad Mohamed Abdel Rahman Ibrahim" userId="ad9dd084-3aea-419a-91bb-77d0ee482146" providerId="ADAL" clId="{8C2EAA66-2AAC-406B-8B7B-95FD9FBB2803}" dt="2024-03-09T12:07:38.813" v="20" actId="478"/>
          <ac:grpSpMkLst>
            <pc:docMk/>
            <pc:sldMk cId="1121500908" sldId="308"/>
            <ac:grpSpMk id="14" creationId="{3E8B317D-6BCF-86F0-9941-1FD00A9F8CCE}"/>
          </ac:grpSpMkLst>
        </pc:grpChg>
        <pc:grpChg chg="del mod">
          <ac:chgData name="Nehad Mohamed Abdel Rahman Ibrahim" userId="ad9dd084-3aea-419a-91bb-77d0ee482146" providerId="ADAL" clId="{8C2EAA66-2AAC-406B-8B7B-95FD9FBB2803}" dt="2024-03-09T12:13:22.889" v="76" actId="478"/>
          <ac:grpSpMkLst>
            <pc:docMk/>
            <pc:sldMk cId="1121500908" sldId="308"/>
            <ac:grpSpMk id="18" creationId="{73685E89-F49E-D30B-438F-DD1E1F7C3C1F}"/>
          </ac:grpSpMkLst>
        </pc:grpChg>
        <pc:graphicFrameChg chg="del">
          <ac:chgData name="Nehad Mohamed Abdel Rahman Ibrahim" userId="ad9dd084-3aea-419a-91bb-77d0ee482146" providerId="ADAL" clId="{8C2EAA66-2AAC-406B-8B7B-95FD9FBB2803}" dt="2024-03-09T12:07:41.827" v="22" actId="478"/>
          <ac:graphicFrameMkLst>
            <pc:docMk/>
            <pc:sldMk cId="1121500908" sldId="308"/>
            <ac:graphicFrameMk id="24" creationId="{EB043B84-7691-9B1B-F7CA-BA47096ECC6A}"/>
          </ac:graphicFrameMkLst>
        </pc:graphicFrameChg>
        <pc:picChg chg="del">
          <ac:chgData name="Nehad Mohamed Abdel Rahman Ibrahim" userId="ad9dd084-3aea-419a-91bb-77d0ee482146" providerId="ADAL" clId="{8C2EAA66-2AAC-406B-8B7B-95FD9FBB2803}" dt="2024-03-09T12:18:35.157" v="109" actId="478"/>
          <ac:picMkLst>
            <pc:docMk/>
            <pc:sldMk cId="1121500908" sldId="308"/>
            <ac:picMk id="27" creationId="{CA45993B-E86D-C36E-5CED-3C4386B0824E}"/>
          </ac:picMkLst>
        </pc:picChg>
        <pc:inkChg chg="add del">
          <ac:chgData name="Nehad Mohamed Abdel Rahman Ibrahim" userId="ad9dd084-3aea-419a-91bb-77d0ee482146" providerId="ADAL" clId="{8C2EAA66-2AAC-406B-8B7B-95FD9FBB2803}" dt="2024-03-18T19:57:44.494" v="124" actId="478"/>
          <ac:inkMkLst>
            <pc:docMk/>
            <pc:sldMk cId="1121500908" sldId="308"/>
            <ac:inkMk id="3" creationId="{C8145522-4397-6F92-84F0-90320E08388A}"/>
          </ac:inkMkLst>
        </pc:inkChg>
      </pc:sldChg>
      <pc:sldChg chg="addSp delSp modSp add mod">
        <pc:chgData name="Nehad Mohamed Abdel Rahman Ibrahim" userId="ad9dd084-3aea-419a-91bb-77d0ee482146" providerId="ADAL" clId="{8C2EAA66-2AAC-406B-8B7B-95FD9FBB2803}" dt="2024-03-22T19:42:43.312" v="201" actId="1076"/>
        <pc:sldMkLst>
          <pc:docMk/>
          <pc:sldMk cId="2735366682" sldId="309"/>
        </pc:sldMkLst>
        <pc:spChg chg="del">
          <ac:chgData name="Nehad Mohamed Abdel Rahman Ibrahim" userId="ad9dd084-3aea-419a-91bb-77d0ee482146" providerId="ADAL" clId="{8C2EAA66-2AAC-406B-8B7B-95FD9FBB2803}" dt="2024-03-22T19:42:19.742" v="195" actId="478"/>
          <ac:spMkLst>
            <pc:docMk/>
            <pc:sldMk cId="2735366682" sldId="309"/>
            <ac:spMk id="4" creationId="{00000000-0000-0000-0000-000000000000}"/>
          </ac:spMkLst>
        </pc:spChg>
        <pc:spChg chg="del">
          <ac:chgData name="Nehad Mohamed Abdel Rahman Ibrahim" userId="ad9dd084-3aea-419a-91bb-77d0ee482146" providerId="ADAL" clId="{8C2EAA66-2AAC-406B-8B7B-95FD9FBB2803}" dt="2024-03-22T19:42:24.609" v="196" actId="478"/>
          <ac:spMkLst>
            <pc:docMk/>
            <pc:sldMk cId="2735366682" sldId="309"/>
            <ac:spMk id="5" creationId="{00000000-0000-0000-0000-000000000000}"/>
          </ac:spMkLst>
        </pc:spChg>
        <pc:spChg chg="del">
          <ac:chgData name="Nehad Mohamed Abdel Rahman Ibrahim" userId="ad9dd084-3aea-419a-91bb-77d0ee482146" providerId="ADAL" clId="{8C2EAA66-2AAC-406B-8B7B-95FD9FBB2803}" dt="2024-03-22T19:42:33.675" v="199" actId="478"/>
          <ac:spMkLst>
            <pc:docMk/>
            <pc:sldMk cId="2735366682" sldId="309"/>
            <ac:spMk id="9" creationId="{00000000-0000-0000-0000-000000000000}"/>
          </ac:spMkLst>
        </pc:spChg>
        <pc:spChg chg="del">
          <ac:chgData name="Nehad Mohamed Abdel Rahman Ibrahim" userId="ad9dd084-3aea-419a-91bb-77d0ee482146" providerId="ADAL" clId="{8C2EAA66-2AAC-406B-8B7B-95FD9FBB2803}" dt="2024-03-22T19:42:33.675" v="199" actId="478"/>
          <ac:spMkLst>
            <pc:docMk/>
            <pc:sldMk cId="2735366682" sldId="309"/>
            <ac:spMk id="26" creationId="{00000000-0000-0000-0000-000000000000}"/>
          </ac:spMkLst>
        </pc:spChg>
        <pc:spChg chg="del">
          <ac:chgData name="Nehad Mohamed Abdel Rahman Ibrahim" userId="ad9dd084-3aea-419a-91bb-77d0ee482146" providerId="ADAL" clId="{8C2EAA66-2AAC-406B-8B7B-95FD9FBB2803}" dt="2024-03-22T19:42:33.675" v="199" actId="478"/>
          <ac:spMkLst>
            <pc:docMk/>
            <pc:sldMk cId="2735366682" sldId="309"/>
            <ac:spMk id="31" creationId="{00000000-0000-0000-0000-000000000000}"/>
          </ac:spMkLst>
        </pc:spChg>
        <pc:spChg chg="del">
          <ac:chgData name="Nehad Mohamed Abdel Rahman Ibrahim" userId="ad9dd084-3aea-419a-91bb-77d0ee482146" providerId="ADAL" clId="{8C2EAA66-2AAC-406B-8B7B-95FD9FBB2803}" dt="2024-03-22T19:42:33.675" v="199" actId="478"/>
          <ac:spMkLst>
            <pc:docMk/>
            <pc:sldMk cId="2735366682" sldId="309"/>
            <ac:spMk id="33" creationId="{00000000-0000-0000-0000-000000000000}"/>
          </ac:spMkLst>
        </pc:spChg>
        <pc:spChg chg="del">
          <ac:chgData name="Nehad Mohamed Abdel Rahman Ibrahim" userId="ad9dd084-3aea-419a-91bb-77d0ee482146" providerId="ADAL" clId="{8C2EAA66-2AAC-406B-8B7B-95FD9FBB2803}" dt="2024-03-22T19:42:33.675" v="199" actId="478"/>
          <ac:spMkLst>
            <pc:docMk/>
            <pc:sldMk cId="2735366682" sldId="309"/>
            <ac:spMk id="34" creationId="{00000000-0000-0000-0000-000000000000}"/>
          </ac:spMkLst>
        </pc:spChg>
        <pc:spChg chg="del">
          <ac:chgData name="Nehad Mohamed Abdel Rahman Ibrahim" userId="ad9dd084-3aea-419a-91bb-77d0ee482146" providerId="ADAL" clId="{8C2EAA66-2AAC-406B-8B7B-95FD9FBB2803}" dt="2024-03-22T19:42:33.675" v="199" actId="478"/>
          <ac:spMkLst>
            <pc:docMk/>
            <pc:sldMk cId="2735366682" sldId="309"/>
            <ac:spMk id="36" creationId="{00000000-0000-0000-0000-000000000000}"/>
          </ac:spMkLst>
        </pc:spChg>
        <pc:spChg chg="del">
          <ac:chgData name="Nehad Mohamed Abdel Rahman Ibrahim" userId="ad9dd084-3aea-419a-91bb-77d0ee482146" providerId="ADAL" clId="{8C2EAA66-2AAC-406B-8B7B-95FD9FBB2803}" dt="2024-03-22T19:42:33.675" v="199" actId="478"/>
          <ac:spMkLst>
            <pc:docMk/>
            <pc:sldMk cId="2735366682" sldId="309"/>
            <ac:spMk id="45" creationId="{00000000-0000-0000-0000-000000000000}"/>
          </ac:spMkLst>
        </pc:spChg>
        <pc:grpChg chg="del">
          <ac:chgData name="Nehad Mohamed Abdel Rahman Ibrahim" userId="ad9dd084-3aea-419a-91bb-77d0ee482146" providerId="ADAL" clId="{8C2EAA66-2AAC-406B-8B7B-95FD9FBB2803}" dt="2024-03-22T19:42:25.919" v="197" actId="478"/>
          <ac:grpSpMkLst>
            <pc:docMk/>
            <pc:sldMk cId="2735366682" sldId="309"/>
            <ac:grpSpMk id="6" creationId="{00000000-0000-0000-0000-000000000000}"/>
          </ac:grpSpMkLst>
        </pc:grpChg>
        <pc:grpChg chg="del">
          <ac:chgData name="Nehad Mohamed Abdel Rahman Ibrahim" userId="ad9dd084-3aea-419a-91bb-77d0ee482146" providerId="ADAL" clId="{8C2EAA66-2AAC-406B-8B7B-95FD9FBB2803}" dt="2024-03-22T19:42:33.675" v="199" actId="478"/>
          <ac:grpSpMkLst>
            <pc:docMk/>
            <pc:sldMk cId="2735366682" sldId="309"/>
            <ac:grpSpMk id="20" creationId="{00000000-0000-0000-0000-000000000000}"/>
          </ac:grpSpMkLst>
        </pc:grpChg>
        <pc:grpChg chg="del">
          <ac:chgData name="Nehad Mohamed Abdel Rahman Ibrahim" userId="ad9dd084-3aea-419a-91bb-77d0ee482146" providerId="ADAL" clId="{8C2EAA66-2AAC-406B-8B7B-95FD9FBB2803}" dt="2024-03-22T19:42:33.675" v="199" actId="478"/>
          <ac:grpSpMkLst>
            <pc:docMk/>
            <pc:sldMk cId="2735366682" sldId="309"/>
            <ac:grpSpMk id="23" creationId="{00000000-0000-0000-0000-000000000000}"/>
          </ac:grpSpMkLst>
        </pc:grpChg>
        <pc:grpChg chg="del">
          <ac:chgData name="Nehad Mohamed Abdel Rahman Ibrahim" userId="ad9dd084-3aea-419a-91bb-77d0ee482146" providerId="ADAL" clId="{8C2EAA66-2AAC-406B-8B7B-95FD9FBB2803}" dt="2024-03-22T19:42:33.675" v="199" actId="478"/>
          <ac:grpSpMkLst>
            <pc:docMk/>
            <pc:sldMk cId="2735366682" sldId="309"/>
            <ac:grpSpMk id="27" creationId="{00000000-0000-0000-0000-000000000000}"/>
          </ac:grpSpMkLst>
        </pc:grpChg>
        <pc:grpChg chg="del">
          <ac:chgData name="Nehad Mohamed Abdel Rahman Ibrahim" userId="ad9dd084-3aea-419a-91bb-77d0ee482146" providerId="ADAL" clId="{8C2EAA66-2AAC-406B-8B7B-95FD9FBB2803}" dt="2024-03-22T19:42:33.675" v="199" actId="478"/>
          <ac:grpSpMkLst>
            <pc:docMk/>
            <pc:sldMk cId="2735366682" sldId="309"/>
            <ac:grpSpMk id="37" creationId="{00000000-0000-0000-0000-000000000000}"/>
          </ac:grpSpMkLst>
        </pc:grpChg>
        <pc:graphicFrameChg chg="del modGraphic">
          <ac:chgData name="Nehad Mohamed Abdel Rahman Ibrahim" userId="ad9dd084-3aea-419a-91bb-77d0ee482146" providerId="ADAL" clId="{8C2EAA66-2AAC-406B-8B7B-95FD9FBB2803}" dt="2024-03-22T19:42:33.675" v="199" actId="478"/>
          <ac:graphicFrameMkLst>
            <pc:docMk/>
            <pc:sldMk cId="2735366682" sldId="309"/>
            <ac:graphicFrameMk id="17" creationId="{00000000-0000-0000-0000-000000000000}"/>
          </ac:graphicFrameMkLst>
        </pc:graphicFrameChg>
        <pc:picChg chg="del">
          <ac:chgData name="Nehad Mohamed Abdel Rahman Ibrahim" userId="ad9dd084-3aea-419a-91bb-77d0ee482146" providerId="ADAL" clId="{8C2EAA66-2AAC-406B-8B7B-95FD9FBB2803}" dt="2024-03-22T19:42:33.675" v="199" actId="478"/>
          <ac:picMkLst>
            <pc:docMk/>
            <pc:sldMk cId="2735366682" sldId="309"/>
            <ac:picMk id="10"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1"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2"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3"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4"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5"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6"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8"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19"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32" creationId="{00000000-0000-0000-0000-000000000000}"/>
          </ac:picMkLst>
        </pc:picChg>
        <pc:picChg chg="del">
          <ac:chgData name="Nehad Mohamed Abdel Rahman Ibrahim" userId="ad9dd084-3aea-419a-91bb-77d0ee482146" providerId="ADAL" clId="{8C2EAA66-2AAC-406B-8B7B-95FD9FBB2803}" dt="2024-03-22T19:42:33.675" v="199" actId="478"/>
          <ac:picMkLst>
            <pc:docMk/>
            <pc:sldMk cId="2735366682" sldId="309"/>
            <ac:picMk id="35" creationId="{00000000-0000-0000-0000-000000000000}"/>
          </ac:picMkLst>
        </pc:picChg>
        <pc:picChg chg="add mod">
          <ac:chgData name="Nehad Mohamed Abdel Rahman Ibrahim" userId="ad9dd084-3aea-419a-91bb-77d0ee482146" providerId="ADAL" clId="{8C2EAA66-2AAC-406B-8B7B-95FD9FBB2803}" dt="2024-03-22T19:42:43.312" v="201" actId="1076"/>
          <ac:picMkLst>
            <pc:docMk/>
            <pc:sldMk cId="2735366682" sldId="309"/>
            <ac:picMk id="49" creationId="{1A3D2E47-88D5-802A-D0DA-41AB5B592E9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6D3A022-1695-401E-B24A-394778C3C01D}" type="datetimeFigureOut">
              <a:rPr lang="en-US" smtClean="0"/>
              <a:t>11/21/2024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A946CF1-1B07-4329-BFE9-7447A4A0CB6F}" type="slidenum">
              <a:rPr lang="en-US" smtClean="0"/>
              <a:t>‹#›</a:t>
            </a:fld>
            <a:endParaRPr lang="en-US"/>
          </a:p>
        </p:txBody>
      </p:sp>
    </p:spTree>
    <p:extLst>
      <p:ext uri="{BB962C8B-B14F-4D97-AF65-F5344CB8AC3E}">
        <p14:creationId xmlns:p14="http://schemas.microsoft.com/office/powerpoint/2010/main" val="1915934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types of Natural Language Processing (NLP) models, including:</a:t>
            </a:r>
          </a:p>
          <a:p>
            <a:endParaRPr lang="en-US" dirty="0"/>
          </a:p>
          <a:p>
            <a:r>
              <a:rPr lang="en-US" dirty="0"/>
              <a:t>1. **Rule-based models**: These models use handcrafted rules and patterns to process text. They are often simplistic but can be effective for specific tasks.</a:t>
            </a:r>
          </a:p>
          <a:p>
            <a:endParaRPr lang="en-US" dirty="0"/>
          </a:p>
          <a:p>
            <a:r>
              <a:rPr lang="en-US" dirty="0"/>
              <a:t>2. **Statistical models**: Statistical NLP models rely on statistical techniques, such as probability theory and machine learning algorithms, to analyze and generate text. Examples include Hidden Markov Models (HMMs) and Conditional Random Fields (CRFs).</a:t>
            </a:r>
          </a:p>
          <a:p>
            <a:endParaRPr lang="en-US" dirty="0"/>
          </a:p>
          <a:p>
            <a:r>
              <a:rPr lang="en-US" dirty="0"/>
              <a:t>3. **Neural network-based models**: These models leverage neural networks to learn patterns and relationships in text data. They include architectures like Recurrent Neural Networks (RNNs), Long Short-Term Memory networks (LSTMs), and Transformer models.</a:t>
            </a:r>
          </a:p>
          <a:p>
            <a:endParaRPr lang="en-US" dirty="0"/>
          </a:p>
          <a:p>
            <a:r>
              <a:rPr lang="en-US" dirty="0"/>
              <a:t>4. **Pre-trained language models**: These models are trained on vast amounts of text data and then fine-tuned for specific NLP tasks. Examples include models like BERT (Bidirectional Encoder Representations from Transformers), GPT (Generative Pre-trained Transformer), and </a:t>
            </a:r>
            <a:r>
              <a:rPr lang="en-US" dirty="0" err="1"/>
              <a:t>RoBERTa</a:t>
            </a:r>
            <a:r>
              <a:rPr lang="en-US" dirty="0"/>
              <a:t>.</a:t>
            </a:r>
          </a:p>
          <a:p>
            <a:endParaRPr lang="en-US" dirty="0"/>
          </a:p>
          <a:p>
            <a:r>
              <a:rPr lang="en-US" dirty="0"/>
              <a:t>5. **Hybrid models**: Hybrid models combine elements of rule-based, statistical, and neural network-based approaches to leverage the strengths of each method for improved performance.</a:t>
            </a:r>
          </a:p>
          <a:p>
            <a:endParaRPr lang="en-US" dirty="0"/>
          </a:p>
          <a:p>
            <a:r>
              <a:rPr lang="en-US" dirty="0"/>
              <a:t>Each type of NLP model has its advantages and disadvantages, and the choice of model depends on the specific task, available data, computational resources, and desired performance metrics.</a:t>
            </a:r>
          </a:p>
        </p:txBody>
      </p:sp>
      <p:sp>
        <p:nvSpPr>
          <p:cNvPr id="4" name="Slide Number Placeholder 3"/>
          <p:cNvSpPr>
            <a:spLocks noGrp="1"/>
          </p:cNvSpPr>
          <p:nvPr>
            <p:ph type="sldNum" sz="quarter" idx="5"/>
          </p:nvPr>
        </p:nvSpPr>
        <p:spPr/>
        <p:txBody>
          <a:bodyPr/>
          <a:lstStyle/>
          <a:p>
            <a:fld id="{2A946CF1-1B07-4329-BFE9-7447A4A0CB6F}" type="slidenum">
              <a:rPr lang="en-US" smtClean="0"/>
              <a:t>6</a:t>
            </a:fld>
            <a:endParaRPr lang="en-US"/>
          </a:p>
        </p:txBody>
      </p:sp>
    </p:spTree>
    <p:extLst>
      <p:ext uri="{BB962C8B-B14F-4D97-AF65-F5344CB8AC3E}">
        <p14:creationId xmlns:p14="http://schemas.microsoft.com/office/powerpoint/2010/main" val="3121309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0D0D0D"/>
                </a:solidFill>
                <a:effectLst/>
                <a:latin typeface="Söhne"/>
              </a:rPr>
              <a:t>"I" - pronoun (first person singular)</a:t>
            </a:r>
          </a:p>
          <a:p>
            <a:pPr algn="l">
              <a:buFont typeface="+mj-lt"/>
              <a:buAutoNum type="arabicPeriod"/>
            </a:pPr>
            <a:r>
              <a:rPr lang="en-US" b="0" i="0" dirty="0">
                <a:solidFill>
                  <a:srgbClr val="0D0D0D"/>
                </a:solidFill>
                <a:effectLst/>
                <a:latin typeface="Söhne"/>
              </a:rPr>
              <a:t>"saw" - verb (past tense of "see")</a:t>
            </a:r>
          </a:p>
          <a:p>
            <a:pPr algn="l">
              <a:buFont typeface="+mj-lt"/>
              <a:buAutoNum type="arabicPeriod"/>
            </a:pPr>
            <a:r>
              <a:rPr lang="en-US" b="0" i="0" dirty="0">
                <a:solidFill>
                  <a:srgbClr val="0D0D0D"/>
                </a:solidFill>
                <a:effectLst/>
                <a:latin typeface="Söhne"/>
              </a:rPr>
              <a:t>"a" - indefinite article</a:t>
            </a:r>
          </a:p>
          <a:p>
            <a:pPr algn="l">
              <a:buFont typeface="+mj-lt"/>
              <a:buAutoNum type="arabicPeriod"/>
            </a:pPr>
            <a:r>
              <a:rPr lang="en-US" b="0" i="0" dirty="0">
                <a:solidFill>
                  <a:srgbClr val="0D0D0D"/>
                </a:solidFill>
                <a:effectLst/>
                <a:latin typeface="Söhne"/>
              </a:rPr>
              <a:t>"girl" - noun (subject of the sentence)</a:t>
            </a:r>
          </a:p>
          <a:p>
            <a:pPr algn="l">
              <a:buFont typeface="+mj-lt"/>
              <a:buAutoNum type="arabicPeriod"/>
            </a:pPr>
            <a:r>
              <a:rPr lang="en-US" b="0" i="0" dirty="0">
                <a:solidFill>
                  <a:srgbClr val="0D0D0D"/>
                </a:solidFill>
                <a:effectLst/>
                <a:latin typeface="Söhne"/>
              </a:rPr>
              <a:t>"with" - preposition</a:t>
            </a:r>
          </a:p>
          <a:p>
            <a:pPr algn="l">
              <a:buFont typeface="+mj-lt"/>
              <a:buAutoNum type="arabicPeriod"/>
            </a:pPr>
            <a:r>
              <a:rPr lang="en-US" b="0" i="0" dirty="0">
                <a:solidFill>
                  <a:srgbClr val="0D0D0D"/>
                </a:solidFill>
                <a:effectLst/>
                <a:latin typeface="Söhne"/>
              </a:rPr>
              <a:t>"a" - indefinite article</a:t>
            </a:r>
          </a:p>
          <a:p>
            <a:pPr algn="l">
              <a:buFont typeface="+mj-lt"/>
              <a:buAutoNum type="arabicPeriod"/>
            </a:pPr>
            <a:r>
              <a:rPr lang="en-US" b="0" i="0" dirty="0">
                <a:solidFill>
                  <a:srgbClr val="0D0D0D"/>
                </a:solidFill>
                <a:effectLst/>
                <a:latin typeface="Söhne"/>
              </a:rPr>
              <a:t>"telescope" - noun (object of the preposition "with")</a:t>
            </a:r>
          </a:p>
          <a:p>
            <a:endParaRPr lang="en-US" dirty="0"/>
          </a:p>
        </p:txBody>
      </p:sp>
      <p:sp>
        <p:nvSpPr>
          <p:cNvPr id="4" name="Slide Number Placeholder 3"/>
          <p:cNvSpPr>
            <a:spLocks noGrp="1"/>
          </p:cNvSpPr>
          <p:nvPr>
            <p:ph type="sldNum" sz="quarter" idx="5"/>
          </p:nvPr>
        </p:nvSpPr>
        <p:spPr/>
        <p:txBody>
          <a:bodyPr/>
          <a:lstStyle/>
          <a:p>
            <a:fld id="{2A946CF1-1B07-4329-BFE9-7447A4A0CB6F}" type="slidenum">
              <a:rPr lang="en-US" smtClean="0"/>
              <a:t>32</a:t>
            </a:fld>
            <a:endParaRPr lang="en-US"/>
          </a:p>
        </p:txBody>
      </p:sp>
    </p:spTree>
    <p:extLst>
      <p:ext uri="{BB962C8B-B14F-4D97-AF65-F5344CB8AC3E}">
        <p14:creationId xmlns:p14="http://schemas.microsoft.com/office/powerpoint/2010/main" val="1178612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TF(</a:t>
            </a:r>
            <a:r>
              <a:rPr lang="en-US" i="1" dirty="0">
                <a:effectLst/>
                <a:latin typeface="KaTeX_Math"/>
              </a:rPr>
              <a:t>t</a:t>
            </a:r>
            <a:r>
              <a:rPr lang="en-US" dirty="0">
                <a:effectLst/>
              </a:rPr>
              <a:t>, </a:t>
            </a:r>
            <a:r>
              <a:rPr lang="en-US" i="1" dirty="0">
                <a:effectLst/>
                <a:latin typeface="KaTeX_Math"/>
              </a:rPr>
              <a:t>d</a:t>
            </a:r>
            <a:r>
              <a:rPr lang="en-US" dirty="0">
                <a:effectLst/>
              </a:rPr>
              <a:t>)=</a:t>
            </a:r>
            <a:r>
              <a:rPr lang="en-US" b="0" i="0" dirty="0">
                <a:solidFill>
                  <a:srgbClr val="0D0D0D"/>
                </a:solidFill>
                <a:effectLst/>
                <a:latin typeface="KaTeX_Main"/>
              </a:rPr>
              <a:t>Total number of terms in document </a:t>
            </a:r>
            <a:r>
              <a:rPr lang="en-US" b="0" i="1" dirty="0">
                <a:solidFill>
                  <a:srgbClr val="0D0D0D"/>
                </a:solidFill>
                <a:effectLst/>
                <a:latin typeface="KaTeX_Math"/>
              </a:rPr>
              <a:t>d / </a:t>
            </a:r>
            <a:r>
              <a:rPr lang="en-US" b="0" i="0" dirty="0">
                <a:solidFill>
                  <a:srgbClr val="0D0D0D"/>
                </a:solidFill>
                <a:effectLst/>
                <a:latin typeface="KaTeX_Main"/>
              </a:rPr>
              <a:t>Number of times term </a:t>
            </a:r>
            <a:r>
              <a:rPr lang="en-US" b="0" i="1" dirty="0">
                <a:solidFill>
                  <a:srgbClr val="0D0D0D"/>
                </a:solidFill>
                <a:effectLst/>
                <a:latin typeface="KaTeX_Math"/>
              </a:rPr>
              <a:t>t</a:t>
            </a:r>
            <a:r>
              <a:rPr lang="en-US" b="0" i="0" dirty="0">
                <a:solidFill>
                  <a:srgbClr val="0D0D0D"/>
                </a:solidFill>
                <a:effectLst/>
                <a:latin typeface="KaTeX_Main"/>
              </a:rPr>
              <a:t> appears in document </a:t>
            </a:r>
            <a:r>
              <a:rPr lang="en-US" b="0" i="1" dirty="0">
                <a:solidFill>
                  <a:srgbClr val="0D0D0D"/>
                </a:solidFill>
                <a:effectLst/>
                <a:latin typeface="KaTeX_Math"/>
              </a:rPr>
              <a:t>d</a:t>
            </a:r>
            <a:r>
              <a:rPr lang="en-US" b="0" i="0" dirty="0">
                <a:solidFill>
                  <a:srgbClr val="0D0D0D"/>
                </a:solidFill>
                <a:effectLst/>
                <a:latin typeface="KaTeX_Main"/>
              </a:rPr>
              <a:t>​</a:t>
            </a:r>
            <a:br>
              <a:rPr lang="en-US" b="0" i="0" dirty="0">
                <a:solidFill>
                  <a:srgbClr val="0D0D0D"/>
                </a:solidFill>
                <a:effectLst/>
                <a:latin typeface="KaTeX_Main"/>
              </a:rPr>
            </a:br>
            <a:endParaRPr lang="en-US" b="0" i="0" dirty="0">
              <a:solidFill>
                <a:srgbClr val="0D0D0D"/>
              </a:solidFill>
              <a:effectLst/>
              <a:latin typeface="KaTeX_Main"/>
            </a:endParaRPr>
          </a:p>
          <a:p>
            <a:endParaRPr lang="en-US" b="0" i="0" dirty="0">
              <a:solidFill>
                <a:srgbClr val="0D0D0D"/>
              </a:solidFill>
              <a:effectLst/>
              <a:latin typeface="KaTeX_Main"/>
            </a:endParaRPr>
          </a:p>
          <a:p>
            <a:r>
              <a:rPr lang="en-US" b="0" i="0" dirty="0">
                <a:solidFill>
                  <a:srgbClr val="0D0D0D"/>
                </a:solidFill>
                <a:effectLst/>
                <a:latin typeface="KaTeX_Main"/>
              </a:rPr>
              <a:t>N: Total number of documents in corpus d</a:t>
            </a:r>
            <a:endParaRPr lang="en-US" b="0" i="1" dirty="0">
              <a:solidFill>
                <a:srgbClr val="0D0D0D"/>
              </a:solidFill>
              <a:effectLst/>
              <a:latin typeface="KaTeX_Math"/>
            </a:endParaRPr>
          </a:p>
          <a:p>
            <a:r>
              <a:rPr lang="en-US" b="0" i="1" dirty="0">
                <a:solidFill>
                  <a:srgbClr val="0D0D0D"/>
                </a:solidFill>
                <a:effectLst/>
                <a:latin typeface="KaTeX_Math"/>
              </a:rPr>
              <a:t>D: </a:t>
            </a:r>
            <a:r>
              <a:rPr lang="en-US" b="0" i="0" dirty="0">
                <a:solidFill>
                  <a:srgbClr val="0D0D0D"/>
                </a:solidFill>
                <a:effectLst/>
                <a:latin typeface="KaTeX_Main"/>
              </a:rPr>
              <a:t>Number of documents containing term </a:t>
            </a:r>
            <a:r>
              <a:rPr lang="en-US" b="0" i="1" dirty="0">
                <a:solidFill>
                  <a:srgbClr val="0D0D0D"/>
                </a:solidFill>
                <a:effectLst/>
                <a:latin typeface="KaTeX_Math"/>
              </a:rPr>
              <a:t>t</a:t>
            </a:r>
            <a:r>
              <a:rPr lang="en-US" b="0" i="0" dirty="0">
                <a:solidFill>
                  <a:srgbClr val="0D0D0D"/>
                </a:solidFill>
                <a:effectLst/>
                <a:latin typeface="KaTeX_Main"/>
              </a:rPr>
              <a:t>​</a:t>
            </a:r>
          </a:p>
          <a:p>
            <a:endParaRPr lang="en-US" b="0" i="0" dirty="0">
              <a:solidFill>
                <a:srgbClr val="0D0D0D"/>
              </a:solidFill>
              <a:effectLst/>
              <a:latin typeface="KaTeX_Main"/>
            </a:endParaRPr>
          </a:p>
          <a:p>
            <a:r>
              <a:rPr lang="en-US" b="0" i="0" dirty="0">
                <a:solidFill>
                  <a:srgbClr val="0D0D0D"/>
                </a:solidFill>
                <a:effectLst/>
                <a:latin typeface="KaTeX_Main"/>
              </a:rPr>
              <a:t>IDF(</a:t>
            </a:r>
            <a:r>
              <a:rPr lang="en-US" b="0" i="1" dirty="0" err="1">
                <a:solidFill>
                  <a:srgbClr val="0D0D0D"/>
                </a:solidFill>
                <a:effectLst/>
                <a:latin typeface="KaTeX_Math"/>
              </a:rPr>
              <a:t>t</a:t>
            </a:r>
            <a:r>
              <a:rPr lang="en-US" b="0" i="0" dirty="0" err="1">
                <a:solidFill>
                  <a:srgbClr val="0D0D0D"/>
                </a:solidFill>
                <a:effectLst/>
                <a:latin typeface="KaTeX_Main"/>
              </a:rPr>
              <a:t>,d</a:t>
            </a:r>
            <a:r>
              <a:rPr lang="en-US" b="0" i="0" dirty="0">
                <a:solidFill>
                  <a:srgbClr val="0D0D0D"/>
                </a:solidFill>
                <a:effectLst/>
                <a:latin typeface="KaTeX_Main"/>
              </a:rPr>
              <a:t>)=log</a:t>
            </a:r>
            <a:r>
              <a:rPr lang="en-US" b="0" i="0" dirty="0">
                <a:solidFill>
                  <a:srgbClr val="0D0D0D"/>
                </a:solidFill>
                <a:effectLst/>
                <a:latin typeface="KaTeX_Size2"/>
              </a:rPr>
              <a:t>(N/D)</a:t>
            </a:r>
          </a:p>
          <a:p>
            <a:endParaRPr lang="en-US" b="0" i="0" dirty="0">
              <a:solidFill>
                <a:srgbClr val="0D0D0D"/>
              </a:solidFill>
              <a:effectLst/>
              <a:latin typeface="KaTeX_Size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52525"/>
                </a:solidFill>
                <a:latin typeface="Cambria Math"/>
                <a:cs typeface="Cambria Math"/>
              </a:rPr>
              <a:t>𝑇𝐹</a:t>
            </a:r>
            <a:r>
              <a:rPr lang="en-US" sz="1200" spc="70" dirty="0">
                <a:solidFill>
                  <a:srgbClr val="252525"/>
                </a:solidFill>
                <a:latin typeface="Cambria Math"/>
                <a:cs typeface="Cambria Math"/>
              </a:rPr>
              <a:t> </a:t>
            </a:r>
            <a:r>
              <a:rPr lang="en-US" sz="1200" dirty="0">
                <a:solidFill>
                  <a:srgbClr val="252525"/>
                </a:solidFill>
                <a:latin typeface="Cambria Math"/>
                <a:cs typeface="Cambria Math"/>
              </a:rPr>
              <a:t>−</a:t>
            </a:r>
            <a:r>
              <a:rPr lang="en-US" sz="1200" spc="-10" dirty="0">
                <a:solidFill>
                  <a:srgbClr val="252525"/>
                </a:solidFill>
                <a:latin typeface="Cambria Math"/>
                <a:cs typeface="Cambria Math"/>
              </a:rPr>
              <a:t> </a:t>
            </a:r>
            <a:r>
              <a:rPr lang="en-US" sz="1200" dirty="0">
                <a:solidFill>
                  <a:srgbClr val="252525"/>
                </a:solidFill>
                <a:latin typeface="Cambria Math"/>
                <a:cs typeface="Cambria Math"/>
              </a:rPr>
              <a:t>𝐼𝐷𝐹</a:t>
            </a:r>
            <a:r>
              <a:rPr lang="en-US" sz="1200" spc="180" dirty="0">
                <a:solidFill>
                  <a:srgbClr val="252525"/>
                </a:solidFill>
                <a:latin typeface="Cambria Math"/>
                <a:cs typeface="Cambria Math"/>
              </a:rPr>
              <a:t> </a:t>
            </a:r>
            <a:r>
              <a:rPr lang="en-US" sz="1200" dirty="0">
                <a:solidFill>
                  <a:srgbClr val="252525"/>
                </a:solidFill>
                <a:latin typeface="Cambria Math"/>
                <a:cs typeface="Cambria Math"/>
              </a:rPr>
              <a:t>=</a:t>
            </a:r>
            <a:r>
              <a:rPr lang="en-US" sz="1200" spc="95" dirty="0">
                <a:solidFill>
                  <a:srgbClr val="252525"/>
                </a:solidFill>
                <a:latin typeface="Cambria Math"/>
                <a:cs typeface="Cambria Math"/>
              </a:rPr>
              <a:t> </a:t>
            </a:r>
            <a:r>
              <a:rPr lang="en-US" sz="1200" dirty="0">
                <a:solidFill>
                  <a:srgbClr val="252525"/>
                </a:solidFill>
                <a:latin typeface="Cambria Math"/>
                <a:cs typeface="Cambria Math"/>
              </a:rPr>
              <a:t>𝑇𝐹</a:t>
            </a:r>
            <a:r>
              <a:rPr lang="en-US" sz="1200" spc="484" dirty="0">
                <a:solidFill>
                  <a:srgbClr val="252525"/>
                </a:solidFill>
                <a:latin typeface="Cambria Math"/>
                <a:cs typeface="Cambria Math"/>
              </a:rPr>
              <a:t> </a:t>
            </a:r>
            <a:r>
              <a:rPr lang="en-US" sz="1200" dirty="0">
                <a:solidFill>
                  <a:srgbClr val="252525"/>
                </a:solidFill>
                <a:latin typeface="Cambria Math"/>
                <a:cs typeface="Cambria Math"/>
              </a:rPr>
              <a:t>×</a:t>
            </a:r>
            <a:r>
              <a:rPr lang="en-US" sz="1200" spc="-10" dirty="0">
                <a:solidFill>
                  <a:srgbClr val="252525"/>
                </a:solidFill>
                <a:latin typeface="Cambria Math"/>
                <a:cs typeface="Cambria Math"/>
              </a:rPr>
              <a:t> </a:t>
            </a:r>
            <a:r>
              <a:rPr lang="en-US" sz="1200" spc="-25" dirty="0">
                <a:solidFill>
                  <a:srgbClr val="252525"/>
                </a:solidFill>
                <a:latin typeface="Cambria Math"/>
                <a:cs typeface="Cambria Math"/>
              </a:rPr>
              <a:t>𝐼𝐷𝐹</a:t>
            </a:r>
            <a:endParaRPr lang="en-US" sz="1200" dirty="0">
              <a:latin typeface="Cambria Math"/>
              <a:cs typeface="Cambria Math"/>
            </a:endParaRPr>
          </a:p>
          <a:p>
            <a:endParaRPr lang="en-US" dirty="0"/>
          </a:p>
        </p:txBody>
      </p:sp>
      <p:sp>
        <p:nvSpPr>
          <p:cNvPr id="4" name="Slide Number Placeholder 3"/>
          <p:cNvSpPr>
            <a:spLocks noGrp="1"/>
          </p:cNvSpPr>
          <p:nvPr>
            <p:ph type="sldNum" sz="quarter" idx="5"/>
          </p:nvPr>
        </p:nvSpPr>
        <p:spPr/>
        <p:txBody>
          <a:bodyPr/>
          <a:lstStyle/>
          <a:p>
            <a:fld id="{2A946CF1-1B07-4329-BFE9-7447A4A0CB6F}" type="slidenum">
              <a:rPr lang="en-US" smtClean="0"/>
              <a:t>40</a:t>
            </a:fld>
            <a:endParaRPr lang="en-US"/>
          </a:p>
        </p:txBody>
      </p:sp>
    </p:spTree>
    <p:extLst>
      <p:ext uri="{BB962C8B-B14F-4D97-AF65-F5344CB8AC3E}">
        <p14:creationId xmlns:p14="http://schemas.microsoft.com/office/powerpoint/2010/main" val="1142816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0" i="0">
                <a:solidFill>
                  <a:srgbClr val="005342"/>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585858"/>
                </a:solidFill>
                <a:latin typeface="Cambria"/>
                <a:cs typeface="Cambria"/>
              </a:defRPr>
            </a:lvl1p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5342"/>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585858"/>
                </a:solidFill>
                <a:latin typeface="Cambria"/>
                <a:cs typeface="Cambria"/>
              </a:defRPr>
            </a:lvl1p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5342"/>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585858"/>
                </a:solidFill>
                <a:latin typeface="Cambria"/>
                <a:cs typeface="Cambria"/>
              </a:defRPr>
            </a:lvl1p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5342"/>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585858"/>
                </a:solidFill>
                <a:latin typeface="Cambria"/>
                <a:cs typeface="Cambria"/>
              </a:defRPr>
            </a:lvl1p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585858"/>
                </a:solidFill>
                <a:latin typeface="Cambria"/>
                <a:cs typeface="Cambria"/>
              </a:defRPr>
            </a:lvl1p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202161" y="177545"/>
            <a:ext cx="856615" cy="1600200"/>
          </a:xfrm>
          <a:custGeom>
            <a:avLst/>
            <a:gdLst/>
            <a:ahLst/>
            <a:cxnLst/>
            <a:rect l="l" t="t" r="r" b="b"/>
            <a:pathLst>
              <a:path w="856615" h="1600200">
                <a:moveTo>
                  <a:pt x="856488" y="0"/>
                </a:moveTo>
                <a:lnTo>
                  <a:pt x="0" y="0"/>
                </a:lnTo>
                <a:lnTo>
                  <a:pt x="0" y="1600200"/>
                </a:lnTo>
                <a:lnTo>
                  <a:pt x="856488" y="1600200"/>
                </a:lnTo>
                <a:lnTo>
                  <a:pt x="856488" y="0"/>
                </a:lnTo>
                <a:close/>
              </a:path>
            </a:pathLst>
          </a:custGeom>
          <a:solidFill>
            <a:srgbClr val="006F57"/>
          </a:solidFill>
        </p:spPr>
        <p:txBody>
          <a:bodyPr wrap="square" lIns="0" tIns="0" rIns="0" bIns="0" rtlCol="0"/>
          <a:lstStyle/>
          <a:p>
            <a:endParaRPr/>
          </a:p>
        </p:txBody>
      </p:sp>
      <p:sp>
        <p:nvSpPr>
          <p:cNvPr id="17" name="bg object 17"/>
          <p:cNvSpPr/>
          <p:nvPr/>
        </p:nvSpPr>
        <p:spPr>
          <a:xfrm>
            <a:off x="11202161" y="177545"/>
            <a:ext cx="856615" cy="1600200"/>
          </a:xfrm>
          <a:custGeom>
            <a:avLst/>
            <a:gdLst/>
            <a:ahLst/>
            <a:cxnLst/>
            <a:rect l="l" t="t" r="r" b="b"/>
            <a:pathLst>
              <a:path w="856615" h="1600200">
                <a:moveTo>
                  <a:pt x="0" y="1600200"/>
                </a:moveTo>
                <a:lnTo>
                  <a:pt x="856488" y="1600200"/>
                </a:lnTo>
                <a:lnTo>
                  <a:pt x="856488" y="0"/>
                </a:lnTo>
                <a:lnTo>
                  <a:pt x="0" y="0"/>
                </a:lnTo>
                <a:lnTo>
                  <a:pt x="0" y="1600200"/>
                </a:lnTo>
                <a:close/>
              </a:path>
            </a:pathLst>
          </a:custGeom>
          <a:ln w="25400">
            <a:solidFill>
              <a:srgbClr val="00503D"/>
            </a:solidFill>
          </a:ln>
        </p:spPr>
        <p:txBody>
          <a:bodyPr wrap="square" lIns="0" tIns="0" rIns="0" bIns="0" rtlCol="0"/>
          <a:lstStyle/>
          <a:p>
            <a:endParaRPr/>
          </a:p>
        </p:txBody>
      </p:sp>
      <p:sp>
        <p:nvSpPr>
          <p:cNvPr id="2" name="Holder 2"/>
          <p:cNvSpPr>
            <a:spLocks noGrp="1"/>
          </p:cNvSpPr>
          <p:nvPr>
            <p:ph type="title"/>
          </p:nvPr>
        </p:nvSpPr>
        <p:spPr>
          <a:xfrm>
            <a:off x="259689" y="264363"/>
            <a:ext cx="8822690" cy="574675"/>
          </a:xfrm>
          <a:prstGeom prst="rect">
            <a:avLst/>
          </a:prstGeom>
        </p:spPr>
        <p:txBody>
          <a:bodyPr wrap="square" lIns="0" tIns="0" rIns="0" bIns="0">
            <a:spAutoFit/>
          </a:bodyPr>
          <a:lstStyle>
            <a:lvl1pPr>
              <a:defRPr sz="3600" b="0" i="0">
                <a:solidFill>
                  <a:srgbClr val="005342"/>
                </a:solidFill>
                <a:latin typeface="Cambria"/>
                <a:cs typeface="Cambria"/>
              </a:defRPr>
            </a:lvl1pPr>
          </a:lstStyle>
          <a:p>
            <a:endParaRPr/>
          </a:p>
        </p:txBody>
      </p:sp>
      <p:sp>
        <p:nvSpPr>
          <p:cNvPr id="3" name="Holder 3"/>
          <p:cNvSpPr>
            <a:spLocks noGrp="1"/>
          </p:cNvSpPr>
          <p:nvPr>
            <p:ph type="body" idx="1"/>
          </p:nvPr>
        </p:nvSpPr>
        <p:spPr>
          <a:xfrm>
            <a:off x="478790" y="1781375"/>
            <a:ext cx="10035540" cy="18332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0519664" y="6512246"/>
            <a:ext cx="1307591" cy="193563"/>
          </a:xfrm>
          <a:prstGeom prst="rect">
            <a:avLst/>
          </a:prstGeom>
        </p:spPr>
        <p:txBody>
          <a:bodyPr wrap="square" lIns="0" tIns="0" rIns="0" bIns="0">
            <a:spAutoFit/>
          </a:bodyPr>
          <a:lstStyle>
            <a:lvl1pPr>
              <a:defRPr sz="1100" b="0" i="0">
                <a:solidFill>
                  <a:srgbClr val="585858"/>
                </a:solidFill>
                <a:latin typeface="Cambria"/>
                <a:cs typeface="Cambria"/>
              </a:defRPr>
            </a:lvl1p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11/21/2024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jp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s>
</file>

<file path=ppt/slides/_rels/slide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hyperlink" Target="https://www.oreilly.com/library/view/python-natural-language/9781787121423/" TargetMode="External"/><Relationship Id="rId4" Type="http://schemas.openxmlformats.org/officeDocument/2006/relationships/image" Target="../media/image38.jpg"/></Relationships>
</file>

<file path=ppt/slides/_rels/slide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0.png"/><Relationship Id="rId21" Type="http://schemas.openxmlformats.org/officeDocument/2006/relationships/image" Target="../media/image5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image" Target="../media/image39.png"/><Relationship Id="rId16" Type="http://schemas.openxmlformats.org/officeDocument/2006/relationships/image" Target="../media/image53.png"/><Relationship Id="rId20"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8.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18" Type="http://schemas.openxmlformats.org/officeDocument/2006/relationships/image" Target="../media/image75.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png"/><Relationship Id="rId2" Type="http://schemas.openxmlformats.org/officeDocument/2006/relationships/image" Target="../media/image59.png"/><Relationship Id="rId16"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9.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77.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jpg"/><Relationship Id="rId2" Type="http://schemas.openxmlformats.org/officeDocument/2006/relationships/image" Target="../media/image76.png"/><Relationship Id="rId16"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5" Type="http://schemas.openxmlformats.org/officeDocument/2006/relationships/image" Target="../media/image8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s>
</file>

<file path=ppt/slides/_rels/slide10.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image" Target="../media/image92.png"/><Relationship Id="rId16"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11.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18" Type="http://schemas.openxmlformats.org/officeDocument/2006/relationships/image" Target="../media/image124.png"/><Relationship Id="rId26" Type="http://schemas.openxmlformats.org/officeDocument/2006/relationships/image" Target="../media/image132.png"/><Relationship Id="rId3" Type="http://schemas.openxmlformats.org/officeDocument/2006/relationships/image" Target="../media/image109.png"/><Relationship Id="rId21" Type="http://schemas.openxmlformats.org/officeDocument/2006/relationships/image" Target="../media/image127.png"/><Relationship Id="rId7" Type="http://schemas.openxmlformats.org/officeDocument/2006/relationships/image" Target="../media/image113.png"/><Relationship Id="rId12" Type="http://schemas.openxmlformats.org/officeDocument/2006/relationships/image" Target="../media/image118.png"/><Relationship Id="rId17" Type="http://schemas.openxmlformats.org/officeDocument/2006/relationships/image" Target="../media/image123.png"/><Relationship Id="rId25" Type="http://schemas.openxmlformats.org/officeDocument/2006/relationships/image" Target="../media/image131.png"/><Relationship Id="rId2" Type="http://schemas.openxmlformats.org/officeDocument/2006/relationships/image" Target="../media/image108.png"/><Relationship Id="rId16" Type="http://schemas.openxmlformats.org/officeDocument/2006/relationships/image" Target="../media/image122.png"/><Relationship Id="rId20" Type="http://schemas.openxmlformats.org/officeDocument/2006/relationships/image" Target="../media/image126.png"/><Relationship Id="rId29"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117.png"/><Relationship Id="rId24" Type="http://schemas.openxmlformats.org/officeDocument/2006/relationships/image" Target="../media/image130.png"/><Relationship Id="rId32" Type="http://schemas.openxmlformats.org/officeDocument/2006/relationships/image" Target="../media/image138.png"/><Relationship Id="rId5" Type="http://schemas.openxmlformats.org/officeDocument/2006/relationships/image" Target="../media/image111.png"/><Relationship Id="rId15" Type="http://schemas.openxmlformats.org/officeDocument/2006/relationships/image" Target="../media/image121.png"/><Relationship Id="rId23" Type="http://schemas.openxmlformats.org/officeDocument/2006/relationships/image" Target="../media/image129.png"/><Relationship Id="rId28" Type="http://schemas.openxmlformats.org/officeDocument/2006/relationships/image" Target="../media/image134.png"/><Relationship Id="rId10" Type="http://schemas.openxmlformats.org/officeDocument/2006/relationships/image" Target="../media/image116.png"/><Relationship Id="rId19" Type="http://schemas.openxmlformats.org/officeDocument/2006/relationships/image" Target="../media/image125.png"/><Relationship Id="rId31" Type="http://schemas.openxmlformats.org/officeDocument/2006/relationships/image" Target="../media/image137.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 Id="rId22" Type="http://schemas.openxmlformats.org/officeDocument/2006/relationships/image" Target="../media/image128.png"/><Relationship Id="rId27" Type="http://schemas.openxmlformats.org/officeDocument/2006/relationships/image" Target="../media/image133.png"/><Relationship Id="rId30" Type="http://schemas.openxmlformats.org/officeDocument/2006/relationships/image" Target="../media/image136.png"/></Relationships>
</file>

<file path=ppt/slides/_rels/slide12.xml.rels><?xml version="1.0" encoding="UTF-8" standalone="yes"?>
<Relationships xmlns="http://schemas.openxmlformats.org/package/2006/relationships"><Relationship Id="rId13" Type="http://schemas.openxmlformats.org/officeDocument/2006/relationships/image" Target="../media/image150.png"/><Relationship Id="rId18" Type="http://schemas.openxmlformats.org/officeDocument/2006/relationships/image" Target="../media/image155.png"/><Relationship Id="rId26" Type="http://schemas.openxmlformats.org/officeDocument/2006/relationships/image" Target="../media/image163.png"/><Relationship Id="rId39" Type="http://schemas.openxmlformats.org/officeDocument/2006/relationships/image" Target="../media/image176.png"/><Relationship Id="rId21" Type="http://schemas.openxmlformats.org/officeDocument/2006/relationships/image" Target="../media/image158.png"/><Relationship Id="rId34" Type="http://schemas.openxmlformats.org/officeDocument/2006/relationships/image" Target="../media/image171.png"/><Relationship Id="rId42" Type="http://schemas.openxmlformats.org/officeDocument/2006/relationships/image" Target="../media/image179.png"/><Relationship Id="rId7" Type="http://schemas.openxmlformats.org/officeDocument/2006/relationships/image" Target="../media/image144.png"/><Relationship Id="rId2" Type="http://schemas.openxmlformats.org/officeDocument/2006/relationships/image" Target="../media/image139.png"/><Relationship Id="rId16" Type="http://schemas.openxmlformats.org/officeDocument/2006/relationships/image" Target="../media/image153.png"/><Relationship Id="rId29" Type="http://schemas.openxmlformats.org/officeDocument/2006/relationships/image" Target="../media/image166.png"/><Relationship Id="rId1" Type="http://schemas.openxmlformats.org/officeDocument/2006/relationships/slideLayout" Target="../slideLayouts/slideLayout2.xml"/><Relationship Id="rId6" Type="http://schemas.openxmlformats.org/officeDocument/2006/relationships/image" Target="../media/image143.png"/><Relationship Id="rId11" Type="http://schemas.openxmlformats.org/officeDocument/2006/relationships/image" Target="../media/image148.png"/><Relationship Id="rId24" Type="http://schemas.openxmlformats.org/officeDocument/2006/relationships/image" Target="../media/image161.png"/><Relationship Id="rId32" Type="http://schemas.openxmlformats.org/officeDocument/2006/relationships/image" Target="../media/image169.png"/><Relationship Id="rId37" Type="http://schemas.openxmlformats.org/officeDocument/2006/relationships/image" Target="../media/image174.png"/><Relationship Id="rId40" Type="http://schemas.openxmlformats.org/officeDocument/2006/relationships/image" Target="../media/image177.png"/><Relationship Id="rId45" Type="http://schemas.openxmlformats.org/officeDocument/2006/relationships/image" Target="../media/image182.png"/><Relationship Id="rId5" Type="http://schemas.openxmlformats.org/officeDocument/2006/relationships/image" Target="../media/image142.png"/><Relationship Id="rId15" Type="http://schemas.openxmlformats.org/officeDocument/2006/relationships/image" Target="../media/image152.png"/><Relationship Id="rId23" Type="http://schemas.openxmlformats.org/officeDocument/2006/relationships/image" Target="../media/image160.png"/><Relationship Id="rId28" Type="http://schemas.openxmlformats.org/officeDocument/2006/relationships/image" Target="../media/image165.png"/><Relationship Id="rId36" Type="http://schemas.openxmlformats.org/officeDocument/2006/relationships/image" Target="../media/image173.png"/><Relationship Id="rId10" Type="http://schemas.openxmlformats.org/officeDocument/2006/relationships/image" Target="../media/image147.png"/><Relationship Id="rId19" Type="http://schemas.openxmlformats.org/officeDocument/2006/relationships/image" Target="../media/image156.png"/><Relationship Id="rId31" Type="http://schemas.openxmlformats.org/officeDocument/2006/relationships/image" Target="../media/image168.png"/><Relationship Id="rId44" Type="http://schemas.openxmlformats.org/officeDocument/2006/relationships/image" Target="../media/image181.png"/><Relationship Id="rId4" Type="http://schemas.openxmlformats.org/officeDocument/2006/relationships/image" Target="../media/image141.png"/><Relationship Id="rId9" Type="http://schemas.openxmlformats.org/officeDocument/2006/relationships/image" Target="../media/image146.png"/><Relationship Id="rId14" Type="http://schemas.openxmlformats.org/officeDocument/2006/relationships/image" Target="../media/image151.png"/><Relationship Id="rId22" Type="http://schemas.openxmlformats.org/officeDocument/2006/relationships/image" Target="../media/image159.png"/><Relationship Id="rId27" Type="http://schemas.openxmlformats.org/officeDocument/2006/relationships/image" Target="../media/image164.png"/><Relationship Id="rId30" Type="http://schemas.openxmlformats.org/officeDocument/2006/relationships/image" Target="../media/image167.png"/><Relationship Id="rId35" Type="http://schemas.openxmlformats.org/officeDocument/2006/relationships/image" Target="../media/image172.png"/><Relationship Id="rId43" Type="http://schemas.openxmlformats.org/officeDocument/2006/relationships/image" Target="../media/image180.png"/><Relationship Id="rId8" Type="http://schemas.openxmlformats.org/officeDocument/2006/relationships/image" Target="../media/image145.png"/><Relationship Id="rId3" Type="http://schemas.openxmlformats.org/officeDocument/2006/relationships/image" Target="../media/image140.png"/><Relationship Id="rId12" Type="http://schemas.openxmlformats.org/officeDocument/2006/relationships/image" Target="../media/image149.png"/><Relationship Id="rId17" Type="http://schemas.openxmlformats.org/officeDocument/2006/relationships/image" Target="../media/image154.png"/><Relationship Id="rId25" Type="http://schemas.openxmlformats.org/officeDocument/2006/relationships/image" Target="../media/image162.png"/><Relationship Id="rId33" Type="http://schemas.openxmlformats.org/officeDocument/2006/relationships/image" Target="../media/image170.png"/><Relationship Id="rId38" Type="http://schemas.openxmlformats.org/officeDocument/2006/relationships/image" Target="../media/image175.png"/><Relationship Id="rId46" Type="http://schemas.openxmlformats.org/officeDocument/2006/relationships/image" Target="../media/image183.png"/><Relationship Id="rId20" Type="http://schemas.openxmlformats.org/officeDocument/2006/relationships/image" Target="../media/image157.png"/><Relationship Id="rId41" Type="http://schemas.openxmlformats.org/officeDocument/2006/relationships/image" Target="../media/image178.png"/></Relationships>
</file>

<file path=ppt/slides/_rels/slide13.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18" Type="http://schemas.openxmlformats.org/officeDocument/2006/relationships/image" Target="../media/image202.png"/><Relationship Id="rId26" Type="http://schemas.openxmlformats.org/officeDocument/2006/relationships/image" Target="../media/image210.png"/><Relationship Id="rId3" Type="http://schemas.openxmlformats.org/officeDocument/2006/relationships/image" Target="../media/image187.png"/><Relationship Id="rId21" Type="http://schemas.openxmlformats.org/officeDocument/2006/relationships/image" Target="../media/image205.png"/><Relationship Id="rId7" Type="http://schemas.openxmlformats.org/officeDocument/2006/relationships/image" Target="../media/image191.png"/><Relationship Id="rId12" Type="http://schemas.openxmlformats.org/officeDocument/2006/relationships/image" Target="../media/image196.png"/><Relationship Id="rId17" Type="http://schemas.openxmlformats.org/officeDocument/2006/relationships/image" Target="../media/image201.png"/><Relationship Id="rId25" Type="http://schemas.openxmlformats.org/officeDocument/2006/relationships/image" Target="../media/image209.png"/><Relationship Id="rId2" Type="http://schemas.openxmlformats.org/officeDocument/2006/relationships/image" Target="../media/image186.png"/><Relationship Id="rId16" Type="http://schemas.openxmlformats.org/officeDocument/2006/relationships/image" Target="../media/image200.png"/><Relationship Id="rId20" Type="http://schemas.openxmlformats.org/officeDocument/2006/relationships/image" Target="../media/image204.png"/><Relationship Id="rId1" Type="http://schemas.openxmlformats.org/officeDocument/2006/relationships/slideLayout" Target="../slideLayouts/slideLayout3.xml"/><Relationship Id="rId6" Type="http://schemas.openxmlformats.org/officeDocument/2006/relationships/image" Target="../media/image190.png"/><Relationship Id="rId11" Type="http://schemas.openxmlformats.org/officeDocument/2006/relationships/image" Target="../media/image195.png"/><Relationship Id="rId24" Type="http://schemas.openxmlformats.org/officeDocument/2006/relationships/image" Target="../media/image208.png"/><Relationship Id="rId5" Type="http://schemas.openxmlformats.org/officeDocument/2006/relationships/image" Target="../media/image189.png"/><Relationship Id="rId15" Type="http://schemas.openxmlformats.org/officeDocument/2006/relationships/image" Target="../media/image199.png"/><Relationship Id="rId23" Type="http://schemas.openxmlformats.org/officeDocument/2006/relationships/image" Target="../media/image207.png"/><Relationship Id="rId10" Type="http://schemas.openxmlformats.org/officeDocument/2006/relationships/image" Target="../media/image194.png"/><Relationship Id="rId19" Type="http://schemas.openxmlformats.org/officeDocument/2006/relationships/image" Target="../media/image203.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 Id="rId22" Type="http://schemas.openxmlformats.org/officeDocument/2006/relationships/image" Target="../media/image206.png"/></Relationships>
</file>

<file path=ppt/slides/_rels/slide15.xml.rels><?xml version="1.0" encoding="UTF-8" standalone="yes"?>
<Relationships xmlns="http://schemas.openxmlformats.org/package/2006/relationships"><Relationship Id="rId8" Type="http://schemas.openxmlformats.org/officeDocument/2006/relationships/image" Target="../media/image217.png"/><Relationship Id="rId3" Type="http://schemas.openxmlformats.org/officeDocument/2006/relationships/image" Target="../media/image212.png"/><Relationship Id="rId7" Type="http://schemas.openxmlformats.org/officeDocument/2006/relationships/image" Target="../media/image216.png"/><Relationship Id="rId2" Type="http://schemas.openxmlformats.org/officeDocument/2006/relationships/image" Target="../media/image211.png"/><Relationship Id="rId1" Type="http://schemas.openxmlformats.org/officeDocument/2006/relationships/slideLayout" Target="../slideLayouts/slideLayout2.xml"/><Relationship Id="rId6" Type="http://schemas.openxmlformats.org/officeDocument/2006/relationships/image" Target="../media/image215.png"/><Relationship Id="rId11" Type="http://schemas.openxmlformats.org/officeDocument/2006/relationships/image" Target="../media/image220.jpg"/><Relationship Id="rId5" Type="http://schemas.openxmlformats.org/officeDocument/2006/relationships/image" Target="../media/image214.png"/><Relationship Id="rId10" Type="http://schemas.openxmlformats.org/officeDocument/2006/relationships/image" Target="../media/image219.png"/><Relationship Id="rId4" Type="http://schemas.openxmlformats.org/officeDocument/2006/relationships/image" Target="../media/image213.png"/><Relationship Id="rId9" Type="http://schemas.openxmlformats.org/officeDocument/2006/relationships/image" Target="../media/image218.png"/></Relationships>
</file>

<file path=ppt/slides/_rels/slide16.xml.rels><?xml version="1.0" encoding="UTF-8" standalone="yes"?>
<Relationships xmlns="http://schemas.openxmlformats.org/package/2006/relationships"><Relationship Id="rId8" Type="http://schemas.openxmlformats.org/officeDocument/2006/relationships/image" Target="../media/image227.png"/><Relationship Id="rId13" Type="http://schemas.openxmlformats.org/officeDocument/2006/relationships/image" Target="../media/image232.png"/><Relationship Id="rId3" Type="http://schemas.openxmlformats.org/officeDocument/2006/relationships/image" Target="../media/image222.png"/><Relationship Id="rId7" Type="http://schemas.openxmlformats.org/officeDocument/2006/relationships/image" Target="../media/image226.png"/><Relationship Id="rId12" Type="http://schemas.openxmlformats.org/officeDocument/2006/relationships/image" Target="../media/image231.pn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25.png"/><Relationship Id="rId11" Type="http://schemas.openxmlformats.org/officeDocument/2006/relationships/image" Target="../media/image230.png"/><Relationship Id="rId5" Type="http://schemas.openxmlformats.org/officeDocument/2006/relationships/image" Target="../media/image224.png"/><Relationship Id="rId10" Type="http://schemas.openxmlformats.org/officeDocument/2006/relationships/image" Target="../media/image229.png"/><Relationship Id="rId4" Type="http://schemas.openxmlformats.org/officeDocument/2006/relationships/image" Target="../media/image223.png"/><Relationship Id="rId9" Type="http://schemas.openxmlformats.org/officeDocument/2006/relationships/image" Target="../media/image228.png"/><Relationship Id="rId14" Type="http://schemas.openxmlformats.org/officeDocument/2006/relationships/image" Target="../media/image233.png"/></Relationships>
</file>

<file path=ppt/slides/_rels/slide17.xml.rels><?xml version="1.0" encoding="UTF-8" standalone="yes"?>
<Relationships xmlns="http://schemas.openxmlformats.org/package/2006/relationships"><Relationship Id="rId3" Type="http://schemas.openxmlformats.org/officeDocument/2006/relationships/image" Target="../media/image235.png"/><Relationship Id="rId7" Type="http://schemas.openxmlformats.org/officeDocument/2006/relationships/image" Target="../media/image220.jpg"/><Relationship Id="rId2" Type="http://schemas.openxmlformats.org/officeDocument/2006/relationships/image" Target="../media/image234.png"/><Relationship Id="rId1" Type="http://schemas.openxmlformats.org/officeDocument/2006/relationships/slideLayout" Target="../slideLayouts/slideLayout2.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36.png"/></Relationships>
</file>

<file path=ppt/slides/_rels/slide18.xml.rels><?xml version="1.0" encoding="UTF-8" standalone="yes"?>
<Relationships xmlns="http://schemas.openxmlformats.org/package/2006/relationships"><Relationship Id="rId8" Type="http://schemas.openxmlformats.org/officeDocument/2006/relationships/image" Target="../media/image244.png"/><Relationship Id="rId13" Type="http://schemas.openxmlformats.org/officeDocument/2006/relationships/image" Target="../media/image249.png"/><Relationship Id="rId3" Type="http://schemas.openxmlformats.org/officeDocument/2006/relationships/image" Target="../media/image240.png"/><Relationship Id="rId7" Type="http://schemas.openxmlformats.org/officeDocument/2006/relationships/image" Target="../media/image204.png"/><Relationship Id="rId12" Type="http://schemas.openxmlformats.org/officeDocument/2006/relationships/image" Target="../media/image248.png"/><Relationship Id="rId2" Type="http://schemas.openxmlformats.org/officeDocument/2006/relationships/image" Target="../media/image239.png"/><Relationship Id="rId1" Type="http://schemas.openxmlformats.org/officeDocument/2006/relationships/slideLayout" Target="../slideLayouts/slideLayout2.xml"/><Relationship Id="rId6" Type="http://schemas.openxmlformats.org/officeDocument/2006/relationships/image" Target="../media/image243.png"/><Relationship Id="rId11" Type="http://schemas.openxmlformats.org/officeDocument/2006/relationships/image" Target="../media/image247.png"/><Relationship Id="rId5" Type="http://schemas.openxmlformats.org/officeDocument/2006/relationships/image" Target="../media/image242.png"/><Relationship Id="rId15" Type="http://schemas.openxmlformats.org/officeDocument/2006/relationships/image" Target="../media/image251.png"/><Relationship Id="rId10" Type="http://schemas.openxmlformats.org/officeDocument/2006/relationships/image" Target="../media/image246.png"/><Relationship Id="rId4" Type="http://schemas.openxmlformats.org/officeDocument/2006/relationships/image" Target="../media/image241.png"/><Relationship Id="rId9" Type="http://schemas.openxmlformats.org/officeDocument/2006/relationships/image" Target="../media/image245.png"/><Relationship Id="rId14" Type="http://schemas.openxmlformats.org/officeDocument/2006/relationships/image" Target="../media/image250.png"/></Relationships>
</file>

<file path=ppt/slides/_rels/slide19.xml.rels><?xml version="1.0" encoding="UTF-8" standalone="yes"?>
<Relationships xmlns="http://schemas.openxmlformats.org/package/2006/relationships"><Relationship Id="rId8" Type="http://schemas.openxmlformats.org/officeDocument/2006/relationships/image" Target="../media/image257.png"/><Relationship Id="rId13" Type="http://schemas.openxmlformats.org/officeDocument/2006/relationships/image" Target="../media/image261.png"/><Relationship Id="rId18" Type="http://schemas.openxmlformats.org/officeDocument/2006/relationships/image" Target="../media/image266.png"/><Relationship Id="rId3" Type="http://schemas.openxmlformats.org/officeDocument/2006/relationships/image" Target="../media/image253.png"/><Relationship Id="rId21" Type="http://schemas.openxmlformats.org/officeDocument/2006/relationships/image" Target="../media/image269.png"/><Relationship Id="rId7" Type="http://schemas.openxmlformats.org/officeDocument/2006/relationships/image" Target="../media/image246.png"/><Relationship Id="rId12" Type="http://schemas.openxmlformats.org/officeDocument/2006/relationships/image" Target="../media/image260.png"/><Relationship Id="rId17" Type="http://schemas.openxmlformats.org/officeDocument/2006/relationships/image" Target="../media/image265.png"/><Relationship Id="rId2" Type="http://schemas.openxmlformats.org/officeDocument/2006/relationships/image" Target="../media/image252.png"/><Relationship Id="rId16" Type="http://schemas.openxmlformats.org/officeDocument/2006/relationships/image" Target="../media/image264.png"/><Relationship Id="rId20" Type="http://schemas.openxmlformats.org/officeDocument/2006/relationships/image" Target="../media/image268.png"/><Relationship Id="rId1" Type="http://schemas.openxmlformats.org/officeDocument/2006/relationships/slideLayout" Target="../slideLayouts/slideLayout2.xml"/><Relationship Id="rId6" Type="http://schemas.openxmlformats.org/officeDocument/2006/relationships/image" Target="../media/image256.png"/><Relationship Id="rId11" Type="http://schemas.openxmlformats.org/officeDocument/2006/relationships/image" Target="../media/image250.png"/><Relationship Id="rId24" Type="http://schemas.openxmlformats.org/officeDocument/2006/relationships/image" Target="../media/image272.jpg"/><Relationship Id="rId5" Type="http://schemas.openxmlformats.org/officeDocument/2006/relationships/image" Target="../media/image255.png"/><Relationship Id="rId15" Type="http://schemas.openxmlformats.org/officeDocument/2006/relationships/image" Target="../media/image263.png"/><Relationship Id="rId23" Type="http://schemas.openxmlformats.org/officeDocument/2006/relationships/image" Target="../media/image271.png"/><Relationship Id="rId10" Type="http://schemas.openxmlformats.org/officeDocument/2006/relationships/image" Target="../media/image259.png"/><Relationship Id="rId19" Type="http://schemas.openxmlformats.org/officeDocument/2006/relationships/image" Target="../media/image267.png"/><Relationship Id="rId4" Type="http://schemas.openxmlformats.org/officeDocument/2006/relationships/image" Target="../media/image254.png"/><Relationship Id="rId9" Type="http://schemas.openxmlformats.org/officeDocument/2006/relationships/image" Target="../media/image258.png"/><Relationship Id="rId14" Type="http://schemas.openxmlformats.org/officeDocument/2006/relationships/image" Target="../media/image262.png"/><Relationship Id="rId22" Type="http://schemas.openxmlformats.org/officeDocument/2006/relationships/image" Target="../media/image270.png"/></Relationships>
</file>

<file path=ppt/slides/_rels/slide20.xml.rels><?xml version="1.0" encoding="UTF-8" standalone="yes"?>
<Relationships xmlns="http://schemas.openxmlformats.org/package/2006/relationships"><Relationship Id="rId13" Type="http://schemas.openxmlformats.org/officeDocument/2006/relationships/image" Target="../media/image282.png"/><Relationship Id="rId18" Type="http://schemas.openxmlformats.org/officeDocument/2006/relationships/image" Target="../media/image287.png"/><Relationship Id="rId26" Type="http://schemas.openxmlformats.org/officeDocument/2006/relationships/image" Target="../media/image293.png"/><Relationship Id="rId3" Type="http://schemas.openxmlformats.org/officeDocument/2006/relationships/image" Target="../media/image274.png"/><Relationship Id="rId21" Type="http://schemas.openxmlformats.org/officeDocument/2006/relationships/image" Target="../media/image203.png"/><Relationship Id="rId7" Type="http://schemas.openxmlformats.org/officeDocument/2006/relationships/image" Target="../media/image278.png"/><Relationship Id="rId12" Type="http://schemas.openxmlformats.org/officeDocument/2006/relationships/image" Target="../media/image83.png"/><Relationship Id="rId17" Type="http://schemas.openxmlformats.org/officeDocument/2006/relationships/image" Target="../media/image286.png"/><Relationship Id="rId25" Type="http://schemas.openxmlformats.org/officeDocument/2006/relationships/image" Target="../media/image292.png"/><Relationship Id="rId33" Type="http://schemas.openxmlformats.org/officeDocument/2006/relationships/image" Target="../media/image272.jpg"/><Relationship Id="rId2" Type="http://schemas.openxmlformats.org/officeDocument/2006/relationships/image" Target="../media/image273.png"/><Relationship Id="rId16" Type="http://schemas.openxmlformats.org/officeDocument/2006/relationships/image" Target="../media/image285.png"/><Relationship Id="rId20" Type="http://schemas.openxmlformats.org/officeDocument/2006/relationships/image" Target="../media/image288.png"/><Relationship Id="rId29" Type="http://schemas.openxmlformats.org/officeDocument/2006/relationships/image" Target="../media/image296.png"/><Relationship Id="rId1" Type="http://schemas.openxmlformats.org/officeDocument/2006/relationships/slideLayout" Target="../slideLayouts/slideLayout2.xml"/><Relationship Id="rId6" Type="http://schemas.openxmlformats.org/officeDocument/2006/relationships/image" Target="../media/image277.png"/><Relationship Id="rId11" Type="http://schemas.openxmlformats.org/officeDocument/2006/relationships/image" Target="../media/image281.png"/><Relationship Id="rId24" Type="http://schemas.openxmlformats.org/officeDocument/2006/relationships/image" Target="../media/image291.png"/><Relationship Id="rId32" Type="http://schemas.openxmlformats.org/officeDocument/2006/relationships/image" Target="../media/image299.png"/><Relationship Id="rId5" Type="http://schemas.openxmlformats.org/officeDocument/2006/relationships/image" Target="../media/image276.png"/><Relationship Id="rId15" Type="http://schemas.openxmlformats.org/officeDocument/2006/relationships/image" Target="../media/image284.png"/><Relationship Id="rId23" Type="http://schemas.openxmlformats.org/officeDocument/2006/relationships/image" Target="../media/image290.png"/><Relationship Id="rId28" Type="http://schemas.openxmlformats.org/officeDocument/2006/relationships/image" Target="../media/image295.png"/><Relationship Id="rId10" Type="http://schemas.openxmlformats.org/officeDocument/2006/relationships/image" Target="../media/image280.png"/><Relationship Id="rId19" Type="http://schemas.openxmlformats.org/officeDocument/2006/relationships/image" Target="../media/image201.png"/><Relationship Id="rId31" Type="http://schemas.openxmlformats.org/officeDocument/2006/relationships/image" Target="../media/image298.png"/><Relationship Id="rId4" Type="http://schemas.openxmlformats.org/officeDocument/2006/relationships/image" Target="../media/image275.png"/><Relationship Id="rId9" Type="http://schemas.openxmlformats.org/officeDocument/2006/relationships/image" Target="../media/image88.png"/><Relationship Id="rId14" Type="http://schemas.openxmlformats.org/officeDocument/2006/relationships/image" Target="../media/image283.png"/><Relationship Id="rId22" Type="http://schemas.openxmlformats.org/officeDocument/2006/relationships/image" Target="../media/image289.png"/><Relationship Id="rId27" Type="http://schemas.openxmlformats.org/officeDocument/2006/relationships/image" Target="../media/image294.png"/><Relationship Id="rId30" Type="http://schemas.openxmlformats.org/officeDocument/2006/relationships/image" Target="../media/image297.png"/><Relationship Id="rId8" Type="http://schemas.openxmlformats.org/officeDocument/2006/relationships/image" Target="../media/image279.png"/></Relationships>
</file>

<file path=ppt/slides/_rels/slide21.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07.png"/><Relationship Id="rId13" Type="http://schemas.openxmlformats.org/officeDocument/2006/relationships/image" Target="../media/image311.png"/><Relationship Id="rId18" Type="http://schemas.openxmlformats.org/officeDocument/2006/relationships/image" Target="../media/image316.png"/><Relationship Id="rId3" Type="http://schemas.openxmlformats.org/officeDocument/2006/relationships/image" Target="../media/image302.png"/><Relationship Id="rId21" Type="http://schemas.openxmlformats.org/officeDocument/2006/relationships/image" Target="../media/image319.png"/><Relationship Id="rId7" Type="http://schemas.openxmlformats.org/officeDocument/2006/relationships/image" Target="../media/image306.png"/><Relationship Id="rId12" Type="http://schemas.openxmlformats.org/officeDocument/2006/relationships/image" Target="../media/image310.png"/><Relationship Id="rId17" Type="http://schemas.openxmlformats.org/officeDocument/2006/relationships/image" Target="../media/image315.png"/><Relationship Id="rId25" Type="http://schemas.openxmlformats.org/officeDocument/2006/relationships/image" Target="../media/image322.png"/><Relationship Id="rId2" Type="http://schemas.openxmlformats.org/officeDocument/2006/relationships/image" Target="../media/image301.png"/><Relationship Id="rId16" Type="http://schemas.openxmlformats.org/officeDocument/2006/relationships/image" Target="../media/image314.png"/><Relationship Id="rId20" Type="http://schemas.openxmlformats.org/officeDocument/2006/relationships/image" Target="../media/image318.png"/><Relationship Id="rId1" Type="http://schemas.openxmlformats.org/officeDocument/2006/relationships/slideLayout" Target="../slideLayouts/slideLayout2.xml"/><Relationship Id="rId6" Type="http://schemas.openxmlformats.org/officeDocument/2006/relationships/image" Target="../media/image305.png"/><Relationship Id="rId11" Type="http://schemas.openxmlformats.org/officeDocument/2006/relationships/image" Target="../media/image309.png"/><Relationship Id="rId24" Type="http://schemas.openxmlformats.org/officeDocument/2006/relationships/image" Target="../media/image321.png"/><Relationship Id="rId5" Type="http://schemas.openxmlformats.org/officeDocument/2006/relationships/image" Target="../media/image304.png"/><Relationship Id="rId15" Type="http://schemas.openxmlformats.org/officeDocument/2006/relationships/image" Target="../media/image313.png"/><Relationship Id="rId23" Type="http://schemas.openxmlformats.org/officeDocument/2006/relationships/image" Target="../media/image95.png"/><Relationship Id="rId10" Type="http://schemas.openxmlformats.org/officeDocument/2006/relationships/image" Target="../media/image112.png"/><Relationship Id="rId19" Type="http://schemas.openxmlformats.org/officeDocument/2006/relationships/image" Target="../media/image317.png"/><Relationship Id="rId4" Type="http://schemas.openxmlformats.org/officeDocument/2006/relationships/image" Target="../media/image303.png"/><Relationship Id="rId9" Type="http://schemas.openxmlformats.org/officeDocument/2006/relationships/image" Target="../media/image308.png"/><Relationship Id="rId14" Type="http://schemas.openxmlformats.org/officeDocument/2006/relationships/image" Target="../media/image312.png"/><Relationship Id="rId22" Type="http://schemas.openxmlformats.org/officeDocument/2006/relationships/image" Target="../media/image320.png"/></Relationships>
</file>

<file path=ppt/slides/_rels/slide23.xml.rels><?xml version="1.0" encoding="UTF-8" standalone="yes"?>
<Relationships xmlns="http://schemas.openxmlformats.org/package/2006/relationships"><Relationship Id="rId8" Type="http://schemas.openxmlformats.org/officeDocument/2006/relationships/image" Target="../media/image329.png"/><Relationship Id="rId13" Type="http://schemas.openxmlformats.org/officeDocument/2006/relationships/image" Target="../media/image334.png"/><Relationship Id="rId18" Type="http://schemas.openxmlformats.org/officeDocument/2006/relationships/image" Target="../media/image339.png"/><Relationship Id="rId26" Type="http://schemas.openxmlformats.org/officeDocument/2006/relationships/image" Target="../media/image347.png"/><Relationship Id="rId3" Type="http://schemas.openxmlformats.org/officeDocument/2006/relationships/image" Target="../media/image324.png"/><Relationship Id="rId21" Type="http://schemas.openxmlformats.org/officeDocument/2006/relationships/image" Target="../media/image342.png"/><Relationship Id="rId7" Type="http://schemas.openxmlformats.org/officeDocument/2006/relationships/image" Target="../media/image328.png"/><Relationship Id="rId12" Type="http://schemas.openxmlformats.org/officeDocument/2006/relationships/image" Target="../media/image333.png"/><Relationship Id="rId17" Type="http://schemas.openxmlformats.org/officeDocument/2006/relationships/image" Target="../media/image338.png"/><Relationship Id="rId25" Type="http://schemas.openxmlformats.org/officeDocument/2006/relationships/image" Target="../media/image346.png"/><Relationship Id="rId2" Type="http://schemas.openxmlformats.org/officeDocument/2006/relationships/image" Target="../media/image323.png"/><Relationship Id="rId16" Type="http://schemas.openxmlformats.org/officeDocument/2006/relationships/image" Target="../media/image337.png"/><Relationship Id="rId20" Type="http://schemas.openxmlformats.org/officeDocument/2006/relationships/image" Target="../media/image341.png"/><Relationship Id="rId29" Type="http://schemas.openxmlformats.org/officeDocument/2006/relationships/image" Target="../media/image350.png"/><Relationship Id="rId1" Type="http://schemas.openxmlformats.org/officeDocument/2006/relationships/slideLayout" Target="../slideLayouts/slideLayout2.xml"/><Relationship Id="rId6" Type="http://schemas.openxmlformats.org/officeDocument/2006/relationships/image" Target="../media/image327.png"/><Relationship Id="rId11" Type="http://schemas.openxmlformats.org/officeDocument/2006/relationships/image" Target="../media/image332.png"/><Relationship Id="rId24" Type="http://schemas.openxmlformats.org/officeDocument/2006/relationships/image" Target="../media/image345.png"/><Relationship Id="rId5" Type="http://schemas.openxmlformats.org/officeDocument/2006/relationships/image" Target="../media/image326.png"/><Relationship Id="rId15" Type="http://schemas.openxmlformats.org/officeDocument/2006/relationships/image" Target="../media/image336.png"/><Relationship Id="rId23" Type="http://schemas.openxmlformats.org/officeDocument/2006/relationships/image" Target="../media/image344.png"/><Relationship Id="rId28" Type="http://schemas.openxmlformats.org/officeDocument/2006/relationships/image" Target="../media/image349.png"/><Relationship Id="rId10" Type="http://schemas.openxmlformats.org/officeDocument/2006/relationships/image" Target="../media/image331.png"/><Relationship Id="rId19" Type="http://schemas.openxmlformats.org/officeDocument/2006/relationships/image" Target="../media/image340.png"/><Relationship Id="rId4" Type="http://schemas.openxmlformats.org/officeDocument/2006/relationships/image" Target="../media/image325.png"/><Relationship Id="rId9" Type="http://schemas.openxmlformats.org/officeDocument/2006/relationships/image" Target="../media/image330.png"/><Relationship Id="rId14" Type="http://schemas.openxmlformats.org/officeDocument/2006/relationships/image" Target="../media/image335.png"/><Relationship Id="rId22" Type="http://schemas.openxmlformats.org/officeDocument/2006/relationships/image" Target="../media/image343.png"/><Relationship Id="rId27" Type="http://schemas.openxmlformats.org/officeDocument/2006/relationships/image" Target="../media/image348.png"/></Relationships>
</file>

<file path=ppt/slides/_rels/slide24.xml.rels><?xml version="1.0" encoding="UTF-8" standalone="yes"?>
<Relationships xmlns="http://schemas.openxmlformats.org/package/2006/relationships"><Relationship Id="rId8" Type="http://schemas.openxmlformats.org/officeDocument/2006/relationships/image" Target="../media/image357.png"/><Relationship Id="rId13" Type="http://schemas.openxmlformats.org/officeDocument/2006/relationships/image" Target="../media/image361.png"/><Relationship Id="rId3" Type="http://schemas.openxmlformats.org/officeDocument/2006/relationships/image" Target="../media/image352.png"/><Relationship Id="rId7" Type="http://schemas.openxmlformats.org/officeDocument/2006/relationships/image" Target="../media/image356.png"/><Relationship Id="rId12" Type="http://schemas.openxmlformats.org/officeDocument/2006/relationships/image" Target="../media/image201.png"/><Relationship Id="rId2" Type="http://schemas.openxmlformats.org/officeDocument/2006/relationships/image" Target="../media/image351.png"/><Relationship Id="rId1" Type="http://schemas.openxmlformats.org/officeDocument/2006/relationships/slideLayout" Target="../slideLayouts/slideLayout2.xml"/><Relationship Id="rId6" Type="http://schemas.openxmlformats.org/officeDocument/2006/relationships/image" Target="../media/image355.png"/><Relationship Id="rId11" Type="http://schemas.openxmlformats.org/officeDocument/2006/relationships/image" Target="../media/image360.png"/><Relationship Id="rId5" Type="http://schemas.openxmlformats.org/officeDocument/2006/relationships/image" Target="../media/image354.png"/><Relationship Id="rId15" Type="http://schemas.openxmlformats.org/officeDocument/2006/relationships/image" Target="../media/image363.png"/><Relationship Id="rId10" Type="http://schemas.openxmlformats.org/officeDocument/2006/relationships/image" Target="../media/image359.png"/><Relationship Id="rId4" Type="http://schemas.openxmlformats.org/officeDocument/2006/relationships/image" Target="../media/image353.png"/><Relationship Id="rId9" Type="http://schemas.openxmlformats.org/officeDocument/2006/relationships/image" Target="../media/image358.png"/><Relationship Id="rId14" Type="http://schemas.openxmlformats.org/officeDocument/2006/relationships/image" Target="../media/image362.png"/></Relationships>
</file>

<file path=ppt/slides/_rels/slide25.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365.png"/><Relationship Id="rId7" Type="http://schemas.openxmlformats.org/officeDocument/2006/relationships/image" Target="../media/image369.png"/><Relationship Id="rId2" Type="http://schemas.openxmlformats.org/officeDocument/2006/relationships/image" Target="../media/image364.png"/><Relationship Id="rId1" Type="http://schemas.openxmlformats.org/officeDocument/2006/relationships/slideLayout" Target="../slideLayouts/slideLayout2.xml"/><Relationship Id="rId6" Type="http://schemas.openxmlformats.org/officeDocument/2006/relationships/image" Target="../media/image368.png"/><Relationship Id="rId5" Type="http://schemas.openxmlformats.org/officeDocument/2006/relationships/image" Target="../media/image367.png"/><Relationship Id="rId10" Type="http://schemas.openxmlformats.org/officeDocument/2006/relationships/image" Target="../media/image263.png"/><Relationship Id="rId4" Type="http://schemas.openxmlformats.org/officeDocument/2006/relationships/image" Target="../media/image366.png"/><Relationship Id="rId9" Type="http://schemas.openxmlformats.org/officeDocument/2006/relationships/image" Target="../media/image371.png"/></Relationships>
</file>

<file path=ppt/slides/_rels/slide26.xml.rels><?xml version="1.0" encoding="UTF-8" standalone="yes"?>
<Relationships xmlns="http://schemas.openxmlformats.org/package/2006/relationships"><Relationship Id="rId8" Type="http://schemas.openxmlformats.org/officeDocument/2006/relationships/image" Target="../media/image317.png"/><Relationship Id="rId13" Type="http://schemas.openxmlformats.org/officeDocument/2006/relationships/image" Target="../media/image378.png"/><Relationship Id="rId3" Type="http://schemas.openxmlformats.org/officeDocument/2006/relationships/image" Target="../media/image63.png"/><Relationship Id="rId7" Type="http://schemas.openxmlformats.org/officeDocument/2006/relationships/image" Target="../media/image375.png"/><Relationship Id="rId12" Type="http://schemas.openxmlformats.org/officeDocument/2006/relationships/image" Target="../media/image318.png"/><Relationship Id="rId2" Type="http://schemas.openxmlformats.org/officeDocument/2006/relationships/image" Target="../media/image372.png"/><Relationship Id="rId1" Type="http://schemas.openxmlformats.org/officeDocument/2006/relationships/slideLayout" Target="../slideLayouts/slideLayout2.xml"/><Relationship Id="rId6" Type="http://schemas.openxmlformats.org/officeDocument/2006/relationships/image" Target="../media/image95.png"/><Relationship Id="rId11" Type="http://schemas.openxmlformats.org/officeDocument/2006/relationships/image" Target="../media/image377.png"/><Relationship Id="rId5" Type="http://schemas.openxmlformats.org/officeDocument/2006/relationships/image" Target="../media/image374.png"/><Relationship Id="rId10" Type="http://schemas.openxmlformats.org/officeDocument/2006/relationships/image" Target="../media/image309.png"/><Relationship Id="rId4" Type="http://schemas.openxmlformats.org/officeDocument/2006/relationships/image" Target="../media/image373.png"/><Relationship Id="rId9" Type="http://schemas.openxmlformats.org/officeDocument/2006/relationships/image" Target="../media/image376.png"/><Relationship Id="rId14" Type="http://schemas.openxmlformats.org/officeDocument/2006/relationships/image" Target="../media/image379.png"/></Relationships>
</file>

<file path=ppt/slides/_rels/slide27.xml.rels><?xml version="1.0" encoding="UTF-8" standalone="yes"?>
<Relationships xmlns="http://schemas.openxmlformats.org/package/2006/relationships"><Relationship Id="rId2" Type="http://schemas.openxmlformats.org/officeDocument/2006/relationships/image" Target="../media/image380.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82.png"/><Relationship Id="rId7" Type="http://schemas.openxmlformats.org/officeDocument/2006/relationships/image" Target="../media/image385.png"/><Relationship Id="rId2" Type="http://schemas.openxmlformats.org/officeDocument/2006/relationships/image" Target="../media/image381.png"/><Relationship Id="rId1" Type="http://schemas.openxmlformats.org/officeDocument/2006/relationships/slideLayout" Target="../slideLayouts/slideLayout2.xml"/><Relationship Id="rId6" Type="http://schemas.openxmlformats.org/officeDocument/2006/relationships/image" Target="../media/image220.jpg"/><Relationship Id="rId5" Type="http://schemas.openxmlformats.org/officeDocument/2006/relationships/image" Target="../media/image384.png"/><Relationship Id="rId4" Type="http://schemas.openxmlformats.org/officeDocument/2006/relationships/image" Target="../media/image383.png"/></Relationships>
</file>

<file path=ppt/slides/_rels/slide29.xml.rels><?xml version="1.0" encoding="UTF-8" standalone="yes"?>
<Relationships xmlns="http://schemas.openxmlformats.org/package/2006/relationships"><Relationship Id="rId8" Type="http://schemas.openxmlformats.org/officeDocument/2006/relationships/image" Target="../media/image257.png"/><Relationship Id="rId3" Type="http://schemas.openxmlformats.org/officeDocument/2006/relationships/image" Target="../media/image387.png"/><Relationship Id="rId7" Type="http://schemas.openxmlformats.org/officeDocument/2006/relationships/image" Target="../media/image250.png"/><Relationship Id="rId2" Type="http://schemas.openxmlformats.org/officeDocument/2006/relationships/image" Target="../media/image386.png"/><Relationship Id="rId1" Type="http://schemas.openxmlformats.org/officeDocument/2006/relationships/slideLayout" Target="../slideLayouts/slideLayout2.xml"/><Relationship Id="rId6" Type="http://schemas.openxmlformats.org/officeDocument/2006/relationships/image" Target="../media/image390.png"/><Relationship Id="rId5" Type="http://schemas.openxmlformats.org/officeDocument/2006/relationships/image" Target="../media/image389.png"/><Relationship Id="rId10" Type="http://schemas.openxmlformats.org/officeDocument/2006/relationships/image" Target="../media/image220.jpg"/><Relationship Id="rId4" Type="http://schemas.openxmlformats.org/officeDocument/2006/relationships/image" Target="../media/image388.png"/><Relationship Id="rId9" Type="http://schemas.openxmlformats.org/officeDocument/2006/relationships/image" Target="../media/image391.png"/></Relationships>
</file>

<file path=ppt/slides/_rels/slide30.xml.rels><?xml version="1.0" encoding="UTF-8" standalone="yes"?>
<Relationships xmlns="http://schemas.openxmlformats.org/package/2006/relationships"><Relationship Id="rId8" Type="http://schemas.openxmlformats.org/officeDocument/2006/relationships/image" Target="../media/image396.png"/><Relationship Id="rId13" Type="http://schemas.openxmlformats.org/officeDocument/2006/relationships/image" Target="../media/image401.png"/><Relationship Id="rId3" Type="http://schemas.openxmlformats.org/officeDocument/2006/relationships/image" Target="../media/image393.png"/><Relationship Id="rId7" Type="http://schemas.openxmlformats.org/officeDocument/2006/relationships/image" Target="../media/image395.png"/><Relationship Id="rId12" Type="http://schemas.openxmlformats.org/officeDocument/2006/relationships/image" Target="../media/image400.png"/><Relationship Id="rId2" Type="http://schemas.openxmlformats.org/officeDocument/2006/relationships/image" Target="../media/image392.png"/><Relationship Id="rId16" Type="http://schemas.openxmlformats.org/officeDocument/2006/relationships/image" Target="../media/image404.png"/><Relationship Id="rId1" Type="http://schemas.openxmlformats.org/officeDocument/2006/relationships/slideLayout" Target="../slideLayouts/slideLayout2.xml"/><Relationship Id="rId6" Type="http://schemas.openxmlformats.org/officeDocument/2006/relationships/image" Target="../media/image394.png"/><Relationship Id="rId11" Type="http://schemas.openxmlformats.org/officeDocument/2006/relationships/image" Target="../media/image399.png"/><Relationship Id="rId5" Type="http://schemas.openxmlformats.org/officeDocument/2006/relationships/image" Target="../media/image63.png"/><Relationship Id="rId15" Type="http://schemas.openxmlformats.org/officeDocument/2006/relationships/image" Target="../media/image403.png"/><Relationship Id="rId10" Type="http://schemas.openxmlformats.org/officeDocument/2006/relationships/image" Target="../media/image398.png"/><Relationship Id="rId4" Type="http://schemas.openxmlformats.org/officeDocument/2006/relationships/image" Target="../media/image372.png"/><Relationship Id="rId9" Type="http://schemas.openxmlformats.org/officeDocument/2006/relationships/image" Target="../media/image397.png"/><Relationship Id="rId14" Type="http://schemas.openxmlformats.org/officeDocument/2006/relationships/image" Target="../media/image402.png"/></Relationships>
</file>

<file path=ppt/slides/_rels/slide31.xml.rels><?xml version="1.0" encoding="UTF-8" standalone="yes"?>
<Relationships xmlns="http://schemas.openxmlformats.org/package/2006/relationships"><Relationship Id="rId8" Type="http://schemas.openxmlformats.org/officeDocument/2006/relationships/image" Target="../media/image411.png"/><Relationship Id="rId3" Type="http://schemas.openxmlformats.org/officeDocument/2006/relationships/image" Target="../media/image406.png"/><Relationship Id="rId7" Type="http://schemas.openxmlformats.org/officeDocument/2006/relationships/image" Target="../media/image410.png"/><Relationship Id="rId2" Type="http://schemas.openxmlformats.org/officeDocument/2006/relationships/image" Target="../media/image405.png"/><Relationship Id="rId1" Type="http://schemas.openxmlformats.org/officeDocument/2006/relationships/slideLayout" Target="../slideLayouts/slideLayout2.xml"/><Relationship Id="rId6" Type="http://schemas.openxmlformats.org/officeDocument/2006/relationships/image" Target="../media/image409.png"/><Relationship Id="rId11" Type="http://schemas.openxmlformats.org/officeDocument/2006/relationships/image" Target="../media/image414.png"/><Relationship Id="rId5" Type="http://schemas.openxmlformats.org/officeDocument/2006/relationships/image" Target="../media/image408.png"/><Relationship Id="rId10" Type="http://schemas.openxmlformats.org/officeDocument/2006/relationships/image" Target="../media/image413.png"/><Relationship Id="rId4" Type="http://schemas.openxmlformats.org/officeDocument/2006/relationships/image" Target="../media/image407.png"/><Relationship Id="rId9" Type="http://schemas.openxmlformats.org/officeDocument/2006/relationships/image" Target="../media/image412.png"/></Relationships>
</file>

<file path=ppt/slides/_rels/slide32.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25.png"/><Relationship Id="rId18" Type="http://schemas.openxmlformats.org/officeDocument/2006/relationships/image" Target="../media/image430.png"/><Relationship Id="rId26" Type="http://schemas.openxmlformats.org/officeDocument/2006/relationships/image" Target="../media/image438.png"/><Relationship Id="rId3" Type="http://schemas.openxmlformats.org/officeDocument/2006/relationships/image" Target="../media/image415.png"/><Relationship Id="rId21" Type="http://schemas.openxmlformats.org/officeDocument/2006/relationships/image" Target="../media/image433.png"/><Relationship Id="rId7" Type="http://schemas.openxmlformats.org/officeDocument/2006/relationships/image" Target="../media/image419.png"/><Relationship Id="rId12" Type="http://schemas.openxmlformats.org/officeDocument/2006/relationships/image" Target="../media/image424.png"/><Relationship Id="rId17" Type="http://schemas.openxmlformats.org/officeDocument/2006/relationships/image" Target="../media/image429.png"/><Relationship Id="rId25" Type="http://schemas.openxmlformats.org/officeDocument/2006/relationships/image" Target="../media/image437.png"/><Relationship Id="rId2" Type="http://schemas.openxmlformats.org/officeDocument/2006/relationships/notesSlide" Target="../notesSlides/notesSlide2.xml"/><Relationship Id="rId16" Type="http://schemas.openxmlformats.org/officeDocument/2006/relationships/image" Target="../media/image428.png"/><Relationship Id="rId20" Type="http://schemas.openxmlformats.org/officeDocument/2006/relationships/image" Target="../media/image432.png"/><Relationship Id="rId1" Type="http://schemas.openxmlformats.org/officeDocument/2006/relationships/slideLayout" Target="../slideLayouts/slideLayout2.xml"/><Relationship Id="rId6" Type="http://schemas.openxmlformats.org/officeDocument/2006/relationships/image" Target="../media/image418.png"/><Relationship Id="rId11" Type="http://schemas.openxmlformats.org/officeDocument/2006/relationships/image" Target="../media/image423.png"/><Relationship Id="rId24" Type="http://schemas.openxmlformats.org/officeDocument/2006/relationships/image" Target="../media/image436.png"/><Relationship Id="rId5" Type="http://schemas.openxmlformats.org/officeDocument/2006/relationships/image" Target="../media/image417.png"/><Relationship Id="rId15" Type="http://schemas.openxmlformats.org/officeDocument/2006/relationships/image" Target="../media/image427.png"/><Relationship Id="rId23" Type="http://schemas.openxmlformats.org/officeDocument/2006/relationships/image" Target="../media/image435.png"/><Relationship Id="rId28" Type="http://schemas.openxmlformats.org/officeDocument/2006/relationships/image" Target="../media/image440.png"/><Relationship Id="rId10" Type="http://schemas.openxmlformats.org/officeDocument/2006/relationships/image" Target="../media/image422.png"/><Relationship Id="rId19" Type="http://schemas.openxmlformats.org/officeDocument/2006/relationships/image" Target="../media/image431.png"/><Relationship Id="rId4" Type="http://schemas.openxmlformats.org/officeDocument/2006/relationships/image" Target="../media/image416.png"/><Relationship Id="rId9" Type="http://schemas.openxmlformats.org/officeDocument/2006/relationships/image" Target="../media/image421.png"/><Relationship Id="rId14" Type="http://schemas.openxmlformats.org/officeDocument/2006/relationships/image" Target="../media/image426.png"/><Relationship Id="rId22" Type="http://schemas.openxmlformats.org/officeDocument/2006/relationships/image" Target="../media/image434.png"/><Relationship Id="rId27" Type="http://schemas.openxmlformats.org/officeDocument/2006/relationships/image" Target="../media/image439.png"/></Relationships>
</file>

<file path=ppt/slides/_rels/slide33.xml.rels><?xml version="1.0" encoding="UTF-8" standalone="yes"?>
<Relationships xmlns="http://schemas.openxmlformats.org/package/2006/relationships"><Relationship Id="rId3" Type="http://schemas.openxmlformats.org/officeDocument/2006/relationships/image" Target="../media/image442.png"/><Relationship Id="rId2" Type="http://schemas.openxmlformats.org/officeDocument/2006/relationships/image" Target="../media/image44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image" Target="../media/image449.png"/><Relationship Id="rId13" Type="http://schemas.openxmlformats.org/officeDocument/2006/relationships/image" Target="../media/image454.png"/><Relationship Id="rId18" Type="http://schemas.openxmlformats.org/officeDocument/2006/relationships/image" Target="../media/image459.png"/><Relationship Id="rId26" Type="http://schemas.openxmlformats.org/officeDocument/2006/relationships/image" Target="../media/image466.png"/><Relationship Id="rId3" Type="http://schemas.openxmlformats.org/officeDocument/2006/relationships/image" Target="../media/image444.png"/><Relationship Id="rId21" Type="http://schemas.openxmlformats.org/officeDocument/2006/relationships/image" Target="../media/image461.png"/><Relationship Id="rId7" Type="http://schemas.openxmlformats.org/officeDocument/2006/relationships/image" Target="../media/image448.png"/><Relationship Id="rId12" Type="http://schemas.openxmlformats.org/officeDocument/2006/relationships/image" Target="../media/image453.png"/><Relationship Id="rId17" Type="http://schemas.openxmlformats.org/officeDocument/2006/relationships/image" Target="../media/image458.png"/><Relationship Id="rId25" Type="http://schemas.openxmlformats.org/officeDocument/2006/relationships/image" Target="../media/image465.png"/><Relationship Id="rId2" Type="http://schemas.openxmlformats.org/officeDocument/2006/relationships/image" Target="../media/image443.png"/><Relationship Id="rId16" Type="http://schemas.openxmlformats.org/officeDocument/2006/relationships/image" Target="../media/image457.png"/><Relationship Id="rId20"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447.png"/><Relationship Id="rId11" Type="http://schemas.openxmlformats.org/officeDocument/2006/relationships/image" Target="../media/image452.png"/><Relationship Id="rId24" Type="http://schemas.openxmlformats.org/officeDocument/2006/relationships/image" Target="../media/image464.png"/><Relationship Id="rId5" Type="http://schemas.openxmlformats.org/officeDocument/2006/relationships/image" Target="../media/image446.png"/><Relationship Id="rId15" Type="http://schemas.openxmlformats.org/officeDocument/2006/relationships/image" Target="../media/image456.png"/><Relationship Id="rId23" Type="http://schemas.openxmlformats.org/officeDocument/2006/relationships/image" Target="../media/image463.png"/><Relationship Id="rId10" Type="http://schemas.openxmlformats.org/officeDocument/2006/relationships/image" Target="../media/image451.png"/><Relationship Id="rId19" Type="http://schemas.openxmlformats.org/officeDocument/2006/relationships/image" Target="../media/image210.png"/><Relationship Id="rId4" Type="http://schemas.openxmlformats.org/officeDocument/2006/relationships/image" Target="../media/image445.png"/><Relationship Id="rId9" Type="http://schemas.openxmlformats.org/officeDocument/2006/relationships/image" Target="../media/image450.png"/><Relationship Id="rId14" Type="http://schemas.openxmlformats.org/officeDocument/2006/relationships/image" Target="../media/image455.png"/><Relationship Id="rId22" Type="http://schemas.openxmlformats.org/officeDocument/2006/relationships/image" Target="../media/image462.png"/><Relationship Id="rId27" Type="http://schemas.openxmlformats.org/officeDocument/2006/relationships/image" Target="../media/image467.png"/></Relationships>
</file>

<file path=ppt/slides/_rels/slide35.xml.rels><?xml version="1.0" encoding="UTF-8" standalone="yes"?>
<Relationships xmlns="http://schemas.openxmlformats.org/package/2006/relationships"><Relationship Id="rId13" Type="http://schemas.openxmlformats.org/officeDocument/2006/relationships/image" Target="../media/image478.png"/><Relationship Id="rId18" Type="http://schemas.openxmlformats.org/officeDocument/2006/relationships/image" Target="../media/image482.png"/><Relationship Id="rId26" Type="http://schemas.openxmlformats.org/officeDocument/2006/relationships/image" Target="../media/image490.png"/><Relationship Id="rId39" Type="http://schemas.openxmlformats.org/officeDocument/2006/relationships/image" Target="../media/image503.png"/><Relationship Id="rId21" Type="http://schemas.openxmlformats.org/officeDocument/2006/relationships/image" Target="../media/image485.png"/><Relationship Id="rId34" Type="http://schemas.openxmlformats.org/officeDocument/2006/relationships/image" Target="../media/image498.png"/><Relationship Id="rId42" Type="http://schemas.openxmlformats.org/officeDocument/2006/relationships/image" Target="../media/image506.png"/><Relationship Id="rId47" Type="http://schemas.openxmlformats.org/officeDocument/2006/relationships/image" Target="../media/image511.png"/><Relationship Id="rId50" Type="http://schemas.openxmlformats.org/officeDocument/2006/relationships/image" Target="../media/image514.png"/><Relationship Id="rId55" Type="http://schemas.openxmlformats.org/officeDocument/2006/relationships/image" Target="../media/image519.png"/><Relationship Id="rId63" Type="http://schemas.openxmlformats.org/officeDocument/2006/relationships/image" Target="../media/image527.png"/><Relationship Id="rId7" Type="http://schemas.openxmlformats.org/officeDocument/2006/relationships/image" Target="../media/image473.png"/><Relationship Id="rId2" Type="http://schemas.openxmlformats.org/officeDocument/2006/relationships/image" Target="../media/image468.png"/><Relationship Id="rId16" Type="http://schemas.openxmlformats.org/officeDocument/2006/relationships/image" Target="../media/image480.png"/><Relationship Id="rId29" Type="http://schemas.openxmlformats.org/officeDocument/2006/relationships/image" Target="../media/image493.png"/><Relationship Id="rId11" Type="http://schemas.openxmlformats.org/officeDocument/2006/relationships/image" Target="../media/image477.png"/><Relationship Id="rId24" Type="http://schemas.openxmlformats.org/officeDocument/2006/relationships/image" Target="../media/image488.png"/><Relationship Id="rId32" Type="http://schemas.openxmlformats.org/officeDocument/2006/relationships/image" Target="../media/image496.png"/><Relationship Id="rId37" Type="http://schemas.openxmlformats.org/officeDocument/2006/relationships/image" Target="../media/image501.png"/><Relationship Id="rId40" Type="http://schemas.openxmlformats.org/officeDocument/2006/relationships/image" Target="../media/image504.png"/><Relationship Id="rId45" Type="http://schemas.openxmlformats.org/officeDocument/2006/relationships/image" Target="../media/image509.png"/><Relationship Id="rId53" Type="http://schemas.openxmlformats.org/officeDocument/2006/relationships/image" Target="../media/image517.png"/><Relationship Id="rId58" Type="http://schemas.openxmlformats.org/officeDocument/2006/relationships/image" Target="../media/image522.png"/><Relationship Id="rId5" Type="http://schemas.openxmlformats.org/officeDocument/2006/relationships/image" Target="../media/image471.png"/><Relationship Id="rId61" Type="http://schemas.openxmlformats.org/officeDocument/2006/relationships/image" Target="../media/image525.png"/><Relationship Id="rId19" Type="http://schemas.openxmlformats.org/officeDocument/2006/relationships/image" Target="../media/image483.png"/><Relationship Id="rId14" Type="http://schemas.openxmlformats.org/officeDocument/2006/relationships/image" Target="../media/image332.png"/><Relationship Id="rId22" Type="http://schemas.openxmlformats.org/officeDocument/2006/relationships/image" Target="../media/image486.png"/><Relationship Id="rId27" Type="http://schemas.openxmlformats.org/officeDocument/2006/relationships/image" Target="../media/image491.png"/><Relationship Id="rId30" Type="http://schemas.openxmlformats.org/officeDocument/2006/relationships/image" Target="../media/image494.png"/><Relationship Id="rId35" Type="http://schemas.openxmlformats.org/officeDocument/2006/relationships/image" Target="../media/image499.png"/><Relationship Id="rId43" Type="http://schemas.openxmlformats.org/officeDocument/2006/relationships/image" Target="../media/image507.png"/><Relationship Id="rId48" Type="http://schemas.openxmlformats.org/officeDocument/2006/relationships/image" Target="../media/image512.png"/><Relationship Id="rId56" Type="http://schemas.openxmlformats.org/officeDocument/2006/relationships/image" Target="../media/image520.png"/><Relationship Id="rId64" Type="http://schemas.openxmlformats.org/officeDocument/2006/relationships/image" Target="../media/image528.png"/><Relationship Id="rId8" Type="http://schemas.openxmlformats.org/officeDocument/2006/relationships/image" Target="../media/image474.png"/><Relationship Id="rId51" Type="http://schemas.openxmlformats.org/officeDocument/2006/relationships/image" Target="../media/image515.png"/><Relationship Id="rId3" Type="http://schemas.openxmlformats.org/officeDocument/2006/relationships/image" Target="../media/image469.png"/><Relationship Id="rId12" Type="http://schemas.openxmlformats.org/officeDocument/2006/relationships/image" Target="../media/image198.png"/><Relationship Id="rId17" Type="http://schemas.openxmlformats.org/officeDocument/2006/relationships/image" Target="../media/image481.png"/><Relationship Id="rId25" Type="http://schemas.openxmlformats.org/officeDocument/2006/relationships/image" Target="../media/image489.png"/><Relationship Id="rId33" Type="http://schemas.openxmlformats.org/officeDocument/2006/relationships/image" Target="../media/image497.png"/><Relationship Id="rId38" Type="http://schemas.openxmlformats.org/officeDocument/2006/relationships/image" Target="../media/image502.png"/><Relationship Id="rId46" Type="http://schemas.openxmlformats.org/officeDocument/2006/relationships/image" Target="../media/image510.png"/><Relationship Id="rId59" Type="http://schemas.openxmlformats.org/officeDocument/2006/relationships/image" Target="../media/image523.png"/><Relationship Id="rId20" Type="http://schemas.openxmlformats.org/officeDocument/2006/relationships/image" Target="../media/image484.png"/><Relationship Id="rId41" Type="http://schemas.openxmlformats.org/officeDocument/2006/relationships/image" Target="../media/image505.png"/><Relationship Id="rId54" Type="http://schemas.openxmlformats.org/officeDocument/2006/relationships/image" Target="../media/image518.png"/><Relationship Id="rId62" Type="http://schemas.openxmlformats.org/officeDocument/2006/relationships/image" Target="../media/image526.png"/><Relationship Id="rId1" Type="http://schemas.openxmlformats.org/officeDocument/2006/relationships/slideLayout" Target="../slideLayouts/slideLayout2.xml"/><Relationship Id="rId6" Type="http://schemas.openxmlformats.org/officeDocument/2006/relationships/image" Target="../media/image472.png"/><Relationship Id="rId15" Type="http://schemas.openxmlformats.org/officeDocument/2006/relationships/image" Target="../media/image479.png"/><Relationship Id="rId23" Type="http://schemas.openxmlformats.org/officeDocument/2006/relationships/image" Target="../media/image487.png"/><Relationship Id="rId28" Type="http://schemas.openxmlformats.org/officeDocument/2006/relationships/image" Target="../media/image492.png"/><Relationship Id="rId36" Type="http://schemas.openxmlformats.org/officeDocument/2006/relationships/image" Target="../media/image500.png"/><Relationship Id="rId49" Type="http://schemas.openxmlformats.org/officeDocument/2006/relationships/image" Target="../media/image513.png"/><Relationship Id="rId57" Type="http://schemas.openxmlformats.org/officeDocument/2006/relationships/image" Target="../media/image521.png"/><Relationship Id="rId10" Type="http://schemas.openxmlformats.org/officeDocument/2006/relationships/image" Target="../media/image476.png"/><Relationship Id="rId31" Type="http://schemas.openxmlformats.org/officeDocument/2006/relationships/image" Target="../media/image495.png"/><Relationship Id="rId44" Type="http://schemas.openxmlformats.org/officeDocument/2006/relationships/image" Target="../media/image508.png"/><Relationship Id="rId52" Type="http://schemas.openxmlformats.org/officeDocument/2006/relationships/image" Target="../media/image516.png"/><Relationship Id="rId60" Type="http://schemas.openxmlformats.org/officeDocument/2006/relationships/image" Target="../media/image524.png"/><Relationship Id="rId4" Type="http://schemas.openxmlformats.org/officeDocument/2006/relationships/image" Target="../media/image470.png"/><Relationship Id="rId9" Type="http://schemas.openxmlformats.org/officeDocument/2006/relationships/image" Target="../media/image475.png"/></Relationships>
</file>

<file path=ppt/slides/_rels/slide36.xml.rels><?xml version="1.0" encoding="UTF-8" standalone="yes"?>
<Relationships xmlns="http://schemas.openxmlformats.org/package/2006/relationships"><Relationship Id="rId8" Type="http://schemas.openxmlformats.org/officeDocument/2006/relationships/image" Target="../media/image534.png"/><Relationship Id="rId13" Type="http://schemas.openxmlformats.org/officeDocument/2006/relationships/image" Target="../media/image375.png"/><Relationship Id="rId3" Type="http://schemas.openxmlformats.org/officeDocument/2006/relationships/image" Target="../media/image530.png"/><Relationship Id="rId7" Type="http://schemas.openxmlformats.org/officeDocument/2006/relationships/image" Target="../media/image533.png"/><Relationship Id="rId12" Type="http://schemas.openxmlformats.org/officeDocument/2006/relationships/image" Target="../media/image538.png"/><Relationship Id="rId17" Type="http://schemas.openxmlformats.org/officeDocument/2006/relationships/image" Target="../media/image541.png"/><Relationship Id="rId2" Type="http://schemas.openxmlformats.org/officeDocument/2006/relationships/image" Target="../media/image529.png"/><Relationship Id="rId16" Type="http://schemas.openxmlformats.org/officeDocument/2006/relationships/image" Target="../media/image540.png"/><Relationship Id="rId1" Type="http://schemas.openxmlformats.org/officeDocument/2006/relationships/slideLayout" Target="../slideLayouts/slideLayout2.xml"/><Relationship Id="rId6" Type="http://schemas.openxmlformats.org/officeDocument/2006/relationships/image" Target="../media/image532.png"/><Relationship Id="rId11" Type="http://schemas.openxmlformats.org/officeDocument/2006/relationships/image" Target="../media/image537.png"/><Relationship Id="rId5" Type="http://schemas.openxmlformats.org/officeDocument/2006/relationships/image" Target="../media/image332.png"/><Relationship Id="rId15" Type="http://schemas.openxmlformats.org/officeDocument/2006/relationships/image" Target="../media/image539.png"/><Relationship Id="rId10" Type="http://schemas.openxmlformats.org/officeDocument/2006/relationships/image" Target="../media/image536.png"/><Relationship Id="rId4" Type="http://schemas.openxmlformats.org/officeDocument/2006/relationships/image" Target="../media/image531.png"/><Relationship Id="rId9" Type="http://schemas.openxmlformats.org/officeDocument/2006/relationships/image" Target="../media/image535.png"/><Relationship Id="rId14" Type="http://schemas.openxmlformats.org/officeDocument/2006/relationships/image" Target="../media/image95.png"/></Relationships>
</file>

<file path=ppt/slides/_rels/slide37.xml.rels><?xml version="1.0" encoding="UTF-8" standalone="yes"?>
<Relationships xmlns="http://schemas.openxmlformats.org/package/2006/relationships"><Relationship Id="rId13" Type="http://schemas.openxmlformats.org/officeDocument/2006/relationships/image" Target="../media/image551.png"/><Relationship Id="rId18" Type="http://schemas.openxmlformats.org/officeDocument/2006/relationships/image" Target="../media/image556.png"/><Relationship Id="rId26" Type="http://schemas.openxmlformats.org/officeDocument/2006/relationships/image" Target="../media/image564.png"/><Relationship Id="rId3" Type="http://schemas.openxmlformats.org/officeDocument/2006/relationships/image" Target="../media/image543.png"/><Relationship Id="rId21" Type="http://schemas.openxmlformats.org/officeDocument/2006/relationships/image" Target="../media/image559.png"/><Relationship Id="rId34" Type="http://schemas.openxmlformats.org/officeDocument/2006/relationships/image" Target="../media/image571.png"/><Relationship Id="rId7" Type="http://schemas.openxmlformats.org/officeDocument/2006/relationships/image" Target="../media/image546.png"/><Relationship Id="rId12" Type="http://schemas.openxmlformats.org/officeDocument/2006/relationships/image" Target="../media/image550.png"/><Relationship Id="rId17" Type="http://schemas.openxmlformats.org/officeDocument/2006/relationships/image" Target="../media/image555.png"/><Relationship Id="rId25" Type="http://schemas.openxmlformats.org/officeDocument/2006/relationships/image" Target="../media/image563.png"/><Relationship Id="rId33" Type="http://schemas.openxmlformats.org/officeDocument/2006/relationships/image" Target="../media/image86.png"/><Relationship Id="rId2" Type="http://schemas.openxmlformats.org/officeDocument/2006/relationships/image" Target="../media/image542.png"/><Relationship Id="rId16" Type="http://schemas.openxmlformats.org/officeDocument/2006/relationships/image" Target="../media/image554.png"/><Relationship Id="rId20" Type="http://schemas.openxmlformats.org/officeDocument/2006/relationships/image" Target="../media/image558.png"/><Relationship Id="rId29" Type="http://schemas.openxmlformats.org/officeDocument/2006/relationships/image" Target="../media/image567.png"/><Relationship Id="rId1" Type="http://schemas.openxmlformats.org/officeDocument/2006/relationships/slideLayout" Target="../slideLayouts/slideLayout2.xml"/><Relationship Id="rId6" Type="http://schemas.openxmlformats.org/officeDocument/2006/relationships/image" Target="../media/image545.png"/><Relationship Id="rId11" Type="http://schemas.openxmlformats.org/officeDocument/2006/relationships/image" Target="../media/image549.png"/><Relationship Id="rId24" Type="http://schemas.openxmlformats.org/officeDocument/2006/relationships/image" Target="../media/image562.png"/><Relationship Id="rId32" Type="http://schemas.openxmlformats.org/officeDocument/2006/relationships/image" Target="../media/image570.png"/><Relationship Id="rId5" Type="http://schemas.openxmlformats.org/officeDocument/2006/relationships/image" Target="../media/image544.png"/><Relationship Id="rId15" Type="http://schemas.openxmlformats.org/officeDocument/2006/relationships/image" Target="../media/image553.png"/><Relationship Id="rId23" Type="http://schemas.openxmlformats.org/officeDocument/2006/relationships/image" Target="../media/image561.png"/><Relationship Id="rId28" Type="http://schemas.openxmlformats.org/officeDocument/2006/relationships/image" Target="../media/image566.png"/><Relationship Id="rId36" Type="http://schemas.openxmlformats.org/officeDocument/2006/relationships/image" Target="../media/image572.png"/><Relationship Id="rId10" Type="http://schemas.openxmlformats.org/officeDocument/2006/relationships/image" Target="../media/image42.png"/><Relationship Id="rId19" Type="http://schemas.openxmlformats.org/officeDocument/2006/relationships/image" Target="../media/image557.png"/><Relationship Id="rId31" Type="http://schemas.openxmlformats.org/officeDocument/2006/relationships/image" Target="../media/image569.png"/><Relationship Id="rId4" Type="http://schemas.openxmlformats.org/officeDocument/2006/relationships/image" Target="../media/image83.png"/><Relationship Id="rId9" Type="http://schemas.openxmlformats.org/officeDocument/2006/relationships/image" Target="../media/image548.png"/><Relationship Id="rId14" Type="http://schemas.openxmlformats.org/officeDocument/2006/relationships/image" Target="../media/image552.png"/><Relationship Id="rId22" Type="http://schemas.openxmlformats.org/officeDocument/2006/relationships/image" Target="../media/image560.png"/><Relationship Id="rId27" Type="http://schemas.openxmlformats.org/officeDocument/2006/relationships/image" Target="../media/image565.png"/><Relationship Id="rId30" Type="http://schemas.openxmlformats.org/officeDocument/2006/relationships/image" Target="../media/image568.png"/><Relationship Id="rId35" Type="http://schemas.openxmlformats.org/officeDocument/2006/relationships/image" Target="../media/image356.png"/><Relationship Id="rId8" Type="http://schemas.openxmlformats.org/officeDocument/2006/relationships/image" Target="../media/image547.png"/></Relationships>
</file>

<file path=ppt/slides/_rels/slide38.xml.rels><?xml version="1.0" encoding="UTF-8" standalone="yes"?>
<Relationships xmlns="http://schemas.openxmlformats.org/package/2006/relationships"><Relationship Id="rId13" Type="http://schemas.openxmlformats.org/officeDocument/2006/relationships/image" Target="../media/image584.png"/><Relationship Id="rId18" Type="http://schemas.openxmlformats.org/officeDocument/2006/relationships/image" Target="../media/image589.png"/><Relationship Id="rId26" Type="http://schemas.openxmlformats.org/officeDocument/2006/relationships/image" Target="../media/image597.png"/><Relationship Id="rId39" Type="http://schemas.openxmlformats.org/officeDocument/2006/relationships/image" Target="../media/image610.png"/><Relationship Id="rId21" Type="http://schemas.openxmlformats.org/officeDocument/2006/relationships/image" Target="../media/image592.png"/><Relationship Id="rId34" Type="http://schemas.openxmlformats.org/officeDocument/2006/relationships/image" Target="../media/image605.png"/><Relationship Id="rId42" Type="http://schemas.openxmlformats.org/officeDocument/2006/relationships/image" Target="../media/image613.png"/><Relationship Id="rId47" Type="http://schemas.openxmlformats.org/officeDocument/2006/relationships/image" Target="../media/image618.png"/><Relationship Id="rId50" Type="http://schemas.openxmlformats.org/officeDocument/2006/relationships/image" Target="../media/image621.png"/><Relationship Id="rId55" Type="http://schemas.openxmlformats.org/officeDocument/2006/relationships/image" Target="../media/image626.png"/><Relationship Id="rId7" Type="http://schemas.openxmlformats.org/officeDocument/2006/relationships/image" Target="../media/image578.png"/><Relationship Id="rId2" Type="http://schemas.openxmlformats.org/officeDocument/2006/relationships/image" Target="../media/image573.png"/><Relationship Id="rId16" Type="http://schemas.openxmlformats.org/officeDocument/2006/relationships/image" Target="../media/image587.png"/><Relationship Id="rId29" Type="http://schemas.openxmlformats.org/officeDocument/2006/relationships/image" Target="../media/image600.png"/><Relationship Id="rId11" Type="http://schemas.openxmlformats.org/officeDocument/2006/relationships/image" Target="../media/image582.png"/><Relationship Id="rId24" Type="http://schemas.openxmlformats.org/officeDocument/2006/relationships/image" Target="../media/image595.png"/><Relationship Id="rId32" Type="http://schemas.openxmlformats.org/officeDocument/2006/relationships/image" Target="../media/image603.png"/><Relationship Id="rId37" Type="http://schemas.openxmlformats.org/officeDocument/2006/relationships/image" Target="../media/image608.png"/><Relationship Id="rId40" Type="http://schemas.openxmlformats.org/officeDocument/2006/relationships/image" Target="../media/image611.png"/><Relationship Id="rId45" Type="http://schemas.openxmlformats.org/officeDocument/2006/relationships/image" Target="../media/image616.png"/><Relationship Id="rId53" Type="http://schemas.openxmlformats.org/officeDocument/2006/relationships/image" Target="../media/image624.png"/><Relationship Id="rId58" Type="http://schemas.openxmlformats.org/officeDocument/2006/relationships/image" Target="../media/image180.png"/><Relationship Id="rId5" Type="http://schemas.openxmlformats.org/officeDocument/2006/relationships/image" Target="../media/image576.png"/><Relationship Id="rId19" Type="http://schemas.openxmlformats.org/officeDocument/2006/relationships/image" Target="../media/image590.png"/><Relationship Id="rId4" Type="http://schemas.openxmlformats.org/officeDocument/2006/relationships/image" Target="../media/image575.png"/><Relationship Id="rId9" Type="http://schemas.openxmlformats.org/officeDocument/2006/relationships/image" Target="../media/image580.png"/><Relationship Id="rId14" Type="http://schemas.openxmlformats.org/officeDocument/2006/relationships/image" Target="../media/image585.png"/><Relationship Id="rId22" Type="http://schemas.openxmlformats.org/officeDocument/2006/relationships/image" Target="../media/image593.png"/><Relationship Id="rId27" Type="http://schemas.openxmlformats.org/officeDocument/2006/relationships/image" Target="../media/image598.png"/><Relationship Id="rId30" Type="http://schemas.openxmlformats.org/officeDocument/2006/relationships/image" Target="../media/image601.png"/><Relationship Id="rId35" Type="http://schemas.openxmlformats.org/officeDocument/2006/relationships/image" Target="../media/image606.png"/><Relationship Id="rId43" Type="http://schemas.openxmlformats.org/officeDocument/2006/relationships/image" Target="../media/image614.png"/><Relationship Id="rId48" Type="http://schemas.openxmlformats.org/officeDocument/2006/relationships/image" Target="../media/image619.png"/><Relationship Id="rId56" Type="http://schemas.openxmlformats.org/officeDocument/2006/relationships/image" Target="../media/image627.png"/><Relationship Id="rId8" Type="http://schemas.openxmlformats.org/officeDocument/2006/relationships/image" Target="../media/image579.png"/><Relationship Id="rId51" Type="http://schemas.openxmlformats.org/officeDocument/2006/relationships/image" Target="../media/image622.png"/><Relationship Id="rId3" Type="http://schemas.openxmlformats.org/officeDocument/2006/relationships/image" Target="../media/image574.png"/><Relationship Id="rId12" Type="http://schemas.openxmlformats.org/officeDocument/2006/relationships/image" Target="../media/image583.png"/><Relationship Id="rId17" Type="http://schemas.openxmlformats.org/officeDocument/2006/relationships/image" Target="../media/image588.png"/><Relationship Id="rId25" Type="http://schemas.openxmlformats.org/officeDocument/2006/relationships/image" Target="../media/image596.png"/><Relationship Id="rId33" Type="http://schemas.openxmlformats.org/officeDocument/2006/relationships/image" Target="../media/image604.png"/><Relationship Id="rId38" Type="http://schemas.openxmlformats.org/officeDocument/2006/relationships/image" Target="../media/image609.png"/><Relationship Id="rId46" Type="http://schemas.openxmlformats.org/officeDocument/2006/relationships/image" Target="../media/image617.png"/><Relationship Id="rId59" Type="http://schemas.openxmlformats.org/officeDocument/2006/relationships/image" Target="../media/image629.png"/><Relationship Id="rId20" Type="http://schemas.openxmlformats.org/officeDocument/2006/relationships/image" Target="../media/image591.png"/><Relationship Id="rId41" Type="http://schemas.openxmlformats.org/officeDocument/2006/relationships/image" Target="../media/image612.png"/><Relationship Id="rId54" Type="http://schemas.openxmlformats.org/officeDocument/2006/relationships/image" Target="../media/image625.png"/><Relationship Id="rId1" Type="http://schemas.openxmlformats.org/officeDocument/2006/relationships/slideLayout" Target="../slideLayouts/slideLayout2.xml"/><Relationship Id="rId6" Type="http://schemas.openxmlformats.org/officeDocument/2006/relationships/image" Target="../media/image577.png"/><Relationship Id="rId15" Type="http://schemas.openxmlformats.org/officeDocument/2006/relationships/image" Target="../media/image586.png"/><Relationship Id="rId23" Type="http://schemas.openxmlformats.org/officeDocument/2006/relationships/image" Target="../media/image594.png"/><Relationship Id="rId28" Type="http://schemas.openxmlformats.org/officeDocument/2006/relationships/image" Target="../media/image599.png"/><Relationship Id="rId36" Type="http://schemas.openxmlformats.org/officeDocument/2006/relationships/image" Target="../media/image607.png"/><Relationship Id="rId49" Type="http://schemas.openxmlformats.org/officeDocument/2006/relationships/image" Target="../media/image620.png"/><Relationship Id="rId57" Type="http://schemas.openxmlformats.org/officeDocument/2006/relationships/image" Target="../media/image628.png"/><Relationship Id="rId10" Type="http://schemas.openxmlformats.org/officeDocument/2006/relationships/image" Target="../media/image581.png"/><Relationship Id="rId31" Type="http://schemas.openxmlformats.org/officeDocument/2006/relationships/image" Target="../media/image602.png"/><Relationship Id="rId44" Type="http://schemas.openxmlformats.org/officeDocument/2006/relationships/image" Target="../media/image615.png"/><Relationship Id="rId52" Type="http://schemas.openxmlformats.org/officeDocument/2006/relationships/image" Target="../media/image623.png"/></Relationships>
</file>

<file path=ppt/slides/_rels/slide39.xml.rels><?xml version="1.0" encoding="UTF-8" standalone="yes"?>
<Relationships xmlns="http://schemas.openxmlformats.org/package/2006/relationships"><Relationship Id="rId13" Type="http://schemas.openxmlformats.org/officeDocument/2006/relationships/image" Target="../media/image639.png"/><Relationship Id="rId18" Type="http://schemas.openxmlformats.org/officeDocument/2006/relationships/image" Target="../media/image357.png"/><Relationship Id="rId26" Type="http://schemas.openxmlformats.org/officeDocument/2006/relationships/image" Target="../media/image648.png"/><Relationship Id="rId39" Type="http://schemas.openxmlformats.org/officeDocument/2006/relationships/image" Target="../media/image396.png"/><Relationship Id="rId21" Type="http://schemas.openxmlformats.org/officeDocument/2006/relationships/image" Target="../media/image644.png"/><Relationship Id="rId34" Type="http://schemas.openxmlformats.org/officeDocument/2006/relationships/image" Target="../media/image656.png"/><Relationship Id="rId42" Type="http://schemas.openxmlformats.org/officeDocument/2006/relationships/image" Target="../media/image661.png"/><Relationship Id="rId7" Type="http://schemas.openxmlformats.org/officeDocument/2006/relationships/image" Target="../media/image634.png"/><Relationship Id="rId2" Type="http://schemas.openxmlformats.org/officeDocument/2006/relationships/image" Target="../media/image630.png"/><Relationship Id="rId16" Type="http://schemas.openxmlformats.org/officeDocument/2006/relationships/image" Target="../media/image640.png"/><Relationship Id="rId29" Type="http://schemas.openxmlformats.org/officeDocument/2006/relationships/image" Target="../media/image651.png"/><Relationship Id="rId1" Type="http://schemas.openxmlformats.org/officeDocument/2006/relationships/slideLayout" Target="../slideLayouts/slideLayout2.xml"/><Relationship Id="rId6" Type="http://schemas.openxmlformats.org/officeDocument/2006/relationships/image" Target="../media/image633.png"/><Relationship Id="rId11" Type="http://schemas.openxmlformats.org/officeDocument/2006/relationships/image" Target="../media/image638.png"/><Relationship Id="rId24" Type="http://schemas.openxmlformats.org/officeDocument/2006/relationships/image" Target="../media/image647.png"/><Relationship Id="rId32" Type="http://schemas.openxmlformats.org/officeDocument/2006/relationships/image" Target="../media/image654.png"/><Relationship Id="rId37" Type="http://schemas.openxmlformats.org/officeDocument/2006/relationships/image" Target="../media/image83.png"/><Relationship Id="rId40" Type="http://schemas.openxmlformats.org/officeDocument/2006/relationships/image" Target="../media/image659.png"/><Relationship Id="rId45" Type="http://schemas.openxmlformats.org/officeDocument/2006/relationships/image" Target="../media/image664.png"/><Relationship Id="rId5" Type="http://schemas.openxmlformats.org/officeDocument/2006/relationships/image" Target="../media/image281.png"/><Relationship Id="rId15" Type="http://schemas.openxmlformats.org/officeDocument/2006/relationships/image" Target="../media/image204.png"/><Relationship Id="rId23" Type="http://schemas.openxmlformats.org/officeDocument/2006/relationships/image" Target="../media/image646.png"/><Relationship Id="rId28" Type="http://schemas.openxmlformats.org/officeDocument/2006/relationships/image" Target="../media/image650.png"/><Relationship Id="rId36" Type="http://schemas.openxmlformats.org/officeDocument/2006/relationships/image" Target="../media/image658.png"/><Relationship Id="rId10" Type="http://schemas.openxmlformats.org/officeDocument/2006/relationships/image" Target="../media/image637.png"/><Relationship Id="rId19" Type="http://schemas.openxmlformats.org/officeDocument/2006/relationships/image" Target="../media/image642.png"/><Relationship Id="rId31" Type="http://schemas.openxmlformats.org/officeDocument/2006/relationships/image" Target="../media/image653.png"/><Relationship Id="rId44" Type="http://schemas.openxmlformats.org/officeDocument/2006/relationships/image" Target="../media/image663.png"/><Relationship Id="rId4" Type="http://schemas.openxmlformats.org/officeDocument/2006/relationships/image" Target="../media/image632.png"/><Relationship Id="rId9" Type="http://schemas.openxmlformats.org/officeDocument/2006/relationships/image" Target="../media/image636.png"/><Relationship Id="rId14" Type="http://schemas.openxmlformats.org/officeDocument/2006/relationships/image" Target="../media/image203.png"/><Relationship Id="rId22" Type="http://schemas.openxmlformats.org/officeDocument/2006/relationships/image" Target="../media/image645.png"/><Relationship Id="rId27" Type="http://schemas.openxmlformats.org/officeDocument/2006/relationships/image" Target="../media/image649.png"/><Relationship Id="rId30" Type="http://schemas.openxmlformats.org/officeDocument/2006/relationships/image" Target="../media/image652.png"/><Relationship Id="rId35" Type="http://schemas.openxmlformats.org/officeDocument/2006/relationships/image" Target="../media/image657.png"/><Relationship Id="rId43" Type="http://schemas.openxmlformats.org/officeDocument/2006/relationships/image" Target="../media/image662.png"/><Relationship Id="rId8" Type="http://schemas.openxmlformats.org/officeDocument/2006/relationships/image" Target="../media/image635.png"/><Relationship Id="rId3" Type="http://schemas.openxmlformats.org/officeDocument/2006/relationships/image" Target="../media/image631.png"/><Relationship Id="rId12" Type="http://schemas.openxmlformats.org/officeDocument/2006/relationships/image" Target="../media/image201.png"/><Relationship Id="rId17" Type="http://schemas.openxmlformats.org/officeDocument/2006/relationships/image" Target="../media/image641.png"/><Relationship Id="rId25" Type="http://schemas.openxmlformats.org/officeDocument/2006/relationships/image" Target="../media/image285.png"/><Relationship Id="rId33" Type="http://schemas.openxmlformats.org/officeDocument/2006/relationships/image" Target="../media/image655.png"/><Relationship Id="rId38" Type="http://schemas.openxmlformats.org/officeDocument/2006/relationships/image" Target="../media/image198.png"/><Relationship Id="rId46" Type="http://schemas.openxmlformats.org/officeDocument/2006/relationships/image" Target="../media/image665.png"/><Relationship Id="rId20" Type="http://schemas.openxmlformats.org/officeDocument/2006/relationships/image" Target="../media/image643.png"/><Relationship Id="rId41" Type="http://schemas.openxmlformats.org/officeDocument/2006/relationships/image" Target="../media/image660.png"/></Relationships>
</file>

<file path=ppt/slides/_rels/slide40.xml.rels><?xml version="1.0" encoding="UTF-8" standalone="yes"?>
<Relationships xmlns="http://schemas.openxmlformats.org/package/2006/relationships"><Relationship Id="rId8" Type="http://schemas.openxmlformats.org/officeDocument/2006/relationships/image" Target="../media/image671.png"/><Relationship Id="rId13" Type="http://schemas.openxmlformats.org/officeDocument/2006/relationships/image" Target="../media/image675.png"/><Relationship Id="rId18" Type="http://schemas.openxmlformats.org/officeDocument/2006/relationships/image" Target="../media/image680.png"/><Relationship Id="rId3" Type="http://schemas.openxmlformats.org/officeDocument/2006/relationships/image" Target="../media/image666.png"/><Relationship Id="rId21" Type="http://schemas.openxmlformats.org/officeDocument/2006/relationships/image" Target="../media/image681.png"/><Relationship Id="rId7" Type="http://schemas.openxmlformats.org/officeDocument/2006/relationships/image" Target="../media/image670.png"/><Relationship Id="rId12" Type="http://schemas.openxmlformats.org/officeDocument/2006/relationships/image" Target="../media/image636.png"/><Relationship Id="rId17" Type="http://schemas.openxmlformats.org/officeDocument/2006/relationships/image" Target="../media/image679.png"/><Relationship Id="rId2" Type="http://schemas.openxmlformats.org/officeDocument/2006/relationships/notesSlide" Target="../notesSlides/notesSlide3.xml"/><Relationship Id="rId16" Type="http://schemas.openxmlformats.org/officeDocument/2006/relationships/image" Target="../media/image678.png"/><Relationship Id="rId20" Type="http://schemas.openxmlformats.org/officeDocument/2006/relationships/image" Target="../media/image413.png"/><Relationship Id="rId1" Type="http://schemas.openxmlformats.org/officeDocument/2006/relationships/slideLayout" Target="../slideLayouts/slideLayout2.xml"/><Relationship Id="rId6" Type="http://schemas.openxmlformats.org/officeDocument/2006/relationships/image" Target="../media/image669.png"/><Relationship Id="rId11" Type="http://schemas.openxmlformats.org/officeDocument/2006/relationships/image" Target="../media/image674.png"/><Relationship Id="rId24" Type="http://schemas.openxmlformats.org/officeDocument/2006/relationships/image" Target="../media/image684.png"/><Relationship Id="rId5" Type="http://schemas.openxmlformats.org/officeDocument/2006/relationships/image" Target="../media/image668.png"/><Relationship Id="rId15" Type="http://schemas.openxmlformats.org/officeDocument/2006/relationships/image" Target="../media/image677.png"/><Relationship Id="rId23" Type="http://schemas.openxmlformats.org/officeDocument/2006/relationships/image" Target="../media/image683.png"/><Relationship Id="rId10" Type="http://schemas.openxmlformats.org/officeDocument/2006/relationships/image" Target="../media/image673.png"/><Relationship Id="rId19" Type="http://schemas.openxmlformats.org/officeDocument/2006/relationships/image" Target="../media/image42.png"/><Relationship Id="rId4" Type="http://schemas.openxmlformats.org/officeDocument/2006/relationships/image" Target="../media/image667.png"/><Relationship Id="rId9" Type="http://schemas.openxmlformats.org/officeDocument/2006/relationships/image" Target="../media/image672.png"/><Relationship Id="rId14" Type="http://schemas.openxmlformats.org/officeDocument/2006/relationships/image" Target="../media/image676.png"/><Relationship Id="rId22" Type="http://schemas.openxmlformats.org/officeDocument/2006/relationships/image" Target="../media/image682.png"/></Relationships>
</file>

<file path=ppt/slides/_rels/slide41.xml.rels><?xml version="1.0" encoding="UTF-8" standalone="yes"?>
<Relationships xmlns="http://schemas.openxmlformats.org/package/2006/relationships"><Relationship Id="rId8" Type="http://schemas.openxmlformats.org/officeDocument/2006/relationships/image" Target="../media/image689.png"/><Relationship Id="rId13" Type="http://schemas.openxmlformats.org/officeDocument/2006/relationships/image" Target="../media/image694.png"/><Relationship Id="rId18" Type="http://schemas.openxmlformats.org/officeDocument/2006/relationships/image" Target="../media/image699.png"/><Relationship Id="rId3" Type="http://schemas.openxmlformats.org/officeDocument/2006/relationships/image" Target="../media/image303.png"/><Relationship Id="rId21" Type="http://schemas.openxmlformats.org/officeDocument/2006/relationships/image" Target="../media/image702.jpg"/><Relationship Id="rId7" Type="http://schemas.openxmlformats.org/officeDocument/2006/relationships/image" Target="../media/image688.png"/><Relationship Id="rId12" Type="http://schemas.openxmlformats.org/officeDocument/2006/relationships/image" Target="../media/image693.png"/><Relationship Id="rId17" Type="http://schemas.openxmlformats.org/officeDocument/2006/relationships/image" Target="../media/image698.png"/><Relationship Id="rId2" Type="http://schemas.openxmlformats.org/officeDocument/2006/relationships/image" Target="../media/image685.png"/><Relationship Id="rId16" Type="http://schemas.openxmlformats.org/officeDocument/2006/relationships/image" Target="../media/image697.png"/><Relationship Id="rId20" Type="http://schemas.openxmlformats.org/officeDocument/2006/relationships/image" Target="../media/image701.png"/><Relationship Id="rId1" Type="http://schemas.openxmlformats.org/officeDocument/2006/relationships/slideLayout" Target="../slideLayouts/slideLayout2.xml"/><Relationship Id="rId6" Type="http://schemas.openxmlformats.org/officeDocument/2006/relationships/image" Target="../media/image687.png"/><Relationship Id="rId11" Type="http://schemas.openxmlformats.org/officeDocument/2006/relationships/image" Target="../media/image692.png"/><Relationship Id="rId5" Type="http://schemas.openxmlformats.org/officeDocument/2006/relationships/image" Target="../media/image686.png"/><Relationship Id="rId15" Type="http://schemas.openxmlformats.org/officeDocument/2006/relationships/image" Target="../media/image696.png"/><Relationship Id="rId10" Type="http://schemas.openxmlformats.org/officeDocument/2006/relationships/image" Target="../media/image691.png"/><Relationship Id="rId19" Type="http://schemas.openxmlformats.org/officeDocument/2006/relationships/image" Target="../media/image700.png"/><Relationship Id="rId4" Type="http://schemas.openxmlformats.org/officeDocument/2006/relationships/image" Target="../media/image310.png"/><Relationship Id="rId9" Type="http://schemas.openxmlformats.org/officeDocument/2006/relationships/image" Target="../media/image690.png"/><Relationship Id="rId14" Type="http://schemas.openxmlformats.org/officeDocument/2006/relationships/image" Target="../media/image695.png"/></Relationships>
</file>

<file path=ppt/slides/_rels/slide42.xml.rels><?xml version="1.0" encoding="UTF-8" standalone="yes"?>
<Relationships xmlns="http://schemas.openxmlformats.org/package/2006/relationships"><Relationship Id="rId2" Type="http://schemas.openxmlformats.org/officeDocument/2006/relationships/image" Target="../media/image70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705.png"/><Relationship Id="rId2" Type="http://schemas.openxmlformats.org/officeDocument/2006/relationships/image" Target="../media/image704.png"/><Relationship Id="rId1" Type="http://schemas.openxmlformats.org/officeDocument/2006/relationships/slideLayout" Target="../slideLayouts/slideLayout2.xml"/><Relationship Id="rId5" Type="http://schemas.openxmlformats.org/officeDocument/2006/relationships/image" Target="../media/image707.png"/><Relationship Id="rId4" Type="http://schemas.openxmlformats.org/officeDocument/2006/relationships/image" Target="../media/image70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0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09.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702.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3" Type="http://schemas.openxmlformats.org/officeDocument/2006/relationships/image" Target="../media/image721.png"/><Relationship Id="rId18" Type="http://schemas.openxmlformats.org/officeDocument/2006/relationships/image" Target="../media/image726.png"/><Relationship Id="rId26" Type="http://schemas.openxmlformats.org/officeDocument/2006/relationships/image" Target="../media/image733.png"/><Relationship Id="rId3" Type="http://schemas.openxmlformats.org/officeDocument/2006/relationships/image" Target="../media/image711.png"/><Relationship Id="rId21" Type="http://schemas.openxmlformats.org/officeDocument/2006/relationships/image" Target="../media/image145.png"/><Relationship Id="rId34" Type="http://schemas.openxmlformats.org/officeDocument/2006/relationships/image" Target="../media/image183.png"/><Relationship Id="rId7" Type="http://schemas.openxmlformats.org/officeDocument/2006/relationships/image" Target="../media/image715.png"/><Relationship Id="rId12" Type="http://schemas.openxmlformats.org/officeDocument/2006/relationships/image" Target="../media/image720.png"/><Relationship Id="rId17" Type="http://schemas.openxmlformats.org/officeDocument/2006/relationships/image" Target="../media/image725.png"/><Relationship Id="rId25" Type="http://schemas.openxmlformats.org/officeDocument/2006/relationships/image" Target="../media/image732.png"/><Relationship Id="rId33" Type="http://schemas.openxmlformats.org/officeDocument/2006/relationships/image" Target="../media/image739.png"/><Relationship Id="rId2" Type="http://schemas.openxmlformats.org/officeDocument/2006/relationships/image" Target="../media/image710.png"/><Relationship Id="rId16" Type="http://schemas.openxmlformats.org/officeDocument/2006/relationships/image" Target="../media/image724.png"/><Relationship Id="rId20" Type="http://schemas.openxmlformats.org/officeDocument/2006/relationships/image" Target="../media/image728.png"/><Relationship Id="rId29" Type="http://schemas.openxmlformats.org/officeDocument/2006/relationships/image" Target="../media/image736.png"/><Relationship Id="rId1" Type="http://schemas.openxmlformats.org/officeDocument/2006/relationships/slideLayout" Target="../slideLayouts/slideLayout2.xml"/><Relationship Id="rId6" Type="http://schemas.openxmlformats.org/officeDocument/2006/relationships/image" Target="../media/image714.png"/><Relationship Id="rId11" Type="http://schemas.openxmlformats.org/officeDocument/2006/relationships/image" Target="../media/image719.png"/><Relationship Id="rId24" Type="http://schemas.openxmlformats.org/officeDocument/2006/relationships/image" Target="../media/image731.png"/><Relationship Id="rId32" Type="http://schemas.openxmlformats.org/officeDocument/2006/relationships/image" Target="../media/image738.png"/><Relationship Id="rId5" Type="http://schemas.openxmlformats.org/officeDocument/2006/relationships/image" Target="../media/image713.png"/><Relationship Id="rId15" Type="http://schemas.openxmlformats.org/officeDocument/2006/relationships/image" Target="../media/image723.png"/><Relationship Id="rId23" Type="http://schemas.openxmlformats.org/officeDocument/2006/relationships/image" Target="../media/image730.png"/><Relationship Id="rId28" Type="http://schemas.openxmlformats.org/officeDocument/2006/relationships/image" Target="../media/image735.png"/><Relationship Id="rId10" Type="http://schemas.openxmlformats.org/officeDocument/2006/relationships/image" Target="../media/image718.png"/><Relationship Id="rId19" Type="http://schemas.openxmlformats.org/officeDocument/2006/relationships/image" Target="../media/image727.png"/><Relationship Id="rId31" Type="http://schemas.openxmlformats.org/officeDocument/2006/relationships/image" Target="../media/image737.png"/><Relationship Id="rId4" Type="http://schemas.openxmlformats.org/officeDocument/2006/relationships/image" Target="../media/image712.png"/><Relationship Id="rId9" Type="http://schemas.openxmlformats.org/officeDocument/2006/relationships/image" Target="../media/image717.png"/><Relationship Id="rId14" Type="http://schemas.openxmlformats.org/officeDocument/2006/relationships/image" Target="../media/image722.png"/><Relationship Id="rId22" Type="http://schemas.openxmlformats.org/officeDocument/2006/relationships/image" Target="../media/image729.png"/><Relationship Id="rId27" Type="http://schemas.openxmlformats.org/officeDocument/2006/relationships/image" Target="../media/image734.png"/><Relationship Id="rId30" Type="http://schemas.openxmlformats.org/officeDocument/2006/relationships/image" Target="../media/image32.png"/><Relationship Id="rId8" Type="http://schemas.openxmlformats.org/officeDocument/2006/relationships/image" Target="../media/image716.png"/></Relationships>
</file>

<file path=ppt/slides/_rels/slide50.xml.rels><?xml version="1.0" encoding="UTF-8" standalone="yes"?>
<Relationships xmlns="http://schemas.openxmlformats.org/package/2006/relationships"><Relationship Id="rId2" Type="http://schemas.openxmlformats.org/officeDocument/2006/relationships/image" Target="../media/image7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76427" y="200025"/>
            <a:ext cx="5648325" cy="4188460"/>
          </a:xfrm>
          <a:custGeom>
            <a:avLst/>
            <a:gdLst/>
            <a:ahLst/>
            <a:cxnLst/>
            <a:rect l="l" t="t" r="r" b="b"/>
            <a:pathLst>
              <a:path w="5648325" h="4188460">
                <a:moveTo>
                  <a:pt x="5647944" y="0"/>
                </a:moveTo>
                <a:lnTo>
                  <a:pt x="0" y="0"/>
                </a:lnTo>
                <a:lnTo>
                  <a:pt x="0" y="4187952"/>
                </a:lnTo>
                <a:lnTo>
                  <a:pt x="5647944" y="4187952"/>
                </a:lnTo>
                <a:lnTo>
                  <a:pt x="5647944" y="0"/>
                </a:lnTo>
                <a:close/>
              </a:path>
            </a:pathLst>
          </a:custGeom>
          <a:solidFill>
            <a:srgbClr val="006F57"/>
          </a:solidFill>
        </p:spPr>
        <p:txBody>
          <a:bodyPr wrap="square" lIns="0" tIns="0" rIns="0" bIns="0" rtlCol="0"/>
          <a:lstStyle/>
          <a:p>
            <a:endParaRPr/>
          </a:p>
        </p:txBody>
      </p:sp>
      <p:sp>
        <p:nvSpPr>
          <p:cNvPr id="3" name="object 3"/>
          <p:cNvSpPr/>
          <p:nvPr/>
        </p:nvSpPr>
        <p:spPr>
          <a:xfrm>
            <a:off x="9069323" y="228600"/>
            <a:ext cx="2743200" cy="2039620"/>
          </a:xfrm>
          <a:custGeom>
            <a:avLst/>
            <a:gdLst/>
            <a:ahLst/>
            <a:cxnLst/>
            <a:rect l="l" t="t" r="r" b="b"/>
            <a:pathLst>
              <a:path w="2743200" h="2039620">
                <a:moveTo>
                  <a:pt x="2743200" y="0"/>
                </a:moveTo>
                <a:lnTo>
                  <a:pt x="0" y="0"/>
                </a:lnTo>
                <a:lnTo>
                  <a:pt x="0" y="2039112"/>
                </a:lnTo>
                <a:lnTo>
                  <a:pt x="2743200" y="2039112"/>
                </a:lnTo>
                <a:lnTo>
                  <a:pt x="2743200" y="0"/>
                </a:lnTo>
                <a:close/>
              </a:path>
            </a:pathLst>
          </a:custGeom>
          <a:solidFill>
            <a:srgbClr val="09789B"/>
          </a:solidFill>
        </p:spPr>
        <p:txBody>
          <a:bodyPr wrap="square" lIns="0" tIns="0" rIns="0" bIns="0" rtlCol="0"/>
          <a:lstStyle/>
          <a:p>
            <a:endParaRPr/>
          </a:p>
        </p:txBody>
      </p:sp>
      <p:sp>
        <p:nvSpPr>
          <p:cNvPr id="4" name="object 4"/>
          <p:cNvSpPr/>
          <p:nvPr/>
        </p:nvSpPr>
        <p:spPr>
          <a:xfrm>
            <a:off x="6166103" y="2377439"/>
            <a:ext cx="2743200" cy="2039620"/>
          </a:xfrm>
          <a:custGeom>
            <a:avLst/>
            <a:gdLst/>
            <a:ahLst/>
            <a:cxnLst/>
            <a:rect l="l" t="t" r="r" b="b"/>
            <a:pathLst>
              <a:path w="2743200" h="2039620">
                <a:moveTo>
                  <a:pt x="2743200" y="0"/>
                </a:moveTo>
                <a:lnTo>
                  <a:pt x="0" y="0"/>
                </a:lnTo>
                <a:lnTo>
                  <a:pt x="0" y="2039112"/>
                </a:lnTo>
                <a:lnTo>
                  <a:pt x="2743200" y="2039112"/>
                </a:lnTo>
                <a:lnTo>
                  <a:pt x="2743200" y="0"/>
                </a:lnTo>
                <a:close/>
              </a:path>
            </a:pathLst>
          </a:custGeom>
          <a:solidFill>
            <a:srgbClr val="019576"/>
          </a:solidFill>
        </p:spPr>
        <p:txBody>
          <a:bodyPr wrap="square" lIns="0" tIns="0" rIns="0" bIns="0" rtlCol="0"/>
          <a:lstStyle/>
          <a:p>
            <a:endParaRPr/>
          </a:p>
        </p:txBody>
      </p:sp>
      <p:pic>
        <p:nvPicPr>
          <p:cNvPr id="5" name="object 5"/>
          <p:cNvPicPr/>
          <p:nvPr/>
        </p:nvPicPr>
        <p:blipFill>
          <a:blip r:embed="rId2" cstate="print"/>
          <a:stretch>
            <a:fillRect/>
          </a:stretch>
        </p:blipFill>
        <p:spPr>
          <a:xfrm>
            <a:off x="566623" y="194513"/>
            <a:ext cx="1091184" cy="798880"/>
          </a:xfrm>
          <a:prstGeom prst="rect">
            <a:avLst/>
          </a:prstGeom>
        </p:spPr>
      </p:pic>
      <p:sp>
        <p:nvSpPr>
          <p:cNvPr id="6" name="object 6"/>
          <p:cNvSpPr/>
          <p:nvPr/>
        </p:nvSpPr>
        <p:spPr>
          <a:xfrm>
            <a:off x="6166103" y="228600"/>
            <a:ext cx="2743200" cy="2039620"/>
          </a:xfrm>
          <a:custGeom>
            <a:avLst/>
            <a:gdLst/>
            <a:ahLst/>
            <a:cxnLst/>
            <a:rect l="l" t="t" r="r" b="b"/>
            <a:pathLst>
              <a:path w="2743200" h="2039620">
                <a:moveTo>
                  <a:pt x="2743200" y="0"/>
                </a:moveTo>
                <a:lnTo>
                  <a:pt x="0" y="0"/>
                </a:lnTo>
                <a:lnTo>
                  <a:pt x="0" y="2039112"/>
                </a:lnTo>
                <a:lnTo>
                  <a:pt x="2743200" y="2039112"/>
                </a:lnTo>
                <a:lnTo>
                  <a:pt x="2743200" y="0"/>
                </a:lnTo>
                <a:close/>
              </a:path>
            </a:pathLst>
          </a:custGeom>
          <a:solidFill>
            <a:srgbClr val="09789B"/>
          </a:solidFill>
        </p:spPr>
        <p:txBody>
          <a:bodyPr wrap="square" lIns="0" tIns="0" rIns="0" bIns="0" rtlCol="0"/>
          <a:lstStyle/>
          <a:p>
            <a:endParaRPr/>
          </a:p>
        </p:txBody>
      </p:sp>
      <p:sp>
        <p:nvSpPr>
          <p:cNvPr id="7" name="object 7"/>
          <p:cNvSpPr/>
          <p:nvPr/>
        </p:nvSpPr>
        <p:spPr>
          <a:xfrm>
            <a:off x="9069323" y="2377439"/>
            <a:ext cx="2743200" cy="2039620"/>
          </a:xfrm>
          <a:custGeom>
            <a:avLst/>
            <a:gdLst/>
            <a:ahLst/>
            <a:cxnLst/>
            <a:rect l="l" t="t" r="r" b="b"/>
            <a:pathLst>
              <a:path w="2743200" h="2039620">
                <a:moveTo>
                  <a:pt x="2743200" y="0"/>
                </a:moveTo>
                <a:lnTo>
                  <a:pt x="0" y="0"/>
                </a:lnTo>
                <a:lnTo>
                  <a:pt x="0" y="2039112"/>
                </a:lnTo>
                <a:lnTo>
                  <a:pt x="2743200" y="2039112"/>
                </a:lnTo>
                <a:lnTo>
                  <a:pt x="2743200" y="0"/>
                </a:lnTo>
                <a:close/>
              </a:path>
            </a:pathLst>
          </a:custGeom>
          <a:solidFill>
            <a:srgbClr val="055068"/>
          </a:solidFill>
        </p:spPr>
        <p:txBody>
          <a:bodyPr wrap="square" lIns="0" tIns="0" rIns="0" bIns="0" rtlCol="0"/>
          <a:lstStyle/>
          <a:p>
            <a:endParaRPr/>
          </a:p>
        </p:txBody>
      </p:sp>
      <p:grpSp>
        <p:nvGrpSpPr>
          <p:cNvPr id="8" name="object 8"/>
          <p:cNvGrpSpPr/>
          <p:nvPr/>
        </p:nvGrpSpPr>
        <p:grpSpPr>
          <a:xfrm>
            <a:off x="3044951" y="4670501"/>
            <a:ext cx="7226300" cy="532765"/>
            <a:chOff x="3044951" y="4670501"/>
            <a:chExt cx="7226300" cy="532765"/>
          </a:xfrm>
        </p:grpSpPr>
        <p:pic>
          <p:nvPicPr>
            <p:cNvPr id="9" name="object 9"/>
            <p:cNvPicPr/>
            <p:nvPr/>
          </p:nvPicPr>
          <p:blipFill>
            <a:blip r:embed="rId3" cstate="print"/>
            <a:stretch>
              <a:fillRect/>
            </a:stretch>
          </p:blipFill>
          <p:spPr>
            <a:xfrm>
              <a:off x="3044951" y="4670501"/>
              <a:ext cx="963574" cy="532180"/>
            </a:xfrm>
            <a:prstGeom prst="rect">
              <a:avLst/>
            </a:prstGeom>
          </p:spPr>
        </p:pic>
        <p:pic>
          <p:nvPicPr>
            <p:cNvPr id="10" name="object 10"/>
            <p:cNvPicPr/>
            <p:nvPr/>
          </p:nvPicPr>
          <p:blipFill>
            <a:blip r:embed="rId4" cstate="print"/>
            <a:stretch>
              <a:fillRect/>
            </a:stretch>
          </p:blipFill>
          <p:spPr>
            <a:xfrm>
              <a:off x="3767581" y="4670501"/>
              <a:ext cx="1249680" cy="532180"/>
            </a:xfrm>
            <a:prstGeom prst="rect">
              <a:avLst/>
            </a:prstGeom>
          </p:spPr>
        </p:pic>
        <p:pic>
          <p:nvPicPr>
            <p:cNvPr id="11" name="object 11"/>
            <p:cNvPicPr/>
            <p:nvPr/>
          </p:nvPicPr>
          <p:blipFill>
            <a:blip r:embed="rId5" cstate="print"/>
            <a:stretch>
              <a:fillRect/>
            </a:stretch>
          </p:blipFill>
          <p:spPr>
            <a:xfrm>
              <a:off x="4767325" y="4670501"/>
              <a:ext cx="457200" cy="532180"/>
            </a:xfrm>
            <a:prstGeom prst="rect">
              <a:avLst/>
            </a:prstGeom>
          </p:spPr>
        </p:pic>
        <p:pic>
          <p:nvPicPr>
            <p:cNvPr id="12" name="object 12"/>
            <p:cNvPicPr/>
            <p:nvPr/>
          </p:nvPicPr>
          <p:blipFill>
            <a:blip r:embed="rId6" cstate="print"/>
            <a:stretch>
              <a:fillRect/>
            </a:stretch>
          </p:blipFill>
          <p:spPr>
            <a:xfrm>
              <a:off x="5139181" y="4670501"/>
              <a:ext cx="5132070" cy="532180"/>
            </a:xfrm>
            <a:prstGeom prst="rect">
              <a:avLst/>
            </a:prstGeom>
          </p:spPr>
        </p:pic>
      </p:grpSp>
      <p:sp>
        <p:nvSpPr>
          <p:cNvPr id="13" name="object 13"/>
          <p:cNvSpPr txBox="1">
            <a:spLocks noGrp="1"/>
          </p:cNvSpPr>
          <p:nvPr>
            <p:ph type="title"/>
          </p:nvPr>
        </p:nvSpPr>
        <p:spPr>
          <a:xfrm>
            <a:off x="1145384" y="5456122"/>
            <a:ext cx="9462770" cy="514350"/>
          </a:xfrm>
          <a:prstGeom prst="rect">
            <a:avLst/>
          </a:prstGeom>
        </p:spPr>
        <p:txBody>
          <a:bodyPr vert="horz" wrap="square" lIns="0" tIns="13335" rIns="0" bIns="0" rtlCol="0">
            <a:spAutoFit/>
          </a:bodyPr>
          <a:lstStyle/>
          <a:p>
            <a:pPr marL="12700" algn="ctr">
              <a:lnSpc>
                <a:spcPct val="100000"/>
              </a:lnSpc>
              <a:spcBef>
                <a:spcPts val="105"/>
              </a:spcBef>
            </a:pPr>
            <a:r>
              <a:rPr sz="3200" b="1" spc="-80" dirty="0">
                <a:solidFill>
                  <a:srgbClr val="252525"/>
                </a:solidFill>
                <a:latin typeface="Constantia"/>
                <a:cs typeface="Constantia"/>
              </a:rPr>
              <a:t> </a:t>
            </a:r>
            <a:r>
              <a:rPr sz="3200" b="1" dirty="0">
                <a:solidFill>
                  <a:srgbClr val="252525"/>
                </a:solidFill>
                <a:latin typeface="Constantia"/>
                <a:cs typeface="Constantia"/>
              </a:rPr>
              <a:t>Natural</a:t>
            </a:r>
            <a:r>
              <a:rPr sz="3200" b="1" spc="-95" dirty="0">
                <a:solidFill>
                  <a:srgbClr val="252525"/>
                </a:solidFill>
                <a:latin typeface="Constantia"/>
                <a:cs typeface="Constantia"/>
              </a:rPr>
              <a:t> </a:t>
            </a:r>
            <a:r>
              <a:rPr sz="3200" b="1" dirty="0">
                <a:solidFill>
                  <a:srgbClr val="252525"/>
                </a:solidFill>
                <a:latin typeface="Constantia"/>
                <a:cs typeface="Constantia"/>
              </a:rPr>
              <a:t>Language</a:t>
            </a:r>
            <a:r>
              <a:rPr sz="3200" b="1" spc="-150" dirty="0">
                <a:solidFill>
                  <a:srgbClr val="252525"/>
                </a:solidFill>
                <a:latin typeface="Constantia"/>
                <a:cs typeface="Constantia"/>
              </a:rPr>
              <a:t> </a:t>
            </a:r>
            <a:r>
              <a:rPr sz="3200" b="1" dirty="0">
                <a:solidFill>
                  <a:srgbClr val="252525"/>
                </a:solidFill>
                <a:latin typeface="Constantia"/>
                <a:cs typeface="Constantia"/>
              </a:rPr>
              <a:t>Processing</a:t>
            </a:r>
            <a:r>
              <a:rPr sz="3200" b="1" spc="-105" dirty="0">
                <a:solidFill>
                  <a:srgbClr val="252525"/>
                </a:solidFill>
                <a:latin typeface="Constantia"/>
                <a:cs typeface="Constantia"/>
              </a:rPr>
              <a:t> </a:t>
            </a:r>
            <a:r>
              <a:rPr sz="3200" b="1" spc="-10" dirty="0">
                <a:solidFill>
                  <a:srgbClr val="252525"/>
                </a:solidFill>
                <a:latin typeface="Constantia"/>
                <a:cs typeface="Constantia"/>
              </a:rPr>
              <a:t>(NLP</a:t>
            </a:r>
            <a:r>
              <a:rPr lang="en-US" sz="3200" b="1" spc="-10" dirty="0">
                <a:solidFill>
                  <a:srgbClr val="252525"/>
                </a:solidFill>
                <a:latin typeface="Constantia"/>
                <a:cs typeface="Constantia"/>
              </a:rPr>
              <a:t>)</a:t>
            </a:r>
            <a:endParaRPr sz="3200" dirty="0">
              <a:latin typeface="Constantia"/>
              <a:cs typeface="Constantia"/>
            </a:endParaRPr>
          </a:p>
        </p:txBody>
      </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45" dirty="0"/>
              <a:t>February</a:t>
            </a:r>
            <a:r>
              <a:rPr spc="120" dirty="0"/>
              <a:t> </a:t>
            </a:r>
            <a:r>
              <a:rPr spc="55" dirty="0"/>
              <a:t>14,</a:t>
            </a:r>
            <a:r>
              <a:rPr spc="110" dirty="0"/>
              <a:t> </a:t>
            </a:r>
            <a:r>
              <a:rPr spc="35" dirty="0"/>
              <a:t>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089" y="207390"/>
            <a:ext cx="330835" cy="57404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075A74"/>
                </a:solidFill>
                <a:latin typeface="Arial Black"/>
                <a:cs typeface="Arial Black"/>
              </a:rPr>
              <a:t>+</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3258311" y="679704"/>
            <a:ext cx="6748780" cy="748665"/>
          </a:xfrm>
          <a:prstGeom prst="rect">
            <a:avLst/>
          </a:prstGeom>
          <a:solidFill>
            <a:srgbClr val="D9D9D9"/>
          </a:solidFill>
          <a:ln w="9525">
            <a:solidFill>
              <a:srgbClr val="006F57"/>
            </a:solidFill>
          </a:ln>
        </p:spPr>
        <p:txBody>
          <a:bodyPr vert="horz" wrap="square" lIns="0" tIns="34925" rIns="0" bIns="0" rtlCol="0">
            <a:spAutoFit/>
          </a:bodyPr>
          <a:lstStyle/>
          <a:p>
            <a:pPr marL="312420">
              <a:lnSpc>
                <a:spcPct val="100000"/>
              </a:lnSpc>
              <a:spcBef>
                <a:spcPts val="275"/>
              </a:spcBef>
            </a:pPr>
            <a:r>
              <a:rPr sz="3600" dirty="0">
                <a:solidFill>
                  <a:srgbClr val="005342"/>
                </a:solidFill>
                <a:latin typeface="Cambria"/>
                <a:cs typeface="Cambria"/>
              </a:rPr>
              <a:t>I</a:t>
            </a:r>
            <a:r>
              <a:rPr sz="3600" spc="315" dirty="0">
                <a:solidFill>
                  <a:srgbClr val="005342"/>
                </a:solidFill>
                <a:latin typeface="Cambria"/>
                <a:cs typeface="Cambria"/>
              </a:rPr>
              <a:t> </a:t>
            </a:r>
            <a:r>
              <a:rPr sz="3600" spc="155" dirty="0">
                <a:solidFill>
                  <a:srgbClr val="005342"/>
                </a:solidFill>
                <a:latin typeface="Cambria"/>
                <a:cs typeface="Cambria"/>
              </a:rPr>
              <a:t>saw</a:t>
            </a:r>
            <a:r>
              <a:rPr sz="3600" spc="305" dirty="0">
                <a:solidFill>
                  <a:srgbClr val="005342"/>
                </a:solidFill>
                <a:latin typeface="Cambria"/>
                <a:cs typeface="Cambria"/>
              </a:rPr>
              <a:t> </a:t>
            </a:r>
            <a:r>
              <a:rPr sz="3600" spc="175" dirty="0">
                <a:solidFill>
                  <a:srgbClr val="005342"/>
                </a:solidFill>
                <a:latin typeface="Cambria"/>
                <a:cs typeface="Cambria"/>
              </a:rPr>
              <a:t>a</a:t>
            </a:r>
            <a:r>
              <a:rPr sz="3600" spc="310" dirty="0">
                <a:solidFill>
                  <a:srgbClr val="005342"/>
                </a:solidFill>
                <a:latin typeface="Cambria"/>
                <a:cs typeface="Cambria"/>
              </a:rPr>
              <a:t> </a:t>
            </a:r>
            <a:r>
              <a:rPr sz="3600" spc="150" dirty="0">
                <a:solidFill>
                  <a:srgbClr val="005342"/>
                </a:solidFill>
                <a:latin typeface="Cambria"/>
                <a:cs typeface="Cambria"/>
              </a:rPr>
              <a:t>girl</a:t>
            </a:r>
            <a:r>
              <a:rPr sz="3600" spc="300" dirty="0">
                <a:solidFill>
                  <a:srgbClr val="005342"/>
                </a:solidFill>
                <a:latin typeface="Cambria"/>
                <a:cs typeface="Cambria"/>
              </a:rPr>
              <a:t> </a:t>
            </a:r>
            <a:r>
              <a:rPr sz="3600" spc="150" dirty="0">
                <a:solidFill>
                  <a:srgbClr val="005342"/>
                </a:solidFill>
                <a:latin typeface="Cambria"/>
                <a:cs typeface="Cambria"/>
              </a:rPr>
              <a:t>with</a:t>
            </a:r>
            <a:r>
              <a:rPr sz="3600" spc="310" dirty="0">
                <a:solidFill>
                  <a:srgbClr val="005342"/>
                </a:solidFill>
                <a:latin typeface="Cambria"/>
                <a:cs typeface="Cambria"/>
              </a:rPr>
              <a:t> </a:t>
            </a:r>
            <a:r>
              <a:rPr sz="3600" spc="175" dirty="0">
                <a:solidFill>
                  <a:srgbClr val="005342"/>
                </a:solidFill>
                <a:latin typeface="Cambria"/>
                <a:cs typeface="Cambria"/>
              </a:rPr>
              <a:t>a</a:t>
            </a:r>
            <a:r>
              <a:rPr sz="3600" spc="305" dirty="0">
                <a:solidFill>
                  <a:srgbClr val="005342"/>
                </a:solidFill>
                <a:latin typeface="Cambria"/>
                <a:cs typeface="Cambria"/>
              </a:rPr>
              <a:t> </a:t>
            </a:r>
            <a:r>
              <a:rPr sz="3600" spc="185" dirty="0">
                <a:solidFill>
                  <a:srgbClr val="005342"/>
                </a:solidFill>
                <a:latin typeface="Cambria"/>
                <a:cs typeface="Cambria"/>
              </a:rPr>
              <a:t>telescope</a:t>
            </a:r>
            <a:endParaRPr sz="3600" dirty="0">
              <a:latin typeface="Cambria"/>
              <a:cs typeface="Cambria"/>
            </a:endParaRPr>
          </a:p>
        </p:txBody>
      </p:sp>
      <p:sp>
        <p:nvSpPr>
          <p:cNvPr id="5" name="object 5"/>
          <p:cNvSpPr txBox="1"/>
          <p:nvPr/>
        </p:nvSpPr>
        <p:spPr>
          <a:xfrm>
            <a:off x="11788520" y="222884"/>
            <a:ext cx="133985"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Cambria"/>
                <a:cs typeface="Cambria"/>
              </a:rPr>
              <a:t>2</a:t>
            </a:r>
            <a:endParaRPr sz="1400">
              <a:latin typeface="Cambria"/>
              <a:cs typeface="Cambria"/>
            </a:endParaRPr>
          </a:p>
        </p:txBody>
      </p:sp>
      <p:grpSp>
        <p:nvGrpSpPr>
          <p:cNvPr id="6" name="object 6"/>
          <p:cNvGrpSpPr/>
          <p:nvPr/>
        </p:nvGrpSpPr>
        <p:grpSpPr>
          <a:xfrm>
            <a:off x="1048511" y="1886711"/>
            <a:ext cx="10000615" cy="4311650"/>
            <a:chOff x="1048511" y="1886711"/>
            <a:chExt cx="10000615" cy="4311650"/>
          </a:xfrm>
        </p:grpSpPr>
        <p:pic>
          <p:nvPicPr>
            <p:cNvPr id="7" name="object 7"/>
            <p:cNvPicPr/>
            <p:nvPr/>
          </p:nvPicPr>
          <p:blipFill>
            <a:blip r:embed="rId2" cstate="print"/>
            <a:stretch>
              <a:fillRect/>
            </a:stretch>
          </p:blipFill>
          <p:spPr>
            <a:xfrm>
              <a:off x="1371599" y="2171699"/>
              <a:ext cx="9677400" cy="3723131"/>
            </a:xfrm>
            <a:prstGeom prst="rect">
              <a:avLst/>
            </a:prstGeom>
          </p:spPr>
        </p:pic>
        <p:sp>
          <p:nvSpPr>
            <p:cNvPr id="8" name="object 8"/>
            <p:cNvSpPr/>
            <p:nvPr/>
          </p:nvSpPr>
          <p:spPr>
            <a:xfrm>
              <a:off x="1067561" y="1905761"/>
              <a:ext cx="9906000" cy="4273550"/>
            </a:xfrm>
            <a:custGeom>
              <a:avLst/>
              <a:gdLst/>
              <a:ahLst/>
              <a:cxnLst/>
              <a:rect l="l" t="t" r="r" b="b"/>
              <a:pathLst>
                <a:path w="9906000" h="4273550">
                  <a:moveTo>
                    <a:pt x="0" y="4273296"/>
                  </a:moveTo>
                  <a:lnTo>
                    <a:pt x="3581400" y="4273296"/>
                  </a:lnTo>
                  <a:lnTo>
                    <a:pt x="3581400" y="0"/>
                  </a:lnTo>
                  <a:lnTo>
                    <a:pt x="0" y="0"/>
                  </a:lnTo>
                  <a:lnTo>
                    <a:pt x="0" y="4273296"/>
                  </a:lnTo>
                  <a:close/>
                </a:path>
                <a:path w="9906000" h="4273550">
                  <a:moveTo>
                    <a:pt x="4800600" y="4038600"/>
                  </a:moveTo>
                  <a:lnTo>
                    <a:pt x="9906000" y="4038600"/>
                  </a:lnTo>
                  <a:lnTo>
                    <a:pt x="9906000" y="883919"/>
                  </a:lnTo>
                  <a:lnTo>
                    <a:pt x="4800600" y="883919"/>
                  </a:lnTo>
                  <a:lnTo>
                    <a:pt x="4800600" y="4038600"/>
                  </a:lnTo>
                  <a:close/>
                </a:path>
              </a:pathLst>
            </a:custGeom>
            <a:ln w="38100">
              <a:solidFill>
                <a:srgbClr val="C00000"/>
              </a:solidFill>
              <a:prstDash val="sysDash"/>
            </a:ln>
          </p:spPr>
          <p:txBody>
            <a:bodyPr wrap="square" lIns="0" tIns="0" rIns="0" bIns="0" rtlCol="0"/>
            <a:lstStyle/>
            <a:p>
              <a:endParaRPr/>
            </a:p>
          </p:txBody>
        </p:sp>
      </p:grpSp>
      <p:sp>
        <p:nvSpPr>
          <p:cNvPr id="9" name="object 9"/>
          <p:cNvSpPr txBox="1">
            <a:spLocks noGrp="1"/>
          </p:cNvSpPr>
          <p:nvPr>
            <p:ph type="title"/>
          </p:nvPr>
        </p:nvSpPr>
        <p:spPr>
          <a:xfrm>
            <a:off x="3810000" y="15240"/>
            <a:ext cx="5377180" cy="664845"/>
          </a:xfrm>
          <a:prstGeom prst="rect">
            <a:avLst/>
          </a:prstGeom>
          <a:solidFill>
            <a:srgbClr val="FFC000"/>
          </a:solidFill>
        </p:spPr>
        <p:txBody>
          <a:bodyPr vert="horz" wrap="square" lIns="0" tIns="15875" rIns="0" bIns="0" rtlCol="0">
            <a:spAutoFit/>
          </a:bodyPr>
          <a:lstStyle/>
          <a:p>
            <a:pPr marL="613410">
              <a:lnSpc>
                <a:spcPct val="100000"/>
              </a:lnSpc>
              <a:spcBef>
                <a:spcPts val="125"/>
              </a:spcBef>
            </a:pPr>
            <a:r>
              <a:rPr spc="-20" dirty="0">
                <a:latin typeface="Constantia"/>
                <a:cs typeface="Constantia"/>
              </a:rPr>
              <a:t>Linguistic</a:t>
            </a:r>
            <a:r>
              <a:rPr spc="-125" dirty="0">
                <a:latin typeface="Constantia"/>
                <a:cs typeface="Constantia"/>
              </a:rPr>
              <a:t> </a:t>
            </a:r>
            <a:r>
              <a:rPr spc="-10" dirty="0">
                <a:latin typeface="Constantia"/>
                <a:cs typeface="Constantia"/>
              </a:rPr>
              <a:t>Ambiguity</a:t>
            </a:r>
          </a:p>
        </p:txBody>
      </p:sp>
      <p:sp>
        <p:nvSpPr>
          <p:cNvPr id="10" name="object 10"/>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11" name="TextBox 10">
            <a:extLst>
              <a:ext uri="{FF2B5EF4-FFF2-40B4-BE49-F238E27FC236}">
                <a16:creationId xmlns:a16="http://schemas.microsoft.com/office/drawing/2014/main" id="{63196B25-3E37-4E09-A856-2CD009D9BA8F}"/>
              </a:ext>
            </a:extLst>
          </p:cNvPr>
          <p:cNvSpPr txBox="1"/>
          <p:nvPr/>
        </p:nvSpPr>
        <p:spPr>
          <a:xfrm>
            <a:off x="2471648" y="177403"/>
            <a:ext cx="1362874" cy="369332"/>
          </a:xfrm>
          <a:prstGeom prst="rect">
            <a:avLst/>
          </a:prstGeom>
          <a:noFill/>
        </p:spPr>
        <p:txBody>
          <a:bodyPr wrap="none" rtlCol="0">
            <a:spAutoFit/>
          </a:bodyPr>
          <a:lstStyle/>
          <a:p>
            <a:r>
              <a:rPr lang="ar-EG" dirty="0"/>
              <a:t>الغموض اللغوى</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175" dirty="0"/>
              <a:t>Natural</a:t>
            </a:r>
            <a:r>
              <a:rPr sz="3600" spc="330" dirty="0"/>
              <a:t> </a:t>
            </a:r>
            <a:r>
              <a:rPr sz="3600" spc="200" dirty="0"/>
              <a:t>Language</a:t>
            </a:r>
            <a:r>
              <a:rPr sz="3600" spc="305" dirty="0"/>
              <a:t> </a:t>
            </a:r>
            <a:r>
              <a:rPr sz="3600" spc="180" dirty="0"/>
              <a:t>Processing</a:t>
            </a:r>
            <a:r>
              <a:rPr sz="3600" spc="320" dirty="0"/>
              <a:t> </a:t>
            </a:r>
            <a:r>
              <a:rPr sz="3600" spc="-10" dirty="0"/>
              <a:t>(NLP)</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223837" y="1290637"/>
            <a:ext cx="6855459" cy="4746625"/>
            <a:chOff x="223837" y="1290637"/>
            <a:chExt cx="6855459" cy="4746625"/>
          </a:xfrm>
        </p:grpSpPr>
        <p:sp>
          <p:nvSpPr>
            <p:cNvPr id="5" name="object 5"/>
            <p:cNvSpPr/>
            <p:nvPr/>
          </p:nvSpPr>
          <p:spPr>
            <a:xfrm>
              <a:off x="228600" y="1295400"/>
              <a:ext cx="6845934" cy="4737100"/>
            </a:xfrm>
            <a:custGeom>
              <a:avLst/>
              <a:gdLst/>
              <a:ahLst/>
              <a:cxnLst/>
              <a:rect l="l" t="t" r="r" b="b"/>
              <a:pathLst>
                <a:path w="6845934" h="4737100">
                  <a:moveTo>
                    <a:pt x="0" y="4736592"/>
                  </a:moveTo>
                  <a:lnTo>
                    <a:pt x="6845808" y="4736592"/>
                  </a:lnTo>
                  <a:lnTo>
                    <a:pt x="6845808" y="0"/>
                  </a:lnTo>
                  <a:lnTo>
                    <a:pt x="0" y="0"/>
                  </a:lnTo>
                  <a:lnTo>
                    <a:pt x="0" y="4736592"/>
                  </a:lnTo>
                  <a:close/>
                </a:path>
              </a:pathLst>
            </a:custGeom>
            <a:ln w="9525">
              <a:solidFill>
                <a:srgbClr val="006F57"/>
              </a:solidFill>
            </a:ln>
          </p:spPr>
          <p:txBody>
            <a:bodyPr wrap="square" lIns="0" tIns="0" rIns="0" bIns="0" rtlCol="0"/>
            <a:lstStyle/>
            <a:p>
              <a:endParaRPr/>
            </a:p>
          </p:txBody>
        </p:sp>
        <p:sp>
          <p:nvSpPr>
            <p:cNvPr id="6" name="object 6"/>
            <p:cNvSpPr/>
            <p:nvPr/>
          </p:nvSpPr>
          <p:spPr>
            <a:xfrm>
              <a:off x="548640" y="3610355"/>
              <a:ext cx="6506209" cy="716280"/>
            </a:xfrm>
            <a:custGeom>
              <a:avLst/>
              <a:gdLst/>
              <a:ahLst/>
              <a:cxnLst/>
              <a:rect l="l" t="t" r="r" b="b"/>
              <a:pathLst>
                <a:path w="6506209" h="716279">
                  <a:moveTo>
                    <a:pt x="1274051" y="0"/>
                  </a:moveTo>
                  <a:lnTo>
                    <a:pt x="0" y="0"/>
                  </a:lnTo>
                  <a:lnTo>
                    <a:pt x="0" y="281940"/>
                  </a:lnTo>
                  <a:lnTo>
                    <a:pt x="1274051" y="281940"/>
                  </a:lnTo>
                  <a:lnTo>
                    <a:pt x="1274051" y="0"/>
                  </a:lnTo>
                  <a:close/>
                </a:path>
                <a:path w="6506209" h="716279">
                  <a:moveTo>
                    <a:pt x="2804160" y="434352"/>
                  </a:moveTo>
                  <a:lnTo>
                    <a:pt x="2804160" y="434352"/>
                  </a:lnTo>
                  <a:lnTo>
                    <a:pt x="0" y="434352"/>
                  </a:lnTo>
                  <a:lnTo>
                    <a:pt x="0" y="716280"/>
                  </a:lnTo>
                  <a:lnTo>
                    <a:pt x="2804160" y="716280"/>
                  </a:lnTo>
                  <a:lnTo>
                    <a:pt x="2804160" y="434352"/>
                  </a:lnTo>
                  <a:close/>
                </a:path>
                <a:path w="6506209" h="716279">
                  <a:moveTo>
                    <a:pt x="6505956" y="0"/>
                  </a:moveTo>
                  <a:lnTo>
                    <a:pt x="6505956" y="0"/>
                  </a:lnTo>
                  <a:lnTo>
                    <a:pt x="1274064" y="0"/>
                  </a:lnTo>
                  <a:lnTo>
                    <a:pt x="1274064" y="281940"/>
                  </a:lnTo>
                  <a:lnTo>
                    <a:pt x="6505956" y="281940"/>
                  </a:lnTo>
                  <a:lnTo>
                    <a:pt x="6505956" y="0"/>
                  </a:lnTo>
                  <a:close/>
                </a:path>
              </a:pathLst>
            </a:custGeom>
            <a:solidFill>
              <a:srgbClr val="FFFF00"/>
            </a:solidFill>
          </p:spPr>
          <p:txBody>
            <a:bodyPr wrap="square" lIns="0" tIns="0" rIns="0" bIns="0" rtlCol="0"/>
            <a:lstStyle/>
            <a:p>
              <a:endParaRPr/>
            </a:p>
          </p:txBody>
        </p:sp>
        <p:pic>
          <p:nvPicPr>
            <p:cNvPr id="7" name="object 7"/>
            <p:cNvPicPr/>
            <p:nvPr/>
          </p:nvPicPr>
          <p:blipFill>
            <a:blip r:embed="rId2" cstate="print"/>
            <a:stretch>
              <a:fillRect/>
            </a:stretch>
          </p:blipFill>
          <p:spPr>
            <a:xfrm>
              <a:off x="5615304" y="1438910"/>
              <a:ext cx="1088707" cy="280415"/>
            </a:xfrm>
            <a:prstGeom prst="rect">
              <a:avLst/>
            </a:prstGeom>
          </p:spPr>
        </p:pic>
        <p:pic>
          <p:nvPicPr>
            <p:cNvPr id="8" name="object 8"/>
            <p:cNvPicPr/>
            <p:nvPr/>
          </p:nvPicPr>
          <p:blipFill>
            <a:blip r:embed="rId3" cstate="print"/>
            <a:stretch>
              <a:fillRect/>
            </a:stretch>
          </p:blipFill>
          <p:spPr>
            <a:xfrm>
              <a:off x="4834128" y="3176016"/>
              <a:ext cx="1072896" cy="281939"/>
            </a:xfrm>
            <a:prstGeom prst="rect">
              <a:avLst/>
            </a:prstGeom>
          </p:spPr>
        </p:pic>
      </p:grpSp>
      <p:sp>
        <p:nvSpPr>
          <p:cNvPr id="9" name="object 9"/>
          <p:cNvSpPr txBox="1"/>
          <p:nvPr/>
        </p:nvSpPr>
        <p:spPr>
          <a:xfrm>
            <a:off x="6740017" y="1414017"/>
            <a:ext cx="251460" cy="314960"/>
          </a:xfrm>
          <a:prstGeom prst="rect">
            <a:avLst/>
          </a:prstGeom>
        </p:spPr>
        <p:txBody>
          <a:bodyPr vert="horz" wrap="square" lIns="0" tIns="12065" rIns="0" bIns="0" rtlCol="0">
            <a:spAutoFit/>
          </a:bodyPr>
          <a:lstStyle/>
          <a:p>
            <a:pPr>
              <a:lnSpc>
                <a:spcPct val="100000"/>
              </a:lnSpc>
              <a:spcBef>
                <a:spcPts val="95"/>
              </a:spcBef>
            </a:pPr>
            <a:r>
              <a:rPr sz="1900" spc="114" dirty="0">
                <a:solidFill>
                  <a:srgbClr val="252525"/>
                </a:solidFill>
                <a:latin typeface="Cambria"/>
                <a:cs typeface="Cambria"/>
              </a:rPr>
              <a:t>of</a:t>
            </a:r>
            <a:endParaRPr sz="1900">
              <a:latin typeface="Cambria"/>
              <a:cs typeface="Cambria"/>
            </a:endParaRPr>
          </a:p>
        </p:txBody>
      </p:sp>
      <p:grpSp>
        <p:nvGrpSpPr>
          <p:cNvPr id="10" name="object 10"/>
          <p:cNvGrpSpPr/>
          <p:nvPr/>
        </p:nvGrpSpPr>
        <p:grpSpPr>
          <a:xfrm>
            <a:off x="548640" y="1872945"/>
            <a:ext cx="6587490" cy="1585595"/>
            <a:chOff x="548640" y="1872945"/>
            <a:chExt cx="6587490" cy="1585595"/>
          </a:xfrm>
        </p:grpSpPr>
        <p:pic>
          <p:nvPicPr>
            <p:cNvPr id="11" name="object 11"/>
            <p:cNvPicPr/>
            <p:nvPr/>
          </p:nvPicPr>
          <p:blipFill>
            <a:blip r:embed="rId4" cstate="print"/>
            <a:stretch>
              <a:fillRect/>
            </a:stretch>
          </p:blipFill>
          <p:spPr>
            <a:xfrm>
              <a:off x="548640" y="1872945"/>
              <a:ext cx="1338707" cy="280720"/>
            </a:xfrm>
            <a:prstGeom prst="rect">
              <a:avLst/>
            </a:prstGeom>
          </p:spPr>
        </p:pic>
        <p:pic>
          <p:nvPicPr>
            <p:cNvPr id="12" name="object 12"/>
            <p:cNvPicPr/>
            <p:nvPr/>
          </p:nvPicPr>
          <p:blipFill>
            <a:blip r:embed="rId5" cstate="print"/>
            <a:stretch>
              <a:fillRect/>
            </a:stretch>
          </p:blipFill>
          <p:spPr>
            <a:xfrm>
              <a:off x="2371597" y="1872945"/>
              <a:ext cx="1305052" cy="280720"/>
            </a:xfrm>
            <a:prstGeom prst="rect">
              <a:avLst/>
            </a:prstGeom>
          </p:spPr>
        </p:pic>
        <p:pic>
          <p:nvPicPr>
            <p:cNvPr id="13" name="object 13"/>
            <p:cNvPicPr/>
            <p:nvPr/>
          </p:nvPicPr>
          <p:blipFill>
            <a:blip r:embed="rId6" cstate="print"/>
            <a:stretch>
              <a:fillRect/>
            </a:stretch>
          </p:blipFill>
          <p:spPr>
            <a:xfrm>
              <a:off x="4062094" y="1872945"/>
              <a:ext cx="994524" cy="280720"/>
            </a:xfrm>
            <a:prstGeom prst="rect">
              <a:avLst/>
            </a:prstGeom>
          </p:spPr>
        </p:pic>
        <p:pic>
          <p:nvPicPr>
            <p:cNvPr id="14" name="object 14"/>
            <p:cNvPicPr/>
            <p:nvPr/>
          </p:nvPicPr>
          <p:blipFill>
            <a:blip r:embed="rId7" cstate="print"/>
            <a:stretch>
              <a:fillRect/>
            </a:stretch>
          </p:blipFill>
          <p:spPr>
            <a:xfrm>
              <a:off x="5907024" y="3176015"/>
              <a:ext cx="1228801" cy="281939"/>
            </a:xfrm>
            <a:prstGeom prst="rect">
              <a:avLst/>
            </a:prstGeom>
          </p:spPr>
        </p:pic>
      </p:grpSp>
      <p:sp>
        <p:nvSpPr>
          <p:cNvPr id="15" name="object 15"/>
          <p:cNvSpPr txBox="1"/>
          <p:nvPr/>
        </p:nvSpPr>
        <p:spPr>
          <a:xfrm>
            <a:off x="320040" y="1269116"/>
            <a:ext cx="5150485" cy="894080"/>
          </a:xfrm>
          <a:prstGeom prst="rect">
            <a:avLst/>
          </a:prstGeom>
        </p:spPr>
        <p:txBody>
          <a:bodyPr vert="horz" wrap="square" lIns="0" tIns="156845" rIns="0" bIns="0" rtlCol="0">
            <a:spAutoFit/>
          </a:bodyPr>
          <a:lstStyle/>
          <a:p>
            <a:pPr marL="227965" indent="-227965">
              <a:lnSpc>
                <a:spcPct val="100000"/>
              </a:lnSpc>
              <a:spcBef>
                <a:spcPts val="1235"/>
              </a:spcBef>
              <a:buClr>
                <a:srgbClr val="006F57"/>
              </a:buClr>
              <a:buSzPct val="73684"/>
              <a:buFont typeface="Wingdings"/>
              <a:buChar char=""/>
              <a:tabLst>
                <a:tab pos="227965" algn="l"/>
                <a:tab pos="1260475" algn="l"/>
                <a:tab pos="2466975" algn="l"/>
                <a:tab pos="3891279" algn="l"/>
                <a:tab pos="4654550" algn="l"/>
                <a:tab pos="5006340" algn="l"/>
              </a:tabLst>
            </a:pPr>
            <a:r>
              <a:rPr sz="1900" spc="90" dirty="0">
                <a:solidFill>
                  <a:srgbClr val="252525"/>
                </a:solidFill>
                <a:latin typeface="Cambria"/>
                <a:cs typeface="Cambria"/>
              </a:rPr>
              <a:t>Natural</a:t>
            </a:r>
            <a:r>
              <a:rPr sz="1900" dirty="0">
                <a:solidFill>
                  <a:srgbClr val="252525"/>
                </a:solidFill>
                <a:latin typeface="Cambria"/>
                <a:cs typeface="Cambria"/>
              </a:rPr>
              <a:t>	</a:t>
            </a:r>
            <a:r>
              <a:rPr sz="1900" spc="100" dirty="0">
                <a:solidFill>
                  <a:srgbClr val="252525"/>
                </a:solidFill>
                <a:latin typeface="Cambria"/>
                <a:cs typeface="Cambria"/>
              </a:rPr>
              <a:t>language</a:t>
            </a:r>
            <a:r>
              <a:rPr sz="1900" dirty="0">
                <a:solidFill>
                  <a:srgbClr val="252525"/>
                </a:solidFill>
                <a:latin typeface="Cambria"/>
                <a:cs typeface="Cambria"/>
              </a:rPr>
              <a:t>	</a:t>
            </a:r>
            <a:r>
              <a:rPr sz="1900" spc="100" dirty="0">
                <a:solidFill>
                  <a:srgbClr val="252525"/>
                </a:solidFill>
                <a:latin typeface="Cambria"/>
                <a:cs typeface="Cambria"/>
              </a:rPr>
              <a:t>processing</a:t>
            </a:r>
            <a:r>
              <a:rPr sz="1900" dirty="0">
                <a:solidFill>
                  <a:srgbClr val="252525"/>
                </a:solidFill>
                <a:latin typeface="Cambria"/>
                <a:cs typeface="Cambria"/>
              </a:rPr>
              <a:t>	</a:t>
            </a:r>
            <a:r>
              <a:rPr sz="1900" spc="-10" dirty="0">
                <a:solidFill>
                  <a:srgbClr val="252525"/>
                </a:solidFill>
                <a:latin typeface="Cambria"/>
                <a:cs typeface="Cambria"/>
              </a:rPr>
              <a:t>(NLP)</a:t>
            </a:r>
            <a:r>
              <a:rPr sz="1900" dirty="0">
                <a:solidFill>
                  <a:srgbClr val="252525"/>
                </a:solidFill>
                <a:latin typeface="Cambria"/>
                <a:cs typeface="Cambria"/>
              </a:rPr>
              <a:t>	</a:t>
            </a:r>
            <a:r>
              <a:rPr sz="1900" spc="70" dirty="0">
                <a:solidFill>
                  <a:srgbClr val="252525"/>
                </a:solidFill>
                <a:latin typeface="Cambria"/>
                <a:cs typeface="Cambria"/>
              </a:rPr>
              <a:t>is</a:t>
            </a:r>
            <a:r>
              <a:rPr sz="1900" dirty="0">
                <a:solidFill>
                  <a:srgbClr val="252525"/>
                </a:solidFill>
                <a:latin typeface="Cambria"/>
                <a:cs typeface="Cambria"/>
              </a:rPr>
              <a:t>	</a:t>
            </a:r>
            <a:r>
              <a:rPr sz="1900" spc="50" dirty="0">
                <a:solidFill>
                  <a:srgbClr val="252525"/>
                </a:solidFill>
                <a:latin typeface="Cambria"/>
                <a:cs typeface="Cambria"/>
              </a:rPr>
              <a:t>a</a:t>
            </a:r>
            <a:endParaRPr sz="1900">
              <a:latin typeface="Cambria"/>
              <a:cs typeface="Cambria"/>
            </a:endParaRPr>
          </a:p>
          <a:p>
            <a:pPr marL="1455420">
              <a:lnSpc>
                <a:spcPct val="100000"/>
              </a:lnSpc>
              <a:spcBef>
                <a:spcPts val="1140"/>
              </a:spcBef>
              <a:tabLst>
                <a:tab pos="4612005" algn="l"/>
              </a:tabLst>
            </a:pPr>
            <a:r>
              <a:rPr sz="1900" spc="60" dirty="0">
                <a:solidFill>
                  <a:srgbClr val="252525"/>
                </a:solidFill>
                <a:latin typeface="Cambria"/>
                <a:cs typeface="Cambria"/>
              </a:rPr>
              <a:t>,</a:t>
            </a:r>
            <a:r>
              <a:rPr sz="1900" dirty="0">
                <a:solidFill>
                  <a:srgbClr val="252525"/>
                </a:solidFill>
                <a:latin typeface="Cambria"/>
                <a:cs typeface="Cambria"/>
              </a:rPr>
              <a:t>	</a:t>
            </a:r>
            <a:r>
              <a:rPr sz="1900" spc="60" dirty="0">
                <a:solidFill>
                  <a:srgbClr val="252525"/>
                </a:solidFill>
                <a:latin typeface="Cambria"/>
                <a:cs typeface="Cambria"/>
              </a:rPr>
              <a:t>,</a:t>
            </a:r>
            <a:endParaRPr sz="1900">
              <a:latin typeface="Cambria"/>
              <a:cs typeface="Cambria"/>
            </a:endParaRPr>
          </a:p>
        </p:txBody>
      </p:sp>
      <p:grpSp>
        <p:nvGrpSpPr>
          <p:cNvPr id="16" name="object 16"/>
          <p:cNvGrpSpPr/>
          <p:nvPr/>
        </p:nvGrpSpPr>
        <p:grpSpPr>
          <a:xfrm>
            <a:off x="548640" y="1872945"/>
            <a:ext cx="6566534" cy="715645"/>
            <a:chOff x="548640" y="1872945"/>
            <a:chExt cx="6566534" cy="715645"/>
          </a:xfrm>
        </p:grpSpPr>
        <p:pic>
          <p:nvPicPr>
            <p:cNvPr id="17" name="object 17"/>
            <p:cNvPicPr/>
            <p:nvPr/>
          </p:nvPicPr>
          <p:blipFill>
            <a:blip r:embed="rId8" cstate="print"/>
            <a:stretch>
              <a:fillRect/>
            </a:stretch>
          </p:blipFill>
          <p:spPr>
            <a:xfrm>
              <a:off x="5526659" y="1872945"/>
              <a:ext cx="1588008" cy="280720"/>
            </a:xfrm>
            <a:prstGeom prst="rect">
              <a:avLst/>
            </a:prstGeom>
          </p:spPr>
        </p:pic>
        <p:pic>
          <p:nvPicPr>
            <p:cNvPr id="18" name="object 18"/>
            <p:cNvPicPr/>
            <p:nvPr/>
          </p:nvPicPr>
          <p:blipFill>
            <a:blip r:embed="rId9" cstate="print"/>
            <a:stretch>
              <a:fillRect/>
            </a:stretch>
          </p:blipFill>
          <p:spPr>
            <a:xfrm>
              <a:off x="548640" y="2307970"/>
              <a:ext cx="1578102" cy="280415"/>
            </a:xfrm>
            <a:prstGeom prst="rect">
              <a:avLst/>
            </a:prstGeom>
          </p:spPr>
        </p:pic>
      </p:grpSp>
      <p:sp>
        <p:nvSpPr>
          <p:cNvPr id="19" name="object 19"/>
          <p:cNvSpPr txBox="1"/>
          <p:nvPr/>
        </p:nvSpPr>
        <p:spPr>
          <a:xfrm>
            <a:off x="1995170" y="2283079"/>
            <a:ext cx="723265" cy="314960"/>
          </a:xfrm>
          <a:prstGeom prst="rect">
            <a:avLst/>
          </a:prstGeom>
        </p:spPr>
        <p:txBody>
          <a:bodyPr vert="horz" wrap="square" lIns="0" tIns="12065" rIns="0" bIns="0" rtlCol="0">
            <a:spAutoFit/>
          </a:bodyPr>
          <a:lstStyle/>
          <a:p>
            <a:pPr>
              <a:lnSpc>
                <a:spcPct val="100000"/>
              </a:lnSpc>
              <a:spcBef>
                <a:spcPts val="95"/>
              </a:spcBef>
              <a:tabLst>
                <a:tab pos="271145" algn="l"/>
              </a:tabLst>
            </a:pPr>
            <a:r>
              <a:rPr sz="1900" spc="60" dirty="0">
                <a:solidFill>
                  <a:srgbClr val="252525"/>
                </a:solidFill>
                <a:latin typeface="Cambria"/>
                <a:cs typeface="Cambria"/>
              </a:rPr>
              <a:t>,</a:t>
            </a:r>
            <a:r>
              <a:rPr sz="1900" dirty="0">
                <a:solidFill>
                  <a:srgbClr val="252525"/>
                </a:solidFill>
                <a:latin typeface="Cambria"/>
                <a:cs typeface="Cambria"/>
              </a:rPr>
              <a:t>	</a:t>
            </a:r>
            <a:r>
              <a:rPr sz="1900" spc="105" dirty="0">
                <a:solidFill>
                  <a:srgbClr val="252525"/>
                </a:solidFill>
                <a:latin typeface="Cambria"/>
                <a:cs typeface="Cambria"/>
              </a:rPr>
              <a:t>and</a:t>
            </a:r>
            <a:endParaRPr sz="1900">
              <a:latin typeface="Cambria"/>
              <a:cs typeface="Cambria"/>
            </a:endParaRPr>
          </a:p>
        </p:txBody>
      </p:sp>
      <p:grpSp>
        <p:nvGrpSpPr>
          <p:cNvPr id="20" name="object 20"/>
          <p:cNvGrpSpPr/>
          <p:nvPr/>
        </p:nvGrpSpPr>
        <p:grpSpPr>
          <a:xfrm>
            <a:off x="1621789" y="2307970"/>
            <a:ext cx="4058285" cy="715010"/>
            <a:chOff x="1621789" y="2307970"/>
            <a:chExt cx="4058285" cy="715010"/>
          </a:xfrm>
        </p:grpSpPr>
        <p:pic>
          <p:nvPicPr>
            <p:cNvPr id="21" name="object 21"/>
            <p:cNvPicPr/>
            <p:nvPr/>
          </p:nvPicPr>
          <p:blipFill>
            <a:blip r:embed="rId10" cstate="print"/>
            <a:stretch>
              <a:fillRect/>
            </a:stretch>
          </p:blipFill>
          <p:spPr>
            <a:xfrm>
              <a:off x="2909569" y="2307970"/>
              <a:ext cx="1158722" cy="280415"/>
            </a:xfrm>
            <a:prstGeom prst="rect">
              <a:avLst/>
            </a:prstGeom>
          </p:spPr>
        </p:pic>
        <p:pic>
          <p:nvPicPr>
            <p:cNvPr id="22" name="object 22"/>
            <p:cNvPicPr/>
            <p:nvPr/>
          </p:nvPicPr>
          <p:blipFill>
            <a:blip r:embed="rId11" cstate="print"/>
            <a:stretch>
              <a:fillRect/>
            </a:stretch>
          </p:blipFill>
          <p:spPr>
            <a:xfrm>
              <a:off x="4170298" y="2307970"/>
              <a:ext cx="1509395" cy="280415"/>
            </a:xfrm>
            <a:prstGeom prst="rect">
              <a:avLst/>
            </a:prstGeom>
          </p:spPr>
        </p:pic>
        <p:pic>
          <p:nvPicPr>
            <p:cNvPr id="23" name="object 23"/>
            <p:cNvPicPr/>
            <p:nvPr/>
          </p:nvPicPr>
          <p:blipFill>
            <a:blip r:embed="rId12" cstate="print"/>
            <a:stretch>
              <a:fillRect/>
            </a:stretch>
          </p:blipFill>
          <p:spPr>
            <a:xfrm>
              <a:off x="1621789" y="2742310"/>
              <a:ext cx="1563497" cy="280415"/>
            </a:xfrm>
            <a:prstGeom prst="rect">
              <a:avLst/>
            </a:prstGeom>
          </p:spPr>
        </p:pic>
        <p:pic>
          <p:nvPicPr>
            <p:cNvPr id="24" name="object 24"/>
            <p:cNvPicPr/>
            <p:nvPr/>
          </p:nvPicPr>
          <p:blipFill>
            <a:blip r:embed="rId13" cstate="print"/>
            <a:stretch>
              <a:fillRect/>
            </a:stretch>
          </p:blipFill>
          <p:spPr>
            <a:xfrm>
              <a:off x="4220591" y="2742310"/>
              <a:ext cx="1417319" cy="280415"/>
            </a:xfrm>
            <a:prstGeom prst="rect">
              <a:avLst/>
            </a:prstGeom>
          </p:spPr>
        </p:pic>
      </p:grpSp>
      <p:sp>
        <p:nvSpPr>
          <p:cNvPr id="25" name="object 25"/>
          <p:cNvSpPr txBox="1"/>
          <p:nvPr/>
        </p:nvSpPr>
        <p:spPr>
          <a:xfrm>
            <a:off x="5587872" y="2137689"/>
            <a:ext cx="1405255" cy="894080"/>
          </a:xfrm>
          <a:prstGeom prst="rect">
            <a:avLst/>
          </a:prstGeom>
        </p:spPr>
        <p:txBody>
          <a:bodyPr vert="horz" wrap="square" lIns="0" tIns="12700" rIns="0" bIns="0" rtlCol="0">
            <a:spAutoFit/>
          </a:bodyPr>
          <a:lstStyle/>
          <a:p>
            <a:pPr marR="5080" indent="180975">
              <a:lnSpc>
                <a:spcPct val="150000"/>
              </a:lnSpc>
              <a:spcBef>
                <a:spcPts val="100"/>
              </a:spcBef>
            </a:pPr>
            <a:r>
              <a:rPr sz="1900" spc="95" dirty="0">
                <a:solidFill>
                  <a:srgbClr val="252525"/>
                </a:solidFill>
                <a:latin typeface="Cambria"/>
                <a:cs typeface="Cambria"/>
              </a:rPr>
              <a:t>concerned </a:t>
            </a:r>
            <a:r>
              <a:rPr sz="1900" spc="105" dirty="0">
                <a:solidFill>
                  <a:srgbClr val="252525"/>
                </a:solidFill>
                <a:latin typeface="Cambria"/>
                <a:cs typeface="Cambria"/>
              </a:rPr>
              <a:t>and</a:t>
            </a:r>
            <a:endParaRPr sz="1900">
              <a:latin typeface="Cambria"/>
              <a:cs typeface="Cambria"/>
            </a:endParaRPr>
          </a:p>
        </p:txBody>
      </p:sp>
      <p:grpSp>
        <p:nvGrpSpPr>
          <p:cNvPr id="26" name="object 26"/>
          <p:cNvGrpSpPr/>
          <p:nvPr/>
        </p:nvGrpSpPr>
        <p:grpSpPr>
          <a:xfrm>
            <a:off x="548640" y="2742310"/>
            <a:ext cx="6606540" cy="1583690"/>
            <a:chOff x="548640" y="2742310"/>
            <a:chExt cx="6606540" cy="1583690"/>
          </a:xfrm>
        </p:grpSpPr>
        <p:pic>
          <p:nvPicPr>
            <p:cNvPr id="27" name="object 27"/>
            <p:cNvPicPr/>
            <p:nvPr/>
          </p:nvPicPr>
          <p:blipFill>
            <a:blip r:embed="rId14" cstate="print"/>
            <a:stretch>
              <a:fillRect/>
            </a:stretch>
          </p:blipFill>
          <p:spPr>
            <a:xfrm>
              <a:off x="6118224" y="2742310"/>
              <a:ext cx="1036929" cy="280415"/>
            </a:xfrm>
            <a:prstGeom prst="rect">
              <a:avLst/>
            </a:prstGeom>
          </p:spPr>
        </p:pic>
        <p:pic>
          <p:nvPicPr>
            <p:cNvPr id="28" name="object 28"/>
            <p:cNvPicPr/>
            <p:nvPr/>
          </p:nvPicPr>
          <p:blipFill>
            <a:blip r:embed="rId15" cstate="print"/>
            <a:stretch>
              <a:fillRect/>
            </a:stretch>
          </p:blipFill>
          <p:spPr>
            <a:xfrm>
              <a:off x="548640" y="3611244"/>
              <a:ext cx="1415923" cy="280415"/>
            </a:xfrm>
            <a:prstGeom prst="rect">
              <a:avLst/>
            </a:prstGeom>
          </p:spPr>
        </p:pic>
        <p:pic>
          <p:nvPicPr>
            <p:cNvPr id="29" name="object 29"/>
            <p:cNvPicPr/>
            <p:nvPr/>
          </p:nvPicPr>
          <p:blipFill>
            <a:blip r:embed="rId16" cstate="print"/>
            <a:stretch>
              <a:fillRect/>
            </a:stretch>
          </p:blipFill>
          <p:spPr>
            <a:xfrm>
              <a:off x="1918970" y="3611244"/>
              <a:ext cx="1952650" cy="280415"/>
            </a:xfrm>
            <a:prstGeom prst="rect">
              <a:avLst/>
            </a:prstGeom>
          </p:spPr>
        </p:pic>
        <p:pic>
          <p:nvPicPr>
            <p:cNvPr id="30" name="object 30"/>
            <p:cNvPicPr/>
            <p:nvPr/>
          </p:nvPicPr>
          <p:blipFill>
            <a:blip r:embed="rId17" cstate="print"/>
            <a:stretch>
              <a:fillRect/>
            </a:stretch>
          </p:blipFill>
          <p:spPr>
            <a:xfrm>
              <a:off x="3813682" y="3611244"/>
              <a:ext cx="2979242" cy="280415"/>
            </a:xfrm>
            <a:prstGeom prst="rect">
              <a:avLst/>
            </a:prstGeom>
          </p:spPr>
        </p:pic>
        <p:pic>
          <p:nvPicPr>
            <p:cNvPr id="31" name="object 31"/>
            <p:cNvPicPr/>
            <p:nvPr/>
          </p:nvPicPr>
          <p:blipFill>
            <a:blip r:embed="rId18" cstate="print"/>
            <a:stretch>
              <a:fillRect/>
            </a:stretch>
          </p:blipFill>
          <p:spPr>
            <a:xfrm>
              <a:off x="6738493" y="3611244"/>
              <a:ext cx="365759" cy="280415"/>
            </a:xfrm>
            <a:prstGeom prst="rect">
              <a:avLst/>
            </a:prstGeom>
          </p:spPr>
        </p:pic>
        <p:pic>
          <p:nvPicPr>
            <p:cNvPr id="32" name="object 32"/>
            <p:cNvPicPr/>
            <p:nvPr/>
          </p:nvPicPr>
          <p:blipFill>
            <a:blip r:embed="rId19" cstate="print"/>
            <a:stretch>
              <a:fillRect/>
            </a:stretch>
          </p:blipFill>
          <p:spPr>
            <a:xfrm>
              <a:off x="548640" y="4045584"/>
              <a:ext cx="1036662" cy="280415"/>
            </a:xfrm>
            <a:prstGeom prst="rect">
              <a:avLst/>
            </a:prstGeom>
          </p:spPr>
        </p:pic>
        <p:pic>
          <p:nvPicPr>
            <p:cNvPr id="33" name="object 33"/>
            <p:cNvPicPr/>
            <p:nvPr/>
          </p:nvPicPr>
          <p:blipFill>
            <a:blip r:embed="rId20" cstate="print"/>
            <a:stretch>
              <a:fillRect/>
            </a:stretch>
          </p:blipFill>
          <p:spPr>
            <a:xfrm>
              <a:off x="1533398" y="4045584"/>
              <a:ext cx="1273937" cy="280415"/>
            </a:xfrm>
            <a:prstGeom prst="rect">
              <a:avLst/>
            </a:prstGeom>
          </p:spPr>
        </p:pic>
        <p:pic>
          <p:nvPicPr>
            <p:cNvPr id="34" name="object 34"/>
            <p:cNvPicPr/>
            <p:nvPr/>
          </p:nvPicPr>
          <p:blipFill>
            <a:blip r:embed="rId21" cstate="print"/>
            <a:stretch>
              <a:fillRect/>
            </a:stretch>
          </p:blipFill>
          <p:spPr>
            <a:xfrm>
              <a:off x="2741929" y="4045584"/>
              <a:ext cx="683894" cy="280415"/>
            </a:xfrm>
            <a:prstGeom prst="rect">
              <a:avLst/>
            </a:prstGeom>
          </p:spPr>
        </p:pic>
      </p:grpSp>
      <p:sp>
        <p:nvSpPr>
          <p:cNvPr id="35" name="object 35"/>
          <p:cNvSpPr txBox="1"/>
          <p:nvPr/>
        </p:nvSpPr>
        <p:spPr>
          <a:xfrm>
            <a:off x="548640" y="2572517"/>
            <a:ext cx="4130040" cy="894080"/>
          </a:xfrm>
          <a:prstGeom prst="rect">
            <a:avLst/>
          </a:prstGeom>
        </p:spPr>
        <p:txBody>
          <a:bodyPr vert="horz" wrap="square" lIns="0" tIns="156845" rIns="0" bIns="0" rtlCol="0">
            <a:spAutoFit/>
          </a:bodyPr>
          <a:lstStyle/>
          <a:p>
            <a:pPr>
              <a:lnSpc>
                <a:spcPct val="100000"/>
              </a:lnSpc>
              <a:spcBef>
                <a:spcPts val="1235"/>
              </a:spcBef>
              <a:tabLst>
                <a:tab pos="2607310" algn="l"/>
              </a:tabLst>
            </a:pPr>
            <a:r>
              <a:rPr sz="1900" spc="75" dirty="0">
                <a:solidFill>
                  <a:srgbClr val="252525"/>
                </a:solidFill>
                <a:latin typeface="Cambria"/>
                <a:cs typeface="Cambria"/>
              </a:rPr>
              <a:t>with</a:t>
            </a:r>
            <a:r>
              <a:rPr sz="1900" spc="320" dirty="0">
                <a:solidFill>
                  <a:srgbClr val="252525"/>
                </a:solidFill>
                <a:latin typeface="Cambria"/>
                <a:cs typeface="Cambria"/>
              </a:rPr>
              <a:t> </a:t>
            </a:r>
            <a:r>
              <a:rPr sz="1900" spc="75" dirty="0">
                <a:solidFill>
                  <a:srgbClr val="252525"/>
                </a:solidFill>
                <a:latin typeface="Cambria"/>
                <a:cs typeface="Cambria"/>
              </a:rPr>
              <a:t>the</a:t>
            </a:r>
            <a:r>
              <a:rPr sz="1900" dirty="0">
                <a:solidFill>
                  <a:srgbClr val="252525"/>
                </a:solidFill>
                <a:latin typeface="Cambria"/>
                <a:cs typeface="Cambria"/>
              </a:rPr>
              <a:t>	</a:t>
            </a:r>
            <a:r>
              <a:rPr sz="1900" spc="75" dirty="0">
                <a:solidFill>
                  <a:srgbClr val="252525"/>
                </a:solidFill>
                <a:latin typeface="Cambria"/>
                <a:cs typeface="Cambria"/>
              </a:rPr>
              <a:t>between</a:t>
            </a:r>
            <a:endParaRPr sz="1900">
              <a:latin typeface="Cambria"/>
              <a:cs typeface="Cambria"/>
            </a:endParaRPr>
          </a:p>
          <a:p>
            <a:pPr>
              <a:lnSpc>
                <a:spcPct val="100000"/>
              </a:lnSpc>
              <a:spcBef>
                <a:spcPts val="1140"/>
              </a:spcBef>
              <a:tabLst>
                <a:tab pos="1167130" algn="l"/>
                <a:tab pos="2569210" algn="l"/>
                <a:tab pos="2966085" algn="l"/>
              </a:tabLst>
            </a:pPr>
            <a:r>
              <a:rPr sz="1900" spc="35" dirty="0">
                <a:solidFill>
                  <a:srgbClr val="252525"/>
                </a:solidFill>
                <a:latin typeface="Cambria"/>
                <a:cs typeface="Cambria"/>
              </a:rPr>
              <a:t>(natural)</a:t>
            </a:r>
            <a:r>
              <a:rPr sz="1900" dirty="0">
                <a:solidFill>
                  <a:srgbClr val="252525"/>
                </a:solidFill>
                <a:latin typeface="Cambria"/>
                <a:cs typeface="Cambria"/>
              </a:rPr>
              <a:t>	</a:t>
            </a:r>
            <a:r>
              <a:rPr sz="1900" spc="105" dirty="0">
                <a:solidFill>
                  <a:srgbClr val="252525"/>
                </a:solidFill>
                <a:latin typeface="Cambria"/>
                <a:cs typeface="Cambria"/>
              </a:rPr>
              <a:t>languages,</a:t>
            </a:r>
            <a:r>
              <a:rPr sz="1900" dirty="0">
                <a:solidFill>
                  <a:srgbClr val="252525"/>
                </a:solidFill>
                <a:latin typeface="Cambria"/>
                <a:cs typeface="Cambria"/>
              </a:rPr>
              <a:t>	</a:t>
            </a:r>
            <a:r>
              <a:rPr sz="1900" spc="65" dirty="0">
                <a:solidFill>
                  <a:srgbClr val="252525"/>
                </a:solidFill>
                <a:latin typeface="Cambria"/>
                <a:cs typeface="Cambria"/>
              </a:rPr>
              <a:t>in</a:t>
            </a:r>
            <a:r>
              <a:rPr sz="1900" dirty="0">
                <a:solidFill>
                  <a:srgbClr val="252525"/>
                </a:solidFill>
                <a:latin typeface="Cambria"/>
                <a:cs typeface="Cambria"/>
              </a:rPr>
              <a:t>	</a:t>
            </a:r>
            <a:r>
              <a:rPr sz="1900" spc="85" dirty="0">
                <a:solidFill>
                  <a:srgbClr val="252525"/>
                </a:solidFill>
                <a:latin typeface="Cambria"/>
                <a:cs typeface="Cambria"/>
              </a:rPr>
              <a:t>particular</a:t>
            </a:r>
            <a:endParaRPr sz="1900">
              <a:latin typeface="Cambria"/>
              <a:cs typeface="Cambria"/>
            </a:endParaRPr>
          </a:p>
        </p:txBody>
      </p:sp>
      <p:sp>
        <p:nvSpPr>
          <p:cNvPr id="36" name="object 36"/>
          <p:cNvSpPr txBox="1"/>
          <p:nvPr/>
        </p:nvSpPr>
        <p:spPr>
          <a:xfrm>
            <a:off x="548640" y="4044696"/>
            <a:ext cx="2816860" cy="281940"/>
          </a:xfrm>
          <a:prstGeom prst="rect">
            <a:avLst/>
          </a:prstGeom>
        </p:spPr>
        <p:txBody>
          <a:bodyPr vert="horz" wrap="square" lIns="0" tIns="0" rIns="0" bIns="0" rtlCol="0">
            <a:spAutoFit/>
          </a:bodyPr>
          <a:lstStyle/>
          <a:p>
            <a:pPr algn="r">
              <a:lnSpc>
                <a:spcPts val="2185"/>
              </a:lnSpc>
            </a:pPr>
            <a:r>
              <a:rPr sz="1900" spc="60" dirty="0">
                <a:solidFill>
                  <a:srgbClr val="252525"/>
                </a:solidFill>
                <a:latin typeface="Cambria"/>
                <a:cs typeface="Cambria"/>
              </a:rPr>
              <a:t>.</a:t>
            </a:r>
            <a:endParaRPr sz="1900">
              <a:latin typeface="Cambria"/>
              <a:cs typeface="Cambria"/>
            </a:endParaRPr>
          </a:p>
        </p:txBody>
      </p:sp>
      <p:grpSp>
        <p:nvGrpSpPr>
          <p:cNvPr id="37" name="object 37"/>
          <p:cNvGrpSpPr/>
          <p:nvPr/>
        </p:nvGrpSpPr>
        <p:grpSpPr>
          <a:xfrm>
            <a:off x="548640" y="5167629"/>
            <a:ext cx="6575425" cy="715010"/>
            <a:chOff x="548640" y="5167629"/>
            <a:chExt cx="6575425" cy="715010"/>
          </a:xfrm>
        </p:grpSpPr>
        <p:pic>
          <p:nvPicPr>
            <p:cNvPr id="38" name="object 38"/>
            <p:cNvPicPr/>
            <p:nvPr/>
          </p:nvPicPr>
          <p:blipFill>
            <a:blip r:embed="rId22" cstate="print"/>
            <a:stretch>
              <a:fillRect/>
            </a:stretch>
          </p:blipFill>
          <p:spPr>
            <a:xfrm>
              <a:off x="1710181" y="5167629"/>
              <a:ext cx="958342" cy="280416"/>
            </a:xfrm>
            <a:prstGeom prst="rect">
              <a:avLst/>
            </a:prstGeom>
          </p:spPr>
        </p:pic>
        <p:pic>
          <p:nvPicPr>
            <p:cNvPr id="39" name="object 39"/>
            <p:cNvPicPr/>
            <p:nvPr/>
          </p:nvPicPr>
          <p:blipFill>
            <a:blip r:embed="rId23" cstate="print"/>
            <a:stretch>
              <a:fillRect/>
            </a:stretch>
          </p:blipFill>
          <p:spPr>
            <a:xfrm>
              <a:off x="2853182" y="5167629"/>
              <a:ext cx="1563878" cy="280416"/>
            </a:xfrm>
            <a:prstGeom prst="rect">
              <a:avLst/>
            </a:prstGeom>
          </p:spPr>
        </p:pic>
        <p:pic>
          <p:nvPicPr>
            <p:cNvPr id="40" name="object 40"/>
            <p:cNvPicPr/>
            <p:nvPr/>
          </p:nvPicPr>
          <p:blipFill>
            <a:blip r:embed="rId24" cstate="print"/>
            <a:stretch>
              <a:fillRect/>
            </a:stretch>
          </p:blipFill>
          <p:spPr>
            <a:xfrm>
              <a:off x="4618355" y="5167629"/>
              <a:ext cx="1036320" cy="280416"/>
            </a:xfrm>
            <a:prstGeom prst="rect">
              <a:avLst/>
            </a:prstGeom>
          </p:spPr>
        </p:pic>
        <p:pic>
          <p:nvPicPr>
            <p:cNvPr id="41" name="object 41"/>
            <p:cNvPicPr/>
            <p:nvPr/>
          </p:nvPicPr>
          <p:blipFill>
            <a:blip r:embed="rId25" cstate="print"/>
            <a:stretch>
              <a:fillRect/>
            </a:stretch>
          </p:blipFill>
          <p:spPr>
            <a:xfrm>
              <a:off x="5848476" y="5167629"/>
              <a:ext cx="1275588" cy="280416"/>
            </a:xfrm>
            <a:prstGeom prst="rect">
              <a:avLst/>
            </a:prstGeom>
          </p:spPr>
        </p:pic>
        <p:pic>
          <p:nvPicPr>
            <p:cNvPr id="42" name="object 42"/>
            <p:cNvPicPr/>
            <p:nvPr/>
          </p:nvPicPr>
          <p:blipFill>
            <a:blip r:embed="rId26" cstate="print"/>
            <a:stretch>
              <a:fillRect/>
            </a:stretch>
          </p:blipFill>
          <p:spPr>
            <a:xfrm>
              <a:off x="548640" y="5601919"/>
              <a:ext cx="1971167" cy="280416"/>
            </a:xfrm>
            <a:prstGeom prst="rect">
              <a:avLst/>
            </a:prstGeom>
          </p:spPr>
        </p:pic>
        <p:pic>
          <p:nvPicPr>
            <p:cNvPr id="43" name="object 43"/>
            <p:cNvPicPr/>
            <p:nvPr/>
          </p:nvPicPr>
          <p:blipFill>
            <a:blip r:embed="rId27" cstate="print"/>
            <a:stretch>
              <a:fillRect/>
            </a:stretch>
          </p:blipFill>
          <p:spPr>
            <a:xfrm>
              <a:off x="2464562" y="5601919"/>
              <a:ext cx="617727" cy="280416"/>
            </a:xfrm>
            <a:prstGeom prst="rect">
              <a:avLst/>
            </a:prstGeom>
          </p:spPr>
        </p:pic>
        <p:pic>
          <p:nvPicPr>
            <p:cNvPr id="44" name="object 44"/>
            <p:cNvPicPr/>
            <p:nvPr/>
          </p:nvPicPr>
          <p:blipFill>
            <a:blip r:embed="rId19" cstate="print"/>
            <a:stretch>
              <a:fillRect/>
            </a:stretch>
          </p:blipFill>
          <p:spPr>
            <a:xfrm>
              <a:off x="3002534" y="5601919"/>
              <a:ext cx="1036662" cy="280416"/>
            </a:xfrm>
            <a:prstGeom prst="rect">
              <a:avLst/>
            </a:prstGeom>
          </p:spPr>
        </p:pic>
        <p:pic>
          <p:nvPicPr>
            <p:cNvPr id="45" name="object 45"/>
            <p:cNvPicPr/>
            <p:nvPr/>
          </p:nvPicPr>
          <p:blipFill>
            <a:blip r:embed="rId20" cstate="print"/>
            <a:stretch>
              <a:fillRect/>
            </a:stretch>
          </p:blipFill>
          <p:spPr>
            <a:xfrm>
              <a:off x="3987418" y="5601919"/>
              <a:ext cx="1273810" cy="280416"/>
            </a:xfrm>
            <a:prstGeom prst="rect">
              <a:avLst/>
            </a:prstGeom>
          </p:spPr>
        </p:pic>
        <p:pic>
          <p:nvPicPr>
            <p:cNvPr id="46" name="object 46"/>
            <p:cNvPicPr/>
            <p:nvPr/>
          </p:nvPicPr>
          <p:blipFill>
            <a:blip r:embed="rId28" cstate="print"/>
            <a:stretch>
              <a:fillRect/>
            </a:stretch>
          </p:blipFill>
          <p:spPr>
            <a:xfrm>
              <a:off x="5195950" y="5601919"/>
              <a:ext cx="1447037" cy="280416"/>
            </a:xfrm>
            <a:prstGeom prst="rect">
              <a:avLst/>
            </a:prstGeom>
          </p:spPr>
        </p:pic>
      </p:grpSp>
      <p:sp>
        <p:nvSpPr>
          <p:cNvPr id="47" name="object 47"/>
          <p:cNvSpPr txBox="1"/>
          <p:nvPr/>
        </p:nvSpPr>
        <p:spPr>
          <a:xfrm>
            <a:off x="320040" y="4561818"/>
            <a:ext cx="6673215" cy="1329690"/>
          </a:xfrm>
          <a:prstGeom prst="rect">
            <a:avLst/>
          </a:prstGeom>
        </p:spPr>
        <p:txBody>
          <a:bodyPr vert="horz" wrap="square" lIns="0" tIns="158115" rIns="0" bIns="0" rtlCol="0">
            <a:spAutoFit/>
          </a:bodyPr>
          <a:lstStyle/>
          <a:p>
            <a:pPr marL="227965" indent="-227965">
              <a:lnSpc>
                <a:spcPct val="100000"/>
              </a:lnSpc>
              <a:spcBef>
                <a:spcPts val="1245"/>
              </a:spcBef>
              <a:buClr>
                <a:srgbClr val="006F57"/>
              </a:buClr>
              <a:buSzPct val="73684"/>
              <a:buFont typeface="Wingdings"/>
              <a:buChar char=""/>
              <a:tabLst>
                <a:tab pos="227965" algn="l"/>
              </a:tabLst>
            </a:pPr>
            <a:r>
              <a:rPr sz="1900" spc="120" dirty="0">
                <a:solidFill>
                  <a:srgbClr val="252525"/>
                </a:solidFill>
                <a:latin typeface="Cambria"/>
                <a:cs typeface="Cambria"/>
              </a:rPr>
              <a:t>Challenges</a:t>
            </a:r>
            <a:r>
              <a:rPr sz="1900" spc="470" dirty="0">
                <a:solidFill>
                  <a:srgbClr val="252525"/>
                </a:solidFill>
                <a:latin typeface="Cambria"/>
                <a:cs typeface="Cambria"/>
              </a:rPr>
              <a:t> </a:t>
            </a:r>
            <a:r>
              <a:rPr sz="1900" spc="95" dirty="0">
                <a:solidFill>
                  <a:srgbClr val="252525"/>
                </a:solidFill>
                <a:latin typeface="Cambria"/>
                <a:cs typeface="Cambria"/>
              </a:rPr>
              <a:t>in</a:t>
            </a:r>
            <a:r>
              <a:rPr sz="1900" spc="455" dirty="0">
                <a:solidFill>
                  <a:srgbClr val="252525"/>
                </a:solidFill>
                <a:latin typeface="Cambria"/>
                <a:cs typeface="Cambria"/>
              </a:rPr>
              <a:t> </a:t>
            </a:r>
            <a:r>
              <a:rPr sz="1900" spc="100" dirty="0">
                <a:solidFill>
                  <a:srgbClr val="252525"/>
                </a:solidFill>
                <a:latin typeface="Cambria"/>
                <a:cs typeface="Cambria"/>
              </a:rPr>
              <a:t>natural</a:t>
            </a:r>
            <a:r>
              <a:rPr sz="1900" spc="470" dirty="0">
                <a:solidFill>
                  <a:srgbClr val="252525"/>
                </a:solidFill>
                <a:latin typeface="Cambria"/>
                <a:cs typeface="Cambria"/>
              </a:rPr>
              <a:t> </a:t>
            </a:r>
            <a:r>
              <a:rPr sz="1900" spc="114" dirty="0">
                <a:solidFill>
                  <a:srgbClr val="252525"/>
                </a:solidFill>
                <a:latin typeface="Cambria"/>
                <a:cs typeface="Cambria"/>
              </a:rPr>
              <a:t>language</a:t>
            </a:r>
            <a:r>
              <a:rPr sz="1900" spc="470" dirty="0">
                <a:solidFill>
                  <a:srgbClr val="252525"/>
                </a:solidFill>
                <a:latin typeface="Cambria"/>
                <a:cs typeface="Cambria"/>
              </a:rPr>
              <a:t> </a:t>
            </a:r>
            <a:r>
              <a:rPr sz="1900" spc="110" dirty="0">
                <a:solidFill>
                  <a:srgbClr val="252525"/>
                </a:solidFill>
                <a:latin typeface="Cambria"/>
                <a:cs typeface="Cambria"/>
              </a:rPr>
              <a:t>processing</a:t>
            </a:r>
            <a:r>
              <a:rPr sz="1900" spc="465" dirty="0">
                <a:solidFill>
                  <a:srgbClr val="252525"/>
                </a:solidFill>
                <a:latin typeface="Cambria"/>
                <a:cs typeface="Cambria"/>
              </a:rPr>
              <a:t> </a:t>
            </a:r>
            <a:r>
              <a:rPr sz="1900" spc="95" dirty="0">
                <a:solidFill>
                  <a:srgbClr val="252525"/>
                </a:solidFill>
                <a:latin typeface="Cambria"/>
                <a:cs typeface="Cambria"/>
              </a:rPr>
              <a:t>frequently</a:t>
            </a:r>
            <a:endParaRPr sz="1900">
              <a:latin typeface="Cambria"/>
              <a:cs typeface="Cambria"/>
            </a:endParaRPr>
          </a:p>
          <a:p>
            <a:pPr marL="228600">
              <a:lnSpc>
                <a:spcPct val="100000"/>
              </a:lnSpc>
              <a:spcBef>
                <a:spcPts val="1145"/>
              </a:spcBef>
            </a:pPr>
            <a:r>
              <a:rPr sz="1900" spc="70" dirty="0">
                <a:solidFill>
                  <a:srgbClr val="252525"/>
                </a:solidFill>
                <a:latin typeface="Cambria"/>
                <a:cs typeface="Cambria"/>
              </a:rPr>
              <a:t>involve</a:t>
            </a:r>
            <a:endParaRPr sz="1900">
              <a:latin typeface="Cambria"/>
              <a:cs typeface="Cambria"/>
            </a:endParaRPr>
          </a:p>
          <a:p>
            <a:pPr marR="410209" algn="r">
              <a:lnSpc>
                <a:spcPct val="100000"/>
              </a:lnSpc>
              <a:spcBef>
                <a:spcPts val="1140"/>
              </a:spcBef>
            </a:pPr>
            <a:r>
              <a:rPr sz="1900" spc="60" dirty="0">
                <a:solidFill>
                  <a:srgbClr val="252525"/>
                </a:solidFill>
                <a:latin typeface="Cambria"/>
                <a:cs typeface="Cambria"/>
              </a:rPr>
              <a:t>.</a:t>
            </a:r>
            <a:endParaRPr sz="1900">
              <a:latin typeface="Cambria"/>
              <a:cs typeface="Cambria"/>
            </a:endParaRPr>
          </a:p>
        </p:txBody>
      </p:sp>
      <p:sp>
        <p:nvSpPr>
          <p:cNvPr id="48" name="object 48"/>
          <p:cNvSpPr txBox="1"/>
          <p:nvPr/>
        </p:nvSpPr>
        <p:spPr>
          <a:xfrm>
            <a:off x="11788520" y="222884"/>
            <a:ext cx="133985"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Cambria"/>
                <a:cs typeface="Cambria"/>
              </a:rPr>
              <a:t>3</a:t>
            </a:r>
            <a:endParaRPr sz="1400">
              <a:latin typeface="Cambria"/>
              <a:cs typeface="Cambria"/>
            </a:endParaRPr>
          </a:p>
        </p:txBody>
      </p:sp>
      <p:pic>
        <p:nvPicPr>
          <p:cNvPr id="49" name="object 49"/>
          <p:cNvPicPr/>
          <p:nvPr/>
        </p:nvPicPr>
        <p:blipFill>
          <a:blip r:embed="rId29" cstate="print"/>
          <a:stretch>
            <a:fillRect/>
          </a:stretch>
        </p:blipFill>
        <p:spPr>
          <a:xfrm>
            <a:off x="7315200" y="2514600"/>
            <a:ext cx="4648200" cy="2679192"/>
          </a:xfrm>
          <a:prstGeom prst="rect">
            <a:avLst/>
          </a:prstGeom>
        </p:spPr>
      </p:pic>
      <p:sp>
        <p:nvSpPr>
          <p:cNvPr id="50" name="object 50"/>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45" dirty="0"/>
              <a:t>February</a:t>
            </a:r>
            <a:r>
              <a:rPr spc="120" dirty="0"/>
              <a:t> </a:t>
            </a:r>
            <a:r>
              <a:rPr spc="55" dirty="0"/>
              <a:t>14,</a:t>
            </a:r>
            <a:r>
              <a:rPr spc="110" dirty="0"/>
              <a:t> </a:t>
            </a:r>
            <a:r>
              <a:rPr spc="35" dirty="0"/>
              <a:t>2022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190500"/>
            <a:ext cx="10988040" cy="6132830"/>
            <a:chOff x="304800" y="190500"/>
            <a:chExt cx="10988040" cy="6132830"/>
          </a:xfrm>
        </p:grpSpPr>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pic>
          <p:nvPicPr>
            <p:cNvPr id="4" name="object 4"/>
            <p:cNvPicPr/>
            <p:nvPr/>
          </p:nvPicPr>
          <p:blipFill>
            <a:blip r:embed="rId2" cstate="print"/>
            <a:stretch>
              <a:fillRect/>
            </a:stretch>
          </p:blipFill>
          <p:spPr>
            <a:xfrm>
              <a:off x="304800" y="1014983"/>
              <a:ext cx="10988040" cy="5308092"/>
            </a:xfrm>
            <a:prstGeom prst="rect">
              <a:avLst/>
            </a:prstGeom>
          </p:spPr>
        </p:pic>
      </p:grpSp>
      <p:sp>
        <p:nvSpPr>
          <p:cNvPr id="5" name="object 5"/>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215" dirty="0"/>
              <a:t>Applications</a:t>
            </a:r>
            <a:endParaRPr sz="3600">
              <a:latin typeface="Arial Black"/>
              <a:cs typeface="Arial Black"/>
            </a:endParaRPr>
          </a:p>
        </p:txBody>
      </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45" dirty="0"/>
              <a:t>February</a:t>
            </a:r>
            <a:r>
              <a:rPr spc="120" dirty="0"/>
              <a:t> </a:t>
            </a:r>
            <a:r>
              <a:rPr spc="55" dirty="0"/>
              <a:t>14,</a:t>
            </a:r>
            <a:r>
              <a:rPr spc="110" dirty="0"/>
              <a:t> </a:t>
            </a:r>
            <a:r>
              <a:rPr spc="35" dirty="0"/>
              <a:t>2022</a:t>
            </a:r>
          </a:p>
        </p:txBody>
      </p:sp>
      <p:sp>
        <p:nvSpPr>
          <p:cNvPr id="6" name="object 6"/>
          <p:cNvSpPr txBox="1"/>
          <p:nvPr/>
        </p:nvSpPr>
        <p:spPr>
          <a:xfrm>
            <a:off x="11788520" y="222884"/>
            <a:ext cx="133985"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Cambria"/>
                <a:cs typeface="Cambria"/>
              </a:rPr>
              <a:t>4</a:t>
            </a:r>
            <a:endParaRPr sz="1400">
              <a:latin typeface="Cambria"/>
              <a:cs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235" dirty="0"/>
              <a:t>Deep</a:t>
            </a:r>
            <a:r>
              <a:rPr sz="3600" spc="310" dirty="0"/>
              <a:t> </a:t>
            </a:r>
            <a:r>
              <a:rPr sz="3600" spc="170" dirty="0"/>
              <a:t>Learning</a:t>
            </a:r>
            <a:r>
              <a:rPr sz="3600" spc="310" dirty="0"/>
              <a:t> </a:t>
            </a:r>
            <a:r>
              <a:rPr sz="3600" dirty="0"/>
              <a:t>&amp;</a:t>
            </a:r>
            <a:r>
              <a:rPr sz="3600" spc="295" dirty="0"/>
              <a:t> </a:t>
            </a:r>
            <a:r>
              <a:rPr sz="3600" spc="80" dirty="0"/>
              <a:t>NLP</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11788520" y="222884"/>
            <a:ext cx="133985"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Cambria"/>
                <a:cs typeface="Cambria"/>
              </a:rPr>
              <a:t>6</a:t>
            </a:r>
            <a:endParaRPr sz="1400">
              <a:latin typeface="Cambria"/>
              <a:cs typeface="Cambria"/>
            </a:endParaRPr>
          </a:p>
        </p:txBody>
      </p:sp>
      <p:pic>
        <p:nvPicPr>
          <p:cNvPr id="5" name="object 5"/>
          <p:cNvPicPr/>
          <p:nvPr/>
        </p:nvPicPr>
        <p:blipFill>
          <a:blip r:embed="rId2" cstate="print"/>
          <a:stretch>
            <a:fillRect/>
          </a:stretch>
        </p:blipFill>
        <p:spPr>
          <a:xfrm>
            <a:off x="2453034" y="1082039"/>
            <a:ext cx="7107088" cy="4907734"/>
          </a:xfrm>
          <a:prstGeom prst="rect">
            <a:avLst/>
          </a:prstGeom>
        </p:spPr>
      </p:pic>
      <p:sp>
        <p:nvSpPr>
          <p:cNvPr id="6" name="object 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45" dirty="0"/>
              <a:t>February</a:t>
            </a:r>
            <a:r>
              <a:rPr spc="120" dirty="0"/>
              <a:t> </a:t>
            </a:r>
            <a:r>
              <a:rPr spc="55" dirty="0"/>
              <a:t>14,</a:t>
            </a:r>
            <a:r>
              <a:rPr spc="110" dirty="0"/>
              <a:t> </a:t>
            </a:r>
            <a:r>
              <a:rPr spc="35" dirty="0"/>
              <a:t>2022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089" y="207390"/>
            <a:ext cx="330835" cy="57404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075A74"/>
                </a:solidFill>
                <a:latin typeface="Arial Black"/>
                <a:cs typeface="Arial Black"/>
              </a:rPr>
              <a:t>+</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11788520" y="222884"/>
            <a:ext cx="133985"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Cambria"/>
                <a:cs typeface="Cambria"/>
              </a:rPr>
              <a:t>7</a:t>
            </a:r>
            <a:endParaRPr sz="1400">
              <a:latin typeface="Cambria"/>
              <a:cs typeface="Cambria"/>
            </a:endParaRPr>
          </a:p>
        </p:txBody>
      </p:sp>
      <p:grpSp>
        <p:nvGrpSpPr>
          <p:cNvPr id="5" name="object 5"/>
          <p:cNvGrpSpPr/>
          <p:nvPr/>
        </p:nvGrpSpPr>
        <p:grpSpPr>
          <a:xfrm>
            <a:off x="228601" y="0"/>
            <a:ext cx="11410342" cy="6553200"/>
            <a:chOff x="228601" y="0"/>
            <a:chExt cx="11410342" cy="6553200"/>
          </a:xfrm>
        </p:grpSpPr>
        <p:pic>
          <p:nvPicPr>
            <p:cNvPr id="6" name="object 6"/>
            <p:cNvPicPr/>
            <p:nvPr/>
          </p:nvPicPr>
          <p:blipFill>
            <a:blip r:embed="rId3" cstate="print"/>
            <a:stretch>
              <a:fillRect/>
            </a:stretch>
          </p:blipFill>
          <p:spPr>
            <a:xfrm>
              <a:off x="228601" y="0"/>
              <a:ext cx="11410342" cy="3429000"/>
            </a:xfrm>
            <a:prstGeom prst="rect">
              <a:avLst/>
            </a:prstGeom>
          </p:spPr>
        </p:pic>
        <p:pic>
          <p:nvPicPr>
            <p:cNvPr id="7" name="object 7"/>
            <p:cNvPicPr/>
            <p:nvPr/>
          </p:nvPicPr>
          <p:blipFill>
            <a:blip r:embed="rId4" cstate="print"/>
            <a:stretch>
              <a:fillRect/>
            </a:stretch>
          </p:blipFill>
          <p:spPr>
            <a:xfrm>
              <a:off x="285089" y="3657598"/>
              <a:ext cx="11221112" cy="2895602"/>
            </a:xfrm>
            <a:prstGeom prst="rect">
              <a:avLst/>
            </a:prstGeom>
          </p:spPr>
        </p:pic>
      </p:grpSp>
      <p:sp>
        <p:nvSpPr>
          <p:cNvPr id="9" name="TextBox 8">
            <a:extLst>
              <a:ext uri="{FF2B5EF4-FFF2-40B4-BE49-F238E27FC236}">
                <a16:creationId xmlns:a16="http://schemas.microsoft.com/office/drawing/2014/main" id="{E9882802-8F19-ABE9-94EA-5EA9E7621B73}"/>
              </a:ext>
            </a:extLst>
          </p:cNvPr>
          <p:cNvSpPr txBox="1"/>
          <p:nvPr/>
        </p:nvSpPr>
        <p:spPr>
          <a:xfrm>
            <a:off x="6688216" y="38218"/>
            <a:ext cx="2150984" cy="369332"/>
          </a:xfrm>
          <a:prstGeom prst="rect">
            <a:avLst/>
          </a:prstGeom>
          <a:noFill/>
        </p:spPr>
        <p:txBody>
          <a:bodyPr wrap="square">
            <a:spAutoFit/>
          </a:bodyPr>
          <a:lstStyle/>
          <a:p>
            <a:r>
              <a:rPr lang="en-US" dirty="0"/>
              <a:t> (Source: </a:t>
            </a:r>
            <a:r>
              <a:rPr lang="en-US" dirty="0">
                <a:hlinkClick r:id="rId5"/>
              </a:rPr>
              <a:t>Thanaki</a:t>
            </a:r>
            <a:r>
              <a:rPr lang="en-US" dirty="0"/>
              <a:t>)</a:t>
            </a:r>
          </a:p>
        </p:txBody>
      </p:sp>
      <p:sp>
        <p:nvSpPr>
          <p:cNvPr id="11" name="TextBox 10">
            <a:extLst>
              <a:ext uri="{FF2B5EF4-FFF2-40B4-BE49-F238E27FC236}">
                <a16:creationId xmlns:a16="http://schemas.microsoft.com/office/drawing/2014/main" id="{B7938F7C-18FC-07DD-2247-F204A1E4566F}"/>
              </a:ext>
            </a:extLst>
          </p:cNvPr>
          <p:cNvSpPr txBox="1"/>
          <p:nvPr/>
        </p:nvSpPr>
        <p:spPr>
          <a:xfrm>
            <a:off x="7924800" y="3657598"/>
            <a:ext cx="1828800" cy="369332"/>
          </a:xfrm>
          <a:prstGeom prst="rect">
            <a:avLst/>
          </a:prstGeom>
          <a:noFill/>
        </p:spPr>
        <p:txBody>
          <a:bodyPr wrap="square">
            <a:spAutoFit/>
          </a:bodyPr>
          <a:lstStyle/>
          <a:p>
            <a:r>
              <a:rPr lang="en-US" b="0" i="0" dirty="0">
                <a:solidFill>
                  <a:srgbClr val="6B6B6B"/>
                </a:solidFill>
                <a:effectLst/>
                <a:latin typeface="sohne"/>
              </a:rPr>
              <a:t>(Source: </a:t>
            </a:r>
            <a:r>
              <a:rPr lang="en-US" b="0" i="0" u="sng" dirty="0">
                <a:effectLst/>
                <a:latin typeface="sohne"/>
                <a:hlinkClick r:id="rId5"/>
              </a:rPr>
              <a:t>Thanaki</a:t>
            </a:r>
            <a:r>
              <a:rPr lang="en-US" b="0" i="0" dirty="0">
                <a:solidFill>
                  <a:srgbClr val="6B6B6B"/>
                </a:solidFill>
                <a:effectLst/>
                <a:latin typeface="sohne"/>
              </a:rPr>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204" dirty="0"/>
              <a:t>Text</a:t>
            </a:r>
            <a:r>
              <a:rPr sz="3600" spc="300" dirty="0"/>
              <a:t> </a:t>
            </a:r>
            <a:r>
              <a:rPr sz="3600" spc="210" dirty="0"/>
              <a:t>Classification</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6037453" y="1289558"/>
            <a:ext cx="3853179" cy="295910"/>
            <a:chOff x="6037453" y="1289558"/>
            <a:chExt cx="3853179" cy="295910"/>
          </a:xfrm>
        </p:grpSpPr>
        <p:pic>
          <p:nvPicPr>
            <p:cNvPr id="5" name="object 5"/>
            <p:cNvPicPr/>
            <p:nvPr/>
          </p:nvPicPr>
          <p:blipFill>
            <a:blip r:embed="rId2" cstate="print"/>
            <a:stretch>
              <a:fillRect/>
            </a:stretch>
          </p:blipFill>
          <p:spPr>
            <a:xfrm>
              <a:off x="6037453" y="1289558"/>
              <a:ext cx="2400554" cy="295656"/>
            </a:xfrm>
            <a:prstGeom prst="rect">
              <a:avLst/>
            </a:prstGeom>
          </p:spPr>
        </p:pic>
        <p:pic>
          <p:nvPicPr>
            <p:cNvPr id="6" name="object 6"/>
            <p:cNvPicPr/>
            <p:nvPr/>
          </p:nvPicPr>
          <p:blipFill>
            <a:blip r:embed="rId3" cstate="print"/>
            <a:stretch>
              <a:fillRect/>
            </a:stretch>
          </p:blipFill>
          <p:spPr>
            <a:xfrm>
              <a:off x="8389366" y="1289558"/>
              <a:ext cx="1500758" cy="295656"/>
            </a:xfrm>
            <a:prstGeom prst="rect">
              <a:avLst/>
            </a:prstGeom>
          </p:spPr>
        </p:pic>
      </p:grpSp>
      <p:sp>
        <p:nvSpPr>
          <p:cNvPr id="7" name="object 7"/>
          <p:cNvSpPr txBox="1"/>
          <p:nvPr/>
        </p:nvSpPr>
        <p:spPr>
          <a:xfrm>
            <a:off x="743508" y="1113361"/>
            <a:ext cx="5205095" cy="939800"/>
          </a:xfrm>
          <a:prstGeom prst="rect">
            <a:avLst/>
          </a:prstGeom>
        </p:spPr>
        <p:txBody>
          <a:bodyPr vert="horz" wrap="square" lIns="0" tIns="164465" rIns="0" bIns="0" rtlCol="0">
            <a:spAutoFit/>
          </a:bodyPr>
          <a:lstStyle/>
          <a:p>
            <a:pPr marL="240665" indent="-227965">
              <a:lnSpc>
                <a:spcPct val="100000"/>
              </a:lnSpc>
              <a:spcBef>
                <a:spcPts val="1295"/>
              </a:spcBef>
              <a:buClr>
                <a:srgbClr val="006F57"/>
              </a:buClr>
              <a:buSzPct val="75000"/>
              <a:buFont typeface="Wingdings"/>
              <a:buChar char=""/>
              <a:tabLst>
                <a:tab pos="240665" algn="l"/>
              </a:tabLst>
            </a:pPr>
            <a:r>
              <a:rPr sz="2000" spc="114" dirty="0">
                <a:solidFill>
                  <a:srgbClr val="252525"/>
                </a:solidFill>
                <a:latin typeface="Cambria"/>
                <a:cs typeface="Cambria"/>
              </a:rPr>
              <a:t>Text</a:t>
            </a:r>
            <a:r>
              <a:rPr sz="2000" spc="365" dirty="0">
                <a:solidFill>
                  <a:srgbClr val="252525"/>
                </a:solidFill>
                <a:latin typeface="Cambria"/>
                <a:cs typeface="Cambria"/>
              </a:rPr>
              <a:t> </a:t>
            </a:r>
            <a:r>
              <a:rPr sz="2000" spc="110" dirty="0">
                <a:solidFill>
                  <a:srgbClr val="252525"/>
                </a:solidFill>
                <a:latin typeface="Cambria"/>
                <a:cs typeface="Cambria"/>
              </a:rPr>
              <a:t>classification</a:t>
            </a:r>
            <a:r>
              <a:rPr sz="2000" spc="380" dirty="0">
                <a:solidFill>
                  <a:srgbClr val="252525"/>
                </a:solidFill>
                <a:latin typeface="Cambria"/>
                <a:cs typeface="Cambria"/>
              </a:rPr>
              <a:t> </a:t>
            </a:r>
            <a:r>
              <a:rPr sz="2000" spc="100" dirty="0">
                <a:solidFill>
                  <a:srgbClr val="252525"/>
                </a:solidFill>
                <a:latin typeface="Cambria"/>
                <a:cs typeface="Cambria"/>
              </a:rPr>
              <a:t>is</a:t>
            </a:r>
            <a:r>
              <a:rPr sz="2000" spc="355" dirty="0">
                <a:solidFill>
                  <a:srgbClr val="252525"/>
                </a:solidFill>
                <a:latin typeface="Cambria"/>
                <a:cs typeface="Cambria"/>
              </a:rPr>
              <a:t> </a:t>
            </a:r>
            <a:r>
              <a:rPr sz="2000" spc="105" dirty="0">
                <a:solidFill>
                  <a:srgbClr val="252525"/>
                </a:solidFill>
                <a:latin typeface="Cambria"/>
                <a:cs typeface="Cambria"/>
              </a:rPr>
              <a:t>a</a:t>
            </a:r>
            <a:r>
              <a:rPr sz="2000" spc="375" dirty="0">
                <a:solidFill>
                  <a:srgbClr val="252525"/>
                </a:solidFill>
                <a:latin typeface="Cambria"/>
                <a:cs typeface="Cambria"/>
              </a:rPr>
              <a:t> </a:t>
            </a:r>
            <a:r>
              <a:rPr sz="2000" spc="155" dirty="0">
                <a:solidFill>
                  <a:srgbClr val="252525"/>
                </a:solidFill>
                <a:latin typeface="Cambria"/>
                <a:cs typeface="Cambria"/>
              </a:rPr>
              <a:t>common</a:t>
            </a:r>
            <a:r>
              <a:rPr sz="2000" spc="370" dirty="0">
                <a:solidFill>
                  <a:srgbClr val="252525"/>
                </a:solidFill>
                <a:latin typeface="Cambria"/>
                <a:cs typeface="Cambria"/>
              </a:rPr>
              <a:t> </a:t>
            </a:r>
            <a:r>
              <a:rPr sz="2000" spc="114" dirty="0">
                <a:solidFill>
                  <a:srgbClr val="252525"/>
                </a:solidFill>
                <a:latin typeface="Cambria"/>
                <a:cs typeface="Cambria"/>
              </a:rPr>
              <a:t>task</a:t>
            </a:r>
            <a:r>
              <a:rPr sz="2000" spc="370" dirty="0">
                <a:solidFill>
                  <a:srgbClr val="252525"/>
                </a:solidFill>
                <a:latin typeface="Cambria"/>
                <a:cs typeface="Cambria"/>
              </a:rPr>
              <a:t> </a:t>
            </a:r>
            <a:r>
              <a:rPr sz="2000" spc="75" dirty="0">
                <a:solidFill>
                  <a:srgbClr val="252525"/>
                </a:solidFill>
                <a:latin typeface="Cambria"/>
                <a:cs typeface="Cambria"/>
              </a:rPr>
              <a:t>in</a:t>
            </a:r>
            <a:endParaRPr sz="2000" dirty="0">
              <a:latin typeface="Cambria"/>
              <a:cs typeface="Cambria"/>
            </a:endParaRPr>
          </a:p>
          <a:p>
            <a:pPr marL="241300">
              <a:lnSpc>
                <a:spcPct val="100000"/>
              </a:lnSpc>
              <a:spcBef>
                <a:spcPts val="1200"/>
              </a:spcBef>
            </a:pPr>
            <a:r>
              <a:rPr sz="2000" spc="125" dirty="0">
                <a:solidFill>
                  <a:srgbClr val="252525"/>
                </a:solidFill>
                <a:latin typeface="Cambria"/>
                <a:cs typeface="Cambria"/>
              </a:rPr>
              <a:t>transforms</a:t>
            </a:r>
            <a:r>
              <a:rPr sz="2000" spc="215" dirty="0">
                <a:solidFill>
                  <a:srgbClr val="252525"/>
                </a:solidFill>
                <a:latin typeface="Cambria"/>
                <a:cs typeface="Cambria"/>
              </a:rPr>
              <a:t> </a:t>
            </a:r>
            <a:r>
              <a:rPr sz="2000" spc="55" dirty="0">
                <a:solidFill>
                  <a:srgbClr val="252525"/>
                </a:solidFill>
                <a:latin typeface="Cambria"/>
                <a:cs typeface="Cambria"/>
              </a:rPr>
              <a:t>a</a:t>
            </a:r>
            <a:endParaRPr sz="2000" dirty="0">
              <a:latin typeface="Cambria"/>
              <a:cs typeface="Cambria"/>
            </a:endParaRPr>
          </a:p>
        </p:txBody>
      </p:sp>
      <p:grpSp>
        <p:nvGrpSpPr>
          <p:cNvPr id="8" name="object 8"/>
          <p:cNvGrpSpPr/>
          <p:nvPr/>
        </p:nvGrpSpPr>
        <p:grpSpPr>
          <a:xfrm>
            <a:off x="2652395" y="1746453"/>
            <a:ext cx="7818755" cy="296545"/>
            <a:chOff x="2652395" y="1746453"/>
            <a:chExt cx="7818755" cy="296545"/>
          </a:xfrm>
        </p:grpSpPr>
        <p:pic>
          <p:nvPicPr>
            <p:cNvPr id="9" name="object 9"/>
            <p:cNvPicPr/>
            <p:nvPr/>
          </p:nvPicPr>
          <p:blipFill>
            <a:blip r:embed="rId4" cstate="print"/>
            <a:stretch>
              <a:fillRect/>
            </a:stretch>
          </p:blipFill>
          <p:spPr>
            <a:xfrm>
              <a:off x="2652395" y="1746453"/>
              <a:ext cx="1314958" cy="295960"/>
            </a:xfrm>
            <a:prstGeom prst="rect">
              <a:avLst/>
            </a:prstGeom>
          </p:spPr>
        </p:pic>
        <p:pic>
          <p:nvPicPr>
            <p:cNvPr id="10" name="object 10"/>
            <p:cNvPicPr/>
            <p:nvPr/>
          </p:nvPicPr>
          <p:blipFill>
            <a:blip r:embed="rId5" cstate="print"/>
            <a:stretch>
              <a:fillRect/>
            </a:stretch>
          </p:blipFill>
          <p:spPr>
            <a:xfrm>
              <a:off x="3900551" y="1746453"/>
              <a:ext cx="386334" cy="295960"/>
            </a:xfrm>
            <a:prstGeom prst="rect">
              <a:avLst/>
            </a:prstGeom>
          </p:spPr>
        </p:pic>
        <p:pic>
          <p:nvPicPr>
            <p:cNvPr id="11" name="object 11"/>
            <p:cNvPicPr/>
            <p:nvPr/>
          </p:nvPicPr>
          <p:blipFill>
            <a:blip r:embed="rId6" cstate="print"/>
            <a:stretch>
              <a:fillRect/>
            </a:stretch>
          </p:blipFill>
          <p:spPr>
            <a:xfrm>
              <a:off x="4235831" y="1746453"/>
              <a:ext cx="323697" cy="295960"/>
            </a:xfrm>
            <a:prstGeom prst="rect">
              <a:avLst/>
            </a:prstGeom>
          </p:spPr>
        </p:pic>
        <p:pic>
          <p:nvPicPr>
            <p:cNvPr id="12" name="object 12"/>
            <p:cNvPicPr/>
            <p:nvPr/>
          </p:nvPicPr>
          <p:blipFill>
            <a:blip r:embed="rId7" cstate="print"/>
            <a:stretch>
              <a:fillRect/>
            </a:stretch>
          </p:blipFill>
          <p:spPr>
            <a:xfrm>
              <a:off x="4476877" y="1746453"/>
              <a:ext cx="584835" cy="295960"/>
            </a:xfrm>
            <a:prstGeom prst="rect">
              <a:avLst/>
            </a:prstGeom>
          </p:spPr>
        </p:pic>
        <p:pic>
          <p:nvPicPr>
            <p:cNvPr id="13" name="object 13"/>
            <p:cNvPicPr/>
            <p:nvPr/>
          </p:nvPicPr>
          <p:blipFill>
            <a:blip r:embed="rId5" cstate="print"/>
            <a:stretch>
              <a:fillRect/>
            </a:stretch>
          </p:blipFill>
          <p:spPr>
            <a:xfrm>
              <a:off x="5020945" y="1746453"/>
              <a:ext cx="386334" cy="295960"/>
            </a:xfrm>
            <a:prstGeom prst="rect">
              <a:avLst/>
            </a:prstGeom>
          </p:spPr>
        </p:pic>
        <p:pic>
          <p:nvPicPr>
            <p:cNvPr id="14" name="object 14"/>
            <p:cNvPicPr/>
            <p:nvPr/>
          </p:nvPicPr>
          <p:blipFill>
            <a:blip r:embed="rId8" cstate="print"/>
            <a:stretch>
              <a:fillRect/>
            </a:stretch>
          </p:blipFill>
          <p:spPr>
            <a:xfrm>
              <a:off x="5357749" y="1746453"/>
              <a:ext cx="1343152" cy="295960"/>
            </a:xfrm>
            <a:prstGeom prst="rect">
              <a:avLst/>
            </a:prstGeom>
          </p:spPr>
        </p:pic>
        <p:pic>
          <p:nvPicPr>
            <p:cNvPr id="15" name="object 15"/>
            <p:cNvPicPr/>
            <p:nvPr/>
          </p:nvPicPr>
          <p:blipFill>
            <a:blip r:embed="rId9" cstate="print"/>
            <a:stretch>
              <a:fillRect/>
            </a:stretch>
          </p:blipFill>
          <p:spPr>
            <a:xfrm>
              <a:off x="6653529" y="1746453"/>
              <a:ext cx="947674" cy="295960"/>
            </a:xfrm>
            <a:prstGeom prst="rect">
              <a:avLst/>
            </a:prstGeom>
          </p:spPr>
        </p:pic>
        <p:pic>
          <p:nvPicPr>
            <p:cNvPr id="16" name="object 16"/>
            <p:cNvPicPr/>
            <p:nvPr/>
          </p:nvPicPr>
          <p:blipFill>
            <a:blip r:embed="rId10" cstate="print"/>
            <a:stretch>
              <a:fillRect/>
            </a:stretch>
          </p:blipFill>
          <p:spPr>
            <a:xfrm>
              <a:off x="7540498" y="1746453"/>
              <a:ext cx="621029" cy="295960"/>
            </a:xfrm>
            <a:prstGeom prst="rect">
              <a:avLst/>
            </a:prstGeom>
          </p:spPr>
        </p:pic>
        <p:pic>
          <p:nvPicPr>
            <p:cNvPr id="17" name="object 17"/>
            <p:cNvPicPr/>
            <p:nvPr/>
          </p:nvPicPr>
          <p:blipFill>
            <a:blip r:embed="rId11" cstate="print"/>
            <a:stretch>
              <a:fillRect/>
            </a:stretch>
          </p:blipFill>
          <p:spPr>
            <a:xfrm>
              <a:off x="8115046" y="1746453"/>
              <a:ext cx="323088" cy="295960"/>
            </a:xfrm>
            <a:prstGeom prst="rect">
              <a:avLst/>
            </a:prstGeom>
          </p:spPr>
        </p:pic>
        <p:pic>
          <p:nvPicPr>
            <p:cNvPr id="18" name="object 18"/>
            <p:cNvPicPr/>
            <p:nvPr/>
          </p:nvPicPr>
          <p:blipFill>
            <a:blip r:embed="rId12" cstate="print"/>
            <a:stretch>
              <a:fillRect/>
            </a:stretch>
          </p:blipFill>
          <p:spPr>
            <a:xfrm>
              <a:off x="8354314" y="1746453"/>
              <a:ext cx="1258785" cy="295960"/>
            </a:xfrm>
            <a:prstGeom prst="rect">
              <a:avLst/>
            </a:prstGeom>
          </p:spPr>
        </p:pic>
        <p:pic>
          <p:nvPicPr>
            <p:cNvPr id="19" name="object 19"/>
            <p:cNvPicPr/>
            <p:nvPr/>
          </p:nvPicPr>
          <p:blipFill>
            <a:blip r:embed="rId5" cstate="print"/>
            <a:stretch>
              <a:fillRect/>
            </a:stretch>
          </p:blipFill>
          <p:spPr>
            <a:xfrm>
              <a:off x="9549384" y="1746453"/>
              <a:ext cx="386333" cy="295960"/>
            </a:xfrm>
            <a:prstGeom prst="rect">
              <a:avLst/>
            </a:prstGeom>
          </p:spPr>
        </p:pic>
        <p:pic>
          <p:nvPicPr>
            <p:cNvPr id="20" name="object 20"/>
            <p:cNvPicPr/>
            <p:nvPr/>
          </p:nvPicPr>
          <p:blipFill>
            <a:blip r:embed="rId7" cstate="print"/>
            <a:stretch>
              <a:fillRect/>
            </a:stretch>
          </p:blipFill>
          <p:spPr>
            <a:xfrm>
              <a:off x="9886188" y="1746453"/>
              <a:ext cx="584834" cy="295960"/>
            </a:xfrm>
            <a:prstGeom prst="rect">
              <a:avLst/>
            </a:prstGeom>
          </p:spPr>
        </p:pic>
      </p:grpSp>
      <p:sp>
        <p:nvSpPr>
          <p:cNvPr id="21" name="object 21"/>
          <p:cNvSpPr txBox="1"/>
          <p:nvPr/>
        </p:nvSpPr>
        <p:spPr>
          <a:xfrm>
            <a:off x="9740900" y="1113361"/>
            <a:ext cx="924560" cy="939800"/>
          </a:xfrm>
          <a:prstGeom prst="rect">
            <a:avLst/>
          </a:prstGeom>
        </p:spPr>
        <p:txBody>
          <a:bodyPr vert="horz" wrap="square" lIns="0" tIns="164465" rIns="0" bIns="0" rtlCol="0">
            <a:spAutoFit/>
          </a:bodyPr>
          <a:lstStyle/>
          <a:p>
            <a:pPr marL="12700">
              <a:lnSpc>
                <a:spcPct val="100000"/>
              </a:lnSpc>
              <a:spcBef>
                <a:spcPts val="1295"/>
              </a:spcBef>
            </a:pPr>
            <a:r>
              <a:rPr sz="2000" spc="114" dirty="0">
                <a:solidFill>
                  <a:srgbClr val="252525"/>
                </a:solidFill>
                <a:latin typeface="Cambria"/>
                <a:cs typeface="Cambria"/>
              </a:rPr>
              <a:t>,</a:t>
            </a:r>
            <a:r>
              <a:rPr sz="2000" spc="340" dirty="0">
                <a:solidFill>
                  <a:srgbClr val="252525"/>
                </a:solidFill>
                <a:latin typeface="Cambria"/>
                <a:cs typeface="Cambria"/>
              </a:rPr>
              <a:t> </a:t>
            </a:r>
            <a:r>
              <a:rPr sz="2000" spc="90" dirty="0">
                <a:solidFill>
                  <a:srgbClr val="252525"/>
                </a:solidFill>
                <a:latin typeface="Cambria"/>
                <a:cs typeface="Cambria"/>
              </a:rPr>
              <a:t>which</a:t>
            </a:r>
            <a:endParaRPr sz="2000">
              <a:latin typeface="Cambria"/>
              <a:cs typeface="Cambria"/>
            </a:endParaRPr>
          </a:p>
          <a:p>
            <a:pPr marL="612775">
              <a:lnSpc>
                <a:spcPct val="100000"/>
              </a:lnSpc>
              <a:spcBef>
                <a:spcPts val="1200"/>
              </a:spcBef>
            </a:pPr>
            <a:r>
              <a:rPr sz="2000" spc="65" dirty="0">
                <a:solidFill>
                  <a:srgbClr val="252525"/>
                </a:solidFill>
                <a:latin typeface="Cambria"/>
                <a:cs typeface="Cambria"/>
              </a:rPr>
              <a:t>.</a:t>
            </a:r>
            <a:endParaRPr sz="2000">
              <a:latin typeface="Cambria"/>
              <a:cs typeface="Cambria"/>
            </a:endParaRPr>
          </a:p>
        </p:txBody>
      </p:sp>
      <p:pic>
        <p:nvPicPr>
          <p:cNvPr id="22" name="object 22"/>
          <p:cNvPicPr/>
          <p:nvPr/>
        </p:nvPicPr>
        <p:blipFill>
          <a:blip r:embed="rId13" cstate="print"/>
          <a:stretch>
            <a:fillRect/>
          </a:stretch>
        </p:blipFill>
        <p:spPr>
          <a:xfrm>
            <a:off x="2518282" y="2992247"/>
            <a:ext cx="1396999" cy="295655"/>
          </a:xfrm>
          <a:prstGeom prst="rect">
            <a:avLst/>
          </a:prstGeom>
        </p:spPr>
      </p:pic>
      <p:grpSp>
        <p:nvGrpSpPr>
          <p:cNvPr id="23" name="object 23"/>
          <p:cNvGrpSpPr/>
          <p:nvPr/>
        </p:nvGrpSpPr>
        <p:grpSpPr>
          <a:xfrm>
            <a:off x="1769617" y="3525901"/>
            <a:ext cx="2134235" cy="295910"/>
            <a:chOff x="1769617" y="3525901"/>
            <a:chExt cx="2134235" cy="295910"/>
          </a:xfrm>
        </p:grpSpPr>
        <p:pic>
          <p:nvPicPr>
            <p:cNvPr id="24" name="object 24"/>
            <p:cNvPicPr/>
            <p:nvPr/>
          </p:nvPicPr>
          <p:blipFill>
            <a:blip r:embed="rId14" cstate="print"/>
            <a:stretch>
              <a:fillRect/>
            </a:stretch>
          </p:blipFill>
          <p:spPr>
            <a:xfrm>
              <a:off x="1769617" y="3525901"/>
              <a:ext cx="717257" cy="295656"/>
            </a:xfrm>
            <a:prstGeom prst="rect">
              <a:avLst/>
            </a:prstGeom>
          </p:spPr>
        </p:pic>
        <p:pic>
          <p:nvPicPr>
            <p:cNvPr id="25" name="object 25"/>
            <p:cNvPicPr/>
            <p:nvPr/>
          </p:nvPicPr>
          <p:blipFill>
            <a:blip r:embed="rId15" cstate="print"/>
            <a:stretch>
              <a:fillRect/>
            </a:stretch>
          </p:blipFill>
          <p:spPr>
            <a:xfrm>
              <a:off x="2435986" y="3525901"/>
              <a:ext cx="1467612" cy="295656"/>
            </a:xfrm>
            <a:prstGeom prst="rect">
              <a:avLst/>
            </a:prstGeom>
          </p:spPr>
        </p:pic>
      </p:grpSp>
      <p:grpSp>
        <p:nvGrpSpPr>
          <p:cNvPr id="26" name="object 26"/>
          <p:cNvGrpSpPr/>
          <p:nvPr/>
        </p:nvGrpSpPr>
        <p:grpSpPr>
          <a:xfrm>
            <a:off x="1769617" y="4059301"/>
            <a:ext cx="3916679" cy="295910"/>
            <a:chOff x="1769617" y="4059301"/>
            <a:chExt cx="3916679" cy="295910"/>
          </a:xfrm>
        </p:grpSpPr>
        <p:pic>
          <p:nvPicPr>
            <p:cNvPr id="27" name="object 27"/>
            <p:cNvPicPr/>
            <p:nvPr/>
          </p:nvPicPr>
          <p:blipFill>
            <a:blip r:embed="rId16" cstate="print"/>
            <a:stretch>
              <a:fillRect/>
            </a:stretch>
          </p:blipFill>
          <p:spPr>
            <a:xfrm>
              <a:off x="1769617" y="4059301"/>
              <a:ext cx="1302512" cy="295656"/>
            </a:xfrm>
            <a:prstGeom prst="rect">
              <a:avLst/>
            </a:prstGeom>
          </p:spPr>
        </p:pic>
        <p:pic>
          <p:nvPicPr>
            <p:cNvPr id="28" name="object 28"/>
            <p:cNvPicPr/>
            <p:nvPr/>
          </p:nvPicPr>
          <p:blipFill>
            <a:blip r:embed="rId17" cstate="print"/>
            <a:stretch>
              <a:fillRect/>
            </a:stretch>
          </p:blipFill>
          <p:spPr>
            <a:xfrm>
              <a:off x="3018154" y="4059301"/>
              <a:ext cx="1341500" cy="295656"/>
            </a:xfrm>
            <a:prstGeom prst="rect">
              <a:avLst/>
            </a:prstGeom>
          </p:spPr>
        </p:pic>
        <p:pic>
          <p:nvPicPr>
            <p:cNvPr id="29" name="object 29"/>
            <p:cNvPicPr/>
            <p:nvPr/>
          </p:nvPicPr>
          <p:blipFill>
            <a:blip r:embed="rId18" cstate="print"/>
            <a:stretch>
              <a:fillRect/>
            </a:stretch>
          </p:blipFill>
          <p:spPr>
            <a:xfrm>
              <a:off x="4304664" y="4059301"/>
              <a:ext cx="480060" cy="295656"/>
            </a:xfrm>
            <a:prstGeom prst="rect">
              <a:avLst/>
            </a:prstGeom>
          </p:spPr>
        </p:pic>
        <p:pic>
          <p:nvPicPr>
            <p:cNvPr id="30" name="object 30"/>
            <p:cNvPicPr/>
            <p:nvPr/>
          </p:nvPicPr>
          <p:blipFill>
            <a:blip r:embed="rId19" cstate="print"/>
            <a:stretch>
              <a:fillRect/>
            </a:stretch>
          </p:blipFill>
          <p:spPr>
            <a:xfrm>
              <a:off x="4703952" y="4059301"/>
              <a:ext cx="982065" cy="295656"/>
            </a:xfrm>
            <a:prstGeom prst="rect">
              <a:avLst/>
            </a:prstGeom>
          </p:spPr>
        </p:pic>
      </p:grpSp>
      <p:grpSp>
        <p:nvGrpSpPr>
          <p:cNvPr id="31" name="object 31"/>
          <p:cNvGrpSpPr/>
          <p:nvPr/>
        </p:nvGrpSpPr>
        <p:grpSpPr>
          <a:xfrm>
            <a:off x="1769617" y="4592701"/>
            <a:ext cx="1739264" cy="295910"/>
            <a:chOff x="1769617" y="4592701"/>
            <a:chExt cx="1739264" cy="295910"/>
          </a:xfrm>
        </p:grpSpPr>
        <p:pic>
          <p:nvPicPr>
            <p:cNvPr id="32" name="object 32"/>
            <p:cNvPicPr/>
            <p:nvPr/>
          </p:nvPicPr>
          <p:blipFill>
            <a:blip r:embed="rId20" cstate="print"/>
            <a:stretch>
              <a:fillRect/>
            </a:stretch>
          </p:blipFill>
          <p:spPr>
            <a:xfrm>
              <a:off x="1769617" y="4592701"/>
              <a:ext cx="709041" cy="295656"/>
            </a:xfrm>
            <a:prstGeom prst="rect">
              <a:avLst/>
            </a:prstGeom>
          </p:spPr>
        </p:pic>
        <p:pic>
          <p:nvPicPr>
            <p:cNvPr id="33" name="object 33"/>
            <p:cNvPicPr/>
            <p:nvPr/>
          </p:nvPicPr>
          <p:blipFill>
            <a:blip r:embed="rId21" cstate="print"/>
            <a:stretch>
              <a:fillRect/>
            </a:stretch>
          </p:blipFill>
          <p:spPr>
            <a:xfrm>
              <a:off x="2402458" y="4592701"/>
              <a:ext cx="1105992" cy="295656"/>
            </a:xfrm>
            <a:prstGeom prst="rect">
              <a:avLst/>
            </a:prstGeom>
          </p:spPr>
        </p:pic>
      </p:grpSp>
      <p:sp>
        <p:nvSpPr>
          <p:cNvPr id="34" name="object 34"/>
          <p:cNvSpPr txBox="1"/>
          <p:nvPr/>
        </p:nvSpPr>
        <p:spPr>
          <a:xfrm>
            <a:off x="743508" y="2433955"/>
            <a:ext cx="9505315" cy="2958465"/>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spc="105" dirty="0">
                <a:solidFill>
                  <a:srgbClr val="252525"/>
                </a:solidFill>
                <a:latin typeface="Cambria"/>
                <a:cs typeface="Cambria"/>
              </a:rPr>
              <a:t>How</a:t>
            </a:r>
            <a:r>
              <a:rPr sz="2000" spc="160" dirty="0">
                <a:solidFill>
                  <a:srgbClr val="252525"/>
                </a:solidFill>
                <a:latin typeface="Cambria"/>
                <a:cs typeface="Cambria"/>
              </a:rPr>
              <a:t> </a:t>
            </a:r>
            <a:r>
              <a:rPr sz="2000" spc="130" dirty="0">
                <a:solidFill>
                  <a:srgbClr val="252525"/>
                </a:solidFill>
                <a:latin typeface="Cambria"/>
                <a:cs typeface="Cambria"/>
              </a:rPr>
              <a:t>could</a:t>
            </a:r>
            <a:r>
              <a:rPr sz="2000" spc="175" dirty="0">
                <a:solidFill>
                  <a:srgbClr val="252525"/>
                </a:solidFill>
                <a:latin typeface="Cambria"/>
                <a:cs typeface="Cambria"/>
              </a:rPr>
              <a:t> </a:t>
            </a:r>
            <a:r>
              <a:rPr sz="2000" spc="120" dirty="0">
                <a:solidFill>
                  <a:srgbClr val="252525"/>
                </a:solidFill>
                <a:latin typeface="Cambria"/>
                <a:cs typeface="Cambria"/>
              </a:rPr>
              <a:t>you</a:t>
            </a:r>
            <a:r>
              <a:rPr sz="2000" spc="165" dirty="0">
                <a:solidFill>
                  <a:srgbClr val="252525"/>
                </a:solidFill>
                <a:latin typeface="Cambria"/>
                <a:cs typeface="Cambria"/>
              </a:rPr>
              <a:t> </a:t>
            </a:r>
            <a:r>
              <a:rPr sz="2000" spc="125" dirty="0">
                <a:solidFill>
                  <a:srgbClr val="252525"/>
                </a:solidFill>
                <a:latin typeface="Cambria"/>
                <a:cs typeface="Cambria"/>
              </a:rPr>
              <a:t>use</a:t>
            </a:r>
            <a:r>
              <a:rPr sz="2000" spc="195" dirty="0">
                <a:solidFill>
                  <a:srgbClr val="252525"/>
                </a:solidFill>
                <a:latin typeface="Cambria"/>
                <a:cs typeface="Cambria"/>
              </a:rPr>
              <a:t> </a:t>
            </a:r>
            <a:r>
              <a:rPr sz="2000" spc="100" dirty="0">
                <a:solidFill>
                  <a:srgbClr val="252525"/>
                </a:solidFill>
                <a:latin typeface="Cambria"/>
                <a:cs typeface="Cambria"/>
              </a:rPr>
              <a:t>that?</a:t>
            </a:r>
            <a:endParaRPr sz="2000" dirty="0">
              <a:latin typeface="Cambria"/>
              <a:cs typeface="Cambria"/>
            </a:endParaRPr>
          </a:p>
          <a:p>
            <a:pPr marL="469265" lvl="1" indent="-227965">
              <a:lnSpc>
                <a:spcPct val="100000"/>
              </a:lnSpc>
              <a:spcBef>
                <a:spcPts val="2000"/>
              </a:spcBef>
              <a:buClr>
                <a:srgbClr val="075A74"/>
              </a:buClr>
              <a:buSzPct val="75000"/>
              <a:buFont typeface="Wingdings"/>
              <a:buChar char=""/>
              <a:tabLst>
                <a:tab pos="469265" algn="l"/>
                <a:tab pos="3097530" algn="l"/>
              </a:tabLst>
            </a:pPr>
            <a:r>
              <a:rPr sz="1800" spc="125" dirty="0">
                <a:solidFill>
                  <a:srgbClr val="252525"/>
                </a:solidFill>
                <a:latin typeface="Cambria"/>
                <a:cs typeface="Cambria"/>
              </a:rPr>
              <a:t>To</a:t>
            </a:r>
            <a:r>
              <a:rPr sz="1800" spc="150" dirty="0">
                <a:solidFill>
                  <a:srgbClr val="252525"/>
                </a:solidFill>
                <a:latin typeface="Cambria"/>
                <a:cs typeface="Cambria"/>
              </a:rPr>
              <a:t> </a:t>
            </a:r>
            <a:r>
              <a:rPr sz="1800" spc="114" dirty="0">
                <a:solidFill>
                  <a:srgbClr val="252525"/>
                </a:solidFill>
                <a:latin typeface="Cambria"/>
                <a:cs typeface="Cambria"/>
              </a:rPr>
              <a:t>find</a:t>
            </a:r>
            <a:r>
              <a:rPr sz="1800" spc="195" dirty="0">
                <a:solidFill>
                  <a:srgbClr val="252525"/>
                </a:solidFill>
                <a:latin typeface="Cambria"/>
                <a:cs typeface="Cambria"/>
              </a:rPr>
              <a:t> </a:t>
            </a:r>
            <a:r>
              <a:rPr sz="1800" spc="70" dirty="0">
                <a:solidFill>
                  <a:srgbClr val="252525"/>
                </a:solidFill>
                <a:latin typeface="Cambria"/>
                <a:cs typeface="Cambria"/>
              </a:rPr>
              <a:t>the</a:t>
            </a:r>
            <a:r>
              <a:rPr sz="1800" dirty="0">
                <a:solidFill>
                  <a:srgbClr val="252525"/>
                </a:solidFill>
                <a:latin typeface="Cambria"/>
                <a:cs typeface="Cambria"/>
              </a:rPr>
              <a:t>	</a:t>
            </a:r>
            <a:r>
              <a:rPr sz="1800" spc="145" dirty="0">
                <a:solidFill>
                  <a:srgbClr val="252525"/>
                </a:solidFill>
                <a:latin typeface="Cambria"/>
                <a:cs typeface="Cambria"/>
              </a:rPr>
              <a:t>of</a:t>
            </a:r>
            <a:r>
              <a:rPr sz="1800" spc="160" dirty="0">
                <a:solidFill>
                  <a:srgbClr val="252525"/>
                </a:solidFill>
                <a:latin typeface="Cambria"/>
                <a:cs typeface="Cambria"/>
              </a:rPr>
              <a:t> </a:t>
            </a:r>
            <a:r>
              <a:rPr sz="1800" spc="95" dirty="0">
                <a:solidFill>
                  <a:srgbClr val="252525"/>
                </a:solidFill>
                <a:latin typeface="Cambria"/>
                <a:cs typeface="Cambria"/>
              </a:rPr>
              <a:t>a</a:t>
            </a:r>
            <a:r>
              <a:rPr sz="1800" spc="150" dirty="0">
                <a:solidFill>
                  <a:srgbClr val="252525"/>
                </a:solidFill>
                <a:latin typeface="Cambria"/>
                <a:cs typeface="Cambria"/>
              </a:rPr>
              <a:t> </a:t>
            </a:r>
            <a:r>
              <a:rPr sz="1800" spc="45" dirty="0">
                <a:solidFill>
                  <a:srgbClr val="252525"/>
                </a:solidFill>
                <a:latin typeface="Cambria"/>
                <a:cs typeface="Cambria"/>
              </a:rPr>
              <a:t>review.</a:t>
            </a:r>
            <a:endParaRPr sz="1800" dirty="0">
              <a:latin typeface="Cambria"/>
              <a:cs typeface="Cambria"/>
            </a:endParaRPr>
          </a:p>
          <a:p>
            <a:pPr marL="469265" lvl="1" indent="-227965">
              <a:lnSpc>
                <a:spcPct val="100000"/>
              </a:lnSpc>
              <a:spcBef>
                <a:spcPts val="2039"/>
              </a:spcBef>
              <a:buClr>
                <a:srgbClr val="075A74"/>
              </a:buClr>
              <a:buSzPct val="75000"/>
              <a:buFont typeface="Wingdings"/>
              <a:buChar char=""/>
              <a:tabLst>
                <a:tab pos="469265" algn="l"/>
                <a:tab pos="3063875" algn="l"/>
              </a:tabLst>
            </a:pPr>
            <a:r>
              <a:rPr sz="1800" spc="60" dirty="0">
                <a:solidFill>
                  <a:srgbClr val="252525"/>
                </a:solidFill>
                <a:latin typeface="Cambria"/>
                <a:cs typeface="Cambria"/>
              </a:rPr>
              <a:t>Find</a:t>
            </a:r>
            <a:r>
              <a:rPr sz="1800" dirty="0">
                <a:solidFill>
                  <a:srgbClr val="252525"/>
                </a:solidFill>
                <a:latin typeface="Cambria"/>
                <a:cs typeface="Cambria"/>
              </a:rPr>
              <a:t>	</a:t>
            </a:r>
            <a:r>
              <a:rPr sz="1800" spc="120" dirty="0">
                <a:solidFill>
                  <a:srgbClr val="252525"/>
                </a:solidFill>
                <a:latin typeface="Cambria"/>
                <a:cs typeface="Cambria"/>
              </a:rPr>
              <a:t>on</a:t>
            </a:r>
            <a:r>
              <a:rPr sz="1800" spc="165" dirty="0">
                <a:solidFill>
                  <a:srgbClr val="252525"/>
                </a:solidFill>
                <a:latin typeface="Cambria"/>
                <a:cs typeface="Cambria"/>
              </a:rPr>
              <a:t> </a:t>
            </a:r>
            <a:r>
              <a:rPr sz="1800" spc="95" dirty="0">
                <a:solidFill>
                  <a:srgbClr val="252525"/>
                </a:solidFill>
                <a:latin typeface="Cambria"/>
                <a:cs typeface="Cambria"/>
              </a:rPr>
              <a:t>a</a:t>
            </a:r>
            <a:r>
              <a:rPr sz="1800" spc="165" dirty="0">
                <a:solidFill>
                  <a:srgbClr val="252525"/>
                </a:solidFill>
                <a:latin typeface="Cambria"/>
                <a:cs typeface="Cambria"/>
              </a:rPr>
              <a:t> </a:t>
            </a:r>
            <a:r>
              <a:rPr sz="1800" spc="105" dirty="0">
                <a:solidFill>
                  <a:srgbClr val="252525"/>
                </a:solidFill>
                <a:latin typeface="Cambria"/>
                <a:cs typeface="Cambria"/>
              </a:rPr>
              <a:t>platform</a:t>
            </a:r>
            <a:r>
              <a:rPr sz="1800" spc="220" dirty="0">
                <a:solidFill>
                  <a:srgbClr val="252525"/>
                </a:solidFill>
                <a:latin typeface="Cambria"/>
                <a:cs typeface="Cambria"/>
              </a:rPr>
              <a:t> </a:t>
            </a:r>
            <a:r>
              <a:rPr sz="1800" spc="70" dirty="0">
                <a:solidFill>
                  <a:srgbClr val="252525"/>
                </a:solidFill>
                <a:latin typeface="Cambria"/>
                <a:cs typeface="Cambria"/>
              </a:rPr>
              <a:t>like</a:t>
            </a:r>
            <a:r>
              <a:rPr sz="1800" spc="185" dirty="0">
                <a:solidFill>
                  <a:srgbClr val="252525"/>
                </a:solidFill>
                <a:latin typeface="Cambria"/>
                <a:cs typeface="Cambria"/>
              </a:rPr>
              <a:t> </a:t>
            </a:r>
            <a:r>
              <a:rPr sz="1800" spc="95" dirty="0">
                <a:solidFill>
                  <a:srgbClr val="252525"/>
                </a:solidFill>
                <a:latin typeface="Cambria"/>
                <a:cs typeface="Cambria"/>
              </a:rPr>
              <a:t>Facebook,</a:t>
            </a:r>
            <a:r>
              <a:rPr sz="1800" spc="185" dirty="0">
                <a:solidFill>
                  <a:srgbClr val="252525"/>
                </a:solidFill>
                <a:latin typeface="Cambria"/>
                <a:cs typeface="Cambria"/>
              </a:rPr>
              <a:t> </a:t>
            </a:r>
            <a:r>
              <a:rPr sz="1800" spc="65" dirty="0">
                <a:solidFill>
                  <a:srgbClr val="252525"/>
                </a:solidFill>
                <a:latin typeface="Cambria"/>
                <a:cs typeface="Cambria"/>
              </a:rPr>
              <a:t>twitter,</a:t>
            </a:r>
            <a:r>
              <a:rPr sz="1800" spc="155" dirty="0">
                <a:solidFill>
                  <a:srgbClr val="252525"/>
                </a:solidFill>
                <a:latin typeface="Cambria"/>
                <a:cs typeface="Cambria"/>
              </a:rPr>
              <a:t> </a:t>
            </a:r>
            <a:r>
              <a:rPr sz="1800" spc="95" dirty="0">
                <a:solidFill>
                  <a:srgbClr val="252525"/>
                </a:solidFill>
                <a:latin typeface="Cambria"/>
                <a:cs typeface="Cambria"/>
              </a:rPr>
              <a:t>Instagram</a:t>
            </a:r>
            <a:r>
              <a:rPr sz="1800" spc="180" dirty="0">
                <a:solidFill>
                  <a:srgbClr val="252525"/>
                </a:solidFill>
                <a:latin typeface="Cambria"/>
                <a:cs typeface="Cambria"/>
              </a:rPr>
              <a:t> </a:t>
            </a:r>
            <a:r>
              <a:rPr sz="1800" spc="75" dirty="0">
                <a:solidFill>
                  <a:srgbClr val="252525"/>
                </a:solidFill>
                <a:latin typeface="Cambria"/>
                <a:cs typeface="Cambria"/>
              </a:rPr>
              <a:t>etc.</a:t>
            </a:r>
            <a:endParaRPr sz="1800" dirty="0">
              <a:latin typeface="Cambria"/>
              <a:cs typeface="Cambria"/>
            </a:endParaRPr>
          </a:p>
          <a:p>
            <a:pPr marL="469265" lvl="1" indent="-227965">
              <a:lnSpc>
                <a:spcPct val="100000"/>
              </a:lnSpc>
              <a:spcBef>
                <a:spcPts val="2039"/>
              </a:spcBef>
              <a:buClr>
                <a:srgbClr val="075A74"/>
              </a:buClr>
              <a:buSzPct val="75000"/>
              <a:buFont typeface="Wingdings"/>
              <a:buChar char=""/>
              <a:tabLst>
                <a:tab pos="469265" algn="l"/>
                <a:tab pos="4778375" algn="l"/>
              </a:tabLst>
            </a:pPr>
            <a:r>
              <a:rPr sz="1800" spc="60" dirty="0">
                <a:solidFill>
                  <a:srgbClr val="252525"/>
                </a:solidFill>
                <a:latin typeface="Cambria"/>
                <a:cs typeface="Cambria"/>
              </a:rPr>
              <a:t>Find</a:t>
            </a:r>
            <a:r>
              <a:rPr sz="1800" dirty="0">
                <a:solidFill>
                  <a:srgbClr val="252525"/>
                </a:solidFill>
                <a:latin typeface="Cambria"/>
                <a:cs typeface="Cambria"/>
              </a:rPr>
              <a:t>	</a:t>
            </a:r>
            <a:r>
              <a:rPr sz="1800" spc="100" dirty="0">
                <a:solidFill>
                  <a:srgbClr val="252525"/>
                </a:solidFill>
                <a:latin typeface="Cambria"/>
                <a:cs typeface="Cambria"/>
              </a:rPr>
              <a:t>.</a:t>
            </a:r>
            <a:r>
              <a:rPr sz="1800" spc="140" dirty="0">
                <a:solidFill>
                  <a:srgbClr val="252525"/>
                </a:solidFill>
                <a:latin typeface="Cambria"/>
                <a:cs typeface="Cambria"/>
              </a:rPr>
              <a:t> </a:t>
            </a:r>
            <a:r>
              <a:rPr sz="1800" spc="210" dirty="0">
                <a:solidFill>
                  <a:srgbClr val="252525"/>
                </a:solidFill>
                <a:latin typeface="Cambria"/>
                <a:cs typeface="Cambria"/>
              </a:rPr>
              <a:t>A</a:t>
            </a:r>
            <a:r>
              <a:rPr sz="1800" spc="175" dirty="0">
                <a:solidFill>
                  <a:srgbClr val="252525"/>
                </a:solidFill>
                <a:latin typeface="Cambria"/>
                <a:cs typeface="Cambria"/>
              </a:rPr>
              <a:t> </a:t>
            </a:r>
            <a:r>
              <a:rPr sz="1800" spc="80" dirty="0">
                <a:solidFill>
                  <a:srgbClr val="252525"/>
                </a:solidFill>
                <a:latin typeface="Cambria"/>
                <a:cs typeface="Cambria"/>
              </a:rPr>
              <a:t>current</a:t>
            </a:r>
            <a:r>
              <a:rPr sz="1800" spc="170" dirty="0">
                <a:solidFill>
                  <a:srgbClr val="252525"/>
                </a:solidFill>
                <a:latin typeface="Cambria"/>
                <a:cs typeface="Cambria"/>
              </a:rPr>
              <a:t> </a:t>
            </a:r>
            <a:r>
              <a:rPr sz="1800" spc="110" dirty="0">
                <a:solidFill>
                  <a:srgbClr val="252525"/>
                </a:solidFill>
                <a:latin typeface="Cambria"/>
                <a:cs typeface="Cambria"/>
              </a:rPr>
              <a:t>ongoing</a:t>
            </a:r>
            <a:r>
              <a:rPr sz="1800" spc="200" dirty="0">
                <a:solidFill>
                  <a:srgbClr val="252525"/>
                </a:solidFill>
                <a:latin typeface="Cambria"/>
                <a:cs typeface="Cambria"/>
              </a:rPr>
              <a:t> </a:t>
            </a:r>
            <a:r>
              <a:rPr sz="1800" spc="100" dirty="0">
                <a:solidFill>
                  <a:srgbClr val="252525"/>
                </a:solidFill>
                <a:latin typeface="Cambria"/>
                <a:cs typeface="Cambria"/>
              </a:rPr>
              <a:t>competition</a:t>
            </a:r>
            <a:r>
              <a:rPr sz="1800" spc="210" dirty="0">
                <a:solidFill>
                  <a:srgbClr val="252525"/>
                </a:solidFill>
                <a:latin typeface="Cambria"/>
                <a:cs typeface="Cambria"/>
              </a:rPr>
              <a:t> </a:t>
            </a:r>
            <a:r>
              <a:rPr sz="1800" spc="120" dirty="0">
                <a:solidFill>
                  <a:srgbClr val="252525"/>
                </a:solidFill>
                <a:latin typeface="Cambria"/>
                <a:cs typeface="Cambria"/>
              </a:rPr>
              <a:t>on</a:t>
            </a:r>
            <a:r>
              <a:rPr sz="1800" spc="165" dirty="0">
                <a:solidFill>
                  <a:srgbClr val="252525"/>
                </a:solidFill>
                <a:latin typeface="Cambria"/>
                <a:cs typeface="Cambria"/>
              </a:rPr>
              <a:t> </a:t>
            </a:r>
            <a:r>
              <a:rPr sz="1800" spc="90" dirty="0">
                <a:solidFill>
                  <a:srgbClr val="252525"/>
                </a:solidFill>
                <a:latin typeface="Cambria"/>
                <a:cs typeface="Cambria"/>
              </a:rPr>
              <a:t>Kaggle</a:t>
            </a:r>
            <a:endParaRPr sz="1800" dirty="0">
              <a:latin typeface="Cambria"/>
              <a:cs typeface="Cambria"/>
            </a:endParaRPr>
          </a:p>
          <a:p>
            <a:pPr marL="469265" lvl="1" indent="-227965">
              <a:lnSpc>
                <a:spcPct val="100000"/>
              </a:lnSpc>
              <a:spcBef>
                <a:spcPts val="2039"/>
              </a:spcBef>
              <a:buClr>
                <a:srgbClr val="075A74"/>
              </a:buClr>
              <a:buSzPct val="75000"/>
              <a:buFont typeface="Wingdings"/>
              <a:buChar char=""/>
              <a:tabLst>
                <a:tab pos="469265" algn="l"/>
                <a:tab pos="2693670" algn="l"/>
              </a:tabLst>
            </a:pPr>
            <a:r>
              <a:rPr sz="1800" spc="60" dirty="0">
                <a:solidFill>
                  <a:srgbClr val="252525"/>
                </a:solidFill>
                <a:latin typeface="Cambria"/>
                <a:cs typeface="Cambria"/>
              </a:rPr>
              <a:t>Find</a:t>
            </a:r>
            <a:r>
              <a:rPr sz="1800" dirty="0">
                <a:solidFill>
                  <a:srgbClr val="252525"/>
                </a:solidFill>
                <a:latin typeface="Cambria"/>
                <a:cs typeface="Cambria"/>
              </a:rPr>
              <a:t>	</a:t>
            </a:r>
            <a:r>
              <a:rPr sz="1800" spc="120" dirty="0">
                <a:solidFill>
                  <a:srgbClr val="252525"/>
                </a:solidFill>
                <a:latin typeface="Cambria"/>
                <a:cs typeface="Cambria"/>
              </a:rPr>
              <a:t>on</a:t>
            </a:r>
            <a:r>
              <a:rPr sz="1800" spc="170" dirty="0">
                <a:solidFill>
                  <a:srgbClr val="252525"/>
                </a:solidFill>
                <a:latin typeface="Cambria"/>
                <a:cs typeface="Cambria"/>
              </a:rPr>
              <a:t> </a:t>
            </a:r>
            <a:r>
              <a:rPr sz="1800" spc="70" dirty="0">
                <a:solidFill>
                  <a:srgbClr val="252525"/>
                </a:solidFill>
                <a:latin typeface="Cambria"/>
                <a:cs typeface="Cambria"/>
              </a:rPr>
              <a:t>websites</a:t>
            </a:r>
            <a:endParaRPr sz="1800" dirty="0">
              <a:latin typeface="Cambria"/>
              <a:cs typeface="Cambria"/>
            </a:endParaRPr>
          </a:p>
          <a:p>
            <a:pPr marL="469265" lvl="1" indent="-227965">
              <a:lnSpc>
                <a:spcPct val="100000"/>
              </a:lnSpc>
              <a:spcBef>
                <a:spcPts val="1764"/>
              </a:spcBef>
              <a:buClr>
                <a:srgbClr val="075A74"/>
              </a:buClr>
              <a:buSzPct val="75000"/>
              <a:buFont typeface="Wingdings"/>
              <a:buChar char=""/>
              <a:tabLst>
                <a:tab pos="469265" algn="l"/>
              </a:tabLst>
            </a:pPr>
            <a:r>
              <a:rPr sz="1800" spc="90" dirty="0">
                <a:solidFill>
                  <a:srgbClr val="252525"/>
                </a:solidFill>
                <a:latin typeface="Cambria"/>
                <a:cs typeface="Cambria"/>
              </a:rPr>
              <a:t>Many</a:t>
            </a:r>
            <a:r>
              <a:rPr sz="1800" spc="145" dirty="0">
                <a:solidFill>
                  <a:srgbClr val="252525"/>
                </a:solidFill>
                <a:latin typeface="Cambria"/>
                <a:cs typeface="Cambria"/>
              </a:rPr>
              <a:t> </a:t>
            </a:r>
            <a:r>
              <a:rPr sz="1800" spc="160" dirty="0">
                <a:solidFill>
                  <a:srgbClr val="252525"/>
                </a:solidFill>
                <a:latin typeface="Cambria"/>
                <a:cs typeface="Cambria"/>
              </a:rPr>
              <a:t>more</a:t>
            </a:r>
            <a:r>
              <a:rPr sz="1800" spc="160" dirty="0">
                <a:solidFill>
                  <a:srgbClr val="252525"/>
                </a:solidFill>
                <a:latin typeface="Trebuchet MS"/>
                <a:cs typeface="Trebuchet MS"/>
              </a:rPr>
              <a:t>…</a:t>
            </a:r>
            <a:endParaRPr sz="1800" dirty="0">
              <a:latin typeface="Trebuchet MS"/>
              <a:cs typeface="Trebuchet MS"/>
            </a:endParaRPr>
          </a:p>
        </p:txBody>
      </p:sp>
      <p:sp>
        <p:nvSpPr>
          <p:cNvPr id="35" name="object 35"/>
          <p:cNvSpPr txBox="1"/>
          <p:nvPr/>
        </p:nvSpPr>
        <p:spPr>
          <a:xfrm>
            <a:off x="10562335" y="6507581"/>
            <a:ext cx="1264920" cy="194310"/>
          </a:xfrm>
          <a:prstGeom prst="rect">
            <a:avLst/>
          </a:prstGeom>
        </p:spPr>
        <p:txBody>
          <a:bodyPr vert="horz" wrap="square" lIns="0" tIns="13335" rIns="0" bIns="0" rtlCol="0">
            <a:spAutoFit/>
          </a:bodyPr>
          <a:lstStyle/>
          <a:p>
            <a:pPr marL="12700">
              <a:lnSpc>
                <a:spcPct val="100000"/>
              </a:lnSpc>
              <a:spcBef>
                <a:spcPts val="105"/>
              </a:spcBef>
            </a:pPr>
            <a:r>
              <a:rPr sz="1100" spc="45" dirty="0">
                <a:solidFill>
                  <a:srgbClr val="585858"/>
                </a:solidFill>
                <a:latin typeface="Cambria"/>
                <a:cs typeface="Cambria"/>
              </a:rPr>
              <a:t>February</a:t>
            </a:r>
            <a:r>
              <a:rPr sz="1100" spc="120" dirty="0">
                <a:solidFill>
                  <a:srgbClr val="585858"/>
                </a:solidFill>
                <a:latin typeface="Cambria"/>
                <a:cs typeface="Cambria"/>
              </a:rPr>
              <a:t> </a:t>
            </a:r>
            <a:r>
              <a:rPr sz="1100" spc="55" dirty="0">
                <a:solidFill>
                  <a:srgbClr val="585858"/>
                </a:solidFill>
                <a:latin typeface="Cambria"/>
                <a:cs typeface="Cambria"/>
              </a:rPr>
              <a:t>14,</a:t>
            </a:r>
            <a:r>
              <a:rPr sz="1100" spc="110" dirty="0">
                <a:solidFill>
                  <a:srgbClr val="585858"/>
                </a:solidFill>
                <a:latin typeface="Cambria"/>
                <a:cs typeface="Cambria"/>
              </a:rPr>
              <a:t> </a:t>
            </a:r>
            <a:r>
              <a:rPr sz="1100" spc="30" dirty="0">
                <a:solidFill>
                  <a:srgbClr val="585858"/>
                </a:solidFill>
                <a:latin typeface="Cambria"/>
                <a:cs typeface="Cambria"/>
              </a:rPr>
              <a:t>2022</a:t>
            </a:r>
            <a:endParaRPr sz="1100">
              <a:latin typeface="Cambria"/>
              <a:cs typeface="Cambria"/>
            </a:endParaRPr>
          </a:p>
        </p:txBody>
      </p:sp>
      <p:sp>
        <p:nvSpPr>
          <p:cNvPr id="36" name="object 36"/>
          <p:cNvSpPr txBox="1"/>
          <p:nvPr/>
        </p:nvSpPr>
        <p:spPr>
          <a:xfrm>
            <a:off x="11788520" y="222884"/>
            <a:ext cx="133985"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Cambria"/>
                <a:cs typeface="Cambria"/>
              </a:rPr>
              <a:t>8</a:t>
            </a:r>
            <a:endParaRPr sz="1400">
              <a:latin typeface="Cambria"/>
              <a:cs typeface="Cambria"/>
            </a:endParaRPr>
          </a:p>
        </p:txBody>
      </p:sp>
      <p:sp>
        <p:nvSpPr>
          <p:cNvPr id="37" name="object 37"/>
          <p:cNvSpPr txBox="1"/>
          <p:nvPr/>
        </p:nvSpPr>
        <p:spPr>
          <a:xfrm>
            <a:off x="916939" y="6258255"/>
            <a:ext cx="1925320" cy="331470"/>
          </a:xfrm>
          <a:prstGeom prst="rect">
            <a:avLst/>
          </a:prstGeom>
        </p:spPr>
        <p:txBody>
          <a:bodyPr vert="horz" wrap="square" lIns="0" tIns="17145" rIns="0" bIns="0" rtlCol="0">
            <a:spAutoFit/>
          </a:bodyPr>
          <a:lstStyle/>
          <a:p>
            <a:pPr marL="12700" marR="5080">
              <a:lnSpc>
                <a:spcPts val="1200"/>
              </a:lnSpc>
              <a:spcBef>
                <a:spcPts val="135"/>
              </a:spcBef>
            </a:pPr>
            <a:r>
              <a:rPr sz="1000" dirty="0">
                <a:solidFill>
                  <a:srgbClr val="BEBEBE"/>
                </a:solidFill>
                <a:latin typeface="Calibri"/>
                <a:cs typeface="Calibri"/>
              </a:rPr>
              <a:t>toxic</a:t>
            </a:r>
            <a:r>
              <a:rPr sz="1000" spc="-50" dirty="0">
                <a:solidFill>
                  <a:srgbClr val="BEBEBE"/>
                </a:solidFill>
                <a:latin typeface="Calibri"/>
                <a:cs typeface="Calibri"/>
              </a:rPr>
              <a:t> </a:t>
            </a:r>
            <a:r>
              <a:rPr sz="1000" dirty="0">
                <a:solidFill>
                  <a:srgbClr val="BEBEBE"/>
                </a:solidFill>
                <a:latin typeface="Calibri"/>
                <a:cs typeface="Calibri"/>
              </a:rPr>
              <a:t>comments:</a:t>
            </a:r>
            <a:r>
              <a:rPr sz="1000" spc="-25" dirty="0">
                <a:solidFill>
                  <a:srgbClr val="BEBEBE"/>
                </a:solidFill>
                <a:latin typeface="Calibri"/>
                <a:cs typeface="Calibri"/>
              </a:rPr>
              <a:t> </a:t>
            </a:r>
            <a:r>
              <a:rPr sz="1000" dirty="0">
                <a:solidFill>
                  <a:srgbClr val="BEBEBE"/>
                </a:solidFill>
                <a:latin typeface="Calibri"/>
                <a:cs typeface="Calibri"/>
              </a:rPr>
              <a:t>negative</a:t>
            </a:r>
            <a:r>
              <a:rPr sz="1000" spc="-25" dirty="0">
                <a:solidFill>
                  <a:srgbClr val="BEBEBE"/>
                </a:solidFill>
                <a:latin typeface="Calibri"/>
                <a:cs typeface="Calibri"/>
              </a:rPr>
              <a:t> </a:t>
            </a:r>
            <a:r>
              <a:rPr sz="1000" spc="-10" dirty="0">
                <a:solidFill>
                  <a:srgbClr val="BEBEBE"/>
                </a:solidFill>
                <a:latin typeface="Calibri"/>
                <a:cs typeface="Calibri"/>
              </a:rPr>
              <a:t>comments </a:t>
            </a:r>
            <a:r>
              <a:rPr sz="1000" dirty="0">
                <a:solidFill>
                  <a:srgbClr val="BEBEBE"/>
                </a:solidFill>
                <a:latin typeface="Calibri"/>
                <a:cs typeface="Calibri"/>
              </a:rPr>
              <a:t>Insincere</a:t>
            </a:r>
            <a:r>
              <a:rPr sz="1000" spc="-20" dirty="0">
                <a:solidFill>
                  <a:srgbClr val="BEBEBE"/>
                </a:solidFill>
                <a:latin typeface="Calibri"/>
                <a:cs typeface="Calibri"/>
              </a:rPr>
              <a:t> </a:t>
            </a:r>
            <a:r>
              <a:rPr sz="1000" dirty="0">
                <a:solidFill>
                  <a:srgbClr val="BEBEBE"/>
                </a:solidFill>
                <a:latin typeface="Calibri"/>
                <a:cs typeface="Calibri"/>
              </a:rPr>
              <a:t>:</a:t>
            </a:r>
            <a:r>
              <a:rPr sz="1000" spc="-25" dirty="0">
                <a:solidFill>
                  <a:srgbClr val="BEBEBE"/>
                </a:solidFill>
                <a:latin typeface="Calibri"/>
                <a:cs typeface="Calibri"/>
              </a:rPr>
              <a:t> </a:t>
            </a:r>
            <a:r>
              <a:rPr sz="1000" dirty="0">
                <a:solidFill>
                  <a:srgbClr val="BEBEBE"/>
                </a:solidFill>
                <a:latin typeface="Calibri"/>
                <a:cs typeface="Calibri"/>
              </a:rPr>
              <a:t>wrong</a:t>
            </a:r>
            <a:r>
              <a:rPr sz="1000" spc="-25" dirty="0">
                <a:solidFill>
                  <a:srgbClr val="BEBEBE"/>
                </a:solidFill>
                <a:latin typeface="Calibri"/>
                <a:cs typeface="Calibri"/>
              </a:rPr>
              <a:t> </a:t>
            </a:r>
            <a:r>
              <a:rPr sz="1000" dirty="0">
                <a:solidFill>
                  <a:srgbClr val="BEBEBE"/>
                </a:solidFill>
                <a:latin typeface="Calibri"/>
                <a:cs typeface="Calibri"/>
              </a:rPr>
              <a:t>o</a:t>
            </a:r>
            <a:r>
              <a:rPr sz="1050" b="1" i="1" dirty="0">
                <a:solidFill>
                  <a:srgbClr val="BEBEBE"/>
                </a:solidFill>
                <a:latin typeface="Calibri"/>
                <a:cs typeface="Calibri"/>
              </a:rPr>
              <a:t>r</a:t>
            </a:r>
            <a:r>
              <a:rPr sz="1050" b="1" i="1" spc="170" dirty="0">
                <a:solidFill>
                  <a:srgbClr val="BEBEBE"/>
                </a:solidFill>
                <a:latin typeface="Calibri"/>
                <a:cs typeface="Calibri"/>
              </a:rPr>
              <a:t> </a:t>
            </a:r>
            <a:r>
              <a:rPr sz="1000" spc="-10" dirty="0">
                <a:solidFill>
                  <a:srgbClr val="BEBEBE"/>
                </a:solidFill>
                <a:latin typeface="Calibri"/>
                <a:cs typeface="Calibri"/>
              </a:rPr>
              <a:t>dishonest</a:t>
            </a:r>
            <a:endParaRPr sz="10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389" y="296036"/>
            <a:ext cx="3710304" cy="574040"/>
          </a:xfrm>
          <a:prstGeom prst="rect">
            <a:avLst/>
          </a:prstGeom>
        </p:spPr>
        <p:txBody>
          <a:bodyPr vert="horz" wrap="square" lIns="0" tIns="12700" rIns="0" bIns="0" rtlCol="0">
            <a:spAutoFit/>
          </a:bodyPr>
          <a:lstStyle/>
          <a:p>
            <a:pPr marL="25400">
              <a:lnSpc>
                <a:spcPct val="100000"/>
              </a:lnSpc>
              <a:spcBef>
                <a:spcPts val="100"/>
              </a:spcBef>
              <a:tabLst>
                <a:tab pos="580390" algn="l"/>
              </a:tabLst>
            </a:pPr>
            <a:r>
              <a:rPr sz="5400" spc="-75" baseline="10802" dirty="0">
                <a:solidFill>
                  <a:srgbClr val="075A74"/>
                </a:solidFill>
                <a:latin typeface="Arial Black"/>
                <a:cs typeface="Arial Black"/>
              </a:rPr>
              <a:t>+</a:t>
            </a:r>
            <a:r>
              <a:rPr sz="5400" baseline="10802" dirty="0">
                <a:solidFill>
                  <a:srgbClr val="075A74"/>
                </a:solidFill>
                <a:latin typeface="Arial Black"/>
                <a:cs typeface="Arial Black"/>
              </a:rPr>
              <a:t>	</a:t>
            </a:r>
            <a:r>
              <a:rPr sz="3600" spc="170" dirty="0"/>
              <a:t>Preprocessing</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05104" y="1112265"/>
            <a:ext cx="2285365" cy="330835"/>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spc="114" dirty="0">
                <a:solidFill>
                  <a:srgbClr val="252525"/>
                </a:solidFill>
                <a:latin typeface="Cambria"/>
                <a:cs typeface="Cambria"/>
              </a:rPr>
              <a:t>Text</a:t>
            </a:r>
            <a:r>
              <a:rPr sz="2000" spc="250" dirty="0">
                <a:solidFill>
                  <a:srgbClr val="252525"/>
                </a:solidFill>
                <a:latin typeface="Cambria"/>
                <a:cs typeface="Cambria"/>
              </a:rPr>
              <a:t> </a:t>
            </a:r>
            <a:r>
              <a:rPr sz="2000" spc="105" dirty="0">
                <a:solidFill>
                  <a:srgbClr val="252525"/>
                </a:solidFill>
                <a:latin typeface="Cambria"/>
                <a:cs typeface="Cambria"/>
              </a:rPr>
              <a:t>is</a:t>
            </a:r>
            <a:r>
              <a:rPr sz="2000" spc="240" dirty="0">
                <a:solidFill>
                  <a:srgbClr val="252525"/>
                </a:solidFill>
                <a:latin typeface="Cambria"/>
                <a:cs typeface="Cambria"/>
              </a:rPr>
              <a:t> </a:t>
            </a:r>
            <a:r>
              <a:rPr sz="2000" spc="110" dirty="0">
                <a:solidFill>
                  <a:srgbClr val="252525"/>
                </a:solidFill>
                <a:latin typeface="Cambria"/>
                <a:cs typeface="Cambria"/>
              </a:rPr>
              <a:t>the</a:t>
            </a:r>
            <a:r>
              <a:rPr sz="2000" spc="265" dirty="0">
                <a:solidFill>
                  <a:srgbClr val="252525"/>
                </a:solidFill>
                <a:latin typeface="Cambria"/>
                <a:cs typeface="Cambria"/>
              </a:rPr>
              <a:t> </a:t>
            </a:r>
            <a:r>
              <a:rPr sz="2000" spc="130" dirty="0">
                <a:solidFill>
                  <a:srgbClr val="252525"/>
                </a:solidFill>
                <a:latin typeface="Cambria"/>
                <a:cs typeface="Cambria"/>
              </a:rPr>
              <a:t>most</a:t>
            </a:r>
            <a:endParaRPr sz="2000" dirty="0">
              <a:latin typeface="Cambria"/>
              <a:cs typeface="Cambria"/>
            </a:endParaRPr>
          </a:p>
        </p:txBody>
      </p:sp>
      <p:pic>
        <p:nvPicPr>
          <p:cNvPr id="5" name="object 5"/>
          <p:cNvPicPr/>
          <p:nvPr/>
        </p:nvPicPr>
        <p:blipFill>
          <a:blip r:embed="rId2" cstate="print"/>
          <a:stretch>
            <a:fillRect/>
          </a:stretch>
        </p:blipFill>
        <p:spPr>
          <a:xfrm>
            <a:off x="3066542" y="1137158"/>
            <a:ext cx="1819783" cy="295656"/>
          </a:xfrm>
          <a:prstGeom prst="rect">
            <a:avLst/>
          </a:prstGeom>
        </p:spPr>
      </p:pic>
      <p:sp>
        <p:nvSpPr>
          <p:cNvPr id="6" name="object 6"/>
          <p:cNvSpPr txBox="1"/>
          <p:nvPr/>
        </p:nvSpPr>
        <p:spPr>
          <a:xfrm>
            <a:off x="4822063" y="1112265"/>
            <a:ext cx="5805170" cy="330835"/>
          </a:xfrm>
          <a:prstGeom prst="rect">
            <a:avLst/>
          </a:prstGeom>
        </p:spPr>
        <p:txBody>
          <a:bodyPr vert="horz" wrap="square" lIns="0" tIns="13335" rIns="0" bIns="0" rtlCol="0">
            <a:spAutoFit/>
          </a:bodyPr>
          <a:lstStyle/>
          <a:p>
            <a:pPr marL="12700">
              <a:lnSpc>
                <a:spcPct val="100000"/>
              </a:lnSpc>
              <a:spcBef>
                <a:spcPts val="105"/>
              </a:spcBef>
            </a:pPr>
            <a:r>
              <a:rPr sz="2000" spc="145" dirty="0">
                <a:solidFill>
                  <a:srgbClr val="252525"/>
                </a:solidFill>
                <a:latin typeface="Cambria"/>
                <a:cs typeface="Cambria"/>
              </a:rPr>
              <a:t>form</a:t>
            </a:r>
            <a:r>
              <a:rPr sz="2000" spc="265" dirty="0">
                <a:solidFill>
                  <a:srgbClr val="252525"/>
                </a:solidFill>
                <a:latin typeface="Cambria"/>
                <a:cs typeface="Cambria"/>
              </a:rPr>
              <a:t> </a:t>
            </a:r>
            <a:r>
              <a:rPr sz="2000" spc="170" dirty="0">
                <a:solidFill>
                  <a:srgbClr val="252525"/>
                </a:solidFill>
                <a:latin typeface="Cambria"/>
                <a:cs typeface="Cambria"/>
              </a:rPr>
              <a:t>of</a:t>
            </a:r>
            <a:r>
              <a:rPr sz="2000" spc="245" dirty="0">
                <a:solidFill>
                  <a:srgbClr val="252525"/>
                </a:solidFill>
                <a:latin typeface="Cambria"/>
                <a:cs typeface="Cambria"/>
              </a:rPr>
              <a:t> </a:t>
            </a:r>
            <a:r>
              <a:rPr sz="2000" spc="90" dirty="0">
                <a:solidFill>
                  <a:srgbClr val="252525"/>
                </a:solidFill>
                <a:latin typeface="Cambria"/>
                <a:cs typeface="Cambria"/>
              </a:rPr>
              <a:t>all</a:t>
            </a:r>
            <a:r>
              <a:rPr sz="2000" spc="245" dirty="0">
                <a:solidFill>
                  <a:srgbClr val="252525"/>
                </a:solidFill>
                <a:latin typeface="Cambria"/>
                <a:cs typeface="Cambria"/>
              </a:rPr>
              <a:t> </a:t>
            </a:r>
            <a:r>
              <a:rPr sz="2000" spc="110" dirty="0">
                <a:solidFill>
                  <a:srgbClr val="252525"/>
                </a:solidFill>
                <a:latin typeface="Cambria"/>
                <a:cs typeface="Cambria"/>
              </a:rPr>
              <a:t>the</a:t>
            </a:r>
            <a:r>
              <a:rPr sz="2000" spc="275" dirty="0">
                <a:solidFill>
                  <a:srgbClr val="252525"/>
                </a:solidFill>
                <a:latin typeface="Cambria"/>
                <a:cs typeface="Cambria"/>
              </a:rPr>
              <a:t> </a:t>
            </a:r>
            <a:r>
              <a:rPr sz="2000" spc="85" dirty="0">
                <a:solidFill>
                  <a:srgbClr val="252525"/>
                </a:solidFill>
                <a:latin typeface="Cambria"/>
                <a:cs typeface="Cambria"/>
              </a:rPr>
              <a:t>available</a:t>
            </a:r>
            <a:r>
              <a:rPr sz="2000" spc="270" dirty="0">
                <a:solidFill>
                  <a:srgbClr val="252525"/>
                </a:solidFill>
                <a:latin typeface="Cambria"/>
                <a:cs typeface="Cambria"/>
              </a:rPr>
              <a:t> </a:t>
            </a:r>
            <a:r>
              <a:rPr sz="2000" spc="120" dirty="0">
                <a:solidFill>
                  <a:srgbClr val="252525"/>
                </a:solidFill>
                <a:latin typeface="Cambria"/>
                <a:cs typeface="Cambria"/>
              </a:rPr>
              <a:t>data,</a:t>
            </a:r>
            <a:r>
              <a:rPr sz="2000" spc="265" dirty="0">
                <a:solidFill>
                  <a:srgbClr val="252525"/>
                </a:solidFill>
                <a:latin typeface="Cambria"/>
                <a:cs typeface="Cambria"/>
              </a:rPr>
              <a:t> </a:t>
            </a:r>
            <a:r>
              <a:rPr sz="2000" spc="100" dirty="0">
                <a:solidFill>
                  <a:srgbClr val="252525"/>
                </a:solidFill>
                <a:latin typeface="Cambria"/>
                <a:cs typeface="Cambria"/>
              </a:rPr>
              <a:t>various</a:t>
            </a:r>
            <a:r>
              <a:rPr sz="2000" spc="254" dirty="0">
                <a:solidFill>
                  <a:srgbClr val="252525"/>
                </a:solidFill>
                <a:latin typeface="Cambria"/>
                <a:cs typeface="Cambria"/>
              </a:rPr>
              <a:t> </a:t>
            </a:r>
            <a:r>
              <a:rPr sz="2000" spc="110" dirty="0">
                <a:solidFill>
                  <a:srgbClr val="252525"/>
                </a:solidFill>
                <a:latin typeface="Cambria"/>
                <a:cs typeface="Cambria"/>
              </a:rPr>
              <a:t>types</a:t>
            </a:r>
            <a:r>
              <a:rPr sz="2000" spc="254" dirty="0">
                <a:solidFill>
                  <a:srgbClr val="252525"/>
                </a:solidFill>
                <a:latin typeface="Cambria"/>
                <a:cs typeface="Cambria"/>
              </a:rPr>
              <a:t> </a:t>
            </a:r>
            <a:r>
              <a:rPr sz="2000" spc="160" dirty="0">
                <a:solidFill>
                  <a:srgbClr val="252525"/>
                </a:solidFill>
                <a:latin typeface="Cambria"/>
                <a:cs typeface="Cambria"/>
              </a:rPr>
              <a:t>of</a:t>
            </a:r>
            <a:endParaRPr sz="2000">
              <a:latin typeface="Cambria"/>
              <a:cs typeface="Cambria"/>
            </a:endParaRPr>
          </a:p>
        </p:txBody>
      </p:sp>
      <p:pic>
        <p:nvPicPr>
          <p:cNvPr id="7" name="object 7"/>
          <p:cNvPicPr/>
          <p:nvPr/>
        </p:nvPicPr>
        <p:blipFill>
          <a:blip r:embed="rId3" cstate="print"/>
          <a:stretch>
            <a:fillRect/>
          </a:stretch>
        </p:blipFill>
        <p:spPr>
          <a:xfrm>
            <a:off x="946403" y="1594358"/>
            <a:ext cx="819302" cy="295656"/>
          </a:xfrm>
          <a:prstGeom prst="rect">
            <a:avLst/>
          </a:prstGeom>
        </p:spPr>
      </p:pic>
      <p:pic>
        <p:nvPicPr>
          <p:cNvPr id="8" name="object 8"/>
          <p:cNvPicPr/>
          <p:nvPr/>
        </p:nvPicPr>
        <p:blipFill>
          <a:blip r:embed="rId4" cstate="print"/>
          <a:stretch>
            <a:fillRect/>
          </a:stretch>
        </p:blipFill>
        <p:spPr>
          <a:xfrm>
            <a:off x="6550786" y="1594358"/>
            <a:ext cx="3646043" cy="295656"/>
          </a:xfrm>
          <a:prstGeom prst="rect">
            <a:avLst/>
          </a:prstGeom>
        </p:spPr>
      </p:pic>
      <p:grpSp>
        <p:nvGrpSpPr>
          <p:cNvPr id="9" name="object 9"/>
          <p:cNvGrpSpPr/>
          <p:nvPr/>
        </p:nvGrpSpPr>
        <p:grpSpPr>
          <a:xfrm>
            <a:off x="946403" y="2051939"/>
            <a:ext cx="2103755" cy="295910"/>
            <a:chOff x="946403" y="2051939"/>
            <a:chExt cx="2103755" cy="295910"/>
          </a:xfrm>
        </p:grpSpPr>
        <p:pic>
          <p:nvPicPr>
            <p:cNvPr id="10" name="object 10"/>
            <p:cNvPicPr/>
            <p:nvPr/>
          </p:nvPicPr>
          <p:blipFill>
            <a:blip r:embed="rId5" cstate="print"/>
            <a:stretch>
              <a:fillRect/>
            </a:stretch>
          </p:blipFill>
          <p:spPr>
            <a:xfrm>
              <a:off x="946403" y="2051939"/>
              <a:ext cx="568960" cy="295655"/>
            </a:xfrm>
            <a:prstGeom prst="rect">
              <a:avLst/>
            </a:prstGeom>
          </p:spPr>
        </p:pic>
        <p:pic>
          <p:nvPicPr>
            <p:cNvPr id="11" name="object 11"/>
            <p:cNvPicPr/>
            <p:nvPr/>
          </p:nvPicPr>
          <p:blipFill>
            <a:blip r:embed="rId6" cstate="print"/>
            <a:stretch>
              <a:fillRect/>
            </a:stretch>
          </p:blipFill>
          <p:spPr>
            <a:xfrm>
              <a:off x="1373123" y="2051939"/>
              <a:ext cx="295656" cy="295655"/>
            </a:xfrm>
            <a:prstGeom prst="rect">
              <a:avLst/>
            </a:prstGeom>
          </p:spPr>
        </p:pic>
        <p:pic>
          <p:nvPicPr>
            <p:cNvPr id="12" name="object 12"/>
            <p:cNvPicPr/>
            <p:nvPr/>
          </p:nvPicPr>
          <p:blipFill>
            <a:blip r:embed="rId7" cstate="print"/>
            <a:stretch>
              <a:fillRect/>
            </a:stretch>
          </p:blipFill>
          <p:spPr>
            <a:xfrm>
              <a:off x="1520951" y="2051939"/>
              <a:ext cx="1529207" cy="295655"/>
            </a:xfrm>
            <a:prstGeom prst="rect">
              <a:avLst/>
            </a:prstGeom>
          </p:spPr>
        </p:pic>
      </p:grpSp>
      <p:grpSp>
        <p:nvGrpSpPr>
          <p:cNvPr id="13" name="object 13"/>
          <p:cNvGrpSpPr/>
          <p:nvPr/>
        </p:nvGrpSpPr>
        <p:grpSpPr>
          <a:xfrm>
            <a:off x="5860415" y="3220542"/>
            <a:ext cx="2529840" cy="296545"/>
            <a:chOff x="5860415" y="3220542"/>
            <a:chExt cx="2529840" cy="296545"/>
          </a:xfrm>
        </p:grpSpPr>
        <p:pic>
          <p:nvPicPr>
            <p:cNvPr id="14" name="object 14"/>
            <p:cNvPicPr/>
            <p:nvPr/>
          </p:nvPicPr>
          <p:blipFill>
            <a:blip r:embed="rId8" cstate="print"/>
            <a:stretch>
              <a:fillRect/>
            </a:stretch>
          </p:blipFill>
          <p:spPr>
            <a:xfrm>
              <a:off x="5860415" y="3220542"/>
              <a:ext cx="621029" cy="295960"/>
            </a:xfrm>
            <a:prstGeom prst="rect">
              <a:avLst/>
            </a:prstGeom>
          </p:spPr>
        </p:pic>
        <p:pic>
          <p:nvPicPr>
            <p:cNvPr id="15" name="object 15"/>
            <p:cNvPicPr/>
            <p:nvPr/>
          </p:nvPicPr>
          <p:blipFill>
            <a:blip r:embed="rId9" cstate="print"/>
            <a:stretch>
              <a:fillRect/>
            </a:stretch>
          </p:blipFill>
          <p:spPr>
            <a:xfrm>
              <a:off x="6433439" y="3220542"/>
              <a:ext cx="1956689" cy="295960"/>
            </a:xfrm>
            <a:prstGeom prst="rect">
              <a:avLst/>
            </a:prstGeom>
          </p:spPr>
        </p:pic>
      </p:grpSp>
      <p:grpSp>
        <p:nvGrpSpPr>
          <p:cNvPr id="16" name="object 16"/>
          <p:cNvGrpSpPr/>
          <p:nvPr/>
        </p:nvGrpSpPr>
        <p:grpSpPr>
          <a:xfrm>
            <a:off x="2409698" y="3931284"/>
            <a:ext cx="2277110" cy="295910"/>
            <a:chOff x="2409698" y="3931284"/>
            <a:chExt cx="2277110" cy="295910"/>
          </a:xfrm>
        </p:grpSpPr>
        <p:pic>
          <p:nvPicPr>
            <p:cNvPr id="17" name="object 17"/>
            <p:cNvPicPr/>
            <p:nvPr/>
          </p:nvPicPr>
          <p:blipFill>
            <a:blip r:embed="rId10" cstate="print"/>
            <a:stretch>
              <a:fillRect/>
            </a:stretch>
          </p:blipFill>
          <p:spPr>
            <a:xfrm>
              <a:off x="2409698" y="3931284"/>
              <a:ext cx="802843" cy="295656"/>
            </a:xfrm>
            <a:prstGeom prst="rect">
              <a:avLst/>
            </a:prstGeom>
          </p:spPr>
        </p:pic>
        <p:pic>
          <p:nvPicPr>
            <p:cNvPr id="18" name="object 18"/>
            <p:cNvPicPr/>
            <p:nvPr/>
          </p:nvPicPr>
          <p:blipFill>
            <a:blip r:embed="rId11" cstate="print"/>
            <a:stretch>
              <a:fillRect/>
            </a:stretch>
          </p:blipFill>
          <p:spPr>
            <a:xfrm>
              <a:off x="3157982" y="3931284"/>
              <a:ext cx="794384" cy="295656"/>
            </a:xfrm>
            <a:prstGeom prst="rect">
              <a:avLst/>
            </a:prstGeom>
          </p:spPr>
        </p:pic>
        <p:pic>
          <p:nvPicPr>
            <p:cNvPr id="19" name="object 19"/>
            <p:cNvPicPr/>
            <p:nvPr/>
          </p:nvPicPr>
          <p:blipFill>
            <a:blip r:embed="rId12" cstate="print"/>
            <a:stretch>
              <a:fillRect/>
            </a:stretch>
          </p:blipFill>
          <p:spPr>
            <a:xfrm>
              <a:off x="3874262" y="3931284"/>
              <a:ext cx="812355" cy="295656"/>
            </a:xfrm>
            <a:prstGeom prst="rect">
              <a:avLst/>
            </a:prstGeom>
          </p:spPr>
        </p:pic>
      </p:grpSp>
      <p:sp>
        <p:nvSpPr>
          <p:cNvPr id="20" name="object 20"/>
          <p:cNvSpPr txBox="1"/>
          <p:nvPr/>
        </p:nvSpPr>
        <p:spPr>
          <a:xfrm>
            <a:off x="705104" y="1417294"/>
            <a:ext cx="9919970" cy="2820035"/>
          </a:xfrm>
          <a:prstGeom prst="rect">
            <a:avLst/>
          </a:prstGeom>
        </p:spPr>
        <p:txBody>
          <a:bodyPr vert="horz" wrap="square" lIns="0" tIns="165100" rIns="0" bIns="0" rtlCol="0">
            <a:spAutoFit/>
          </a:bodyPr>
          <a:lstStyle/>
          <a:p>
            <a:pPr marL="1041400">
              <a:lnSpc>
                <a:spcPct val="100000"/>
              </a:lnSpc>
              <a:spcBef>
                <a:spcPts val="1300"/>
              </a:spcBef>
              <a:tabLst>
                <a:tab pos="9467215" algn="l"/>
              </a:tabLst>
            </a:pPr>
            <a:r>
              <a:rPr sz="2000" spc="75" dirty="0">
                <a:solidFill>
                  <a:srgbClr val="252525"/>
                </a:solidFill>
                <a:latin typeface="Cambria"/>
                <a:cs typeface="Cambria"/>
              </a:rPr>
              <a:t>are</a:t>
            </a:r>
            <a:r>
              <a:rPr sz="2000" spc="30" dirty="0">
                <a:solidFill>
                  <a:srgbClr val="252525"/>
                </a:solidFill>
                <a:latin typeface="Cambria"/>
                <a:cs typeface="Cambria"/>
              </a:rPr>
              <a:t>  </a:t>
            </a:r>
            <a:r>
              <a:rPr sz="2000" spc="105" dirty="0">
                <a:solidFill>
                  <a:srgbClr val="252525"/>
                </a:solidFill>
                <a:latin typeface="Cambria"/>
                <a:cs typeface="Cambria"/>
              </a:rPr>
              <a:t>present</a:t>
            </a:r>
            <a:r>
              <a:rPr sz="2000" spc="480" dirty="0">
                <a:solidFill>
                  <a:srgbClr val="252525"/>
                </a:solidFill>
                <a:latin typeface="Cambria"/>
                <a:cs typeface="Cambria"/>
              </a:rPr>
              <a:t> </a:t>
            </a:r>
            <a:r>
              <a:rPr sz="2000" spc="105" dirty="0">
                <a:solidFill>
                  <a:srgbClr val="252525"/>
                </a:solidFill>
                <a:latin typeface="Cambria"/>
                <a:cs typeface="Cambria"/>
              </a:rPr>
              <a:t>in</a:t>
            </a:r>
            <a:r>
              <a:rPr sz="2000" spc="475" dirty="0">
                <a:solidFill>
                  <a:srgbClr val="252525"/>
                </a:solidFill>
                <a:latin typeface="Cambria"/>
                <a:cs typeface="Cambria"/>
              </a:rPr>
              <a:t> </a:t>
            </a:r>
            <a:r>
              <a:rPr sz="2000" spc="85" dirty="0">
                <a:solidFill>
                  <a:srgbClr val="252525"/>
                </a:solidFill>
                <a:latin typeface="Cambria"/>
                <a:cs typeface="Cambria"/>
              </a:rPr>
              <a:t>it</a:t>
            </a:r>
            <a:r>
              <a:rPr sz="2000" spc="484" dirty="0">
                <a:solidFill>
                  <a:srgbClr val="252525"/>
                </a:solidFill>
                <a:latin typeface="Cambria"/>
                <a:cs typeface="Cambria"/>
              </a:rPr>
              <a:t> </a:t>
            </a:r>
            <a:r>
              <a:rPr sz="2000" spc="135" dirty="0">
                <a:solidFill>
                  <a:srgbClr val="252525"/>
                </a:solidFill>
                <a:latin typeface="Cambria"/>
                <a:cs typeface="Cambria"/>
              </a:rPr>
              <a:t>and</a:t>
            </a:r>
            <a:r>
              <a:rPr sz="2000" spc="480" dirty="0">
                <a:solidFill>
                  <a:srgbClr val="252525"/>
                </a:solidFill>
                <a:latin typeface="Cambria"/>
                <a:cs typeface="Cambria"/>
              </a:rPr>
              <a:t> </a:t>
            </a:r>
            <a:r>
              <a:rPr sz="2000" spc="110" dirty="0">
                <a:solidFill>
                  <a:srgbClr val="252525"/>
                </a:solidFill>
                <a:latin typeface="Cambria"/>
                <a:cs typeface="Cambria"/>
              </a:rPr>
              <a:t>the</a:t>
            </a:r>
            <a:r>
              <a:rPr sz="2000" spc="484" dirty="0">
                <a:solidFill>
                  <a:srgbClr val="252525"/>
                </a:solidFill>
                <a:latin typeface="Cambria"/>
                <a:cs typeface="Cambria"/>
              </a:rPr>
              <a:t> </a:t>
            </a:r>
            <a:r>
              <a:rPr sz="2000" spc="120" dirty="0">
                <a:solidFill>
                  <a:srgbClr val="252525"/>
                </a:solidFill>
                <a:latin typeface="Cambria"/>
                <a:cs typeface="Cambria"/>
              </a:rPr>
              <a:t>data</a:t>
            </a:r>
            <a:r>
              <a:rPr sz="2000" spc="490" dirty="0">
                <a:solidFill>
                  <a:srgbClr val="252525"/>
                </a:solidFill>
                <a:latin typeface="Cambria"/>
                <a:cs typeface="Cambria"/>
              </a:rPr>
              <a:t> </a:t>
            </a:r>
            <a:r>
              <a:rPr sz="2000" spc="100" dirty="0">
                <a:solidFill>
                  <a:srgbClr val="252525"/>
                </a:solidFill>
                <a:latin typeface="Cambria"/>
                <a:cs typeface="Cambria"/>
              </a:rPr>
              <a:t>is</a:t>
            </a:r>
            <a:r>
              <a:rPr sz="2000" spc="465" dirty="0">
                <a:solidFill>
                  <a:srgbClr val="252525"/>
                </a:solidFill>
                <a:latin typeface="Cambria"/>
                <a:cs typeface="Cambria"/>
              </a:rPr>
              <a:t> </a:t>
            </a:r>
            <a:r>
              <a:rPr sz="2000" spc="100" dirty="0">
                <a:solidFill>
                  <a:srgbClr val="252525"/>
                </a:solidFill>
                <a:latin typeface="Cambria"/>
                <a:cs typeface="Cambria"/>
              </a:rPr>
              <a:t>not</a:t>
            </a:r>
            <a:r>
              <a:rPr sz="2000" dirty="0">
                <a:solidFill>
                  <a:srgbClr val="252525"/>
                </a:solidFill>
                <a:latin typeface="Cambria"/>
                <a:cs typeface="Cambria"/>
              </a:rPr>
              <a:t>	</a:t>
            </a:r>
            <a:r>
              <a:rPr sz="2000" spc="80" dirty="0">
                <a:solidFill>
                  <a:srgbClr val="252525"/>
                </a:solidFill>
                <a:latin typeface="Cambria"/>
                <a:cs typeface="Cambria"/>
              </a:rPr>
              <a:t>any</a:t>
            </a:r>
            <a:endParaRPr sz="2000" dirty="0">
              <a:latin typeface="Cambria"/>
              <a:cs typeface="Cambria"/>
            </a:endParaRPr>
          </a:p>
          <a:p>
            <a:pPr marL="2205990">
              <a:lnSpc>
                <a:spcPct val="100000"/>
              </a:lnSpc>
              <a:spcBef>
                <a:spcPts val="1205"/>
              </a:spcBef>
            </a:pPr>
            <a:r>
              <a:rPr sz="2000" spc="65" dirty="0">
                <a:solidFill>
                  <a:srgbClr val="252525"/>
                </a:solidFill>
                <a:latin typeface="Cambria"/>
                <a:cs typeface="Cambria"/>
              </a:rPr>
              <a:t>.</a:t>
            </a:r>
            <a:endParaRPr sz="2000" dirty="0">
              <a:latin typeface="Cambria"/>
              <a:cs typeface="Cambria"/>
            </a:endParaRPr>
          </a:p>
          <a:p>
            <a:pPr>
              <a:lnSpc>
                <a:spcPct val="100000"/>
              </a:lnSpc>
              <a:spcBef>
                <a:spcPts val="855"/>
              </a:spcBef>
            </a:pPr>
            <a:endParaRPr sz="2000" dirty="0">
              <a:latin typeface="Cambria"/>
              <a:cs typeface="Cambria"/>
            </a:endParaRPr>
          </a:p>
          <a:p>
            <a:pPr marL="240665" indent="-227965">
              <a:lnSpc>
                <a:spcPct val="100000"/>
              </a:lnSpc>
              <a:spcBef>
                <a:spcPts val="5"/>
              </a:spcBef>
              <a:buClr>
                <a:srgbClr val="006F57"/>
              </a:buClr>
              <a:buSzPct val="75000"/>
              <a:buFont typeface="Wingdings"/>
              <a:buChar char=""/>
              <a:tabLst>
                <a:tab pos="240665" algn="l"/>
              </a:tabLst>
            </a:pPr>
            <a:r>
              <a:rPr sz="2000" spc="114" dirty="0">
                <a:solidFill>
                  <a:srgbClr val="252525"/>
                </a:solidFill>
                <a:latin typeface="Cambria"/>
                <a:cs typeface="Cambria"/>
              </a:rPr>
              <a:t>The</a:t>
            </a:r>
            <a:r>
              <a:rPr sz="2000" spc="430" dirty="0">
                <a:solidFill>
                  <a:srgbClr val="252525"/>
                </a:solidFill>
                <a:latin typeface="Cambria"/>
                <a:cs typeface="Cambria"/>
              </a:rPr>
              <a:t> </a:t>
            </a:r>
            <a:r>
              <a:rPr sz="2000" spc="80" dirty="0">
                <a:solidFill>
                  <a:srgbClr val="252525"/>
                </a:solidFill>
                <a:latin typeface="Cambria"/>
                <a:cs typeface="Cambria"/>
              </a:rPr>
              <a:t>entire</a:t>
            </a:r>
            <a:r>
              <a:rPr sz="2000" spc="455" dirty="0">
                <a:solidFill>
                  <a:srgbClr val="252525"/>
                </a:solidFill>
                <a:latin typeface="Cambria"/>
                <a:cs typeface="Cambria"/>
              </a:rPr>
              <a:t> </a:t>
            </a:r>
            <a:r>
              <a:rPr sz="2000" spc="114" dirty="0">
                <a:solidFill>
                  <a:srgbClr val="252525"/>
                </a:solidFill>
                <a:latin typeface="Cambria"/>
                <a:cs typeface="Cambria"/>
              </a:rPr>
              <a:t>process</a:t>
            </a:r>
            <a:r>
              <a:rPr sz="2000" spc="430" dirty="0">
                <a:solidFill>
                  <a:srgbClr val="252525"/>
                </a:solidFill>
                <a:latin typeface="Cambria"/>
                <a:cs typeface="Cambria"/>
              </a:rPr>
              <a:t> </a:t>
            </a:r>
            <a:r>
              <a:rPr sz="2000" spc="170" dirty="0">
                <a:solidFill>
                  <a:srgbClr val="252525"/>
                </a:solidFill>
                <a:latin typeface="Cambria"/>
                <a:cs typeface="Cambria"/>
              </a:rPr>
              <a:t>of</a:t>
            </a:r>
            <a:r>
              <a:rPr sz="2000" spc="415" dirty="0">
                <a:solidFill>
                  <a:srgbClr val="252525"/>
                </a:solidFill>
                <a:latin typeface="Cambria"/>
                <a:cs typeface="Cambria"/>
              </a:rPr>
              <a:t> </a:t>
            </a:r>
            <a:r>
              <a:rPr sz="2000" spc="105" dirty="0">
                <a:solidFill>
                  <a:srgbClr val="252525"/>
                </a:solidFill>
                <a:latin typeface="Cambria"/>
                <a:cs typeface="Cambria"/>
              </a:rPr>
              <a:t>cleaning</a:t>
            </a:r>
            <a:r>
              <a:rPr sz="2000" spc="434" dirty="0">
                <a:solidFill>
                  <a:srgbClr val="252525"/>
                </a:solidFill>
                <a:latin typeface="Cambria"/>
                <a:cs typeface="Cambria"/>
              </a:rPr>
              <a:t> </a:t>
            </a:r>
            <a:r>
              <a:rPr sz="2000" spc="135" dirty="0">
                <a:solidFill>
                  <a:srgbClr val="252525"/>
                </a:solidFill>
                <a:latin typeface="Cambria"/>
                <a:cs typeface="Cambria"/>
              </a:rPr>
              <a:t>and</a:t>
            </a:r>
            <a:r>
              <a:rPr sz="2000" spc="420" dirty="0">
                <a:solidFill>
                  <a:srgbClr val="252525"/>
                </a:solidFill>
                <a:latin typeface="Cambria"/>
                <a:cs typeface="Cambria"/>
              </a:rPr>
              <a:t> </a:t>
            </a:r>
            <a:r>
              <a:rPr sz="2000" spc="120" dirty="0">
                <a:solidFill>
                  <a:srgbClr val="252525"/>
                </a:solidFill>
                <a:latin typeface="Cambria"/>
                <a:cs typeface="Cambria"/>
              </a:rPr>
              <a:t>standardization</a:t>
            </a:r>
            <a:r>
              <a:rPr sz="2000" spc="420" dirty="0">
                <a:solidFill>
                  <a:srgbClr val="252525"/>
                </a:solidFill>
                <a:latin typeface="Cambria"/>
                <a:cs typeface="Cambria"/>
              </a:rPr>
              <a:t> </a:t>
            </a:r>
            <a:r>
              <a:rPr sz="2000" spc="170" dirty="0">
                <a:solidFill>
                  <a:srgbClr val="252525"/>
                </a:solidFill>
                <a:latin typeface="Cambria"/>
                <a:cs typeface="Cambria"/>
              </a:rPr>
              <a:t>of</a:t>
            </a:r>
            <a:r>
              <a:rPr sz="2000" spc="425" dirty="0">
                <a:solidFill>
                  <a:srgbClr val="252525"/>
                </a:solidFill>
                <a:latin typeface="Cambria"/>
                <a:cs typeface="Cambria"/>
              </a:rPr>
              <a:t> </a:t>
            </a:r>
            <a:r>
              <a:rPr sz="2000" spc="105" dirty="0">
                <a:solidFill>
                  <a:srgbClr val="252525"/>
                </a:solidFill>
                <a:latin typeface="Cambria"/>
                <a:cs typeface="Cambria"/>
              </a:rPr>
              <a:t>text,</a:t>
            </a:r>
            <a:r>
              <a:rPr sz="2000" spc="425" dirty="0">
                <a:solidFill>
                  <a:srgbClr val="252525"/>
                </a:solidFill>
                <a:latin typeface="Cambria"/>
                <a:cs typeface="Cambria"/>
              </a:rPr>
              <a:t> </a:t>
            </a:r>
            <a:r>
              <a:rPr sz="2000" spc="135" dirty="0">
                <a:solidFill>
                  <a:srgbClr val="252525"/>
                </a:solidFill>
                <a:latin typeface="Cambria"/>
                <a:cs typeface="Cambria"/>
              </a:rPr>
              <a:t>making</a:t>
            </a:r>
            <a:r>
              <a:rPr sz="2000" spc="430" dirty="0">
                <a:solidFill>
                  <a:srgbClr val="252525"/>
                </a:solidFill>
                <a:latin typeface="Cambria"/>
                <a:cs typeface="Cambria"/>
              </a:rPr>
              <a:t> </a:t>
            </a:r>
            <a:r>
              <a:rPr sz="2000" spc="80" dirty="0">
                <a:solidFill>
                  <a:srgbClr val="252525"/>
                </a:solidFill>
                <a:latin typeface="Cambria"/>
                <a:cs typeface="Cambria"/>
              </a:rPr>
              <a:t>it</a:t>
            </a:r>
            <a:r>
              <a:rPr sz="2000" spc="434" dirty="0">
                <a:solidFill>
                  <a:srgbClr val="252525"/>
                </a:solidFill>
                <a:latin typeface="Cambria"/>
                <a:cs typeface="Cambria"/>
              </a:rPr>
              <a:t> </a:t>
            </a:r>
            <a:r>
              <a:rPr sz="2000" spc="75" dirty="0">
                <a:solidFill>
                  <a:srgbClr val="252525"/>
                </a:solidFill>
                <a:latin typeface="Cambria"/>
                <a:cs typeface="Cambria"/>
              </a:rPr>
              <a:t>noise-</a:t>
            </a:r>
            <a:endParaRPr sz="2000" dirty="0">
              <a:latin typeface="Cambria"/>
              <a:cs typeface="Cambria"/>
            </a:endParaRPr>
          </a:p>
          <a:p>
            <a:pPr marL="240665">
              <a:lnSpc>
                <a:spcPct val="100000"/>
              </a:lnSpc>
              <a:spcBef>
                <a:spcPts val="1200"/>
              </a:spcBef>
              <a:tabLst>
                <a:tab pos="7545070" algn="l"/>
              </a:tabLst>
            </a:pPr>
            <a:r>
              <a:rPr sz="2000" spc="95" dirty="0">
                <a:solidFill>
                  <a:srgbClr val="252525"/>
                </a:solidFill>
                <a:latin typeface="Cambria"/>
                <a:cs typeface="Cambria"/>
              </a:rPr>
              <a:t>free</a:t>
            </a:r>
            <a:r>
              <a:rPr sz="2000" spc="204" dirty="0">
                <a:solidFill>
                  <a:srgbClr val="252525"/>
                </a:solidFill>
                <a:latin typeface="Cambria"/>
                <a:cs typeface="Cambria"/>
              </a:rPr>
              <a:t> </a:t>
            </a:r>
            <a:r>
              <a:rPr sz="2000" spc="135" dirty="0">
                <a:solidFill>
                  <a:srgbClr val="252525"/>
                </a:solidFill>
                <a:latin typeface="Cambria"/>
                <a:cs typeface="Cambria"/>
              </a:rPr>
              <a:t>and</a:t>
            </a:r>
            <a:r>
              <a:rPr sz="2000" spc="170" dirty="0">
                <a:solidFill>
                  <a:srgbClr val="252525"/>
                </a:solidFill>
                <a:latin typeface="Cambria"/>
                <a:cs typeface="Cambria"/>
              </a:rPr>
              <a:t> </a:t>
            </a:r>
            <a:r>
              <a:rPr sz="2000" spc="95" dirty="0">
                <a:solidFill>
                  <a:srgbClr val="252525"/>
                </a:solidFill>
                <a:latin typeface="Cambria"/>
                <a:cs typeface="Cambria"/>
              </a:rPr>
              <a:t>ready</a:t>
            </a:r>
            <a:r>
              <a:rPr sz="2000" spc="175" dirty="0">
                <a:solidFill>
                  <a:srgbClr val="252525"/>
                </a:solidFill>
                <a:latin typeface="Cambria"/>
                <a:cs typeface="Cambria"/>
              </a:rPr>
              <a:t> </a:t>
            </a:r>
            <a:r>
              <a:rPr sz="2000" spc="125" dirty="0">
                <a:solidFill>
                  <a:srgbClr val="252525"/>
                </a:solidFill>
                <a:latin typeface="Cambria"/>
                <a:cs typeface="Cambria"/>
              </a:rPr>
              <a:t>for</a:t>
            </a:r>
            <a:r>
              <a:rPr sz="2000" spc="180" dirty="0">
                <a:solidFill>
                  <a:srgbClr val="252525"/>
                </a:solidFill>
                <a:latin typeface="Cambria"/>
                <a:cs typeface="Cambria"/>
              </a:rPr>
              <a:t> </a:t>
            </a:r>
            <a:r>
              <a:rPr sz="2000" spc="105" dirty="0">
                <a:solidFill>
                  <a:srgbClr val="252525"/>
                </a:solidFill>
                <a:latin typeface="Cambria"/>
                <a:cs typeface="Cambria"/>
              </a:rPr>
              <a:t>analysis</a:t>
            </a:r>
            <a:r>
              <a:rPr sz="2000" spc="195" dirty="0">
                <a:solidFill>
                  <a:srgbClr val="252525"/>
                </a:solidFill>
                <a:latin typeface="Cambria"/>
                <a:cs typeface="Cambria"/>
              </a:rPr>
              <a:t> </a:t>
            </a:r>
            <a:r>
              <a:rPr sz="2000" spc="100" dirty="0">
                <a:solidFill>
                  <a:srgbClr val="252525"/>
                </a:solidFill>
                <a:latin typeface="Cambria"/>
                <a:cs typeface="Cambria"/>
              </a:rPr>
              <a:t>is</a:t>
            </a:r>
            <a:r>
              <a:rPr sz="2000" spc="175" dirty="0">
                <a:solidFill>
                  <a:srgbClr val="252525"/>
                </a:solidFill>
                <a:latin typeface="Cambria"/>
                <a:cs typeface="Cambria"/>
              </a:rPr>
              <a:t> </a:t>
            </a:r>
            <a:r>
              <a:rPr sz="2000" spc="120" dirty="0">
                <a:solidFill>
                  <a:srgbClr val="252525"/>
                </a:solidFill>
                <a:latin typeface="Cambria"/>
                <a:cs typeface="Cambria"/>
              </a:rPr>
              <a:t>known</a:t>
            </a:r>
            <a:r>
              <a:rPr sz="2000" spc="160" dirty="0">
                <a:solidFill>
                  <a:srgbClr val="252525"/>
                </a:solidFill>
                <a:latin typeface="Cambria"/>
                <a:cs typeface="Cambria"/>
              </a:rPr>
              <a:t> </a:t>
            </a:r>
            <a:r>
              <a:rPr sz="2000" spc="100" dirty="0">
                <a:solidFill>
                  <a:srgbClr val="252525"/>
                </a:solidFill>
                <a:latin typeface="Cambria"/>
                <a:cs typeface="Cambria"/>
              </a:rPr>
              <a:t>as</a:t>
            </a:r>
            <a:r>
              <a:rPr sz="2000" dirty="0">
                <a:solidFill>
                  <a:srgbClr val="252525"/>
                </a:solidFill>
                <a:latin typeface="Cambria"/>
                <a:cs typeface="Cambria"/>
              </a:rPr>
              <a:t>	</a:t>
            </a:r>
            <a:r>
              <a:rPr sz="2000" spc="65" dirty="0">
                <a:solidFill>
                  <a:srgbClr val="252525"/>
                </a:solidFill>
                <a:latin typeface="Cambria"/>
                <a:cs typeface="Cambria"/>
              </a:rPr>
              <a:t>.</a:t>
            </a:r>
            <a:endParaRPr sz="2000" dirty="0">
              <a:latin typeface="Cambria"/>
              <a:cs typeface="Cambria"/>
            </a:endParaRPr>
          </a:p>
          <a:p>
            <a:pPr>
              <a:lnSpc>
                <a:spcPct val="100000"/>
              </a:lnSpc>
              <a:spcBef>
                <a:spcPts val="844"/>
              </a:spcBef>
            </a:pPr>
            <a:endParaRPr sz="2000" dirty="0">
              <a:latin typeface="Cambria"/>
              <a:cs typeface="Cambria"/>
            </a:endParaRPr>
          </a:p>
          <a:p>
            <a:pPr marL="240665" indent="-227965">
              <a:lnSpc>
                <a:spcPct val="100000"/>
              </a:lnSpc>
              <a:buClr>
                <a:srgbClr val="006F57"/>
              </a:buClr>
              <a:buSzPct val="75000"/>
              <a:buFont typeface="Wingdings"/>
              <a:buChar char=""/>
              <a:tabLst>
                <a:tab pos="240665" algn="l"/>
                <a:tab pos="3845560" algn="l"/>
              </a:tabLst>
            </a:pPr>
            <a:r>
              <a:rPr sz="2000" spc="135" dirty="0">
                <a:solidFill>
                  <a:srgbClr val="252525"/>
                </a:solidFill>
                <a:latin typeface="Cambria"/>
                <a:cs typeface="Cambria"/>
              </a:rPr>
              <a:t>Consists</a:t>
            </a:r>
            <a:r>
              <a:rPr sz="2000" spc="215" dirty="0">
                <a:solidFill>
                  <a:srgbClr val="252525"/>
                </a:solidFill>
                <a:latin typeface="Cambria"/>
                <a:cs typeface="Cambria"/>
              </a:rPr>
              <a:t> </a:t>
            </a:r>
            <a:r>
              <a:rPr sz="2000" spc="150" dirty="0">
                <a:solidFill>
                  <a:srgbClr val="252525"/>
                </a:solidFill>
                <a:latin typeface="Cambria"/>
                <a:cs typeface="Cambria"/>
              </a:rPr>
              <a:t>of</a:t>
            </a:r>
            <a:r>
              <a:rPr sz="2000" dirty="0">
                <a:solidFill>
                  <a:srgbClr val="252525"/>
                </a:solidFill>
                <a:latin typeface="Cambria"/>
                <a:cs typeface="Cambria"/>
              </a:rPr>
              <a:t>	</a:t>
            </a:r>
            <a:r>
              <a:rPr sz="2000" spc="-50" dirty="0">
                <a:solidFill>
                  <a:srgbClr val="252525"/>
                </a:solidFill>
                <a:latin typeface="Cambria"/>
                <a:cs typeface="Cambria"/>
              </a:rPr>
              <a:t>:</a:t>
            </a:r>
            <a:endParaRPr sz="2000" dirty="0">
              <a:latin typeface="Cambria"/>
              <a:cs typeface="Cambria"/>
            </a:endParaRPr>
          </a:p>
        </p:txBody>
      </p:sp>
      <p:sp>
        <p:nvSpPr>
          <p:cNvPr id="21" name="object 21"/>
          <p:cNvSpPr txBox="1"/>
          <p:nvPr/>
        </p:nvSpPr>
        <p:spPr>
          <a:xfrm>
            <a:off x="933703" y="4503801"/>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75A74"/>
                </a:solidFill>
                <a:latin typeface="Wingdings"/>
                <a:cs typeface="Wingdings"/>
              </a:rPr>
              <a:t></a:t>
            </a:r>
            <a:endParaRPr sz="1500">
              <a:latin typeface="Wingdings"/>
              <a:cs typeface="Wingdings"/>
            </a:endParaRPr>
          </a:p>
        </p:txBody>
      </p:sp>
      <p:grpSp>
        <p:nvGrpSpPr>
          <p:cNvPr id="22" name="object 22"/>
          <p:cNvGrpSpPr/>
          <p:nvPr/>
        </p:nvGrpSpPr>
        <p:grpSpPr>
          <a:xfrm>
            <a:off x="1175003" y="4464684"/>
            <a:ext cx="3112770" cy="295910"/>
            <a:chOff x="1175003" y="4464684"/>
            <a:chExt cx="3112770" cy="295910"/>
          </a:xfrm>
        </p:grpSpPr>
        <p:pic>
          <p:nvPicPr>
            <p:cNvPr id="23" name="object 23"/>
            <p:cNvPicPr/>
            <p:nvPr/>
          </p:nvPicPr>
          <p:blipFill>
            <a:blip r:embed="rId13" cstate="print"/>
            <a:stretch>
              <a:fillRect/>
            </a:stretch>
          </p:blipFill>
          <p:spPr>
            <a:xfrm>
              <a:off x="1175003" y="4464684"/>
              <a:ext cx="861364" cy="295656"/>
            </a:xfrm>
            <a:prstGeom prst="rect">
              <a:avLst/>
            </a:prstGeom>
          </p:spPr>
        </p:pic>
        <p:pic>
          <p:nvPicPr>
            <p:cNvPr id="24" name="object 24"/>
            <p:cNvPicPr/>
            <p:nvPr/>
          </p:nvPicPr>
          <p:blipFill>
            <a:blip r:embed="rId14" cstate="print"/>
            <a:stretch>
              <a:fillRect/>
            </a:stretch>
          </p:blipFill>
          <p:spPr>
            <a:xfrm>
              <a:off x="1970531" y="4464684"/>
              <a:ext cx="1078763" cy="295656"/>
            </a:xfrm>
            <a:prstGeom prst="rect">
              <a:avLst/>
            </a:prstGeom>
          </p:spPr>
        </p:pic>
        <p:pic>
          <p:nvPicPr>
            <p:cNvPr id="25" name="object 25"/>
            <p:cNvPicPr/>
            <p:nvPr/>
          </p:nvPicPr>
          <p:blipFill>
            <a:blip r:embed="rId15" cstate="print"/>
            <a:stretch>
              <a:fillRect/>
            </a:stretch>
          </p:blipFill>
          <p:spPr>
            <a:xfrm>
              <a:off x="3007105" y="4464684"/>
              <a:ext cx="1280159" cy="295656"/>
            </a:xfrm>
            <a:prstGeom prst="rect">
              <a:avLst/>
            </a:prstGeom>
          </p:spPr>
        </p:pic>
      </p:grpSp>
      <p:sp>
        <p:nvSpPr>
          <p:cNvPr id="26" name="object 26"/>
          <p:cNvSpPr txBox="1"/>
          <p:nvPr/>
        </p:nvSpPr>
        <p:spPr>
          <a:xfrm>
            <a:off x="4193794" y="4465701"/>
            <a:ext cx="5939155" cy="299720"/>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252525"/>
                </a:solidFill>
                <a:latin typeface="Cambria"/>
                <a:cs typeface="Cambria"/>
              </a:rPr>
              <a:t>(remove</a:t>
            </a:r>
            <a:r>
              <a:rPr sz="1800" spc="210" dirty="0">
                <a:solidFill>
                  <a:srgbClr val="252525"/>
                </a:solidFill>
                <a:latin typeface="Cambria"/>
                <a:cs typeface="Cambria"/>
              </a:rPr>
              <a:t> </a:t>
            </a:r>
            <a:r>
              <a:rPr sz="1800" spc="105" dirty="0">
                <a:solidFill>
                  <a:srgbClr val="252525"/>
                </a:solidFill>
                <a:latin typeface="Cambria"/>
                <a:cs typeface="Cambria"/>
              </a:rPr>
              <a:t>symbols,</a:t>
            </a:r>
            <a:r>
              <a:rPr sz="1800" spc="220" dirty="0">
                <a:solidFill>
                  <a:srgbClr val="252525"/>
                </a:solidFill>
                <a:latin typeface="Cambria"/>
                <a:cs typeface="Cambria"/>
              </a:rPr>
              <a:t> </a:t>
            </a:r>
            <a:r>
              <a:rPr sz="1800" spc="90" dirty="0">
                <a:solidFill>
                  <a:srgbClr val="252525"/>
                </a:solidFill>
                <a:latin typeface="Cambria"/>
                <a:cs typeface="Cambria"/>
              </a:rPr>
              <a:t>URL,</a:t>
            </a:r>
            <a:r>
              <a:rPr sz="1800" spc="165" dirty="0">
                <a:solidFill>
                  <a:srgbClr val="252525"/>
                </a:solidFill>
                <a:latin typeface="Cambria"/>
                <a:cs typeface="Cambria"/>
              </a:rPr>
              <a:t> </a:t>
            </a:r>
            <a:r>
              <a:rPr sz="1800" spc="100" dirty="0">
                <a:solidFill>
                  <a:srgbClr val="252525"/>
                </a:solidFill>
                <a:latin typeface="Cambria"/>
                <a:cs typeface="Cambria"/>
              </a:rPr>
              <a:t>punctuation,</a:t>
            </a:r>
            <a:r>
              <a:rPr sz="1800" spc="190" dirty="0">
                <a:solidFill>
                  <a:srgbClr val="252525"/>
                </a:solidFill>
                <a:latin typeface="Cambria"/>
                <a:cs typeface="Cambria"/>
              </a:rPr>
              <a:t> </a:t>
            </a:r>
            <a:r>
              <a:rPr sz="1800" spc="120" dirty="0">
                <a:solidFill>
                  <a:srgbClr val="252525"/>
                </a:solidFill>
                <a:latin typeface="Cambria"/>
                <a:cs typeface="Cambria"/>
              </a:rPr>
              <a:t>stop</a:t>
            </a:r>
            <a:r>
              <a:rPr sz="1800" spc="170" dirty="0">
                <a:solidFill>
                  <a:srgbClr val="252525"/>
                </a:solidFill>
                <a:latin typeface="Cambria"/>
                <a:cs typeface="Cambria"/>
              </a:rPr>
              <a:t> </a:t>
            </a:r>
            <a:r>
              <a:rPr sz="1800" spc="90" dirty="0">
                <a:solidFill>
                  <a:srgbClr val="252525"/>
                </a:solidFill>
                <a:latin typeface="Cambria"/>
                <a:cs typeface="Cambria"/>
              </a:rPr>
              <a:t>words</a:t>
            </a:r>
            <a:r>
              <a:rPr sz="1800" spc="190" dirty="0">
                <a:solidFill>
                  <a:srgbClr val="252525"/>
                </a:solidFill>
                <a:latin typeface="Cambria"/>
                <a:cs typeface="Cambria"/>
              </a:rPr>
              <a:t> </a:t>
            </a:r>
            <a:r>
              <a:rPr sz="1800" spc="95" dirty="0">
                <a:solidFill>
                  <a:srgbClr val="252525"/>
                </a:solidFill>
                <a:latin typeface="Cambria"/>
                <a:cs typeface="Cambria"/>
              </a:rPr>
              <a:t>etc.</a:t>
            </a:r>
            <a:r>
              <a:rPr sz="1800" spc="140" dirty="0">
                <a:solidFill>
                  <a:srgbClr val="252525"/>
                </a:solidFill>
                <a:latin typeface="Cambria"/>
                <a:cs typeface="Cambria"/>
              </a:rPr>
              <a:t> </a:t>
            </a:r>
            <a:r>
              <a:rPr sz="1800" spc="-50" dirty="0">
                <a:solidFill>
                  <a:srgbClr val="252525"/>
                </a:solidFill>
                <a:latin typeface="Cambria"/>
                <a:cs typeface="Cambria"/>
              </a:rPr>
              <a:t>)</a:t>
            </a:r>
            <a:endParaRPr sz="1800">
              <a:latin typeface="Cambria"/>
              <a:cs typeface="Cambria"/>
            </a:endParaRPr>
          </a:p>
        </p:txBody>
      </p:sp>
      <p:sp>
        <p:nvSpPr>
          <p:cNvPr id="27" name="object 27"/>
          <p:cNvSpPr txBox="1"/>
          <p:nvPr/>
        </p:nvSpPr>
        <p:spPr>
          <a:xfrm>
            <a:off x="933703" y="5037582"/>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75A74"/>
                </a:solidFill>
                <a:latin typeface="Wingdings"/>
                <a:cs typeface="Wingdings"/>
              </a:rPr>
              <a:t></a:t>
            </a:r>
            <a:endParaRPr sz="1500">
              <a:latin typeface="Wingdings"/>
              <a:cs typeface="Wingdings"/>
            </a:endParaRPr>
          </a:p>
        </p:txBody>
      </p:sp>
      <p:grpSp>
        <p:nvGrpSpPr>
          <p:cNvPr id="28" name="object 28"/>
          <p:cNvGrpSpPr/>
          <p:nvPr/>
        </p:nvGrpSpPr>
        <p:grpSpPr>
          <a:xfrm>
            <a:off x="1175003" y="4998465"/>
            <a:ext cx="2725420" cy="295910"/>
            <a:chOff x="1175003" y="4998465"/>
            <a:chExt cx="2725420" cy="295910"/>
          </a:xfrm>
        </p:grpSpPr>
        <p:pic>
          <p:nvPicPr>
            <p:cNvPr id="29" name="object 29"/>
            <p:cNvPicPr/>
            <p:nvPr/>
          </p:nvPicPr>
          <p:blipFill>
            <a:blip r:embed="rId16" cstate="print"/>
            <a:stretch>
              <a:fillRect/>
            </a:stretch>
          </p:blipFill>
          <p:spPr>
            <a:xfrm>
              <a:off x="1175003" y="4998465"/>
              <a:ext cx="853440" cy="295656"/>
            </a:xfrm>
            <a:prstGeom prst="rect">
              <a:avLst/>
            </a:prstGeom>
          </p:spPr>
        </p:pic>
        <p:pic>
          <p:nvPicPr>
            <p:cNvPr id="30" name="object 30"/>
            <p:cNvPicPr/>
            <p:nvPr/>
          </p:nvPicPr>
          <p:blipFill>
            <a:blip r:embed="rId17" cstate="print"/>
            <a:stretch>
              <a:fillRect/>
            </a:stretch>
          </p:blipFill>
          <p:spPr>
            <a:xfrm>
              <a:off x="1937003" y="4998465"/>
              <a:ext cx="1963293" cy="295656"/>
            </a:xfrm>
            <a:prstGeom prst="rect">
              <a:avLst/>
            </a:prstGeom>
          </p:spPr>
        </p:pic>
      </p:grpSp>
      <p:sp>
        <p:nvSpPr>
          <p:cNvPr id="31" name="object 31"/>
          <p:cNvSpPr txBox="1"/>
          <p:nvPr/>
        </p:nvSpPr>
        <p:spPr>
          <a:xfrm>
            <a:off x="3826509" y="4999482"/>
            <a:ext cx="5193665" cy="299720"/>
          </a:xfrm>
          <a:prstGeom prst="rect">
            <a:avLst/>
          </a:prstGeom>
        </p:spPr>
        <p:txBody>
          <a:bodyPr vert="horz" wrap="square" lIns="0" tIns="12700" rIns="0" bIns="0" rtlCol="0">
            <a:spAutoFit/>
          </a:bodyPr>
          <a:lstStyle/>
          <a:p>
            <a:pPr marL="12700">
              <a:lnSpc>
                <a:spcPct val="100000"/>
              </a:lnSpc>
              <a:spcBef>
                <a:spcPts val="100"/>
              </a:spcBef>
            </a:pPr>
            <a:r>
              <a:rPr sz="1800" spc="85" dirty="0">
                <a:solidFill>
                  <a:srgbClr val="252525"/>
                </a:solidFill>
                <a:latin typeface="Cambria"/>
                <a:cs typeface="Cambria"/>
              </a:rPr>
              <a:t>(Tokenization,</a:t>
            </a:r>
            <a:r>
              <a:rPr sz="1800" spc="254" dirty="0">
                <a:solidFill>
                  <a:srgbClr val="252525"/>
                </a:solidFill>
                <a:latin typeface="Cambria"/>
                <a:cs typeface="Cambria"/>
              </a:rPr>
              <a:t> </a:t>
            </a:r>
            <a:r>
              <a:rPr sz="1800" spc="105" dirty="0">
                <a:solidFill>
                  <a:srgbClr val="252525"/>
                </a:solidFill>
                <a:latin typeface="Cambria"/>
                <a:cs typeface="Cambria"/>
              </a:rPr>
              <a:t>Lemmatization,</a:t>
            </a:r>
            <a:r>
              <a:rPr sz="1800" spc="195" dirty="0">
                <a:solidFill>
                  <a:srgbClr val="252525"/>
                </a:solidFill>
                <a:latin typeface="Cambria"/>
                <a:cs typeface="Cambria"/>
              </a:rPr>
              <a:t> </a:t>
            </a:r>
            <a:r>
              <a:rPr sz="1800" spc="110" dirty="0">
                <a:solidFill>
                  <a:srgbClr val="252525"/>
                </a:solidFill>
                <a:latin typeface="Cambria"/>
                <a:cs typeface="Cambria"/>
              </a:rPr>
              <a:t>Stemming</a:t>
            </a:r>
            <a:r>
              <a:rPr sz="1800" spc="190" dirty="0">
                <a:solidFill>
                  <a:srgbClr val="252525"/>
                </a:solidFill>
                <a:latin typeface="Cambria"/>
                <a:cs typeface="Cambria"/>
              </a:rPr>
              <a:t> </a:t>
            </a:r>
            <a:r>
              <a:rPr sz="1800" spc="95" dirty="0">
                <a:solidFill>
                  <a:srgbClr val="252525"/>
                </a:solidFill>
                <a:latin typeface="Cambria"/>
                <a:cs typeface="Cambria"/>
              </a:rPr>
              <a:t>etc.</a:t>
            </a:r>
            <a:r>
              <a:rPr sz="1800" spc="155" dirty="0">
                <a:solidFill>
                  <a:srgbClr val="252525"/>
                </a:solidFill>
                <a:latin typeface="Cambria"/>
                <a:cs typeface="Cambria"/>
              </a:rPr>
              <a:t> </a:t>
            </a:r>
            <a:r>
              <a:rPr sz="1800" spc="-50" dirty="0">
                <a:solidFill>
                  <a:srgbClr val="252525"/>
                </a:solidFill>
                <a:latin typeface="Cambria"/>
                <a:cs typeface="Cambria"/>
              </a:rPr>
              <a:t>)</a:t>
            </a:r>
            <a:endParaRPr sz="1800">
              <a:latin typeface="Cambria"/>
              <a:cs typeface="Cambria"/>
            </a:endParaRPr>
          </a:p>
        </p:txBody>
      </p:sp>
      <p:sp>
        <p:nvSpPr>
          <p:cNvPr id="32" name="object 32"/>
          <p:cNvSpPr txBox="1"/>
          <p:nvPr/>
        </p:nvSpPr>
        <p:spPr>
          <a:xfrm>
            <a:off x="933703" y="5570931"/>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75A74"/>
                </a:solidFill>
                <a:latin typeface="Wingdings"/>
                <a:cs typeface="Wingdings"/>
              </a:rPr>
              <a:t></a:t>
            </a:r>
            <a:endParaRPr sz="1500">
              <a:latin typeface="Wingdings"/>
              <a:cs typeface="Wingdings"/>
            </a:endParaRPr>
          </a:p>
        </p:txBody>
      </p:sp>
      <p:grpSp>
        <p:nvGrpSpPr>
          <p:cNvPr id="33" name="object 33"/>
          <p:cNvGrpSpPr/>
          <p:nvPr/>
        </p:nvGrpSpPr>
        <p:grpSpPr>
          <a:xfrm>
            <a:off x="1175003" y="5531815"/>
            <a:ext cx="2914650" cy="295910"/>
            <a:chOff x="1175003" y="5531815"/>
            <a:chExt cx="2914650" cy="295910"/>
          </a:xfrm>
        </p:grpSpPr>
        <p:pic>
          <p:nvPicPr>
            <p:cNvPr id="34" name="object 34"/>
            <p:cNvPicPr/>
            <p:nvPr/>
          </p:nvPicPr>
          <p:blipFill>
            <a:blip r:embed="rId16" cstate="print"/>
            <a:stretch>
              <a:fillRect/>
            </a:stretch>
          </p:blipFill>
          <p:spPr>
            <a:xfrm>
              <a:off x="1175003" y="5531815"/>
              <a:ext cx="853440" cy="295656"/>
            </a:xfrm>
            <a:prstGeom prst="rect">
              <a:avLst/>
            </a:prstGeom>
          </p:spPr>
        </p:pic>
        <p:pic>
          <p:nvPicPr>
            <p:cNvPr id="35" name="object 35"/>
            <p:cNvPicPr/>
            <p:nvPr/>
          </p:nvPicPr>
          <p:blipFill>
            <a:blip r:embed="rId18" cstate="print"/>
            <a:stretch>
              <a:fillRect/>
            </a:stretch>
          </p:blipFill>
          <p:spPr>
            <a:xfrm>
              <a:off x="1937003" y="5531815"/>
              <a:ext cx="2152649" cy="295656"/>
            </a:xfrm>
            <a:prstGeom prst="rect">
              <a:avLst/>
            </a:prstGeom>
          </p:spPr>
        </p:pic>
      </p:grpSp>
      <p:sp>
        <p:nvSpPr>
          <p:cNvPr id="36" name="object 36"/>
          <p:cNvSpPr txBox="1"/>
          <p:nvPr/>
        </p:nvSpPr>
        <p:spPr>
          <a:xfrm>
            <a:off x="4018534" y="5532831"/>
            <a:ext cx="4135754" cy="299720"/>
          </a:xfrm>
          <a:prstGeom prst="rect">
            <a:avLst/>
          </a:prstGeom>
        </p:spPr>
        <p:txBody>
          <a:bodyPr vert="horz" wrap="square" lIns="0" tIns="12700" rIns="0" bIns="0" rtlCol="0">
            <a:spAutoFit/>
          </a:bodyPr>
          <a:lstStyle/>
          <a:p>
            <a:pPr marL="12700">
              <a:lnSpc>
                <a:spcPct val="100000"/>
              </a:lnSpc>
              <a:spcBef>
                <a:spcPts val="100"/>
              </a:spcBef>
            </a:pPr>
            <a:r>
              <a:rPr sz="1800" spc="80" dirty="0">
                <a:solidFill>
                  <a:srgbClr val="252525"/>
                </a:solidFill>
                <a:latin typeface="Cambria"/>
                <a:cs typeface="Cambria"/>
              </a:rPr>
              <a:t>(Tagging,</a:t>
            </a:r>
            <a:r>
              <a:rPr sz="1800" spc="210" dirty="0">
                <a:solidFill>
                  <a:srgbClr val="252525"/>
                </a:solidFill>
                <a:latin typeface="Cambria"/>
                <a:cs typeface="Cambria"/>
              </a:rPr>
              <a:t> </a:t>
            </a:r>
            <a:r>
              <a:rPr sz="1800" spc="85" dirty="0">
                <a:solidFill>
                  <a:srgbClr val="252525"/>
                </a:solidFill>
                <a:latin typeface="Cambria"/>
                <a:cs typeface="Cambria"/>
              </a:rPr>
              <a:t>Regular</a:t>
            </a:r>
            <a:r>
              <a:rPr sz="1800" spc="170" dirty="0">
                <a:solidFill>
                  <a:srgbClr val="252525"/>
                </a:solidFill>
                <a:latin typeface="Cambria"/>
                <a:cs typeface="Cambria"/>
              </a:rPr>
              <a:t> </a:t>
            </a:r>
            <a:r>
              <a:rPr sz="1800" spc="90" dirty="0">
                <a:solidFill>
                  <a:srgbClr val="252525"/>
                </a:solidFill>
                <a:latin typeface="Cambria"/>
                <a:cs typeface="Cambria"/>
              </a:rPr>
              <a:t>expression</a:t>
            </a:r>
            <a:r>
              <a:rPr sz="1800" spc="229" dirty="0">
                <a:solidFill>
                  <a:srgbClr val="252525"/>
                </a:solidFill>
                <a:latin typeface="Cambria"/>
                <a:cs typeface="Cambria"/>
              </a:rPr>
              <a:t> </a:t>
            </a:r>
            <a:r>
              <a:rPr sz="1800" spc="70" dirty="0">
                <a:solidFill>
                  <a:srgbClr val="252525"/>
                </a:solidFill>
                <a:latin typeface="Cambria"/>
                <a:cs typeface="Cambria"/>
              </a:rPr>
              <a:t>lookup)</a:t>
            </a:r>
            <a:endParaRPr sz="1800">
              <a:latin typeface="Cambria"/>
              <a:cs typeface="Cambria"/>
            </a:endParaRPr>
          </a:p>
        </p:txBody>
      </p:sp>
      <p:sp>
        <p:nvSpPr>
          <p:cNvPr id="38" name="object 3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37" name="object 37"/>
          <p:cNvSpPr txBox="1"/>
          <p:nvPr/>
        </p:nvSpPr>
        <p:spPr>
          <a:xfrm>
            <a:off x="11788520" y="222884"/>
            <a:ext cx="133985"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Cambria"/>
                <a:cs typeface="Cambria"/>
              </a:rPr>
              <a:t>9</a:t>
            </a:r>
            <a:endParaRPr sz="1400">
              <a:latin typeface="Cambria"/>
              <a:cs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30" baseline="6944" dirty="0">
                <a:solidFill>
                  <a:srgbClr val="075A74"/>
                </a:solidFill>
                <a:latin typeface="Arial Black"/>
                <a:cs typeface="Arial Black"/>
              </a:rPr>
              <a:t> </a:t>
            </a:r>
            <a:r>
              <a:rPr sz="3600" spc="165" dirty="0"/>
              <a:t>What</a:t>
            </a:r>
            <a:r>
              <a:rPr sz="3600" spc="290" dirty="0"/>
              <a:t> </a:t>
            </a:r>
            <a:r>
              <a:rPr sz="3600" spc="175" dirty="0"/>
              <a:t>is</a:t>
            </a:r>
            <a:r>
              <a:rPr sz="3600" spc="305" dirty="0"/>
              <a:t> </a:t>
            </a:r>
            <a:r>
              <a:rPr sz="3600" spc="195" dirty="0"/>
              <a:t>text</a:t>
            </a:r>
            <a:r>
              <a:rPr sz="3600" spc="320" dirty="0"/>
              <a:t> </a:t>
            </a:r>
            <a:r>
              <a:rPr sz="3600" spc="250" dirty="0"/>
              <a:t>and</a:t>
            </a:r>
            <a:r>
              <a:rPr sz="3600" spc="305" dirty="0"/>
              <a:t> </a:t>
            </a:r>
            <a:r>
              <a:rPr sz="3600" spc="155" dirty="0"/>
              <a:t>word?</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pic>
        <p:nvPicPr>
          <p:cNvPr id="4" name="object 4"/>
          <p:cNvPicPr/>
          <p:nvPr/>
        </p:nvPicPr>
        <p:blipFill>
          <a:blip r:embed="rId2" cstate="print"/>
          <a:stretch>
            <a:fillRect/>
          </a:stretch>
        </p:blipFill>
        <p:spPr>
          <a:xfrm>
            <a:off x="2045207" y="1148461"/>
            <a:ext cx="1315084" cy="295656"/>
          </a:xfrm>
          <a:prstGeom prst="rect">
            <a:avLst/>
          </a:prstGeom>
        </p:spPr>
      </p:pic>
      <p:sp>
        <p:nvSpPr>
          <p:cNvPr id="5" name="object 5"/>
          <p:cNvSpPr txBox="1"/>
          <p:nvPr/>
        </p:nvSpPr>
        <p:spPr>
          <a:xfrm>
            <a:off x="620979" y="989685"/>
            <a:ext cx="9758045" cy="1545590"/>
          </a:xfrm>
          <a:prstGeom prst="rect">
            <a:avLst/>
          </a:prstGeom>
        </p:spPr>
        <p:txBody>
          <a:bodyPr vert="horz" wrap="square" lIns="0" tIns="146685" rIns="0" bIns="0" rtlCol="0">
            <a:spAutoFit/>
          </a:bodyPr>
          <a:lstStyle/>
          <a:p>
            <a:pPr marL="240665" indent="-227965">
              <a:lnSpc>
                <a:spcPct val="100000"/>
              </a:lnSpc>
              <a:spcBef>
                <a:spcPts val="1155"/>
              </a:spcBef>
              <a:buClr>
                <a:srgbClr val="006F57"/>
              </a:buClr>
              <a:buSzPct val="75000"/>
              <a:buFont typeface="Wingdings"/>
              <a:buChar char=""/>
              <a:tabLst>
                <a:tab pos="240665" algn="l"/>
                <a:tab pos="2670175" algn="l"/>
              </a:tabLst>
            </a:pPr>
            <a:r>
              <a:rPr sz="2000" spc="114" dirty="0">
                <a:solidFill>
                  <a:srgbClr val="252525"/>
                </a:solidFill>
                <a:latin typeface="Cambria"/>
                <a:cs typeface="Cambria"/>
              </a:rPr>
              <a:t>Text</a:t>
            </a:r>
            <a:r>
              <a:rPr sz="2000" spc="170" dirty="0">
                <a:solidFill>
                  <a:srgbClr val="252525"/>
                </a:solidFill>
                <a:latin typeface="Cambria"/>
                <a:cs typeface="Cambria"/>
              </a:rPr>
              <a:t> </a:t>
            </a:r>
            <a:r>
              <a:rPr sz="2000" spc="125" dirty="0">
                <a:solidFill>
                  <a:srgbClr val="252525"/>
                </a:solidFill>
                <a:latin typeface="Cambria"/>
                <a:cs typeface="Cambria"/>
              </a:rPr>
              <a:t>as</a:t>
            </a:r>
            <a:r>
              <a:rPr sz="2000" spc="170" dirty="0">
                <a:solidFill>
                  <a:srgbClr val="252525"/>
                </a:solidFill>
                <a:latin typeface="Cambria"/>
                <a:cs typeface="Cambria"/>
              </a:rPr>
              <a:t> </a:t>
            </a:r>
            <a:r>
              <a:rPr sz="2000" spc="55" dirty="0">
                <a:solidFill>
                  <a:srgbClr val="252525"/>
                </a:solidFill>
                <a:latin typeface="Cambria"/>
                <a:cs typeface="Cambria"/>
              </a:rPr>
              <a:t>a</a:t>
            </a:r>
            <a:r>
              <a:rPr sz="2000" dirty="0">
                <a:solidFill>
                  <a:srgbClr val="252525"/>
                </a:solidFill>
                <a:latin typeface="Cambria"/>
                <a:cs typeface="Cambria"/>
              </a:rPr>
              <a:t>	</a:t>
            </a:r>
            <a:r>
              <a:rPr sz="2000" spc="135" dirty="0">
                <a:solidFill>
                  <a:srgbClr val="252525"/>
                </a:solidFill>
                <a:latin typeface="Cambria"/>
                <a:cs typeface="Cambria"/>
              </a:rPr>
              <a:t>of</a:t>
            </a:r>
            <a:endParaRPr sz="2000">
              <a:latin typeface="Cambria"/>
              <a:cs typeface="Cambria"/>
            </a:endParaRPr>
          </a:p>
          <a:p>
            <a:pPr marL="469265" lvl="1" indent="-227965">
              <a:lnSpc>
                <a:spcPct val="100000"/>
              </a:lnSpc>
              <a:spcBef>
                <a:spcPts val="1060"/>
              </a:spcBef>
              <a:buClr>
                <a:srgbClr val="075A74"/>
              </a:buClr>
              <a:buSzPct val="75000"/>
              <a:buFont typeface="Wingdings"/>
              <a:buChar char=""/>
              <a:tabLst>
                <a:tab pos="469265" algn="l"/>
              </a:tabLst>
            </a:pPr>
            <a:r>
              <a:rPr sz="2000" spc="110" dirty="0">
                <a:solidFill>
                  <a:srgbClr val="252525"/>
                </a:solidFill>
                <a:latin typeface="Cambria"/>
                <a:cs typeface="Cambria"/>
              </a:rPr>
              <a:t>Characters,</a:t>
            </a:r>
            <a:r>
              <a:rPr sz="2000" spc="225" dirty="0">
                <a:solidFill>
                  <a:srgbClr val="252525"/>
                </a:solidFill>
                <a:latin typeface="Cambria"/>
                <a:cs typeface="Cambria"/>
              </a:rPr>
              <a:t> </a:t>
            </a:r>
            <a:r>
              <a:rPr sz="2000" spc="95" dirty="0">
                <a:solidFill>
                  <a:srgbClr val="252525"/>
                </a:solidFill>
                <a:latin typeface="Cambria"/>
                <a:cs typeface="Cambria"/>
              </a:rPr>
              <a:t>Words,</a:t>
            </a:r>
            <a:r>
              <a:rPr sz="2000" spc="200" dirty="0">
                <a:solidFill>
                  <a:srgbClr val="252525"/>
                </a:solidFill>
                <a:latin typeface="Cambria"/>
                <a:cs typeface="Cambria"/>
              </a:rPr>
              <a:t> </a:t>
            </a:r>
            <a:r>
              <a:rPr sz="2000" spc="90" dirty="0">
                <a:solidFill>
                  <a:srgbClr val="252525"/>
                </a:solidFill>
                <a:latin typeface="Cambria"/>
                <a:cs typeface="Cambria"/>
              </a:rPr>
              <a:t>Phrases</a:t>
            </a:r>
            <a:r>
              <a:rPr sz="2000" spc="235" dirty="0">
                <a:solidFill>
                  <a:srgbClr val="252525"/>
                </a:solidFill>
                <a:latin typeface="Cambria"/>
                <a:cs typeface="Cambria"/>
              </a:rPr>
              <a:t> </a:t>
            </a:r>
            <a:r>
              <a:rPr sz="2000" spc="135" dirty="0">
                <a:solidFill>
                  <a:srgbClr val="252525"/>
                </a:solidFill>
                <a:latin typeface="Cambria"/>
                <a:cs typeface="Cambria"/>
              </a:rPr>
              <a:t>and</a:t>
            </a:r>
            <a:r>
              <a:rPr sz="2000" spc="180" dirty="0">
                <a:solidFill>
                  <a:srgbClr val="252525"/>
                </a:solidFill>
                <a:latin typeface="Cambria"/>
                <a:cs typeface="Cambria"/>
              </a:rPr>
              <a:t> </a:t>
            </a:r>
            <a:r>
              <a:rPr sz="2000" spc="140" dirty="0">
                <a:solidFill>
                  <a:srgbClr val="252525"/>
                </a:solidFill>
                <a:latin typeface="Cambria"/>
                <a:cs typeface="Cambria"/>
              </a:rPr>
              <a:t>named</a:t>
            </a:r>
            <a:r>
              <a:rPr sz="2000" spc="190" dirty="0">
                <a:solidFill>
                  <a:srgbClr val="252525"/>
                </a:solidFill>
                <a:latin typeface="Cambria"/>
                <a:cs typeface="Cambria"/>
              </a:rPr>
              <a:t> </a:t>
            </a:r>
            <a:r>
              <a:rPr sz="2000" spc="95" dirty="0">
                <a:solidFill>
                  <a:srgbClr val="252525"/>
                </a:solidFill>
                <a:latin typeface="Cambria"/>
                <a:cs typeface="Cambria"/>
              </a:rPr>
              <a:t>entities,</a:t>
            </a:r>
            <a:r>
              <a:rPr sz="2000" spc="210" dirty="0">
                <a:solidFill>
                  <a:srgbClr val="252525"/>
                </a:solidFill>
                <a:latin typeface="Cambria"/>
                <a:cs typeface="Cambria"/>
              </a:rPr>
              <a:t> </a:t>
            </a:r>
            <a:r>
              <a:rPr sz="2000" spc="110" dirty="0">
                <a:solidFill>
                  <a:srgbClr val="252525"/>
                </a:solidFill>
                <a:latin typeface="Cambria"/>
                <a:cs typeface="Cambria"/>
              </a:rPr>
              <a:t>sentences,</a:t>
            </a:r>
            <a:r>
              <a:rPr sz="2000" spc="204" dirty="0">
                <a:solidFill>
                  <a:srgbClr val="252525"/>
                </a:solidFill>
                <a:latin typeface="Cambria"/>
                <a:cs typeface="Cambria"/>
              </a:rPr>
              <a:t> </a:t>
            </a:r>
            <a:r>
              <a:rPr sz="2000" spc="110" dirty="0">
                <a:solidFill>
                  <a:srgbClr val="252525"/>
                </a:solidFill>
                <a:latin typeface="Cambria"/>
                <a:cs typeface="Cambria"/>
              </a:rPr>
              <a:t>paragraphs,</a:t>
            </a:r>
            <a:r>
              <a:rPr sz="2000" spc="245" dirty="0">
                <a:solidFill>
                  <a:srgbClr val="252525"/>
                </a:solidFill>
                <a:latin typeface="Cambria"/>
                <a:cs typeface="Cambria"/>
              </a:rPr>
              <a:t> </a:t>
            </a:r>
            <a:r>
              <a:rPr sz="2000" spc="85" dirty="0">
                <a:solidFill>
                  <a:srgbClr val="252525"/>
                </a:solidFill>
                <a:latin typeface="Cambria"/>
                <a:cs typeface="Cambria"/>
              </a:rPr>
              <a:t>etc.</a:t>
            </a:r>
            <a:endParaRPr sz="2000">
              <a:latin typeface="Cambria"/>
              <a:cs typeface="Cambria"/>
            </a:endParaRPr>
          </a:p>
          <a:p>
            <a:pPr>
              <a:lnSpc>
                <a:spcPct val="100000"/>
              </a:lnSpc>
              <a:spcBef>
                <a:spcPts val="905"/>
              </a:spcBef>
            </a:pPr>
            <a:endParaRPr sz="2000">
              <a:latin typeface="Cambria"/>
              <a:cs typeface="Cambria"/>
            </a:endParaRPr>
          </a:p>
          <a:p>
            <a:pPr marL="12700">
              <a:lnSpc>
                <a:spcPct val="100000"/>
              </a:lnSpc>
            </a:pPr>
            <a:r>
              <a:rPr sz="1500" spc="-50" dirty="0">
                <a:solidFill>
                  <a:srgbClr val="006F57"/>
                </a:solidFill>
                <a:latin typeface="Wingdings"/>
                <a:cs typeface="Wingdings"/>
              </a:rPr>
              <a:t></a:t>
            </a:r>
            <a:endParaRPr sz="1500">
              <a:latin typeface="Wingdings"/>
              <a:cs typeface="Wingdings"/>
            </a:endParaRPr>
          </a:p>
        </p:txBody>
      </p:sp>
      <p:grpSp>
        <p:nvGrpSpPr>
          <p:cNvPr id="6" name="object 6"/>
          <p:cNvGrpSpPr/>
          <p:nvPr/>
        </p:nvGrpSpPr>
        <p:grpSpPr>
          <a:xfrm>
            <a:off x="862279" y="2241550"/>
            <a:ext cx="1949450" cy="295910"/>
            <a:chOff x="862279" y="2241550"/>
            <a:chExt cx="1949450" cy="295910"/>
          </a:xfrm>
        </p:grpSpPr>
        <p:pic>
          <p:nvPicPr>
            <p:cNvPr id="7" name="object 7"/>
            <p:cNvPicPr/>
            <p:nvPr/>
          </p:nvPicPr>
          <p:blipFill>
            <a:blip r:embed="rId3" cstate="print"/>
            <a:stretch>
              <a:fillRect/>
            </a:stretch>
          </p:blipFill>
          <p:spPr>
            <a:xfrm>
              <a:off x="862279" y="2241550"/>
              <a:ext cx="824865" cy="295655"/>
            </a:xfrm>
            <a:prstGeom prst="rect">
              <a:avLst/>
            </a:prstGeom>
          </p:spPr>
        </p:pic>
        <p:pic>
          <p:nvPicPr>
            <p:cNvPr id="8" name="object 8"/>
            <p:cNvPicPr/>
            <p:nvPr/>
          </p:nvPicPr>
          <p:blipFill>
            <a:blip r:embed="rId4" cstate="print"/>
            <a:stretch>
              <a:fillRect/>
            </a:stretch>
          </p:blipFill>
          <p:spPr>
            <a:xfrm>
              <a:off x="1598422" y="2241550"/>
              <a:ext cx="1212862" cy="295655"/>
            </a:xfrm>
            <a:prstGeom prst="rect">
              <a:avLst/>
            </a:prstGeom>
          </p:spPr>
        </p:pic>
      </p:grpSp>
      <p:sp>
        <p:nvSpPr>
          <p:cNvPr id="9" name="object 9"/>
          <p:cNvSpPr txBox="1"/>
          <p:nvPr/>
        </p:nvSpPr>
        <p:spPr>
          <a:xfrm>
            <a:off x="849579" y="2813761"/>
            <a:ext cx="16827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75A74"/>
                </a:solidFill>
                <a:latin typeface="Wingdings"/>
                <a:cs typeface="Wingdings"/>
              </a:rPr>
              <a:t></a:t>
            </a:r>
            <a:endParaRPr sz="1500">
              <a:latin typeface="Wingdings"/>
              <a:cs typeface="Wingdings"/>
            </a:endParaRPr>
          </a:p>
        </p:txBody>
      </p:sp>
      <p:pic>
        <p:nvPicPr>
          <p:cNvPr id="10" name="object 10"/>
          <p:cNvPicPr/>
          <p:nvPr/>
        </p:nvPicPr>
        <p:blipFill>
          <a:blip r:embed="rId5" cstate="print"/>
          <a:stretch>
            <a:fillRect/>
          </a:stretch>
        </p:blipFill>
        <p:spPr>
          <a:xfrm>
            <a:off x="1090879" y="2774645"/>
            <a:ext cx="693420" cy="295960"/>
          </a:xfrm>
          <a:prstGeom prst="rect">
            <a:avLst/>
          </a:prstGeom>
        </p:spPr>
      </p:pic>
      <p:sp>
        <p:nvSpPr>
          <p:cNvPr id="11" name="object 11"/>
          <p:cNvSpPr txBox="1"/>
          <p:nvPr/>
        </p:nvSpPr>
        <p:spPr>
          <a:xfrm>
            <a:off x="1709166" y="2749753"/>
            <a:ext cx="2059939" cy="331470"/>
          </a:xfrm>
          <a:prstGeom prst="rect">
            <a:avLst/>
          </a:prstGeom>
        </p:spPr>
        <p:txBody>
          <a:bodyPr vert="horz" wrap="square" lIns="0" tIns="13335" rIns="0" bIns="0" rtlCol="0">
            <a:spAutoFit/>
          </a:bodyPr>
          <a:lstStyle/>
          <a:p>
            <a:pPr marL="12700">
              <a:lnSpc>
                <a:spcPct val="100000"/>
              </a:lnSpc>
              <a:spcBef>
                <a:spcPts val="105"/>
              </a:spcBef>
            </a:pPr>
            <a:r>
              <a:rPr sz="2000" spc="125" dirty="0">
                <a:solidFill>
                  <a:srgbClr val="252525"/>
                </a:solidFill>
                <a:latin typeface="Cambria"/>
                <a:cs typeface="Cambria"/>
              </a:rPr>
              <a:t>as</a:t>
            </a:r>
            <a:r>
              <a:rPr sz="2000" spc="185" dirty="0">
                <a:solidFill>
                  <a:srgbClr val="252525"/>
                </a:solidFill>
                <a:latin typeface="Cambria"/>
                <a:cs typeface="Cambria"/>
              </a:rPr>
              <a:t> </a:t>
            </a:r>
            <a:r>
              <a:rPr sz="2000" spc="105" dirty="0">
                <a:solidFill>
                  <a:srgbClr val="252525"/>
                </a:solidFill>
                <a:latin typeface="Cambria"/>
                <a:cs typeface="Cambria"/>
              </a:rPr>
              <a:t>a</a:t>
            </a:r>
            <a:r>
              <a:rPr sz="2000" spc="175" dirty="0">
                <a:solidFill>
                  <a:srgbClr val="252525"/>
                </a:solidFill>
                <a:latin typeface="Cambria"/>
                <a:cs typeface="Cambria"/>
              </a:rPr>
              <a:t> </a:t>
            </a:r>
            <a:r>
              <a:rPr sz="2000" spc="114" dirty="0">
                <a:solidFill>
                  <a:srgbClr val="252525"/>
                </a:solidFill>
                <a:latin typeface="Cambria"/>
                <a:cs typeface="Cambria"/>
              </a:rPr>
              <a:t>sequence</a:t>
            </a:r>
            <a:r>
              <a:rPr sz="2000" spc="155" dirty="0">
                <a:solidFill>
                  <a:srgbClr val="252525"/>
                </a:solidFill>
                <a:latin typeface="Cambria"/>
                <a:cs typeface="Cambria"/>
              </a:rPr>
              <a:t> </a:t>
            </a:r>
            <a:r>
              <a:rPr sz="2000" spc="145" dirty="0">
                <a:solidFill>
                  <a:srgbClr val="252525"/>
                </a:solidFill>
                <a:latin typeface="Cambria"/>
                <a:cs typeface="Cambria"/>
              </a:rPr>
              <a:t>of</a:t>
            </a:r>
            <a:endParaRPr sz="2000">
              <a:latin typeface="Cambria"/>
              <a:cs typeface="Cambria"/>
            </a:endParaRPr>
          </a:p>
        </p:txBody>
      </p:sp>
      <p:pic>
        <p:nvPicPr>
          <p:cNvPr id="12" name="object 12"/>
          <p:cNvPicPr/>
          <p:nvPr/>
        </p:nvPicPr>
        <p:blipFill>
          <a:blip r:embed="rId6" cstate="print"/>
          <a:stretch>
            <a:fillRect/>
          </a:stretch>
        </p:blipFill>
        <p:spPr>
          <a:xfrm>
            <a:off x="3832859" y="2774645"/>
            <a:ext cx="925741" cy="295960"/>
          </a:xfrm>
          <a:prstGeom prst="rect">
            <a:avLst/>
          </a:prstGeom>
        </p:spPr>
      </p:pic>
      <p:sp>
        <p:nvSpPr>
          <p:cNvPr id="13" name="object 13"/>
          <p:cNvSpPr txBox="1"/>
          <p:nvPr/>
        </p:nvSpPr>
        <p:spPr>
          <a:xfrm>
            <a:off x="4591558" y="2749753"/>
            <a:ext cx="93345" cy="331470"/>
          </a:xfrm>
          <a:prstGeom prst="rect">
            <a:avLst/>
          </a:prstGeom>
        </p:spPr>
        <p:txBody>
          <a:bodyPr vert="horz" wrap="square" lIns="0" tIns="13335" rIns="0" bIns="0" rtlCol="0">
            <a:spAutoFit/>
          </a:bodyPr>
          <a:lstStyle/>
          <a:p>
            <a:pPr marL="12700">
              <a:lnSpc>
                <a:spcPct val="100000"/>
              </a:lnSpc>
              <a:spcBef>
                <a:spcPts val="105"/>
              </a:spcBef>
            </a:pPr>
            <a:r>
              <a:rPr sz="2000" spc="65" dirty="0">
                <a:solidFill>
                  <a:srgbClr val="252525"/>
                </a:solidFill>
                <a:latin typeface="Cambria"/>
                <a:cs typeface="Cambria"/>
              </a:rPr>
              <a:t>.</a:t>
            </a:r>
            <a:endParaRPr sz="2000">
              <a:latin typeface="Cambria"/>
              <a:cs typeface="Cambria"/>
            </a:endParaRPr>
          </a:p>
        </p:txBody>
      </p:sp>
      <p:grpSp>
        <p:nvGrpSpPr>
          <p:cNvPr id="14" name="object 14"/>
          <p:cNvGrpSpPr/>
          <p:nvPr/>
        </p:nvGrpSpPr>
        <p:grpSpPr>
          <a:xfrm>
            <a:off x="2564892" y="3308603"/>
            <a:ext cx="4639310" cy="295910"/>
            <a:chOff x="2564892" y="3308603"/>
            <a:chExt cx="4639310" cy="295910"/>
          </a:xfrm>
        </p:grpSpPr>
        <p:pic>
          <p:nvPicPr>
            <p:cNvPr id="15" name="object 15"/>
            <p:cNvPicPr/>
            <p:nvPr/>
          </p:nvPicPr>
          <p:blipFill>
            <a:blip r:embed="rId7" cstate="print"/>
            <a:stretch>
              <a:fillRect/>
            </a:stretch>
          </p:blipFill>
          <p:spPr>
            <a:xfrm>
              <a:off x="2564892" y="3308603"/>
              <a:ext cx="1622806" cy="295656"/>
            </a:xfrm>
            <a:prstGeom prst="rect">
              <a:avLst/>
            </a:prstGeom>
          </p:spPr>
        </p:pic>
        <p:pic>
          <p:nvPicPr>
            <p:cNvPr id="16" name="object 16"/>
            <p:cNvPicPr/>
            <p:nvPr/>
          </p:nvPicPr>
          <p:blipFill>
            <a:blip r:embed="rId8" cstate="print"/>
            <a:stretch>
              <a:fillRect/>
            </a:stretch>
          </p:blipFill>
          <p:spPr>
            <a:xfrm>
              <a:off x="4114800" y="3308603"/>
              <a:ext cx="1315339" cy="295656"/>
            </a:xfrm>
            <a:prstGeom prst="rect">
              <a:avLst/>
            </a:prstGeom>
          </p:spPr>
        </p:pic>
        <p:pic>
          <p:nvPicPr>
            <p:cNvPr id="17" name="object 17"/>
            <p:cNvPicPr/>
            <p:nvPr/>
          </p:nvPicPr>
          <p:blipFill>
            <a:blip r:embed="rId9" cstate="print"/>
            <a:stretch>
              <a:fillRect/>
            </a:stretch>
          </p:blipFill>
          <p:spPr>
            <a:xfrm>
              <a:off x="5363210" y="3308603"/>
              <a:ext cx="386334" cy="295656"/>
            </a:xfrm>
            <a:prstGeom prst="rect">
              <a:avLst/>
            </a:prstGeom>
          </p:spPr>
        </p:pic>
        <p:pic>
          <p:nvPicPr>
            <p:cNvPr id="18" name="object 18"/>
            <p:cNvPicPr/>
            <p:nvPr/>
          </p:nvPicPr>
          <p:blipFill>
            <a:blip r:embed="rId10" cstate="print"/>
            <a:stretch>
              <a:fillRect/>
            </a:stretch>
          </p:blipFill>
          <p:spPr>
            <a:xfrm>
              <a:off x="5700014" y="3308603"/>
              <a:ext cx="1504061" cy="295656"/>
            </a:xfrm>
            <a:prstGeom prst="rect">
              <a:avLst/>
            </a:prstGeom>
          </p:spPr>
        </p:pic>
      </p:grpSp>
      <p:grpSp>
        <p:nvGrpSpPr>
          <p:cNvPr id="19" name="object 19"/>
          <p:cNvGrpSpPr/>
          <p:nvPr/>
        </p:nvGrpSpPr>
        <p:grpSpPr>
          <a:xfrm>
            <a:off x="1090879" y="3842003"/>
            <a:ext cx="4947920" cy="295910"/>
            <a:chOff x="1090879" y="3842003"/>
            <a:chExt cx="4947920" cy="295910"/>
          </a:xfrm>
        </p:grpSpPr>
        <p:pic>
          <p:nvPicPr>
            <p:cNvPr id="20" name="object 20"/>
            <p:cNvPicPr/>
            <p:nvPr/>
          </p:nvPicPr>
          <p:blipFill>
            <a:blip r:embed="rId11" cstate="print"/>
            <a:stretch>
              <a:fillRect/>
            </a:stretch>
          </p:blipFill>
          <p:spPr>
            <a:xfrm>
              <a:off x="1090879" y="3842003"/>
              <a:ext cx="762000" cy="295656"/>
            </a:xfrm>
            <a:prstGeom prst="rect">
              <a:avLst/>
            </a:prstGeom>
          </p:spPr>
        </p:pic>
        <p:pic>
          <p:nvPicPr>
            <p:cNvPr id="21" name="object 21"/>
            <p:cNvPicPr/>
            <p:nvPr/>
          </p:nvPicPr>
          <p:blipFill>
            <a:blip r:embed="rId12" cstate="print"/>
            <a:stretch>
              <a:fillRect/>
            </a:stretch>
          </p:blipFill>
          <p:spPr>
            <a:xfrm>
              <a:off x="1741678" y="3842003"/>
              <a:ext cx="373075" cy="295656"/>
            </a:xfrm>
            <a:prstGeom prst="rect">
              <a:avLst/>
            </a:prstGeom>
          </p:spPr>
        </p:pic>
        <p:pic>
          <p:nvPicPr>
            <p:cNvPr id="22" name="object 22"/>
            <p:cNvPicPr/>
            <p:nvPr/>
          </p:nvPicPr>
          <p:blipFill>
            <a:blip r:embed="rId13" cstate="print"/>
            <a:stretch>
              <a:fillRect/>
            </a:stretch>
          </p:blipFill>
          <p:spPr>
            <a:xfrm>
              <a:off x="2069592" y="3842003"/>
              <a:ext cx="643890" cy="295656"/>
            </a:xfrm>
            <a:prstGeom prst="rect">
              <a:avLst/>
            </a:prstGeom>
          </p:spPr>
        </p:pic>
        <p:pic>
          <p:nvPicPr>
            <p:cNvPr id="23" name="object 23"/>
            <p:cNvPicPr/>
            <p:nvPr/>
          </p:nvPicPr>
          <p:blipFill>
            <a:blip r:embed="rId14" cstate="print"/>
            <a:stretch>
              <a:fillRect/>
            </a:stretch>
          </p:blipFill>
          <p:spPr>
            <a:xfrm>
              <a:off x="2660904" y="3842003"/>
              <a:ext cx="538480" cy="295656"/>
            </a:xfrm>
            <a:prstGeom prst="rect">
              <a:avLst/>
            </a:prstGeom>
          </p:spPr>
        </p:pic>
        <p:pic>
          <p:nvPicPr>
            <p:cNvPr id="24" name="object 24"/>
            <p:cNvPicPr/>
            <p:nvPr/>
          </p:nvPicPr>
          <p:blipFill>
            <a:blip r:embed="rId15" cstate="print"/>
            <a:stretch>
              <a:fillRect/>
            </a:stretch>
          </p:blipFill>
          <p:spPr>
            <a:xfrm>
              <a:off x="3142488" y="3842003"/>
              <a:ext cx="1582801" cy="295656"/>
            </a:xfrm>
            <a:prstGeom prst="rect">
              <a:avLst/>
            </a:prstGeom>
          </p:spPr>
        </p:pic>
        <p:pic>
          <p:nvPicPr>
            <p:cNvPr id="25" name="object 25"/>
            <p:cNvPicPr/>
            <p:nvPr/>
          </p:nvPicPr>
          <p:blipFill>
            <a:blip r:embed="rId9" cstate="print"/>
            <a:stretch>
              <a:fillRect/>
            </a:stretch>
          </p:blipFill>
          <p:spPr>
            <a:xfrm>
              <a:off x="4657597" y="3842003"/>
              <a:ext cx="386334" cy="295656"/>
            </a:xfrm>
            <a:prstGeom prst="rect">
              <a:avLst/>
            </a:prstGeom>
          </p:spPr>
        </p:pic>
        <p:pic>
          <p:nvPicPr>
            <p:cNvPr id="26" name="object 26"/>
            <p:cNvPicPr/>
            <p:nvPr/>
          </p:nvPicPr>
          <p:blipFill>
            <a:blip r:embed="rId16" cstate="print"/>
            <a:stretch>
              <a:fillRect/>
            </a:stretch>
          </p:blipFill>
          <p:spPr>
            <a:xfrm>
              <a:off x="4992877" y="3842003"/>
              <a:ext cx="1045463" cy="295656"/>
            </a:xfrm>
            <a:prstGeom prst="rect">
              <a:avLst/>
            </a:prstGeom>
          </p:spPr>
        </p:pic>
      </p:grpSp>
      <p:sp>
        <p:nvSpPr>
          <p:cNvPr id="27" name="object 27"/>
          <p:cNvSpPr txBox="1"/>
          <p:nvPr/>
        </p:nvSpPr>
        <p:spPr>
          <a:xfrm>
            <a:off x="849579" y="3283711"/>
            <a:ext cx="7484109" cy="1398270"/>
          </a:xfrm>
          <a:prstGeom prst="rect">
            <a:avLst/>
          </a:prstGeom>
        </p:spPr>
        <p:txBody>
          <a:bodyPr vert="horz" wrap="square" lIns="0" tIns="13335" rIns="0" bIns="0" rtlCol="0">
            <a:spAutoFit/>
          </a:bodyPr>
          <a:lstStyle/>
          <a:p>
            <a:pPr marL="240665" indent="-227965">
              <a:lnSpc>
                <a:spcPct val="100000"/>
              </a:lnSpc>
              <a:spcBef>
                <a:spcPts val="105"/>
              </a:spcBef>
              <a:buClr>
                <a:srgbClr val="075A74"/>
              </a:buClr>
              <a:buSzPct val="75000"/>
              <a:buFont typeface="Wingdings"/>
              <a:buChar char=""/>
              <a:tabLst>
                <a:tab pos="240665" algn="l"/>
              </a:tabLst>
            </a:pPr>
            <a:r>
              <a:rPr sz="2000" spc="235" dirty="0">
                <a:solidFill>
                  <a:srgbClr val="252525"/>
                </a:solidFill>
                <a:latin typeface="Cambria"/>
                <a:cs typeface="Cambria"/>
              </a:rPr>
              <a:t>A</a:t>
            </a:r>
            <a:r>
              <a:rPr sz="2000" spc="170" dirty="0">
                <a:solidFill>
                  <a:srgbClr val="252525"/>
                </a:solidFill>
                <a:latin typeface="Cambria"/>
                <a:cs typeface="Cambria"/>
              </a:rPr>
              <a:t> </a:t>
            </a:r>
            <a:r>
              <a:rPr sz="2000" spc="90" dirty="0">
                <a:solidFill>
                  <a:srgbClr val="252525"/>
                </a:solidFill>
                <a:latin typeface="Cambria"/>
                <a:cs typeface="Cambria"/>
              </a:rPr>
              <a:t>word</a:t>
            </a:r>
            <a:r>
              <a:rPr sz="2000" spc="180" dirty="0">
                <a:solidFill>
                  <a:srgbClr val="252525"/>
                </a:solidFill>
                <a:latin typeface="Cambria"/>
                <a:cs typeface="Cambria"/>
              </a:rPr>
              <a:t> </a:t>
            </a:r>
            <a:r>
              <a:rPr sz="2000" spc="100" dirty="0">
                <a:solidFill>
                  <a:srgbClr val="252525"/>
                </a:solidFill>
                <a:latin typeface="Cambria"/>
                <a:cs typeface="Cambria"/>
              </a:rPr>
              <a:t>is</a:t>
            </a:r>
            <a:r>
              <a:rPr sz="2000" spc="175"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a:p>
            <a:pPr marL="12700">
              <a:lnSpc>
                <a:spcPct val="100000"/>
              </a:lnSpc>
              <a:spcBef>
                <a:spcPts val="2300"/>
              </a:spcBef>
            </a:pPr>
            <a:r>
              <a:rPr sz="1500" spc="-50" dirty="0">
                <a:solidFill>
                  <a:srgbClr val="075A74"/>
                </a:solidFill>
                <a:latin typeface="Wingdings"/>
                <a:cs typeface="Wingdings"/>
              </a:rPr>
              <a:t></a:t>
            </a:r>
            <a:endParaRPr sz="1500">
              <a:latin typeface="Wingdings"/>
              <a:cs typeface="Wingdings"/>
            </a:endParaRPr>
          </a:p>
          <a:p>
            <a:pPr>
              <a:lnSpc>
                <a:spcPct val="100000"/>
              </a:lnSpc>
              <a:spcBef>
                <a:spcPts val="229"/>
              </a:spcBef>
            </a:pPr>
            <a:endParaRPr sz="1500">
              <a:latin typeface="Wingdings"/>
              <a:cs typeface="Wingdings"/>
            </a:endParaRPr>
          </a:p>
          <a:p>
            <a:pPr marL="240665" indent="-227965">
              <a:lnSpc>
                <a:spcPct val="100000"/>
              </a:lnSpc>
              <a:spcBef>
                <a:spcPts val="5"/>
              </a:spcBef>
              <a:buClr>
                <a:srgbClr val="075A74"/>
              </a:buClr>
              <a:buSzPct val="75000"/>
              <a:buFont typeface="Wingdings"/>
              <a:buChar char=""/>
              <a:tabLst>
                <a:tab pos="240665" algn="l"/>
              </a:tabLst>
            </a:pPr>
            <a:r>
              <a:rPr sz="2000" spc="75" dirty="0">
                <a:solidFill>
                  <a:srgbClr val="252525"/>
                </a:solidFill>
                <a:latin typeface="Cambria"/>
                <a:cs typeface="Cambria"/>
              </a:rPr>
              <a:t>In</a:t>
            </a:r>
            <a:r>
              <a:rPr sz="2000" spc="165" dirty="0">
                <a:solidFill>
                  <a:srgbClr val="252525"/>
                </a:solidFill>
                <a:latin typeface="Cambria"/>
                <a:cs typeface="Cambria"/>
              </a:rPr>
              <a:t> </a:t>
            </a:r>
            <a:r>
              <a:rPr sz="2000" spc="114" dirty="0">
                <a:solidFill>
                  <a:srgbClr val="252525"/>
                </a:solidFill>
                <a:latin typeface="Cambria"/>
                <a:cs typeface="Cambria"/>
              </a:rPr>
              <a:t>english</a:t>
            </a:r>
            <a:r>
              <a:rPr sz="2000" spc="210" dirty="0">
                <a:solidFill>
                  <a:srgbClr val="252525"/>
                </a:solidFill>
                <a:latin typeface="Cambria"/>
                <a:cs typeface="Cambria"/>
              </a:rPr>
              <a:t> </a:t>
            </a:r>
            <a:r>
              <a:rPr sz="2000" spc="60" dirty="0">
                <a:solidFill>
                  <a:srgbClr val="252525"/>
                </a:solidFill>
                <a:latin typeface="Cambria"/>
                <a:cs typeface="Cambria"/>
              </a:rPr>
              <a:t>we</a:t>
            </a:r>
            <a:r>
              <a:rPr sz="2000" spc="170" dirty="0">
                <a:solidFill>
                  <a:srgbClr val="252525"/>
                </a:solidFill>
                <a:latin typeface="Cambria"/>
                <a:cs typeface="Cambria"/>
              </a:rPr>
              <a:t> </a:t>
            </a:r>
            <a:r>
              <a:rPr sz="2000" spc="125" dirty="0">
                <a:solidFill>
                  <a:srgbClr val="252525"/>
                </a:solidFill>
                <a:latin typeface="Cambria"/>
                <a:cs typeface="Cambria"/>
              </a:rPr>
              <a:t>can</a:t>
            </a:r>
            <a:r>
              <a:rPr sz="2000" spc="160" dirty="0">
                <a:solidFill>
                  <a:srgbClr val="252525"/>
                </a:solidFill>
                <a:latin typeface="Cambria"/>
                <a:cs typeface="Cambria"/>
              </a:rPr>
              <a:t> </a:t>
            </a:r>
            <a:r>
              <a:rPr sz="2000" spc="100" dirty="0">
                <a:solidFill>
                  <a:srgbClr val="252525"/>
                </a:solidFill>
                <a:latin typeface="Cambria"/>
                <a:cs typeface="Cambria"/>
              </a:rPr>
              <a:t>split</a:t>
            </a:r>
            <a:r>
              <a:rPr sz="2000" spc="225" dirty="0">
                <a:solidFill>
                  <a:srgbClr val="252525"/>
                </a:solidFill>
                <a:latin typeface="Cambria"/>
                <a:cs typeface="Cambria"/>
              </a:rPr>
              <a:t> </a:t>
            </a:r>
            <a:r>
              <a:rPr sz="2000" spc="105" dirty="0">
                <a:solidFill>
                  <a:srgbClr val="252525"/>
                </a:solidFill>
                <a:latin typeface="Cambria"/>
                <a:cs typeface="Cambria"/>
              </a:rPr>
              <a:t>a</a:t>
            </a:r>
            <a:r>
              <a:rPr sz="2000" spc="180" dirty="0">
                <a:solidFill>
                  <a:srgbClr val="252525"/>
                </a:solidFill>
                <a:latin typeface="Cambria"/>
                <a:cs typeface="Cambria"/>
              </a:rPr>
              <a:t> </a:t>
            </a:r>
            <a:r>
              <a:rPr sz="2000" spc="110" dirty="0">
                <a:solidFill>
                  <a:srgbClr val="252525"/>
                </a:solidFill>
                <a:latin typeface="Cambria"/>
                <a:cs typeface="Cambria"/>
              </a:rPr>
              <a:t>sentence</a:t>
            </a:r>
            <a:r>
              <a:rPr sz="2000" spc="170" dirty="0">
                <a:solidFill>
                  <a:srgbClr val="252525"/>
                </a:solidFill>
                <a:latin typeface="Cambria"/>
                <a:cs typeface="Cambria"/>
              </a:rPr>
              <a:t> </a:t>
            </a:r>
            <a:r>
              <a:rPr sz="2000" spc="95" dirty="0">
                <a:solidFill>
                  <a:srgbClr val="252525"/>
                </a:solidFill>
                <a:latin typeface="Cambria"/>
                <a:cs typeface="Cambria"/>
              </a:rPr>
              <a:t>by</a:t>
            </a:r>
            <a:r>
              <a:rPr sz="2000" spc="190" dirty="0">
                <a:solidFill>
                  <a:srgbClr val="252525"/>
                </a:solidFill>
                <a:latin typeface="Cambria"/>
                <a:cs typeface="Cambria"/>
              </a:rPr>
              <a:t> </a:t>
            </a:r>
            <a:r>
              <a:rPr sz="2000" spc="120" dirty="0">
                <a:solidFill>
                  <a:srgbClr val="252525"/>
                </a:solidFill>
                <a:latin typeface="Cambria"/>
                <a:cs typeface="Cambria"/>
              </a:rPr>
              <a:t>spaces</a:t>
            </a:r>
            <a:r>
              <a:rPr sz="2000" spc="220" dirty="0">
                <a:solidFill>
                  <a:srgbClr val="252525"/>
                </a:solidFill>
                <a:latin typeface="Cambria"/>
                <a:cs typeface="Cambria"/>
              </a:rPr>
              <a:t> </a:t>
            </a:r>
            <a:r>
              <a:rPr sz="2000" spc="90" dirty="0">
                <a:solidFill>
                  <a:srgbClr val="252525"/>
                </a:solidFill>
                <a:latin typeface="Cambria"/>
                <a:cs typeface="Cambria"/>
              </a:rPr>
              <a:t>or</a:t>
            </a:r>
            <a:r>
              <a:rPr sz="2000" spc="160" dirty="0">
                <a:solidFill>
                  <a:srgbClr val="252525"/>
                </a:solidFill>
                <a:latin typeface="Cambria"/>
                <a:cs typeface="Cambria"/>
              </a:rPr>
              <a:t> </a:t>
            </a:r>
            <a:r>
              <a:rPr sz="2000" spc="110" dirty="0">
                <a:solidFill>
                  <a:srgbClr val="252525"/>
                </a:solidFill>
                <a:latin typeface="Cambria"/>
                <a:cs typeface="Cambria"/>
              </a:rPr>
              <a:t>punctation.</a:t>
            </a:r>
            <a:endParaRPr sz="2000">
              <a:latin typeface="Cambria"/>
              <a:cs typeface="Cambria"/>
            </a:endParaRPr>
          </a:p>
        </p:txBody>
      </p:sp>
      <p:sp>
        <p:nvSpPr>
          <p:cNvPr id="28" name="object 28"/>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10</a:t>
            </a:r>
            <a:endParaRPr sz="1400">
              <a:latin typeface="Cambria"/>
              <a:cs typeface="Cambria"/>
            </a:endParaRPr>
          </a:p>
        </p:txBody>
      </p:sp>
      <p:sp>
        <p:nvSpPr>
          <p:cNvPr id="29" name="object 29"/>
          <p:cNvSpPr txBox="1"/>
          <p:nvPr/>
        </p:nvSpPr>
        <p:spPr>
          <a:xfrm>
            <a:off x="1661160" y="5475732"/>
            <a:ext cx="9942830" cy="784860"/>
          </a:xfrm>
          <a:prstGeom prst="rect">
            <a:avLst/>
          </a:prstGeom>
          <a:solidFill>
            <a:srgbClr val="FFC000"/>
          </a:solidFill>
          <a:ln w="9525">
            <a:solidFill>
              <a:srgbClr val="FFC000"/>
            </a:solidFill>
          </a:ln>
        </p:spPr>
        <p:txBody>
          <a:bodyPr vert="horz" wrap="square" lIns="0" tIns="31115" rIns="0" bIns="0" rtlCol="0">
            <a:spAutoFit/>
          </a:bodyPr>
          <a:lstStyle/>
          <a:p>
            <a:pPr marL="547370" indent="-227965">
              <a:lnSpc>
                <a:spcPct val="100000"/>
              </a:lnSpc>
              <a:spcBef>
                <a:spcPts val="245"/>
              </a:spcBef>
              <a:buClr>
                <a:srgbClr val="075A74"/>
              </a:buClr>
              <a:buSzPct val="75000"/>
              <a:buFont typeface="Wingdings"/>
              <a:buChar char=""/>
              <a:tabLst>
                <a:tab pos="547370" algn="l"/>
              </a:tabLst>
            </a:pPr>
            <a:r>
              <a:rPr sz="2000" dirty="0">
                <a:solidFill>
                  <a:srgbClr val="252525"/>
                </a:solidFill>
                <a:latin typeface="Constantia"/>
                <a:cs typeface="Constantia"/>
              </a:rPr>
              <a:t>In</a:t>
            </a:r>
            <a:r>
              <a:rPr sz="2000" spc="-95" dirty="0">
                <a:solidFill>
                  <a:srgbClr val="252525"/>
                </a:solidFill>
                <a:latin typeface="Constantia"/>
                <a:cs typeface="Constantia"/>
              </a:rPr>
              <a:t> </a:t>
            </a:r>
            <a:r>
              <a:rPr sz="2000" dirty="0">
                <a:solidFill>
                  <a:srgbClr val="252525"/>
                </a:solidFill>
                <a:latin typeface="Constantia"/>
                <a:cs typeface="Constantia"/>
              </a:rPr>
              <a:t>German</a:t>
            </a:r>
            <a:r>
              <a:rPr sz="2000" spc="-80" dirty="0">
                <a:solidFill>
                  <a:srgbClr val="252525"/>
                </a:solidFill>
                <a:latin typeface="Constantia"/>
                <a:cs typeface="Constantia"/>
              </a:rPr>
              <a:t> </a:t>
            </a:r>
            <a:r>
              <a:rPr sz="2000" spc="-10" dirty="0">
                <a:solidFill>
                  <a:srgbClr val="252525"/>
                </a:solidFill>
                <a:latin typeface="Constantia"/>
                <a:cs typeface="Constantia"/>
              </a:rPr>
              <a:t>there</a:t>
            </a:r>
            <a:r>
              <a:rPr sz="2000" spc="-114" dirty="0">
                <a:solidFill>
                  <a:srgbClr val="252525"/>
                </a:solidFill>
                <a:latin typeface="Constantia"/>
                <a:cs typeface="Constantia"/>
              </a:rPr>
              <a:t> </a:t>
            </a:r>
            <a:r>
              <a:rPr sz="2000" dirty="0">
                <a:solidFill>
                  <a:srgbClr val="252525"/>
                </a:solidFill>
                <a:latin typeface="Constantia"/>
                <a:cs typeface="Constantia"/>
              </a:rPr>
              <a:t>are</a:t>
            </a:r>
            <a:r>
              <a:rPr sz="2000" spc="-60" dirty="0">
                <a:solidFill>
                  <a:srgbClr val="252525"/>
                </a:solidFill>
                <a:latin typeface="Constantia"/>
                <a:cs typeface="Constantia"/>
              </a:rPr>
              <a:t> </a:t>
            </a:r>
            <a:r>
              <a:rPr sz="2000" b="1" spc="-10" dirty="0">
                <a:solidFill>
                  <a:srgbClr val="C00000"/>
                </a:solidFill>
                <a:latin typeface="Constantia"/>
                <a:cs typeface="Constantia"/>
              </a:rPr>
              <a:t>compound</a:t>
            </a:r>
            <a:r>
              <a:rPr sz="2000" b="1" spc="-90" dirty="0">
                <a:solidFill>
                  <a:srgbClr val="C00000"/>
                </a:solidFill>
                <a:latin typeface="Constantia"/>
                <a:cs typeface="Constantia"/>
              </a:rPr>
              <a:t> </a:t>
            </a:r>
            <a:r>
              <a:rPr sz="2000" b="1" spc="-10" dirty="0">
                <a:solidFill>
                  <a:srgbClr val="C00000"/>
                </a:solidFill>
                <a:latin typeface="Constantia"/>
                <a:cs typeface="Constantia"/>
              </a:rPr>
              <a:t>words</a:t>
            </a:r>
            <a:r>
              <a:rPr sz="2000" b="1" spc="-60" dirty="0">
                <a:solidFill>
                  <a:srgbClr val="C00000"/>
                </a:solidFill>
                <a:latin typeface="Constantia"/>
                <a:cs typeface="Constantia"/>
              </a:rPr>
              <a:t> </a:t>
            </a:r>
            <a:r>
              <a:rPr sz="2000" dirty="0">
                <a:solidFill>
                  <a:srgbClr val="252525"/>
                </a:solidFill>
                <a:latin typeface="Constantia"/>
                <a:cs typeface="Constantia"/>
              </a:rPr>
              <a:t>which</a:t>
            </a:r>
            <a:r>
              <a:rPr sz="2000" spc="-100" dirty="0">
                <a:solidFill>
                  <a:srgbClr val="252525"/>
                </a:solidFill>
                <a:latin typeface="Constantia"/>
                <a:cs typeface="Constantia"/>
              </a:rPr>
              <a:t> </a:t>
            </a:r>
            <a:r>
              <a:rPr sz="2000" spc="-20" dirty="0">
                <a:solidFill>
                  <a:srgbClr val="252525"/>
                </a:solidFill>
                <a:latin typeface="Constantia"/>
                <a:cs typeface="Constantia"/>
              </a:rPr>
              <a:t>are</a:t>
            </a:r>
            <a:r>
              <a:rPr sz="2000" spc="-105" dirty="0">
                <a:solidFill>
                  <a:srgbClr val="252525"/>
                </a:solidFill>
                <a:latin typeface="Constantia"/>
                <a:cs typeface="Constantia"/>
              </a:rPr>
              <a:t> </a:t>
            </a:r>
            <a:r>
              <a:rPr sz="2000" spc="-10" dirty="0">
                <a:solidFill>
                  <a:srgbClr val="252525"/>
                </a:solidFill>
                <a:latin typeface="Constantia"/>
                <a:cs typeface="Constantia"/>
              </a:rPr>
              <a:t>written</a:t>
            </a:r>
            <a:r>
              <a:rPr sz="2000" spc="-90" dirty="0">
                <a:solidFill>
                  <a:srgbClr val="252525"/>
                </a:solidFill>
                <a:latin typeface="Constantia"/>
                <a:cs typeface="Constantia"/>
              </a:rPr>
              <a:t> </a:t>
            </a:r>
            <a:r>
              <a:rPr sz="2000" b="1" dirty="0">
                <a:solidFill>
                  <a:srgbClr val="C00000"/>
                </a:solidFill>
                <a:latin typeface="Constantia"/>
                <a:cs typeface="Constantia"/>
              </a:rPr>
              <a:t>without</a:t>
            </a:r>
            <a:r>
              <a:rPr sz="2000" b="1" spc="-5" dirty="0">
                <a:solidFill>
                  <a:srgbClr val="C00000"/>
                </a:solidFill>
                <a:latin typeface="Constantia"/>
                <a:cs typeface="Constantia"/>
              </a:rPr>
              <a:t> </a:t>
            </a:r>
            <a:r>
              <a:rPr sz="2000" b="1" spc="-10" dirty="0">
                <a:solidFill>
                  <a:srgbClr val="C00000"/>
                </a:solidFill>
                <a:latin typeface="Constantia"/>
                <a:cs typeface="Constantia"/>
              </a:rPr>
              <a:t>spaces</a:t>
            </a:r>
            <a:r>
              <a:rPr sz="2000" spc="-10" dirty="0">
                <a:solidFill>
                  <a:srgbClr val="252525"/>
                </a:solidFill>
                <a:latin typeface="Constantia"/>
                <a:cs typeface="Constantia"/>
              </a:rPr>
              <a:t>.</a:t>
            </a:r>
            <a:endParaRPr sz="2000" dirty="0">
              <a:latin typeface="Constantia"/>
              <a:cs typeface="Constantia"/>
            </a:endParaRPr>
          </a:p>
          <a:p>
            <a:pPr marL="547370" indent="-227965">
              <a:lnSpc>
                <a:spcPct val="100000"/>
              </a:lnSpc>
              <a:spcBef>
                <a:spcPts val="600"/>
              </a:spcBef>
              <a:buClr>
                <a:srgbClr val="075A74"/>
              </a:buClr>
              <a:buSzPct val="75000"/>
              <a:buFont typeface="Wingdings"/>
              <a:buChar char=""/>
              <a:tabLst>
                <a:tab pos="547370" algn="l"/>
              </a:tabLst>
            </a:pPr>
            <a:r>
              <a:rPr sz="2000" dirty="0">
                <a:solidFill>
                  <a:srgbClr val="252525"/>
                </a:solidFill>
                <a:latin typeface="Constantia"/>
                <a:cs typeface="Constantia"/>
              </a:rPr>
              <a:t>In</a:t>
            </a:r>
            <a:r>
              <a:rPr sz="2000" spc="-50" dirty="0">
                <a:solidFill>
                  <a:srgbClr val="252525"/>
                </a:solidFill>
                <a:latin typeface="Constantia"/>
                <a:cs typeface="Constantia"/>
              </a:rPr>
              <a:t> </a:t>
            </a:r>
            <a:r>
              <a:rPr sz="2000" spc="-10" dirty="0">
                <a:solidFill>
                  <a:srgbClr val="252525"/>
                </a:solidFill>
                <a:latin typeface="Constantia"/>
                <a:cs typeface="Constantia"/>
              </a:rPr>
              <a:t>Japanese</a:t>
            </a:r>
            <a:r>
              <a:rPr sz="2000" spc="-60" dirty="0">
                <a:solidFill>
                  <a:srgbClr val="252525"/>
                </a:solidFill>
                <a:latin typeface="Constantia"/>
                <a:cs typeface="Constantia"/>
              </a:rPr>
              <a:t> </a:t>
            </a:r>
            <a:r>
              <a:rPr sz="2000" spc="-20" dirty="0">
                <a:solidFill>
                  <a:srgbClr val="252525"/>
                </a:solidFill>
                <a:latin typeface="Constantia"/>
                <a:cs typeface="Constantia"/>
              </a:rPr>
              <a:t>there</a:t>
            </a:r>
            <a:r>
              <a:rPr sz="2000" spc="-114" dirty="0">
                <a:solidFill>
                  <a:srgbClr val="252525"/>
                </a:solidFill>
                <a:latin typeface="Constantia"/>
                <a:cs typeface="Constantia"/>
              </a:rPr>
              <a:t> </a:t>
            </a:r>
            <a:r>
              <a:rPr sz="2000" dirty="0">
                <a:solidFill>
                  <a:srgbClr val="252525"/>
                </a:solidFill>
                <a:latin typeface="Constantia"/>
                <a:cs typeface="Constantia"/>
              </a:rPr>
              <a:t>are</a:t>
            </a:r>
            <a:r>
              <a:rPr sz="2000" spc="-65" dirty="0">
                <a:solidFill>
                  <a:srgbClr val="252525"/>
                </a:solidFill>
                <a:latin typeface="Constantia"/>
                <a:cs typeface="Constantia"/>
              </a:rPr>
              <a:t> </a:t>
            </a:r>
            <a:r>
              <a:rPr sz="2000" b="1" dirty="0">
                <a:solidFill>
                  <a:srgbClr val="C00000"/>
                </a:solidFill>
                <a:latin typeface="Constantia"/>
                <a:cs typeface="Constantia"/>
              </a:rPr>
              <a:t>no</a:t>
            </a:r>
            <a:r>
              <a:rPr sz="2000" b="1" spc="-100" dirty="0">
                <a:solidFill>
                  <a:srgbClr val="C00000"/>
                </a:solidFill>
                <a:latin typeface="Constantia"/>
                <a:cs typeface="Constantia"/>
              </a:rPr>
              <a:t> </a:t>
            </a:r>
            <a:r>
              <a:rPr sz="2000" b="1" spc="-20" dirty="0">
                <a:solidFill>
                  <a:srgbClr val="C00000"/>
                </a:solidFill>
                <a:latin typeface="Constantia"/>
                <a:cs typeface="Constantia"/>
              </a:rPr>
              <a:t>spaces</a:t>
            </a:r>
            <a:r>
              <a:rPr sz="2000" b="1" spc="-95" dirty="0">
                <a:solidFill>
                  <a:srgbClr val="C00000"/>
                </a:solidFill>
                <a:latin typeface="Constantia"/>
                <a:cs typeface="Constantia"/>
              </a:rPr>
              <a:t> </a:t>
            </a:r>
            <a:r>
              <a:rPr sz="2000" b="1" dirty="0">
                <a:solidFill>
                  <a:srgbClr val="C00000"/>
                </a:solidFill>
                <a:latin typeface="Constantia"/>
                <a:cs typeface="Constantia"/>
              </a:rPr>
              <a:t>at</a:t>
            </a:r>
            <a:r>
              <a:rPr sz="2000" b="1" spc="-100" dirty="0">
                <a:solidFill>
                  <a:srgbClr val="C00000"/>
                </a:solidFill>
                <a:latin typeface="Constantia"/>
                <a:cs typeface="Constantia"/>
              </a:rPr>
              <a:t> </a:t>
            </a:r>
            <a:r>
              <a:rPr sz="2000" b="1" spc="-20" dirty="0">
                <a:solidFill>
                  <a:srgbClr val="C00000"/>
                </a:solidFill>
                <a:latin typeface="Constantia"/>
                <a:cs typeface="Constantia"/>
              </a:rPr>
              <a:t>all</a:t>
            </a:r>
            <a:r>
              <a:rPr sz="2000" spc="-20" dirty="0">
                <a:solidFill>
                  <a:srgbClr val="252525"/>
                </a:solidFill>
                <a:latin typeface="Constantia"/>
                <a:cs typeface="Constantia"/>
              </a:rPr>
              <a:t>.</a:t>
            </a:r>
            <a:endParaRPr sz="2000" dirty="0">
              <a:latin typeface="Constantia"/>
              <a:cs typeface="Constantia"/>
            </a:endParaRPr>
          </a:p>
        </p:txBody>
      </p:sp>
      <p:pic>
        <p:nvPicPr>
          <p:cNvPr id="30" name="object 30"/>
          <p:cNvPicPr/>
          <p:nvPr/>
        </p:nvPicPr>
        <p:blipFill>
          <a:blip r:embed="rId17" cstate="print"/>
          <a:stretch>
            <a:fillRect/>
          </a:stretch>
        </p:blipFill>
        <p:spPr>
          <a:xfrm>
            <a:off x="461772" y="5477255"/>
            <a:ext cx="1199388" cy="783336"/>
          </a:xfrm>
          <a:prstGeom prst="rect">
            <a:avLst/>
          </a:prstGeom>
        </p:spPr>
      </p:pic>
      <p:sp>
        <p:nvSpPr>
          <p:cNvPr id="31" name="object 31"/>
          <p:cNvSpPr txBox="1"/>
          <p:nvPr/>
        </p:nvSpPr>
        <p:spPr>
          <a:xfrm>
            <a:off x="4876800" y="5015484"/>
            <a:ext cx="2133600" cy="460375"/>
          </a:xfrm>
          <a:prstGeom prst="rect">
            <a:avLst/>
          </a:prstGeom>
          <a:solidFill>
            <a:srgbClr val="F1F1F1"/>
          </a:solidFill>
          <a:ln w="9525">
            <a:solidFill>
              <a:srgbClr val="006F57"/>
            </a:solidFill>
          </a:ln>
        </p:spPr>
        <p:txBody>
          <a:bodyPr vert="horz" wrap="square" lIns="0" tIns="26034" rIns="0" bIns="0" rtlCol="0">
            <a:spAutoFit/>
          </a:bodyPr>
          <a:lstStyle/>
          <a:p>
            <a:pPr marL="92075">
              <a:lnSpc>
                <a:spcPct val="100000"/>
              </a:lnSpc>
              <a:spcBef>
                <a:spcPts val="204"/>
              </a:spcBef>
            </a:pPr>
            <a:r>
              <a:rPr sz="2400" b="1" spc="-10" dirty="0">
                <a:latin typeface="Constantia"/>
                <a:cs typeface="Constantia"/>
              </a:rPr>
              <a:t>Challenges</a:t>
            </a:r>
            <a:endParaRPr sz="2400">
              <a:latin typeface="Constantia"/>
              <a:cs typeface="Constantia"/>
            </a:endParaRPr>
          </a:p>
        </p:txBody>
      </p:sp>
      <p:sp>
        <p:nvSpPr>
          <p:cNvPr id="32" name="object 32"/>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215" dirty="0"/>
              <a:t>Tokenization</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997381" y="1983358"/>
            <a:ext cx="6316980" cy="298450"/>
            <a:chOff x="997381" y="1983358"/>
            <a:chExt cx="6316980" cy="298450"/>
          </a:xfrm>
        </p:grpSpPr>
        <p:sp>
          <p:nvSpPr>
            <p:cNvPr id="5" name="object 5"/>
            <p:cNvSpPr/>
            <p:nvPr/>
          </p:nvSpPr>
          <p:spPr>
            <a:xfrm>
              <a:off x="997381" y="1984247"/>
              <a:ext cx="6179820" cy="297180"/>
            </a:xfrm>
            <a:custGeom>
              <a:avLst/>
              <a:gdLst/>
              <a:ahLst/>
              <a:cxnLst/>
              <a:rect l="l" t="t" r="r" b="b"/>
              <a:pathLst>
                <a:path w="6179820" h="297180">
                  <a:moveTo>
                    <a:pt x="6179769" y="0"/>
                  </a:moveTo>
                  <a:lnTo>
                    <a:pt x="6179769" y="0"/>
                  </a:lnTo>
                  <a:lnTo>
                    <a:pt x="0" y="0"/>
                  </a:lnTo>
                  <a:lnTo>
                    <a:pt x="0" y="297180"/>
                  </a:lnTo>
                  <a:lnTo>
                    <a:pt x="6179769" y="297180"/>
                  </a:lnTo>
                  <a:lnTo>
                    <a:pt x="6179769"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997610" y="1983358"/>
              <a:ext cx="405384" cy="295656"/>
            </a:xfrm>
            <a:prstGeom prst="rect">
              <a:avLst/>
            </a:prstGeom>
          </p:spPr>
        </p:pic>
        <p:pic>
          <p:nvPicPr>
            <p:cNvPr id="7" name="object 7"/>
            <p:cNvPicPr/>
            <p:nvPr/>
          </p:nvPicPr>
          <p:blipFill>
            <a:blip r:embed="rId3" cstate="print"/>
            <a:stretch>
              <a:fillRect/>
            </a:stretch>
          </p:blipFill>
          <p:spPr>
            <a:xfrm>
              <a:off x="1278000" y="1983358"/>
              <a:ext cx="790041" cy="295656"/>
            </a:xfrm>
            <a:prstGeom prst="rect">
              <a:avLst/>
            </a:prstGeom>
          </p:spPr>
        </p:pic>
        <p:pic>
          <p:nvPicPr>
            <p:cNvPr id="8" name="object 8"/>
            <p:cNvPicPr/>
            <p:nvPr/>
          </p:nvPicPr>
          <p:blipFill>
            <a:blip r:embed="rId4" cstate="print"/>
            <a:stretch>
              <a:fillRect/>
            </a:stretch>
          </p:blipFill>
          <p:spPr>
            <a:xfrm>
              <a:off x="2014092" y="1983358"/>
              <a:ext cx="1231734" cy="295656"/>
            </a:xfrm>
            <a:prstGeom prst="rect">
              <a:avLst/>
            </a:prstGeom>
          </p:spPr>
        </p:pic>
        <p:pic>
          <p:nvPicPr>
            <p:cNvPr id="9" name="object 9"/>
            <p:cNvPicPr/>
            <p:nvPr/>
          </p:nvPicPr>
          <p:blipFill>
            <a:blip r:embed="rId5" cstate="print"/>
            <a:stretch>
              <a:fillRect/>
            </a:stretch>
          </p:blipFill>
          <p:spPr>
            <a:xfrm>
              <a:off x="3168141" y="1983358"/>
              <a:ext cx="393192" cy="295656"/>
            </a:xfrm>
            <a:prstGeom prst="rect">
              <a:avLst/>
            </a:prstGeom>
          </p:spPr>
        </p:pic>
        <p:pic>
          <p:nvPicPr>
            <p:cNvPr id="10" name="object 10"/>
            <p:cNvPicPr/>
            <p:nvPr/>
          </p:nvPicPr>
          <p:blipFill>
            <a:blip r:embed="rId6" cstate="print"/>
            <a:stretch>
              <a:fillRect/>
            </a:stretch>
          </p:blipFill>
          <p:spPr>
            <a:xfrm>
              <a:off x="3509517" y="1983358"/>
              <a:ext cx="995680" cy="295656"/>
            </a:xfrm>
            <a:prstGeom prst="rect">
              <a:avLst/>
            </a:prstGeom>
          </p:spPr>
        </p:pic>
        <p:pic>
          <p:nvPicPr>
            <p:cNvPr id="11" name="object 11"/>
            <p:cNvPicPr/>
            <p:nvPr/>
          </p:nvPicPr>
          <p:blipFill>
            <a:blip r:embed="rId7" cstate="print"/>
            <a:stretch>
              <a:fillRect/>
            </a:stretch>
          </p:blipFill>
          <p:spPr>
            <a:xfrm>
              <a:off x="4440682" y="1983358"/>
              <a:ext cx="1581150" cy="295656"/>
            </a:xfrm>
            <a:prstGeom prst="rect">
              <a:avLst/>
            </a:prstGeom>
          </p:spPr>
        </p:pic>
        <p:pic>
          <p:nvPicPr>
            <p:cNvPr id="12" name="object 12"/>
            <p:cNvPicPr/>
            <p:nvPr/>
          </p:nvPicPr>
          <p:blipFill>
            <a:blip r:embed="rId8" cstate="print"/>
            <a:stretch>
              <a:fillRect/>
            </a:stretch>
          </p:blipFill>
          <p:spPr>
            <a:xfrm>
              <a:off x="5954267" y="1983358"/>
              <a:ext cx="1359789" cy="295656"/>
            </a:xfrm>
            <a:prstGeom prst="rect">
              <a:avLst/>
            </a:prstGeom>
          </p:spPr>
        </p:pic>
      </p:grpSp>
      <p:sp>
        <p:nvSpPr>
          <p:cNvPr id="13" name="object 13"/>
          <p:cNvSpPr txBox="1"/>
          <p:nvPr/>
        </p:nvSpPr>
        <p:spPr>
          <a:xfrm>
            <a:off x="756310" y="942187"/>
            <a:ext cx="3980815" cy="787400"/>
          </a:xfrm>
          <a:prstGeom prst="rect">
            <a:avLst/>
          </a:prstGeom>
        </p:spPr>
        <p:txBody>
          <a:bodyPr vert="horz" wrap="square" lIns="0" tIns="88900" rIns="0" bIns="0" rtlCol="0">
            <a:spAutoFit/>
          </a:bodyPr>
          <a:lstStyle/>
          <a:p>
            <a:pPr marL="240665" indent="-227965">
              <a:lnSpc>
                <a:spcPct val="100000"/>
              </a:lnSpc>
              <a:spcBef>
                <a:spcPts val="700"/>
              </a:spcBef>
              <a:buClr>
                <a:srgbClr val="006F57"/>
              </a:buClr>
              <a:buSzPct val="75000"/>
              <a:buFont typeface="Wingdings"/>
              <a:buChar char=""/>
              <a:tabLst>
                <a:tab pos="240665" algn="l"/>
              </a:tabLst>
            </a:pPr>
            <a:r>
              <a:rPr sz="2000" spc="125" dirty="0">
                <a:solidFill>
                  <a:srgbClr val="252525"/>
                </a:solidFill>
                <a:latin typeface="Cambria"/>
                <a:cs typeface="Cambria"/>
              </a:rPr>
              <a:t>Tokenization</a:t>
            </a:r>
            <a:r>
              <a:rPr sz="2000" spc="155" dirty="0">
                <a:solidFill>
                  <a:srgbClr val="252525"/>
                </a:solidFill>
                <a:latin typeface="Cambria"/>
                <a:cs typeface="Cambria"/>
              </a:rPr>
              <a:t> </a:t>
            </a:r>
            <a:r>
              <a:rPr sz="2000" spc="100" dirty="0">
                <a:solidFill>
                  <a:srgbClr val="252525"/>
                </a:solidFill>
                <a:latin typeface="Cambria"/>
                <a:cs typeface="Cambria"/>
              </a:rPr>
              <a:t>is</a:t>
            </a:r>
            <a:r>
              <a:rPr sz="2000" spc="180" dirty="0">
                <a:solidFill>
                  <a:srgbClr val="252525"/>
                </a:solidFill>
                <a:latin typeface="Cambria"/>
                <a:cs typeface="Cambria"/>
              </a:rPr>
              <a:t> </a:t>
            </a:r>
            <a:r>
              <a:rPr sz="2000" spc="105" dirty="0">
                <a:solidFill>
                  <a:srgbClr val="252525"/>
                </a:solidFill>
                <a:latin typeface="Cambria"/>
                <a:cs typeface="Cambria"/>
              </a:rPr>
              <a:t>a</a:t>
            </a:r>
            <a:r>
              <a:rPr sz="2000" spc="195" dirty="0">
                <a:solidFill>
                  <a:srgbClr val="252525"/>
                </a:solidFill>
                <a:latin typeface="Cambria"/>
                <a:cs typeface="Cambria"/>
              </a:rPr>
              <a:t> </a:t>
            </a:r>
            <a:r>
              <a:rPr sz="2000" spc="110" dirty="0">
                <a:solidFill>
                  <a:srgbClr val="252525"/>
                </a:solidFill>
                <a:latin typeface="Cambria"/>
                <a:cs typeface="Cambria"/>
              </a:rPr>
              <a:t>process</a:t>
            </a:r>
            <a:r>
              <a:rPr sz="2000" spc="225" dirty="0">
                <a:solidFill>
                  <a:srgbClr val="252525"/>
                </a:solidFill>
                <a:latin typeface="Cambria"/>
                <a:cs typeface="Cambria"/>
              </a:rPr>
              <a:t> </a:t>
            </a:r>
            <a:r>
              <a:rPr sz="2000" spc="95" dirty="0">
                <a:solidFill>
                  <a:srgbClr val="252525"/>
                </a:solidFill>
                <a:latin typeface="Cambria"/>
                <a:cs typeface="Cambria"/>
              </a:rPr>
              <a:t>that</a:t>
            </a:r>
            <a:endParaRPr sz="2000">
              <a:latin typeface="Cambria"/>
              <a:cs typeface="Cambria"/>
            </a:endParaRPr>
          </a:p>
          <a:p>
            <a:pPr marL="469265" lvl="1" indent="-227965">
              <a:lnSpc>
                <a:spcPct val="100000"/>
              </a:lnSpc>
              <a:spcBef>
                <a:spcPts val="600"/>
              </a:spcBef>
              <a:buClr>
                <a:srgbClr val="075A74"/>
              </a:buClr>
              <a:buSzPct val="75000"/>
              <a:buFont typeface="Wingdings"/>
              <a:buChar char=""/>
              <a:tabLst>
                <a:tab pos="469265" algn="l"/>
              </a:tabLst>
            </a:pPr>
            <a:r>
              <a:rPr sz="2000" spc="120" dirty="0">
                <a:solidFill>
                  <a:srgbClr val="252525"/>
                </a:solidFill>
                <a:latin typeface="Cambria"/>
                <a:cs typeface="Cambria"/>
              </a:rPr>
              <a:t>token</a:t>
            </a:r>
            <a:r>
              <a:rPr sz="2000" spc="165" dirty="0">
                <a:solidFill>
                  <a:srgbClr val="252525"/>
                </a:solidFill>
                <a:latin typeface="Cambria"/>
                <a:cs typeface="Cambria"/>
              </a:rPr>
              <a:t> </a:t>
            </a:r>
            <a:r>
              <a:rPr sz="2000" spc="125" dirty="0">
                <a:solidFill>
                  <a:srgbClr val="252525"/>
                </a:solidFill>
                <a:latin typeface="Cambria"/>
                <a:cs typeface="Cambria"/>
              </a:rPr>
              <a:t>as</a:t>
            </a:r>
            <a:r>
              <a:rPr sz="2000" spc="175"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p:txBody>
      </p:sp>
      <p:pic>
        <p:nvPicPr>
          <p:cNvPr id="14" name="object 14"/>
          <p:cNvPicPr/>
          <p:nvPr/>
        </p:nvPicPr>
        <p:blipFill>
          <a:blip r:embed="rId9" cstate="print"/>
          <a:stretch>
            <a:fillRect/>
          </a:stretch>
        </p:blipFill>
        <p:spPr>
          <a:xfrm>
            <a:off x="4803394" y="1042669"/>
            <a:ext cx="775563" cy="295655"/>
          </a:xfrm>
          <a:prstGeom prst="rect">
            <a:avLst/>
          </a:prstGeom>
        </p:spPr>
      </p:pic>
      <p:sp>
        <p:nvSpPr>
          <p:cNvPr id="15" name="object 15"/>
          <p:cNvSpPr txBox="1"/>
          <p:nvPr/>
        </p:nvSpPr>
        <p:spPr>
          <a:xfrm>
            <a:off x="5531611" y="1017777"/>
            <a:ext cx="325755" cy="330835"/>
          </a:xfrm>
          <a:prstGeom prst="rect">
            <a:avLst/>
          </a:prstGeom>
        </p:spPr>
        <p:txBody>
          <a:bodyPr vert="horz" wrap="square" lIns="0" tIns="13335" rIns="0" bIns="0" rtlCol="0">
            <a:spAutoFit/>
          </a:bodyPr>
          <a:lstStyle/>
          <a:p>
            <a:pPr marL="12700">
              <a:lnSpc>
                <a:spcPct val="100000"/>
              </a:lnSpc>
              <a:spcBef>
                <a:spcPts val="105"/>
              </a:spcBef>
            </a:pPr>
            <a:r>
              <a:rPr sz="2000" spc="100" dirty="0">
                <a:solidFill>
                  <a:srgbClr val="252525"/>
                </a:solidFill>
                <a:latin typeface="Cambria"/>
                <a:cs typeface="Cambria"/>
              </a:rPr>
              <a:t>an</a:t>
            </a:r>
            <a:endParaRPr sz="2000">
              <a:latin typeface="Cambria"/>
              <a:cs typeface="Cambria"/>
            </a:endParaRPr>
          </a:p>
        </p:txBody>
      </p:sp>
      <p:grpSp>
        <p:nvGrpSpPr>
          <p:cNvPr id="16" name="object 16"/>
          <p:cNvGrpSpPr/>
          <p:nvPr/>
        </p:nvGrpSpPr>
        <p:grpSpPr>
          <a:xfrm>
            <a:off x="5920740" y="1042669"/>
            <a:ext cx="2066925" cy="295910"/>
            <a:chOff x="5920740" y="1042669"/>
            <a:chExt cx="2066925" cy="295910"/>
          </a:xfrm>
        </p:grpSpPr>
        <p:pic>
          <p:nvPicPr>
            <p:cNvPr id="17" name="object 17"/>
            <p:cNvPicPr/>
            <p:nvPr/>
          </p:nvPicPr>
          <p:blipFill>
            <a:blip r:embed="rId10" cstate="print"/>
            <a:stretch>
              <a:fillRect/>
            </a:stretch>
          </p:blipFill>
          <p:spPr>
            <a:xfrm>
              <a:off x="5920740" y="1042669"/>
              <a:ext cx="808329" cy="295655"/>
            </a:xfrm>
            <a:prstGeom prst="rect">
              <a:avLst/>
            </a:prstGeom>
          </p:spPr>
        </p:pic>
        <p:pic>
          <p:nvPicPr>
            <p:cNvPr id="18" name="object 18"/>
            <p:cNvPicPr/>
            <p:nvPr/>
          </p:nvPicPr>
          <p:blipFill>
            <a:blip r:embed="rId11" cstate="print"/>
            <a:stretch>
              <a:fillRect/>
            </a:stretch>
          </p:blipFill>
          <p:spPr>
            <a:xfrm>
              <a:off x="6672072" y="1042669"/>
              <a:ext cx="1315339" cy="295655"/>
            </a:xfrm>
            <a:prstGeom prst="rect">
              <a:avLst/>
            </a:prstGeom>
          </p:spPr>
        </p:pic>
      </p:grpSp>
      <p:sp>
        <p:nvSpPr>
          <p:cNvPr id="19" name="object 19"/>
          <p:cNvSpPr txBox="1"/>
          <p:nvPr/>
        </p:nvSpPr>
        <p:spPr>
          <a:xfrm>
            <a:off x="7907781" y="1017777"/>
            <a:ext cx="516890" cy="330835"/>
          </a:xfrm>
          <a:prstGeom prst="rect">
            <a:avLst/>
          </a:prstGeom>
        </p:spPr>
        <p:txBody>
          <a:bodyPr vert="horz" wrap="square" lIns="0" tIns="13335" rIns="0" bIns="0" rtlCol="0">
            <a:spAutoFit/>
          </a:bodyPr>
          <a:lstStyle/>
          <a:p>
            <a:pPr marL="12700">
              <a:lnSpc>
                <a:spcPct val="100000"/>
              </a:lnSpc>
              <a:spcBef>
                <a:spcPts val="105"/>
              </a:spcBef>
            </a:pPr>
            <a:r>
              <a:rPr sz="2000" spc="85" dirty="0">
                <a:solidFill>
                  <a:srgbClr val="252525"/>
                </a:solidFill>
                <a:latin typeface="Cambria"/>
                <a:cs typeface="Cambria"/>
              </a:rPr>
              <a:t>into</a:t>
            </a:r>
            <a:endParaRPr sz="2000">
              <a:latin typeface="Cambria"/>
              <a:cs typeface="Cambria"/>
            </a:endParaRPr>
          </a:p>
        </p:txBody>
      </p:sp>
      <p:pic>
        <p:nvPicPr>
          <p:cNvPr id="20" name="object 20"/>
          <p:cNvPicPr/>
          <p:nvPr/>
        </p:nvPicPr>
        <p:blipFill>
          <a:blip r:embed="rId12" cstate="print"/>
          <a:stretch>
            <a:fillRect/>
          </a:stretch>
        </p:blipFill>
        <p:spPr>
          <a:xfrm>
            <a:off x="8488933" y="1042669"/>
            <a:ext cx="977900" cy="295655"/>
          </a:xfrm>
          <a:prstGeom prst="rect">
            <a:avLst/>
          </a:prstGeom>
        </p:spPr>
      </p:pic>
      <p:grpSp>
        <p:nvGrpSpPr>
          <p:cNvPr id="21" name="object 21"/>
          <p:cNvGrpSpPr/>
          <p:nvPr/>
        </p:nvGrpSpPr>
        <p:grpSpPr>
          <a:xfrm>
            <a:off x="2564257" y="1423669"/>
            <a:ext cx="4639310" cy="295910"/>
            <a:chOff x="2564257" y="1423669"/>
            <a:chExt cx="4639310" cy="295910"/>
          </a:xfrm>
        </p:grpSpPr>
        <p:pic>
          <p:nvPicPr>
            <p:cNvPr id="22" name="object 22"/>
            <p:cNvPicPr/>
            <p:nvPr/>
          </p:nvPicPr>
          <p:blipFill>
            <a:blip r:embed="rId13" cstate="print"/>
            <a:stretch>
              <a:fillRect/>
            </a:stretch>
          </p:blipFill>
          <p:spPr>
            <a:xfrm>
              <a:off x="2564257" y="1423669"/>
              <a:ext cx="910691" cy="295655"/>
            </a:xfrm>
            <a:prstGeom prst="rect">
              <a:avLst/>
            </a:prstGeom>
          </p:spPr>
        </p:pic>
        <p:pic>
          <p:nvPicPr>
            <p:cNvPr id="23" name="object 23"/>
            <p:cNvPicPr/>
            <p:nvPr/>
          </p:nvPicPr>
          <p:blipFill>
            <a:blip r:embed="rId14" cstate="print"/>
            <a:stretch>
              <a:fillRect/>
            </a:stretch>
          </p:blipFill>
          <p:spPr>
            <a:xfrm>
              <a:off x="3425698" y="1423669"/>
              <a:ext cx="638175" cy="295655"/>
            </a:xfrm>
            <a:prstGeom prst="rect">
              <a:avLst/>
            </a:prstGeom>
          </p:spPr>
        </p:pic>
        <p:pic>
          <p:nvPicPr>
            <p:cNvPr id="24" name="object 24"/>
            <p:cNvPicPr/>
            <p:nvPr/>
          </p:nvPicPr>
          <p:blipFill>
            <a:blip r:embed="rId15" cstate="print"/>
            <a:stretch>
              <a:fillRect/>
            </a:stretch>
          </p:blipFill>
          <p:spPr>
            <a:xfrm>
              <a:off x="4013962" y="1423669"/>
              <a:ext cx="512063" cy="295655"/>
            </a:xfrm>
            <a:prstGeom prst="rect">
              <a:avLst/>
            </a:prstGeom>
          </p:spPr>
        </p:pic>
        <p:pic>
          <p:nvPicPr>
            <p:cNvPr id="25" name="object 25"/>
            <p:cNvPicPr/>
            <p:nvPr/>
          </p:nvPicPr>
          <p:blipFill>
            <a:blip r:embed="rId16" cstate="print"/>
            <a:stretch>
              <a:fillRect/>
            </a:stretch>
          </p:blipFill>
          <p:spPr>
            <a:xfrm>
              <a:off x="4475733" y="1423669"/>
              <a:ext cx="1291336" cy="295655"/>
            </a:xfrm>
            <a:prstGeom prst="rect">
              <a:avLst/>
            </a:prstGeom>
          </p:spPr>
        </p:pic>
        <p:pic>
          <p:nvPicPr>
            <p:cNvPr id="26" name="object 26"/>
            <p:cNvPicPr/>
            <p:nvPr/>
          </p:nvPicPr>
          <p:blipFill>
            <a:blip r:embed="rId17" cstate="print"/>
            <a:stretch>
              <a:fillRect/>
            </a:stretch>
          </p:blipFill>
          <p:spPr>
            <a:xfrm>
              <a:off x="5699760" y="1423669"/>
              <a:ext cx="1503680" cy="295655"/>
            </a:xfrm>
            <a:prstGeom prst="rect">
              <a:avLst/>
            </a:prstGeom>
          </p:spPr>
        </p:pic>
      </p:grpSp>
      <p:sp>
        <p:nvSpPr>
          <p:cNvPr id="27" name="object 27"/>
          <p:cNvSpPr txBox="1"/>
          <p:nvPr/>
        </p:nvSpPr>
        <p:spPr>
          <a:xfrm>
            <a:off x="756310" y="2022475"/>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sp>
        <p:nvSpPr>
          <p:cNvPr id="28" name="object 28"/>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11</a:t>
            </a:r>
            <a:endParaRPr sz="1400">
              <a:latin typeface="Cambria"/>
              <a:cs typeface="Cambria"/>
            </a:endParaRPr>
          </a:p>
        </p:txBody>
      </p:sp>
      <p:sp>
        <p:nvSpPr>
          <p:cNvPr id="29" name="object 29"/>
          <p:cNvSpPr txBox="1"/>
          <p:nvPr/>
        </p:nvSpPr>
        <p:spPr>
          <a:xfrm>
            <a:off x="2362200" y="2839211"/>
            <a:ext cx="3733800" cy="399415"/>
          </a:xfrm>
          <a:prstGeom prst="rect">
            <a:avLst/>
          </a:prstGeom>
          <a:solidFill>
            <a:srgbClr val="F1F1F1"/>
          </a:solidFill>
          <a:ln w="9525">
            <a:solidFill>
              <a:srgbClr val="006F57"/>
            </a:solidFill>
          </a:ln>
        </p:spPr>
        <p:txBody>
          <a:bodyPr vert="horz" wrap="square" lIns="0" tIns="29209" rIns="0" bIns="0" rtlCol="0">
            <a:spAutoFit/>
          </a:bodyPr>
          <a:lstStyle/>
          <a:p>
            <a:pPr marL="91440">
              <a:lnSpc>
                <a:spcPct val="100000"/>
              </a:lnSpc>
              <a:spcBef>
                <a:spcPts val="229"/>
              </a:spcBef>
            </a:pPr>
            <a:r>
              <a:rPr sz="2000" b="1" dirty="0">
                <a:latin typeface="Constantia"/>
                <a:cs typeface="Constantia"/>
              </a:rPr>
              <a:t>This</a:t>
            </a:r>
            <a:r>
              <a:rPr sz="2000" b="1" spc="-60" dirty="0">
                <a:latin typeface="Constantia"/>
                <a:cs typeface="Constantia"/>
              </a:rPr>
              <a:t> </a:t>
            </a:r>
            <a:r>
              <a:rPr sz="2000" b="1" dirty="0">
                <a:latin typeface="Constantia"/>
                <a:cs typeface="Constantia"/>
              </a:rPr>
              <a:t>is</a:t>
            </a:r>
            <a:r>
              <a:rPr sz="2000" b="1" spc="-85" dirty="0">
                <a:latin typeface="Constantia"/>
                <a:cs typeface="Constantia"/>
              </a:rPr>
              <a:t> </a:t>
            </a:r>
            <a:r>
              <a:rPr sz="2000" b="1" spc="-25" dirty="0">
                <a:latin typeface="Constantia"/>
                <a:cs typeface="Constantia"/>
              </a:rPr>
              <a:t>Amna’s</a:t>
            </a:r>
            <a:r>
              <a:rPr sz="2000" b="1" spc="-70" dirty="0">
                <a:latin typeface="Constantia"/>
                <a:cs typeface="Constantia"/>
              </a:rPr>
              <a:t> </a:t>
            </a:r>
            <a:r>
              <a:rPr sz="2000" b="1" dirty="0">
                <a:latin typeface="Constantia"/>
                <a:cs typeface="Constantia"/>
              </a:rPr>
              <a:t>book,</a:t>
            </a:r>
            <a:r>
              <a:rPr sz="2000" b="1" spc="-15" dirty="0">
                <a:latin typeface="Constantia"/>
                <a:cs typeface="Constantia"/>
              </a:rPr>
              <a:t> </a:t>
            </a:r>
            <a:r>
              <a:rPr sz="2000" b="1" spc="-30" dirty="0">
                <a:latin typeface="Constantia"/>
                <a:cs typeface="Constantia"/>
              </a:rPr>
              <a:t>isn’t</a:t>
            </a:r>
            <a:r>
              <a:rPr sz="2000" b="1" spc="-80" dirty="0">
                <a:latin typeface="Constantia"/>
                <a:cs typeface="Constantia"/>
              </a:rPr>
              <a:t> </a:t>
            </a:r>
            <a:r>
              <a:rPr sz="2000" b="1" spc="-25" dirty="0">
                <a:latin typeface="Constantia"/>
                <a:cs typeface="Constantia"/>
              </a:rPr>
              <a:t>it?</a:t>
            </a:r>
            <a:endParaRPr sz="2000" dirty="0">
              <a:latin typeface="Constantia"/>
              <a:cs typeface="Constantia"/>
            </a:endParaRPr>
          </a:p>
        </p:txBody>
      </p:sp>
      <p:sp>
        <p:nvSpPr>
          <p:cNvPr id="35" name="object 35"/>
          <p:cNvSpPr txBox="1"/>
          <p:nvPr/>
        </p:nvSpPr>
        <p:spPr>
          <a:xfrm>
            <a:off x="1609344" y="3454908"/>
            <a:ext cx="847725" cy="399415"/>
          </a:xfrm>
          <a:prstGeom prst="rect">
            <a:avLst/>
          </a:prstGeom>
          <a:solidFill>
            <a:srgbClr val="F1F1F1"/>
          </a:solidFill>
          <a:ln w="9525">
            <a:solidFill>
              <a:srgbClr val="006F57"/>
            </a:solidFill>
          </a:ln>
        </p:spPr>
        <p:txBody>
          <a:bodyPr vert="horz" wrap="square" lIns="0" tIns="29844" rIns="0" bIns="0" rtlCol="0">
            <a:spAutoFit/>
          </a:bodyPr>
          <a:lstStyle/>
          <a:p>
            <a:pPr marL="92075">
              <a:lnSpc>
                <a:spcPct val="100000"/>
              </a:lnSpc>
              <a:spcBef>
                <a:spcPts val="234"/>
              </a:spcBef>
            </a:pPr>
            <a:r>
              <a:rPr sz="2000" b="1" spc="-20" dirty="0">
                <a:latin typeface="Constantia"/>
                <a:cs typeface="Constantia"/>
              </a:rPr>
              <a:t>This</a:t>
            </a:r>
            <a:endParaRPr sz="2000">
              <a:latin typeface="Constantia"/>
              <a:cs typeface="Constantia"/>
            </a:endParaRPr>
          </a:p>
        </p:txBody>
      </p:sp>
      <p:sp>
        <p:nvSpPr>
          <p:cNvPr id="36" name="object 36"/>
          <p:cNvSpPr txBox="1"/>
          <p:nvPr/>
        </p:nvSpPr>
        <p:spPr>
          <a:xfrm>
            <a:off x="2563367" y="3441191"/>
            <a:ext cx="556260" cy="401320"/>
          </a:xfrm>
          <a:prstGeom prst="rect">
            <a:avLst/>
          </a:prstGeom>
          <a:solidFill>
            <a:srgbClr val="F1F1F1"/>
          </a:solidFill>
          <a:ln w="9525">
            <a:solidFill>
              <a:srgbClr val="006F57"/>
            </a:solidFill>
          </a:ln>
        </p:spPr>
        <p:txBody>
          <a:bodyPr vert="horz" wrap="square" lIns="0" tIns="30480" rIns="0" bIns="0" rtlCol="0">
            <a:spAutoFit/>
          </a:bodyPr>
          <a:lstStyle/>
          <a:p>
            <a:pPr marL="90805">
              <a:lnSpc>
                <a:spcPct val="100000"/>
              </a:lnSpc>
              <a:spcBef>
                <a:spcPts val="240"/>
              </a:spcBef>
            </a:pPr>
            <a:r>
              <a:rPr sz="2000" b="1" spc="-25" dirty="0">
                <a:latin typeface="Constantia"/>
                <a:cs typeface="Constantia"/>
              </a:rPr>
              <a:t>is</a:t>
            </a:r>
            <a:endParaRPr sz="2000">
              <a:latin typeface="Constantia"/>
              <a:cs typeface="Constantia"/>
            </a:endParaRPr>
          </a:p>
        </p:txBody>
      </p:sp>
      <p:sp>
        <p:nvSpPr>
          <p:cNvPr id="37" name="object 37"/>
          <p:cNvSpPr txBox="1"/>
          <p:nvPr/>
        </p:nvSpPr>
        <p:spPr>
          <a:xfrm>
            <a:off x="3247644" y="3433571"/>
            <a:ext cx="1066800" cy="401320"/>
          </a:xfrm>
          <a:prstGeom prst="rect">
            <a:avLst/>
          </a:prstGeom>
          <a:solidFill>
            <a:srgbClr val="F1F1F1"/>
          </a:solidFill>
          <a:ln w="9525">
            <a:solidFill>
              <a:srgbClr val="006F57"/>
            </a:solidFill>
          </a:ln>
        </p:spPr>
        <p:txBody>
          <a:bodyPr vert="horz" wrap="square" lIns="0" tIns="30480" rIns="0" bIns="0" rtlCol="0">
            <a:spAutoFit/>
          </a:bodyPr>
          <a:lstStyle/>
          <a:p>
            <a:pPr marL="90805">
              <a:lnSpc>
                <a:spcPct val="100000"/>
              </a:lnSpc>
              <a:spcBef>
                <a:spcPts val="240"/>
              </a:spcBef>
            </a:pPr>
            <a:r>
              <a:rPr sz="2000" b="1" spc="-10" dirty="0">
                <a:latin typeface="Constantia"/>
                <a:cs typeface="Constantia"/>
              </a:rPr>
              <a:t>Amna’s</a:t>
            </a:r>
            <a:endParaRPr sz="2000">
              <a:latin typeface="Constantia"/>
              <a:cs typeface="Constantia"/>
            </a:endParaRPr>
          </a:p>
        </p:txBody>
      </p:sp>
      <p:sp>
        <p:nvSpPr>
          <p:cNvPr id="38" name="object 38"/>
          <p:cNvSpPr/>
          <p:nvPr/>
        </p:nvSpPr>
        <p:spPr>
          <a:xfrm>
            <a:off x="4440935" y="3454908"/>
            <a:ext cx="1066800" cy="399415"/>
          </a:xfrm>
          <a:custGeom>
            <a:avLst/>
            <a:gdLst/>
            <a:ahLst/>
            <a:cxnLst/>
            <a:rect l="l" t="t" r="r" b="b"/>
            <a:pathLst>
              <a:path w="1066800" h="399414">
                <a:moveTo>
                  <a:pt x="0" y="399288"/>
                </a:moveTo>
                <a:lnTo>
                  <a:pt x="1066800" y="399288"/>
                </a:lnTo>
                <a:lnTo>
                  <a:pt x="1066800" y="0"/>
                </a:lnTo>
                <a:lnTo>
                  <a:pt x="0" y="0"/>
                </a:lnTo>
                <a:lnTo>
                  <a:pt x="0" y="399288"/>
                </a:lnTo>
                <a:close/>
              </a:path>
            </a:pathLst>
          </a:custGeom>
          <a:ln w="9525">
            <a:solidFill>
              <a:srgbClr val="006F57"/>
            </a:solidFill>
          </a:ln>
        </p:spPr>
        <p:txBody>
          <a:bodyPr wrap="square" lIns="0" tIns="0" rIns="0" bIns="0" rtlCol="0"/>
          <a:lstStyle/>
          <a:p>
            <a:endParaRPr/>
          </a:p>
        </p:txBody>
      </p:sp>
      <p:sp>
        <p:nvSpPr>
          <p:cNvPr id="39" name="object 39"/>
          <p:cNvSpPr txBox="1"/>
          <p:nvPr/>
        </p:nvSpPr>
        <p:spPr>
          <a:xfrm>
            <a:off x="4440935" y="3454908"/>
            <a:ext cx="1066800" cy="399415"/>
          </a:xfrm>
          <a:prstGeom prst="rect">
            <a:avLst/>
          </a:prstGeom>
          <a:solidFill>
            <a:srgbClr val="F1F1F1"/>
          </a:solidFill>
        </p:spPr>
        <p:txBody>
          <a:bodyPr vert="horz" wrap="square" lIns="0" tIns="29844" rIns="0" bIns="0" rtlCol="0">
            <a:spAutoFit/>
          </a:bodyPr>
          <a:lstStyle/>
          <a:p>
            <a:pPr marL="92075">
              <a:lnSpc>
                <a:spcPct val="100000"/>
              </a:lnSpc>
              <a:spcBef>
                <a:spcPts val="234"/>
              </a:spcBef>
            </a:pPr>
            <a:r>
              <a:rPr sz="2000" b="1" spc="-10" dirty="0">
                <a:latin typeface="Constantia"/>
                <a:cs typeface="Constantia"/>
              </a:rPr>
              <a:t>book,</a:t>
            </a:r>
            <a:endParaRPr sz="2000">
              <a:latin typeface="Constantia"/>
              <a:cs typeface="Constantia"/>
            </a:endParaRPr>
          </a:p>
        </p:txBody>
      </p:sp>
      <p:sp>
        <p:nvSpPr>
          <p:cNvPr id="40" name="object 40"/>
          <p:cNvSpPr txBox="1"/>
          <p:nvPr/>
        </p:nvSpPr>
        <p:spPr>
          <a:xfrm>
            <a:off x="6416040" y="3456432"/>
            <a:ext cx="533400" cy="399415"/>
          </a:xfrm>
          <a:prstGeom prst="rect">
            <a:avLst/>
          </a:prstGeom>
          <a:solidFill>
            <a:srgbClr val="F1F1F1"/>
          </a:solidFill>
          <a:ln w="9525">
            <a:solidFill>
              <a:srgbClr val="006F57"/>
            </a:solidFill>
          </a:ln>
        </p:spPr>
        <p:txBody>
          <a:bodyPr vert="horz" wrap="square" lIns="0" tIns="29844" rIns="0" bIns="0" rtlCol="0">
            <a:spAutoFit/>
          </a:bodyPr>
          <a:lstStyle/>
          <a:p>
            <a:pPr marL="91440">
              <a:lnSpc>
                <a:spcPct val="100000"/>
              </a:lnSpc>
              <a:spcBef>
                <a:spcPts val="234"/>
              </a:spcBef>
            </a:pPr>
            <a:r>
              <a:rPr sz="2000" b="1" spc="-25" dirty="0">
                <a:latin typeface="Constantia"/>
                <a:cs typeface="Constantia"/>
              </a:rPr>
              <a:t>it?</a:t>
            </a:r>
            <a:endParaRPr sz="2000">
              <a:latin typeface="Constantia"/>
              <a:cs typeface="Constantia"/>
            </a:endParaRPr>
          </a:p>
        </p:txBody>
      </p:sp>
      <p:sp>
        <p:nvSpPr>
          <p:cNvPr id="41" name="object 41"/>
          <p:cNvSpPr/>
          <p:nvPr/>
        </p:nvSpPr>
        <p:spPr>
          <a:xfrm>
            <a:off x="5554979" y="3456432"/>
            <a:ext cx="711835" cy="399415"/>
          </a:xfrm>
          <a:custGeom>
            <a:avLst/>
            <a:gdLst/>
            <a:ahLst/>
            <a:cxnLst/>
            <a:rect l="l" t="t" r="r" b="b"/>
            <a:pathLst>
              <a:path w="711835" h="399414">
                <a:moveTo>
                  <a:pt x="0" y="399288"/>
                </a:moveTo>
                <a:lnTo>
                  <a:pt x="711708" y="399288"/>
                </a:lnTo>
                <a:lnTo>
                  <a:pt x="711708" y="0"/>
                </a:lnTo>
                <a:lnTo>
                  <a:pt x="0" y="0"/>
                </a:lnTo>
                <a:lnTo>
                  <a:pt x="0" y="399288"/>
                </a:lnTo>
                <a:close/>
              </a:path>
            </a:pathLst>
          </a:custGeom>
          <a:ln w="9525">
            <a:solidFill>
              <a:srgbClr val="006F57"/>
            </a:solidFill>
          </a:ln>
        </p:spPr>
        <p:txBody>
          <a:bodyPr wrap="square" lIns="0" tIns="0" rIns="0" bIns="0" rtlCol="0"/>
          <a:lstStyle/>
          <a:p>
            <a:endParaRPr/>
          </a:p>
        </p:txBody>
      </p:sp>
      <p:sp>
        <p:nvSpPr>
          <p:cNvPr id="42" name="object 42"/>
          <p:cNvSpPr txBox="1"/>
          <p:nvPr/>
        </p:nvSpPr>
        <p:spPr>
          <a:xfrm>
            <a:off x="5554979" y="3456432"/>
            <a:ext cx="711835" cy="399415"/>
          </a:xfrm>
          <a:prstGeom prst="rect">
            <a:avLst/>
          </a:prstGeom>
          <a:solidFill>
            <a:srgbClr val="F1F1F1"/>
          </a:solidFill>
        </p:spPr>
        <p:txBody>
          <a:bodyPr vert="horz" wrap="square" lIns="0" tIns="29844" rIns="0" bIns="0" rtlCol="0">
            <a:spAutoFit/>
          </a:bodyPr>
          <a:lstStyle/>
          <a:p>
            <a:pPr marL="92075">
              <a:lnSpc>
                <a:spcPct val="100000"/>
              </a:lnSpc>
              <a:spcBef>
                <a:spcPts val="234"/>
              </a:spcBef>
            </a:pPr>
            <a:r>
              <a:rPr sz="2000" b="1" spc="-10" dirty="0">
                <a:latin typeface="Constantia"/>
                <a:cs typeface="Constantia"/>
              </a:rPr>
              <a:t>isn’t</a:t>
            </a:r>
            <a:endParaRPr sz="2000">
              <a:latin typeface="Constantia"/>
              <a:cs typeface="Constantia"/>
            </a:endParaRPr>
          </a:p>
        </p:txBody>
      </p:sp>
      <p:sp>
        <p:nvSpPr>
          <p:cNvPr id="43" name="object 43"/>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215" dirty="0"/>
              <a:t>Tokenization</a:t>
            </a:r>
            <a:endParaRPr sz="3600" dirty="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984681" y="1289558"/>
            <a:ext cx="4799330" cy="298450"/>
            <a:chOff x="984681" y="1289558"/>
            <a:chExt cx="4799330" cy="298450"/>
          </a:xfrm>
        </p:grpSpPr>
        <p:sp>
          <p:nvSpPr>
            <p:cNvPr id="5" name="object 5"/>
            <p:cNvSpPr/>
            <p:nvPr/>
          </p:nvSpPr>
          <p:spPr>
            <a:xfrm>
              <a:off x="984681" y="1290840"/>
              <a:ext cx="4657725" cy="297180"/>
            </a:xfrm>
            <a:custGeom>
              <a:avLst/>
              <a:gdLst/>
              <a:ahLst/>
              <a:cxnLst/>
              <a:rect l="l" t="t" r="r" b="b"/>
              <a:pathLst>
                <a:path w="4657725" h="297180">
                  <a:moveTo>
                    <a:pt x="670496" y="0"/>
                  </a:moveTo>
                  <a:lnTo>
                    <a:pt x="670496" y="0"/>
                  </a:lnTo>
                  <a:lnTo>
                    <a:pt x="0" y="0"/>
                  </a:lnTo>
                  <a:lnTo>
                    <a:pt x="0" y="297167"/>
                  </a:lnTo>
                  <a:lnTo>
                    <a:pt x="670496" y="297167"/>
                  </a:lnTo>
                  <a:lnTo>
                    <a:pt x="670496" y="0"/>
                  </a:lnTo>
                  <a:close/>
                </a:path>
                <a:path w="4657725" h="297180">
                  <a:moveTo>
                    <a:pt x="4657293" y="0"/>
                  </a:moveTo>
                  <a:lnTo>
                    <a:pt x="4657293" y="0"/>
                  </a:lnTo>
                  <a:lnTo>
                    <a:pt x="670509" y="0"/>
                  </a:lnTo>
                  <a:lnTo>
                    <a:pt x="670509" y="297167"/>
                  </a:lnTo>
                  <a:lnTo>
                    <a:pt x="4657293" y="297167"/>
                  </a:lnTo>
                  <a:lnTo>
                    <a:pt x="4657293"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984808" y="1289558"/>
              <a:ext cx="522223" cy="295656"/>
            </a:xfrm>
            <a:prstGeom prst="rect">
              <a:avLst/>
            </a:prstGeom>
          </p:spPr>
        </p:pic>
        <p:pic>
          <p:nvPicPr>
            <p:cNvPr id="7" name="object 7"/>
            <p:cNvPicPr/>
            <p:nvPr/>
          </p:nvPicPr>
          <p:blipFill>
            <a:blip r:embed="rId3" cstate="print"/>
            <a:stretch>
              <a:fillRect/>
            </a:stretch>
          </p:blipFill>
          <p:spPr>
            <a:xfrm>
              <a:off x="1376425" y="1289558"/>
              <a:ext cx="134112" cy="295656"/>
            </a:xfrm>
            <a:prstGeom prst="rect">
              <a:avLst/>
            </a:prstGeom>
          </p:spPr>
        </p:pic>
        <p:pic>
          <p:nvPicPr>
            <p:cNvPr id="8" name="object 8"/>
            <p:cNvPicPr/>
            <p:nvPr/>
          </p:nvPicPr>
          <p:blipFill>
            <a:blip r:embed="rId4" cstate="print"/>
            <a:stretch>
              <a:fillRect/>
            </a:stretch>
          </p:blipFill>
          <p:spPr>
            <a:xfrm>
              <a:off x="1443481" y="1289558"/>
              <a:ext cx="268224" cy="295656"/>
            </a:xfrm>
            <a:prstGeom prst="rect">
              <a:avLst/>
            </a:prstGeom>
          </p:spPr>
        </p:pic>
        <p:pic>
          <p:nvPicPr>
            <p:cNvPr id="9" name="object 9"/>
            <p:cNvPicPr/>
            <p:nvPr/>
          </p:nvPicPr>
          <p:blipFill>
            <a:blip r:embed="rId5" cstate="print"/>
            <a:stretch>
              <a:fillRect/>
            </a:stretch>
          </p:blipFill>
          <p:spPr>
            <a:xfrm>
              <a:off x="1655317" y="1289558"/>
              <a:ext cx="510438" cy="295656"/>
            </a:xfrm>
            <a:prstGeom prst="rect">
              <a:avLst/>
            </a:prstGeom>
          </p:spPr>
        </p:pic>
        <p:pic>
          <p:nvPicPr>
            <p:cNvPr id="10" name="object 10"/>
            <p:cNvPicPr/>
            <p:nvPr/>
          </p:nvPicPr>
          <p:blipFill>
            <a:blip r:embed="rId6" cstate="print"/>
            <a:stretch>
              <a:fillRect/>
            </a:stretch>
          </p:blipFill>
          <p:spPr>
            <a:xfrm>
              <a:off x="2117470" y="1289558"/>
              <a:ext cx="384048" cy="295656"/>
            </a:xfrm>
            <a:prstGeom prst="rect">
              <a:avLst/>
            </a:prstGeom>
          </p:spPr>
        </p:pic>
        <p:pic>
          <p:nvPicPr>
            <p:cNvPr id="11" name="object 11"/>
            <p:cNvPicPr/>
            <p:nvPr/>
          </p:nvPicPr>
          <p:blipFill>
            <a:blip r:embed="rId7" cstate="print"/>
            <a:stretch>
              <a:fillRect/>
            </a:stretch>
          </p:blipFill>
          <p:spPr>
            <a:xfrm>
              <a:off x="2451226" y="1289558"/>
              <a:ext cx="643889" cy="295656"/>
            </a:xfrm>
            <a:prstGeom prst="rect">
              <a:avLst/>
            </a:prstGeom>
          </p:spPr>
        </p:pic>
        <p:pic>
          <p:nvPicPr>
            <p:cNvPr id="12" name="object 12"/>
            <p:cNvPicPr/>
            <p:nvPr/>
          </p:nvPicPr>
          <p:blipFill>
            <a:blip r:embed="rId8" cstate="print"/>
            <a:stretch>
              <a:fillRect/>
            </a:stretch>
          </p:blipFill>
          <p:spPr>
            <a:xfrm>
              <a:off x="3045586" y="1289558"/>
              <a:ext cx="1135379" cy="295656"/>
            </a:xfrm>
            <a:prstGeom prst="rect">
              <a:avLst/>
            </a:prstGeom>
          </p:spPr>
        </p:pic>
        <p:pic>
          <p:nvPicPr>
            <p:cNvPr id="13" name="object 13"/>
            <p:cNvPicPr/>
            <p:nvPr/>
          </p:nvPicPr>
          <p:blipFill>
            <a:blip r:embed="rId9" cstate="print"/>
            <a:stretch>
              <a:fillRect/>
            </a:stretch>
          </p:blipFill>
          <p:spPr>
            <a:xfrm>
              <a:off x="4095622" y="1289558"/>
              <a:ext cx="1687829" cy="295656"/>
            </a:xfrm>
            <a:prstGeom prst="rect">
              <a:avLst/>
            </a:prstGeom>
          </p:spPr>
        </p:pic>
      </p:grpSp>
      <p:grpSp>
        <p:nvGrpSpPr>
          <p:cNvPr id="14" name="object 14"/>
          <p:cNvGrpSpPr/>
          <p:nvPr/>
        </p:nvGrpSpPr>
        <p:grpSpPr>
          <a:xfrm>
            <a:off x="984681" y="3423234"/>
            <a:ext cx="4602480" cy="298450"/>
            <a:chOff x="984681" y="3423234"/>
            <a:chExt cx="4602480" cy="298450"/>
          </a:xfrm>
        </p:grpSpPr>
        <p:sp>
          <p:nvSpPr>
            <p:cNvPr id="15" name="object 15"/>
            <p:cNvSpPr/>
            <p:nvPr/>
          </p:nvSpPr>
          <p:spPr>
            <a:xfrm>
              <a:off x="984681" y="3424427"/>
              <a:ext cx="4472940" cy="297180"/>
            </a:xfrm>
            <a:custGeom>
              <a:avLst/>
              <a:gdLst/>
              <a:ahLst/>
              <a:cxnLst/>
              <a:rect l="l" t="t" r="r" b="b"/>
              <a:pathLst>
                <a:path w="4472940" h="297179">
                  <a:moveTo>
                    <a:pt x="3750500" y="0"/>
                  </a:moveTo>
                  <a:lnTo>
                    <a:pt x="3750500" y="0"/>
                  </a:lnTo>
                  <a:lnTo>
                    <a:pt x="0" y="0"/>
                  </a:lnTo>
                  <a:lnTo>
                    <a:pt x="0" y="297180"/>
                  </a:lnTo>
                  <a:lnTo>
                    <a:pt x="3750500" y="297180"/>
                  </a:lnTo>
                  <a:lnTo>
                    <a:pt x="3750500" y="0"/>
                  </a:lnTo>
                  <a:close/>
                </a:path>
                <a:path w="4472940" h="297179">
                  <a:moveTo>
                    <a:pt x="4472876" y="0"/>
                  </a:moveTo>
                  <a:lnTo>
                    <a:pt x="3829761" y="0"/>
                  </a:lnTo>
                  <a:lnTo>
                    <a:pt x="3750513" y="0"/>
                  </a:lnTo>
                  <a:lnTo>
                    <a:pt x="3750513" y="297180"/>
                  </a:lnTo>
                  <a:lnTo>
                    <a:pt x="3829761" y="297180"/>
                  </a:lnTo>
                  <a:lnTo>
                    <a:pt x="4472876" y="297180"/>
                  </a:lnTo>
                  <a:lnTo>
                    <a:pt x="4472876" y="0"/>
                  </a:lnTo>
                  <a:close/>
                </a:path>
              </a:pathLst>
            </a:custGeom>
            <a:solidFill>
              <a:srgbClr val="FFFF00"/>
            </a:solidFill>
          </p:spPr>
          <p:txBody>
            <a:bodyPr wrap="square" lIns="0" tIns="0" rIns="0" bIns="0" rtlCol="0"/>
            <a:lstStyle/>
            <a:p>
              <a:endParaRPr/>
            </a:p>
          </p:txBody>
        </p:sp>
        <p:pic>
          <p:nvPicPr>
            <p:cNvPr id="16" name="object 16"/>
            <p:cNvPicPr/>
            <p:nvPr/>
          </p:nvPicPr>
          <p:blipFill>
            <a:blip r:embed="rId10" cstate="print"/>
            <a:stretch>
              <a:fillRect/>
            </a:stretch>
          </p:blipFill>
          <p:spPr>
            <a:xfrm>
              <a:off x="984808" y="3423234"/>
              <a:ext cx="578358" cy="295960"/>
            </a:xfrm>
            <a:prstGeom prst="rect">
              <a:avLst/>
            </a:prstGeom>
          </p:spPr>
        </p:pic>
        <p:pic>
          <p:nvPicPr>
            <p:cNvPr id="17" name="object 17"/>
            <p:cNvPicPr/>
            <p:nvPr/>
          </p:nvPicPr>
          <p:blipFill>
            <a:blip r:embed="rId11" cstate="print"/>
            <a:stretch>
              <a:fillRect/>
            </a:stretch>
          </p:blipFill>
          <p:spPr>
            <a:xfrm>
              <a:off x="1449577" y="3423234"/>
              <a:ext cx="593344" cy="295960"/>
            </a:xfrm>
            <a:prstGeom prst="rect">
              <a:avLst/>
            </a:prstGeom>
          </p:spPr>
        </p:pic>
        <p:pic>
          <p:nvPicPr>
            <p:cNvPr id="18" name="object 18"/>
            <p:cNvPicPr/>
            <p:nvPr/>
          </p:nvPicPr>
          <p:blipFill>
            <a:blip r:embed="rId12" cstate="print"/>
            <a:stretch>
              <a:fillRect/>
            </a:stretch>
          </p:blipFill>
          <p:spPr>
            <a:xfrm>
              <a:off x="1973833" y="3423234"/>
              <a:ext cx="853820" cy="295960"/>
            </a:xfrm>
            <a:prstGeom prst="rect">
              <a:avLst/>
            </a:prstGeom>
          </p:spPr>
        </p:pic>
        <p:pic>
          <p:nvPicPr>
            <p:cNvPr id="19" name="object 19"/>
            <p:cNvPicPr/>
            <p:nvPr/>
          </p:nvPicPr>
          <p:blipFill>
            <a:blip r:embed="rId13" cstate="print"/>
            <a:stretch>
              <a:fillRect/>
            </a:stretch>
          </p:blipFill>
          <p:spPr>
            <a:xfrm>
              <a:off x="2736214" y="3423234"/>
              <a:ext cx="498348" cy="295960"/>
            </a:xfrm>
            <a:prstGeom prst="rect">
              <a:avLst/>
            </a:prstGeom>
          </p:spPr>
        </p:pic>
        <p:pic>
          <p:nvPicPr>
            <p:cNvPr id="20" name="object 20"/>
            <p:cNvPicPr/>
            <p:nvPr/>
          </p:nvPicPr>
          <p:blipFill>
            <a:blip r:embed="rId14" cstate="print"/>
            <a:stretch>
              <a:fillRect/>
            </a:stretch>
          </p:blipFill>
          <p:spPr>
            <a:xfrm>
              <a:off x="3147694" y="3423234"/>
              <a:ext cx="714375" cy="295960"/>
            </a:xfrm>
            <a:prstGeom prst="rect">
              <a:avLst/>
            </a:prstGeom>
          </p:spPr>
        </p:pic>
        <p:pic>
          <p:nvPicPr>
            <p:cNvPr id="21" name="object 21"/>
            <p:cNvPicPr/>
            <p:nvPr/>
          </p:nvPicPr>
          <p:blipFill>
            <a:blip r:embed="rId15" cstate="print"/>
            <a:stretch>
              <a:fillRect/>
            </a:stretch>
          </p:blipFill>
          <p:spPr>
            <a:xfrm>
              <a:off x="3798442" y="3423234"/>
              <a:ext cx="283463" cy="295960"/>
            </a:xfrm>
            <a:prstGeom prst="rect">
              <a:avLst/>
            </a:prstGeom>
          </p:spPr>
        </p:pic>
        <p:pic>
          <p:nvPicPr>
            <p:cNvPr id="22" name="object 22"/>
            <p:cNvPicPr/>
            <p:nvPr/>
          </p:nvPicPr>
          <p:blipFill>
            <a:blip r:embed="rId16" cstate="print"/>
            <a:stretch>
              <a:fillRect/>
            </a:stretch>
          </p:blipFill>
          <p:spPr>
            <a:xfrm>
              <a:off x="4019422" y="3423234"/>
              <a:ext cx="502310" cy="295960"/>
            </a:xfrm>
            <a:prstGeom prst="rect">
              <a:avLst/>
            </a:prstGeom>
          </p:spPr>
        </p:pic>
        <p:pic>
          <p:nvPicPr>
            <p:cNvPr id="23" name="object 23"/>
            <p:cNvPicPr/>
            <p:nvPr/>
          </p:nvPicPr>
          <p:blipFill>
            <a:blip r:embed="rId17" cstate="print"/>
            <a:stretch>
              <a:fillRect/>
            </a:stretch>
          </p:blipFill>
          <p:spPr>
            <a:xfrm>
              <a:off x="4473828" y="3423234"/>
              <a:ext cx="393191" cy="295960"/>
            </a:xfrm>
            <a:prstGeom prst="rect">
              <a:avLst/>
            </a:prstGeom>
          </p:spPr>
        </p:pic>
        <p:pic>
          <p:nvPicPr>
            <p:cNvPr id="24" name="object 24"/>
            <p:cNvPicPr/>
            <p:nvPr/>
          </p:nvPicPr>
          <p:blipFill>
            <a:blip r:embed="rId18" cstate="print"/>
            <a:stretch>
              <a:fillRect/>
            </a:stretch>
          </p:blipFill>
          <p:spPr>
            <a:xfrm>
              <a:off x="4815204" y="3423234"/>
              <a:ext cx="771753" cy="295960"/>
            </a:xfrm>
            <a:prstGeom prst="rect">
              <a:avLst/>
            </a:prstGeom>
          </p:spPr>
        </p:pic>
      </p:grpSp>
      <p:grpSp>
        <p:nvGrpSpPr>
          <p:cNvPr id="25" name="object 25"/>
          <p:cNvGrpSpPr/>
          <p:nvPr/>
        </p:nvGrpSpPr>
        <p:grpSpPr>
          <a:xfrm>
            <a:off x="984681" y="5557723"/>
            <a:ext cx="7249795" cy="297815"/>
            <a:chOff x="984681" y="5557723"/>
            <a:chExt cx="7249795" cy="297815"/>
          </a:xfrm>
        </p:grpSpPr>
        <p:sp>
          <p:nvSpPr>
            <p:cNvPr id="26" name="object 26"/>
            <p:cNvSpPr/>
            <p:nvPr/>
          </p:nvSpPr>
          <p:spPr>
            <a:xfrm>
              <a:off x="984681" y="5558040"/>
              <a:ext cx="7176770" cy="297180"/>
            </a:xfrm>
            <a:custGeom>
              <a:avLst/>
              <a:gdLst/>
              <a:ahLst/>
              <a:cxnLst/>
              <a:rect l="l" t="t" r="r" b="b"/>
              <a:pathLst>
                <a:path w="7176770" h="297179">
                  <a:moveTo>
                    <a:pt x="7109396" y="0"/>
                  </a:moveTo>
                  <a:lnTo>
                    <a:pt x="7109396" y="0"/>
                  </a:lnTo>
                  <a:lnTo>
                    <a:pt x="0" y="0"/>
                  </a:lnTo>
                  <a:lnTo>
                    <a:pt x="0" y="297167"/>
                  </a:lnTo>
                  <a:lnTo>
                    <a:pt x="7109396" y="297167"/>
                  </a:lnTo>
                  <a:lnTo>
                    <a:pt x="7109396" y="0"/>
                  </a:lnTo>
                  <a:close/>
                </a:path>
                <a:path w="7176770" h="297179">
                  <a:moveTo>
                    <a:pt x="7176465" y="0"/>
                  </a:moveTo>
                  <a:lnTo>
                    <a:pt x="7109409" y="0"/>
                  </a:lnTo>
                  <a:lnTo>
                    <a:pt x="7109409" y="297167"/>
                  </a:lnTo>
                  <a:lnTo>
                    <a:pt x="7176465" y="297167"/>
                  </a:lnTo>
                  <a:lnTo>
                    <a:pt x="7176465" y="0"/>
                  </a:lnTo>
                  <a:close/>
                </a:path>
              </a:pathLst>
            </a:custGeom>
            <a:solidFill>
              <a:srgbClr val="FFFF00"/>
            </a:solidFill>
          </p:spPr>
          <p:txBody>
            <a:bodyPr wrap="square" lIns="0" tIns="0" rIns="0" bIns="0" rtlCol="0"/>
            <a:lstStyle/>
            <a:p>
              <a:endParaRPr/>
            </a:p>
          </p:txBody>
        </p:sp>
        <p:pic>
          <p:nvPicPr>
            <p:cNvPr id="27" name="object 27"/>
            <p:cNvPicPr/>
            <p:nvPr/>
          </p:nvPicPr>
          <p:blipFill>
            <a:blip r:embed="rId19" cstate="print"/>
            <a:stretch>
              <a:fillRect/>
            </a:stretch>
          </p:blipFill>
          <p:spPr>
            <a:xfrm>
              <a:off x="984808" y="5557723"/>
              <a:ext cx="237744" cy="295656"/>
            </a:xfrm>
            <a:prstGeom prst="rect">
              <a:avLst/>
            </a:prstGeom>
          </p:spPr>
        </p:pic>
        <p:pic>
          <p:nvPicPr>
            <p:cNvPr id="28" name="object 28"/>
            <p:cNvPicPr/>
            <p:nvPr/>
          </p:nvPicPr>
          <p:blipFill>
            <a:blip r:embed="rId20" cstate="print"/>
            <a:stretch>
              <a:fillRect/>
            </a:stretch>
          </p:blipFill>
          <p:spPr>
            <a:xfrm>
              <a:off x="1182928" y="5557723"/>
              <a:ext cx="134112" cy="295656"/>
            </a:xfrm>
            <a:prstGeom prst="rect">
              <a:avLst/>
            </a:prstGeom>
          </p:spPr>
        </p:pic>
        <p:pic>
          <p:nvPicPr>
            <p:cNvPr id="29" name="object 29"/>
            <p:cNvPicPr/>
            <p:nvPr/>
          </p:nvPicPr>
          <p:blipFill>
            <a:blip r:embed="rId21" cstate="print"/>
            <a:stretch>
              <a:fillRect/>
            </a:stretch>
          </p:blipFill>
          <p:spPr>
            <a:xfrm>
              <a:off x="1249984" y="5557723"/>
              <a:ext cx="268224" cy="295656"/>
            </a:xfrm>
            <a:prstGeom prst="rect">
              <a:avLst/>
            </a:prstGeom>
          </p:spPr>
        </p:pic>
        <p:pic>
          <p:nvPicPr>
            <p:cNvPr id="30" name="object 30"/>
            <p:cNvPicPr/>
            <p:nvPr/>
          </p:nvPicPr>
          <p:blipFill>
            <a:blip r:embed="rId22" cstate="print"/>
            <a:stretch>
              <a:fillRect/>
            </a:stretch>
          </p:blipFill>
          <p:spPr>
            <a:xfrm>
              <a:off x="1463293" y="5557723"/>
              <a:ext cx="237744" cy="295656"/>
            </a:xfrm>
            <a:prstGeom prst="rect">
              <a:avLst/>
            </a:prstGeom>
          </p:spPr>
        </p:pic>
        <p:pic>
          <p:nvPicPr>
            <p:cNvPr id="31" name="object 31"/>
            <p:cNvPicPr/>
            <p:nvPr/>
          </p:nvPicPr>
          <p:blipFill>
            <a:blip r:embed="rId23" cstate="print"/>
            <a:stretch>
              <a:fillRect/>
            </a:stretch>
          </p:blipFill>
          <p:spPr>
            <a:xfrm>
              <a:off x="1661413" y="5557723"/>
              <a:ext cx="632358" cy="295656"/>
            </a:xfrm>
            <a:prstGeom prst="rect">
              <a:avLst/>
            </a:prstGeom>
          </p:spPr>
        </p:pic>
        <p:pic>
          <p:nvPicPr>
            <p:cNvPr id="32" name="object 32"/>
            <p:cNvPicPr/>
            <p:nvPr/>
          </p:nvPicPr>
          <p:blipFill>
            <a:blip r:embed="rId19" cstate="print"/>
            <a:stretch>
              <a:fillRect/>
            </a:stretch>
          </p:blipFill>
          <p:spPr>
            <a:xfrm>
              <a:off x="2213482" y="5557723"/>
              <a:ext cx="237744" cy="295656"/>
            </a:xfrm>
            <a:prstGeom prst="rect">
              <a:avLst/>
            </a:prstGeom>
          </p:spPr>
        </p:pic>
        <p:pic>
          <p:nvPicPr>
            <p:cNvPr id="33" name="object 33"/>
            <p:cNvPicPr/>
            <p:nvPr/>
          </p:nvPicPr>
          <p:blipFill>
            <a:blip r:embed="rId24" cstate="print"/>
            <a:stretch>
              <a:fillRect/>
            </a:stretch>
          </p:blipFill>
          <p:spPr>
            <a:xfrm>
              <a:off x="2332354" y="5557723"/>
              <a:ext cx="332231" cy="295656"/>
            </a:xfrm>
            <a:prstGeom prst="rect">
              <a:avLst/>
            </a:prstGeom>
          </p:spPr>
        </p:pic>
        <p:pic>
          <p:nvPicPr>
            <p:cNvPr id="34" name="object 34"/>
            <p:cNvPicPr/>
            <p:nvPr/>
          </p:nvPicPr>
          <p:blipFill>
            <a:blip r:embed="rId20" cstate="print"/>
            <a:stretch>
              <a:fillRect/>
            </a:stretch>
          </p:blipFill>
          <p:spPr>
            <a:xfrm>
              <a:off x="2498470" y="5557723"/>
              <a:ext cx="134112" cy="295656"/>
            </a:xfrm>
            <a:prstGeom prst="rect">
              <a:avLst/>
            </a:prstGeom>
          </p:spPr>
        </p:pic>
        <p:pic>
          <p:nvPicPr>
            <p:cNvPr id="35" name="object 35"/>
            <p:cNvPicPr/>
            <p:nvPr/>
          </p:nvPicPr>
          <p:blipFill>
            <a:blip r:embed="rId25" cstate="print"/>
            <a:stretch>
              <a:fillRect/>
            </a:stretch>
          </p:blipFill>
          <p:spPr>
            <a:xfrm>
              <a:off x="2565526" y="5557723"/>
              <a:ext cx="198119" cy="295656"/>
            </a:xfrm>
            <a:prstGeom prst="rect">
              <a:avLst/>
            </a:prstGeom>
          </p:spPr>
        </p:pic>
        <p:pic>
          <p:nvPicPr>
            <p:cNvPr id="36" name="object 36"/>
            <p:cNvPicPr/>
            <p:nvPr/>
          </p:nvPicPr>
          <p:blipFill>
            <a:blip r:embed="rId22" cstate="print"/>
            <a:stretch>
              <a:fillRect/>
            </a:stretch>
          </p:blipFill>
          <p:spPr>
            <a:xfrm>
              <a:off x="2664586" y="5557723"/>
              <a:ext cx="237744" cy="295656"/>
            </a:xfrm>
            <a:prstGeom prst="rect">
              <a:avLst/>
            </a:prstGeom>
          </p:spPr>
        </p:pic>
        <p:pic>
          <p:nvPicPr>
            <p:cNvPr id="37" name="object 37"/>
            <p:cNvPicPr/>
            <p:nvPr/>
          </p:nvPicPr>
          <p:blipFill>
            <a:blip r:embed="rId26" cstate="print"/>
            <a:stretch>
              <a:fillRect/>
            </a:stretch>
          </p:blipFill>
          <p:spPr>
            <a:xfrm>
              <a:off x="2862707" y="5557723"/>
              <a:ext cx="536447" cy="295656"/>
            </a:xfrm>
            <a:prstGeom prst="rect">
              <a:avLst/>
            </a:prstGeom>
          </p:spPr>
        </p:pic>
        <p:pic>
          <p:nvPicPr>
            <p:cNvPr id="38" name="object 38"/>
            <p:cNvPicPr/>
            <p:nvPr/>
          </p:nvPicPr>
          <p:blipFill>
            <a:blip r:embed="rId27" cstate="print"/>
            <a:stretch>
              <a:fillRect/>
            </a:stretch>
          </p:blipFill>
          <p:spPr>
            <a:xfrm>
              <a:off x="3344291" y="5557723"/>
              <a:ext cx="729488" cy="295656"/>
            </a:xfrm>
            <a:prstGeom prst="rect">
              <a:avLst/>
            </a:prstGeom>
          </p:spPr>
        </p:pic>
        <p:pic>
          <p:nvPicPr>
            <p:cNvPr id="39" name="object 39"/>
            <p:cNvPicPr/>
            <p:nvPr/>
          </p:nvPicPr>
          <p:blipFill>
            <a:blip r:embed="rId28" cstate="print"/>
            <a:stretch>
              <a:fillRect/>
            </a:stretch>
          </p:blipFill>
          <p:spPr>
            <a:xfrm>
              <a:off x="3970654" y="5557723"/>
              <a:ext cx="829055" cy="295656"/>
            </a:xfrm>
            <a:prstGeom prst="rect">
              <a:avLst/>
            </a:prstGeom>
          </p:spPr>
        </p:pic>
        <p:pic>
          <p:nvPicPr>
            <p:cNvPr id="40" name="object 40"/>
            <p:cNvPicPr/>
            <p:nvPr/>
          </p:nvPicPr>
          <p:blipFill>
            <a:blip r:embed="rId29" cstate="print"/>
            <a:stretch>
              <a:fillRect/>
            </a:stretch>
          </p:blipFill>
          <p:spPr>
            <a:xfrm>
              <a:off x="4714621" y="5557723"/>
              <a:ext cx="1595881" cy="295656"/>
            </a:xfrm>
            <a:prstGeom prst="rect">
              <a:avLst/>
            </a:prstGeom>
          </p:spPr>
        </p:pic>
        <p:pic>
          <p:nvPicPr>
            <p:cNvPr id="41" name="object 41"/>
            <p:cNvPicPr/>
            <p:nvPr/>
          </p:nvPicPr>
          <p:blipFill>
            <a:blip r:embed="rId30" cstate="print"/>
            <a:stretch>
              <a:fillRect/>
            </a:stretch>
          </p:blipFill>
          <p:spPr>
            <a:xfrm>
              <a:off x="6246240" y="5557723"/>
              <a:ext cx="506374" cy="295656"/>
            </a:xfrm>
            <a:prstGeom prst="rect">
              <a:avLst/>
            </a:prstGeom>
          </p:spPr>
        </p:pic>
        <p:pic>
          <p:nvPicPr>
            <p:cNvPr id="42" name="object 42"/>
            <p:cNvPicPr/>
            <p:nvPr/>
          </p:nvPicPr>
          <p:blipFill>
            <a:blip r:embed="rId31" cstate="print"/>
            <a:stretch>
              <a:fillRect/>
            </a:stretch>
          </p:blipFill>
          <p:spPr>
            <a:xfrm>
              <a:off x="6705346" y="5557723"/>
              <a:ext cx="1528826" cy="295656"/>
            </a:xfrm>
            <a:prstGeom prst="rect">
              <a:avLst/>
            </a:prstGeom>
          </p:spPr>
        </p:pic>
        <p:pic>
          <p:nvPicPr>
            <p:cNvPr id="43" name="object 43"/>
            <p:cNvPicPr/>
            <p:nvPr/>
          </p:nvPicPr>
          <p:blipFill>
            <a:blip r:embed="rId32" cstate="print"/>
            <a:stretch>
              <a:fillRect/>
            </a:stretch>
          </p:blipFill>
          <p:spPr>
            <a:xfrm>
              <a:off x="8095233" y="5557723"/>
              <a:ext cx="134111" cy="295656"/>
            </a:xfrm>
            <a:prstGeom prst="rect">
              <a:avLst/>
            </a:prstGeom>
          </p:spPr>
        </p:pic>
      </p:grpSp>
      <p:sp>
        <p:nvSpPr>
          <p:cNvPr id="44" name="object 44"/>
          <p:cNvSpPr txBox="1"/>
          <p:nvPr/>
        </p:nvSpPr>
        <p:spPr>
          <a:xfrm>
            <a:off x="743508" y="132867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sp>
        <p:nvSpPr>
          <p:cNvPr id="45" name="object 45"/>
          <p:cNvSpPr txBox="1"/>
          <p:nvPr/>
        </p:nvSpPr>
        <p:spPr>
          <a:xfrm>
            <a:off x="743508" y="3462350"/>
            <a:ext cx="16827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sp>
        <p:nvSpPr>
          <p:cNvPr id="46" name="object 46"/>
          <p:cNvSpPr txBox="1"/>
          <p:nvPr/>
        </p:nvSpPr>
        <p:spPr>
          <a:xfrm>
            <a:off x="743508" y="5596838"/>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sp>
        <p:nvSpPr>
          <p:cNvPr id="47" name="object 47"/>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12</a:t>
            </a:r>
            <a:endParaRPr sz="1400">
              <a:latin typeface="Cambria"/>
              <a:cs typeface="Cambria"/>
            </a:endParaRPr>
          </a:p>
        </p:txBody>
      </p:sp>
      <p:sp>
        <p:nvSpPr>
          <p:cNvPr id="48" name="object 48"/>
          <p:cNvSpPr txBox="1"/>
          <p:nvPr/>
        </p:nvSpPr>
        <p:spPr>
          <a:xfrm>
            <a:off x="1866900" y="1827276"/>
            <a:ext cx="3733800" cy="401320"/>
          </a:xfrm>
          <a:prstGeom prst="rect">
            <a:avLst/>
          </a:prstGeom>
          <a:solidFill>
            <a:srgbClr val="F1F1F1"/>
          </a:solidFill>
          <a:ln w="9525">
            <a:solidFill>
              <a:srgbClr val="006F57"/>
            </a:solidFill>
          </a:ln>
        </p:spPr>
        <p:txBody>
          <a:bodyPr vert="horz" wrap="square" lIns="0" tIns="29845" rIns="0" bIns="0" rtlCol="0">
            <a:spAutoFit/>
          </a:bodyPr>
          <a:lstStyle/>
          <a:p>
            <a:pPr marL="195580">
              <a:lnSpc>
                <a:spcPct val="100000"/>
              </a:lnSpc>
              <a:spcBef>
                <a:spcPts val="235"/>
              </a:spcBef>
            </a:pPr>
            <a:r>
              <a:rPr sz="2000" b="1" dirty="0">
                <a:latin typeface="Constantia"/>
                <a:cs typeface="Constantia"/>
              </a:rPr>
              <a:t>This</a:t>
            </a:r>
            <a:r>
              <a:rPr sz="2000" b="1" spc="-60" dirty="0">
                <a:latin typeface="Constantia"/>
                <a:cs typeface="Constantia"/>
              </a:rPr>
              <a:t> </a:t>
            </a:r>
            <a:r>
              <a:rPr sz="2000" b="1" dirty="0">
                <a:latin typeface="Constantia"/>
                <a:cs typeface="Constantia"/>
              </a:rPr>
              <a:t>is</a:t>
            </a:r>
            <a:r>
              <a:rPr sz="2000" b="1" spc="-85" dirty="0">
                <a:latin typeface="Constantia"/>
                <a:cs typeface="Constantia"/>
              </a:rPr>
              <a:t> </a:t>
            </a:r>
            <a:r>
              <a:rPr sz="2000" b="1" spc="-25" dirty="0">
                <a:latin typeface="Constantia"/>
                <a:cs typeface="Constantia"/>
              </a:rPr>
              <a:t>Amna’s</a:t>
            </a:r>
            <a:r>
              <a:rPr sz="2000" b="1" spc="-70" dirty="0">
                <a:latin typeface="Constantia"/>
                <a:cs typeface="Constantia"/>
              </a:rPr>
              <a:t> </a:t>
            </a:r>
            <a:r>
              <a:rPr sz="2000" b="1" dirty="0">
                <a:latin typeface="Constantia"/>
                <a:cs typeface="Constantia"/>
              </a:rPr>
              <a:t>book,</a:t>
            </a:r>
            <a:r>
              <a:rPr sz="2000" b="1" spc="-15" dirty="0">
                <a:latin typeface="Constantia"/>
                <a:cs typeface="Constantia"/>
              </a:rPr>
              <a:t> </a:t>
            </a:r>
            <a:r>
              <a:rPr sz="2000" b="1" spc="-30" dirty="0">
                <a:latin typeface="Constantia"/>
                <a:cs typeface="Constantia"/>
              </a:rPr>
              <a:t>isn’t</a:t>
            </a:r>
            <a:r>
              <a:rPr sz="2000" b="1" spc="-80" dirty="0">
                <a:latin typeface="Constantia"/>
                <a:cs typeface="Constantia"/>
              </a:rPr>
              <a:t> </a:t>
            </a:r>
            <a:r>
              <a:rPr sz="2000" b="1" spc="-25" dirty="0">
                <a:latin typeface="Constantia"/>
                <a:cs typeface="Constantia"/>
              </a:rPr>
              <a:t>it?</a:t>
            </a:r>
            <a:endParaRPr sz="2000">
              <a:latin typeface="Constantia"/>
              <a:cs typeface="Constantia"/>
            </a:endParaRPr>
          </a:p>
        </p:txBody>
      </p:sp>
      <p:sp>
        <p:nvSpPr>
          <p:cNvPr id="49" name="object 49"/>
          <p:cNvSpPr txBox="1"/>
          <p:nvPr/>
        </p:nvSpPr>
        <p:spPr>
          <a:xfrm>
            <a:off x="685800" y="2442972"/>
            <a:ext cx="847725" cy="401320"/>
          </a:xfrm>
          <a:prstGeom prst="rect">
            <a:avLst/>
          </a:prstGeom>
          <a:solidFill>
            <a:srgbClr val="F1F1F1"/>
          </a:solidFill>
          <a:ln w="9525">
            <a:solidFill>
              <a:srgbClr val="006F57"/>
            </a:solidFill>
          </a:ln>
        </p:spPr>
        <p:txBody>
          <a:bodyPr vert="horz" wrap="square" lIns="0" tIns="29845" rIns="0" bIns="0" rtlCol="0">
            <a:spAutoFit/>
          </a:bodyPr>
          <a:lstStyle/>
          <a:p>
            <a:pPr marL="163195">
              <a:lnSpc>
                <a:spcPct val="100000"/>
              </a:lnSpc>
              <a:spcBef>
                <a:spcPts val="235"/>
              </a:spcBef>
            </a:pPr>
            <a:r>
              <a:rPr sz="2000" b="1" spc="-20" dirty="0">
                <a:latin typeface="Constantia"/>
                <a:cs typeface="Constantia"/>
              </a:rPr>
              <a:t>This</a:t>
            </a:r>
            <a:endParaRPr sz="2000">
              <a:latin typeface="Constantia"/>
              <a:cs typeface="Constantia"/>
            </a:endParaRPr>
          </a:p>
        </p:txBody>
      </p:sp>
      <p:sp>
        <p:nvSpPr>
          <p:cNvPr id="50" name="object 50"/>
          <p:cNvSpPr txBox="1"/>
          <p:nvPr/>
        </p:nvSpPr>
        <p:spPr>
          <a:xfrm>
            <a:off x="1676400" y="2430779"/>
            <a:ext cx="558165" cy="399415"/>
          </a:xfrm>
          <a:prstGeom prst="rect">
            <a:avLst/>
          </a:prstGeom>
          <a:solidFill>
            <a:srgbClr val="F1F1F1"/>
          </a:solidFill>
          <a:ln w="9525">
            <a:solidFill>
              <a:srgbClr val="006F57"/>
            </a:solidFill>
          </a:ln>
        </p:spPr>
        <p:txBody>
          <a:bodyPr vert="horz" wrap="square" lIns="0" tIns="29209" rIns="0" bIns="0" rtlCol="0">
            <a:spAutoFit/>
          </a:bodyPr>
          <a:lstStyle/>
          <a:p>
            <a:pPr marL="179070">
              <a:lnSpc>
                <a:spcPct val="100000"/>
              </a:lnSpc>
              <a:spcBef>
                <a:spcPts val="229"/>
              </a:spcBef>
            </a:pPr>
            <a:r>
              <a:rPr sz="2000" b="1" spc="-25" dirty="0">
                <a:latin typeface="Constantia"/>
                <a:cs typeface="Constantia"/>
              </a:rPr>
              <a:t>is</a:t>
            </a:r>
            <a:endParaRPr sz="2000">
              <a:latin typeface="Constantia"/>
              <a:cs typeface="Constantia"/>
            </a:endParaRPr>
          </a:p>
        </p:txBody>
      </p:sp>
      <p:sp>
        <p:nvSpPr>
          <p:cNvPr id="51" name="object 51"/>
          <p:cNvSpPr txBox="1"/>
          <p:nvPr/>
        </p:nvSpPr>
        <p:spPr>
          <a:xfrm>
            <a:off x="2330195" y="2430779"/>
            <a:ext cx="1066800" cy="401320"/>
          </a:xfrm>
          <a:prstGeom prst="rect">
            <a:avLst/>
          </a:prstGeom>
          <a:solidFill>
            <a:srgbClr val="F1F1F1"/>
          </a:solidFill>
          <a:ln w="9525">
            <a:solidFill>
              <a:srgbClr val="006F57"/>
            </a:solidFill>
          </a:ln>
        </p:spPr>
        <p:txBody>
          <a:bodyPr vert="horz" wrap="square" lIns="0" tIns="30480" rIns="0" bIns="0" rtlCol="0">
            <a:spAutoFit/>
          </a:bodyPr>
          <a:lstStyle/>
          <a:p>
            <a:pPr marL="179070">
              <a:lnSpc>
                <a:spcPct val="100000"/>
              </a:lnSpc>
              <a:spcBef>
                <a:spcPts val="240"/>
              </a:spcBef>
            </a:pPr>
            <a:r>
              <a:rPr sz="2000" b="1" spc="-20" dirty="0">
                <a:latin typeface="Constantia"/>
                <a:cs typeface="Constantia"/>
              </a:rPr>
              <a:t>Amna</a:t>
            </a:r>
            <a:endParaRPr sz="2000">
              <a:latin typeface="Constantia"/>
              <a:cs typeface="Constantia"/>
            </a:endParaRPr>
          </a:p>
        </p:txBody>
      </p:sp>
      <p:sp>
        <p:nvSpPr>
          <p:cNvPr id="52" name="object 52"/>
          <p:cNvSpPr txBox="1"/>
          <p:nvPr/>
        </p:nvSpPr>
        <p:spPr>
          <a:xfrm>
            <a:off x="4600955" y="2418588"/>
            <a:ext cx="847725" cy="401320"/>
          </a:xfrm>
          <a:prstGeom prst="rect">
            <a:avLst/>
          </a:prstGeom>
          <a:solidFill>
            <a:srgbClr val="F1F1F1"/>
          </a:solidFill>
          <a:ln w="9525">
            <a:solidFill>
              <a:srgbClr val="006F57"/>
            </a:solidFill>
          </a:ln>
        </p:spPr>
        <p:txBody>
          <a:bodyPr vert="horz" wrap="square" lIns="0" tIns="29845" rIns="0" bIns="0" rtlCol="0">
            <a:spAutoFit/>
          </a:bodyPr>
          <a:lstStyle/>
          <a:p>
            <a:pPr marL="114935">
              <a:lnSpc>
                <a:spcPct val="100000"/>
              </a:lnSpc>
              <a:spcBef>
                <a:spcPts val="235"/>
              </a:spcBef>
            </a:pPr>
            <a:r>
              <a:rPr sz="2000" b="1" spc="-20" dirty="0">
                <a:latin typeface="Constantia"/>
                <a:cs typeface="Constantia"/>
              </a:rPr>
              <a:t>book</a:t>
            </a:r>
            <a:endParaRPr sz="2000">
              <a:latin typeface="Constantia"/>
              <a:cs typeface="Constantia"/>
            </a:endParaRPr>
          </a:p>
        </p:txBody>
      </p:sp>
      <p:sp>
        <p:nvSpPr>
          <p:cNvPr id="53" name="object 53"/>
          <p:cNvSpPr txBox="1"/>
          <p:nvPr/>
        </p:nvSpPr>
        <p:spPr>
          <a:xfrm>
            <a:off x="8214359" y="2442972"/>
            <a:ext cx="533400" cy="401320"/>
          </a:xfrm>
          <a:prstGeom prst="rect">
            <a:avLst/>
          </a:prstGeom>
          <a:solidFill>
            <a:srgbClr val="F1F1F1"/>
          </a:solidFill>
          <a:ln w="9525">
            <a:solidFill>
              <a:srgbClr val="006F57"/>
            </a:solidFill>
          </a:ln>
        </p:spPr>
        <p:txBody>
          <a:bodyPr vert="horz" wrap="square" lIns="0" tIns="29845" rIns="0" bIns="0" rtlCol="0">
            <a:spAutoFit/>
          </a:bodyPr>
          <a:lstStyle/>
          <a:p>
            <a:pPr marL="175260">
              <a:lnSpc>
                <a:spcPct val="100000"/>
              </a:lnSpc>
              <a:spcBef>
                <a:spcPts val="235"/>
              </a:spcBef>
            </a:pPr>
            <a:r>
              <a:rPr sz="2000" b="1" spc="-25" dirty="0">
                <a:latin typeface="Constantia"/>
                <a:cs typeface="Constantia"/>
              </a:rPr>
              <a:t>it</a:t>
            </a:r>
            <a:endParaRPr sz="2000">
              <a:latin typeface="Constantia"/>
              <a:cs typeface="Constantia"/>
            </a:endParaRPr>
          </a:p>
        </p:txBody>
      </p:sp>
      <p:sp>
        <p:nvSpPr>
          <p:cNvPr id="54" name="object 54"/>
          <p:cNvSpPr txBox="1"/>
          <p:nvPr/>
        </p:nvSpPr>
        <p:spPr>
          <a:xfrm>
            <a:off x="6044184" y="2442972"/>
            <a:ext cx="710565" cy="401320"/>
          </a:xfrm>
          <a:prstGeom prst="rect">
            <a:avLst/>
          </a:prstGeom>
          <a:solidFill>
            <a:srgbClr val="F1F1F1"/>
          </a:solidFill>
          <a:ln w="9525">
            <a:solidFill>
              <a:srgbClr val="006F57"/>
            </a:solidFill>
          </a:ln>
        </p:spPr>
        <p:txBody>
          <a:bodyPr vert="horz" wrap="square" lIns="0" tIns="29845" rIns="0" bIns="0" rtlCol="0">
            <a:spAutoFit/>
          </a:bodyPr>
          <a:lstStyle/>
          <a:p>
            <a:pPr marL="174625">
              <a:lnSpc>
                <a:spcPct val="100000"/>
              </a:lnSpc>
              <a:spcBef>
                <a:spcPts val="235"/>
              </a:spcBef>
            </a:pPr>
            <a:r>
              <a:rPr sz="2000" b="1" spc="-25" dirty="0">
                <a:latin typeface="Constantia"/>
                <a:cs typeface="Constantia"/>
              </a:rPr>
              <a:t>isn</a:t>
            </a:r>
            <a:endParaRPr sz="2000">
              <a:latin typeface="Constantia"/>
              <a:cs typeface="Constantia"/>
            </a:endParaRPr>
          </a:p>
        </p:txBody>
      </p:sp>
      <p:sp>
        <p:nvSpPr>
          <p:cNvPr id="55" name="object 55"/>
          <p:cNvSpPr/>
          <p:nvPr/>
        </p:nvSpPr>
        <p:spPr>
          <a:xfrm>
            <a:off x="3489959" y="2412492"/>
            <a:ext cx="440690" cy="401320"/>
          </a:xfrm>
          <a:custGeom>
            <a:avLst/>
            <a:gdLst/>
            <a:ahLst/>
            <a:cxnLst/>
            <a:rect l="l" t="t" r="r" b="b"/>
            <a:pathLst>
              <a:path w="440689" h="401319">
                <a:moveTo>
                  <a:pt x="440436" y="0"/>
                </a:moveTo>
                <a:lnTo>
                  <a:pt x="0" y="0"/>
                </a:lnTo>
                <a:lnTo>
                  <a:pt x="0" y="400812"/>
                </a:lnTo>
                <a:lnTo>
                  <a:pt x="440436" y="400812"/>
                </a:lnTo>
                <a:lnTo>
                  <a:pt x="440436" y="0"/>
                </a:lnTo>
                <a:close/>
              </a:path>
            </a:pathLst>
          </a:custGeom>
          <a:solidFill>
            <a:srgbClr val="F1F1F1"/>
          </a:solidFill>
        </p:spPr>
        <p:txBody>
          <a:bodyPr wrap="square" lIns="0" tIns="0" rIns="0" bIns="0" rtlCol="0"/>
          <a:lstStyle/>
          <a:p>
            <a:endParaRPr/>
          </a:p>
        </p:txBody>
      </p:sp>
      <p:sp>
        <p:nvSpPr>
          <p:cNvPr id="56" name="object 56"/>
          <p:cNvSpPr txBox="1"/>
          <p:nvPr/>
        </p:nvSpPr>
        <p:spPr>
          <a:xfrm>
            <a:off x="3489959" y="2412492"/>
            <a:ext cx="440690" cy="401320"/>
          </a:xfrm>
          <a:prstGeom prst="rect">
            <a:avLst/>
          </a:prstGeom>
          <a:ln w="9525">
            <a:solidFill>
              <a:srgbClr val="006F57"/>
            </a:solidFill>
          </a:ln>
        </p:spPr>
        <p:txBody>
          <a:bodyPr vert="horz" wrap="square" lIns="0" tIns="29845" rIns="0" bIns="0" rtlCol="0">
            <a:spAutoFit/>
          </a:bodyPr>
          <a:lstStyle/>
          <a:p>
            <a:pPr algn="ctr">
              <a:lnSpc>
                <a:spcPct val="100000"/>
              </a:lnSpc>
              <a:spcBef>
                <a:spcPts val="235"/>
              </a:spcBef>
            </a:pPr>
            <a:r>
              <a:rPr sz="2000" b="1" spc="-50" dirty="0">
                <a:latin typeface="Constantia"/>
                <a:cs typeface="Constantia"/>
              </a:rPr>
              <a:t>’</a:t>
            </a:r>
            <a:endParaRPr sz="2000">
              <a:latin typeface="Constantia"/>
              <a:cs typeface="Constantia"/>
            </a:endParaRPr>
          </a:p>
        </p:txBody>
      </p:sp>
      <p:sp>
        <p:nvSpPr>
          <p:cNvPr id="57" name="object 57"/>
          <p:cNvSpPr/>
          <p:nvPr/>
        </p:nvSpPr>
        <p:spPr>
          <a:xfrm>
            <a:off x="4078223" y="2430779"/>
            <a:ext cx="440690" cy="399415"/>
          </a:xfrm>
          <a:custGeom>
            <a:avLst/>
            <a:gdLst/>
            <a:ahLst/>
            <a:cxnLst/>
            <a:rect l="l" t="t" r="r" b="b"/>
            <a:pathLst>
              <a:path w="440689" h="399414">
                <a:moveTo>
                  <a:pt x="440436" y="0"/>
                </a:moveTo>
                <a:lnTo>
                  <a:pt x="0" y="0"/>
                </a:lnTo>
                <a:lnTo>
                  <a:pt x="0" y="399288"/>
                </a:lnTo>
                <a:lnTo>
                  <a:pt x="440436" y="399288"/>
                </a:lnTo>
                <a:lnTo>
                  <a:pt x="440436" y="0"/>
                </a:lnTo>
                <a:close/>
              </a:path>
            </a:pathLst>
          </a:custGeom>
          <a:solidFill>
            <a:srgbClr val="F1F1F1"/>
          </a:solidFill>
        </p:spPr>
        <p:txBody>
          <a:bodyPr wrap="square" lIns="0" tIns="0" rIns="0" bIns="0" rtlCol="0"/>
          <a:lstStyle/>
          <a:p>
            <a:endParaRPr/>
          </a:p>
        </p:txBody>
      </p:sp>
      <p:sp>
        <p:nvSpPr>
          <p:cNvPr id="58" name="object 58"/>
          <p:cNvSpPr txBox="1"/>
          <p:nvPr/>
        </p:nvSpPr>
        <p:spPr>
          <a:xfrm>
            <a:off x="4078223" y="2430779"/>
            <a:ext cx="440690" cy="399415"/>
          </a:xfrm>
          <a:prstGeom prst="rect">
            <a:avLst/>
          </a:prstGeom>
          <a:ln w="9525">
            <a:solidFill>
              <a:srgbClr val="006F57"/>
            </a:solidFill>
          </a:ln>
        </p:spPr>
        <p:txBody>
          <a:bodyPr vert="horz" wrap="square" lIns="0" tIns="29209" rIns="0" bIns="0" rtlCol="0">
            <a:spAutoFit/>
          </a:bodyPr>
          <a:lstStyle/>
          <a:p>
            <a:pPr algn="ctr">
              <a:lnSpc>
                <a:spcPct val="100000"/>
              </a:lnSpc>
              <a:spcBef>
                <a:spcPts val="229"/>
              </a:spcBef>
            </a:pPr>
            <a:r>
              <a:rPr sz="2000" b="1" spc="-50" dirty="0">
                <a:latin typeface="Constantia"/>
                <a:cs typeface="Constantia"/>
              </a:rPr>
              <a:t>s</a:t>
            </a:r>
            <a:endParaRPr sz="2000">
              <a:latin typeface="Constantia"/>
              <a:cs typeface="Constantia"/>
            </a:endParaRPr>
          </a:p>
        </p:txBody>
      </p:sp>
      <p:sp>
        <p:nvSpPr>
          <p:cNvPr id="59" name="object 59"/>
          <p:cNvSpPr/>
          <p:nvPr/>
        </p:nvSpPr>
        <p:spPr>
          <a:xfrm>
            <a:off x="5568696" y="2430779"/>
            <a:ext cx="387350" cy="401320"/>
          </a:xfrm>
          <a:custGeom>
            <a:avLst/>
            <a:gdLst/>
            <a:ahLst/>
            <a:cxnLst/>
            <a:rect l="l" t="t" r="r" b="b"/>
            <a:pathLst>
              <a:path w="387350" h="401319">
                <a:moveTo>
                  <a:pt x="387096" y="0"/>
                </a:moveTo>
                <a:lnTo>
                  <a:pt x="0" y="0"/>
                </a:lnTo>
                <a:lnTo>
                  <a:pt x="0" y="400812"/>
                </a:lnTo>
                <a:lnTo>
                  <a:pt x="387096" y="400812"/>
                </a:lnTo>
                <a:lnTo>
                  <a:pt x="387096" y="0"/>
                </a:lnTo>
                <a:close/>
              </a:path>
            </a:pathLst>
          </a:custGeom>
          <a:solidFill>
            <a:srgbClr val="F1F1F1"/>
          </a:solidFill>
        </p:spPr>
        <p:txBody>
          <a:bodyPr wrap="square" lIns="0" tIns="0" rIns="0" bIns="0" rtlCol="0"/>
          <a:lstStyle/>
          <a:p>
            <a:endParaRPr/>
          </a:p>
        </p:txBody>
      </p:sp>
      <p:sp>
        <p:nvSpPr>
          <p:cNvPr id="60" name="object 60"/>
          <p:cNvSpPr txBox="1"/>
          <p:nvPr/>
        </p:nvSpPr>
        <p:spPr>
          <a:xfrm>
            <a:off x="5568696" y="2430779"/>
            <a:ext cx="387350" cy="401320"/>
          </a:xfrm>
          <a:prstGeom prst="rect">
            <a:avLst/>
          </a:prstGeom>
          <a:ln w="9525">
            <a:solidFill>
              <a:srgbClr val="006F57"/>
            </a:solidFill>
          </a:ln>
        </p:spPr>
        <p:txBody>
          <a:bodyPr vert="horz" wrap="square" lIns="0" tIns="30480" rIns="0" bIns="0" rtlCol="0">
            <a:spAutoFit/>
          </a:bodyPr>
          <a:lstStyle/>
          <a:p>
            <a:pPr algn="ctr">
              <a:lnSpc>
                <a:spcPct val="100000"/>
              </a:lnSpc>
              <a:spcBef>
                <a:spcPts val="240"/>
              </a:spcBef>
            </a:pPr>
            <a:r>
              <a:rPr sz="2000" b="1" spc="-50" dirty="0">
                <a:latin typeface="Constantia"/>
                <a:cs typeface="Constantia"/>
              </a:rPr>
              <a:t>,</a:t>
            </a:r>
            <a:endParaRPr sz="2000">
              <a:latin typeface="Constantia"/>
              <a:cs typeface="Constantia"/>
            </a:endParaRPr>
          </a:p>
        </p:txBody>
      </p:sp>
      <p:sp>
        <p:nvSpPr>
          <p:cNvPr id="61" name="object 61"/>
          <p:cNvSpPr txBox="1"/>
          <p:nvPr/>
        </p:nvSpPr>
        <p:spPr>
          <a:xfrm>
            <a:off x="6906768" y="2442972"/>
            <a:ext cx="574675" cy="401320"/>
          </a:xfrm>
          <a:prstGeom prst="rect">
            <a:avLst/>
          </a:prstGeom>
          <a:solidFill>
            <a:srgbClr val="F1F1F1"/>
          </a:solidFill>
          <a:ln w="9525">
            <a:solidFill>
              <a:srgbClr val="006F57"/>
            </a:solidFill>
          </a:ln>
        </p:spPr>
        <p:txBody>
          <a:bodyPr vert="horz" wrap="square" lIns="0" tIns="29845" rIns="0" bIns="0" rtlCol="0">
            <a:spAutoFit/>
          </a:bodyPr>
          <a:lstStyle/>
          <a:p>
            <a:pPr marL="1905" algn="ctr">
              <a:lnSpc>
                <a:spcPct val="100000"/>
              </a:lnSpc>
              <a:spcBef>
                <a:spcPts val="235"/>
              </a:spcBef>
            </a:pPr>
            <a:r>
              <a:rPr sz="2000" b="1" spc="-50" dirty="0">
                <a:latin typeface="Constantia"/>
                <a:cs typeface="Constantia"/>
              </a:rPr>
              <a:t>’</a:t>
            </a:r>
            <a:endParaRPr sz="2000">
              <a:latin typeface="Constantia"/>
              <a:cs typeface="Constantia"/>
            </a:endParaRPr>
          </a:p>
        </p:txBody>
      </p:sp>
      <p:sp>
        <p:nvSpPr>
          <p:cNvPr id="62" name="object 62"/>
          <p:cNvSpPr txBox="1"/>
          <p:nvPr/>
        </p:nvSpPr>
        <p:spPr>
          <a:xfrm>
            <a:off x="7580376" y="2430779"/>
            <a:ext cx="574675" cy="399415"/>
          </a:xfrm>
          <a:prstGeom prst="rect">
            <a:avLst/>
          </a:prstGeom>
          <a:solidFill>
            <a:srgbClr val="F1F1F1"/>
          </a:solidFill>
          <a:ln w="9525">
            <a:solidFill>
              <a:srgbClr val="006F57"/>
            </a:solidFill>
          </a:ln>
        </p:spPr>
        <p:txBody>
          <a:bodyPr vert="horz" wrap="square" lIns="0" tIns="29209" rIns="0" bIns="0" rtlCol="0">
            <a:spAutoFit/>
          </a:bodyPr>
          <a:lstStyle/>
          <a:p>
            <a:pPr algn="ctr">
              <a:lnSpc>
                <a:spcPct val="100000"/>
              </a:lnSpc>
              <a:spcBef>
                <a:spcPts val="229"/>
              </a:spcBef>
            </a:pPr>
            <a:r>
              <a:rPr sz="2000" b="1" spc="-50" dirty="0">
                <a:latin typeface="Constantia"/>
                <a:cs typeface="Constantia"/>
              </a:rPr>
              <a:t>t</a:t>
            </a:r>
            <a:endParaRPr sz="2000">
              <a:latin typeface="Constantia"/>
              <a:cs typeface="Constantia"/>
            </a:endParaRPr>
          </a:p>
        </p:txBody>
      </p:sp>
      <p:sp>
        <p:nvSpPr>
          <p:cNvPr id="63" name="object 63"/>
          <p:cNvSpPr txBox="1"/>
          <p:nvPr/>
        </p:nvSpPr>
        <p:spPr>
          <a:xfrm>
            <a:off x="8839200" y="2430779"/>
            <a:ext cx="533400" cy="399415"/>
          </a:xfrm>
          <a:prstGeom prst="rect">
            <a:avLst/>
          </a:prstGeom>
          <a:solidFill>
            <a:srgbClr val="F1F1F1"/>
          </a:solidFill>
          <a:ln w="9525">
            <a:solidFill>
              <a:srgbClr val="006F57"/>
            </a:solidFill>
          </a:ln>
        </p:spPr>
        <p:txBody>
          <a:bodyPr vert="horz" wrap="square" lIns="0" tIns="29209" rIns="0" bIns="0" rtlCol="0">
            <a:spAutoFit/>
          </a:bodyPr>
          <a:lstStyle/>
          <a:p>
            <a:pPr algn="ctr">
              <a:lnSpc>
                <a:spcPct val="100000"/>
              </a:lnSpc>
              <a:spcBef>
                <a:spcPts val="229"/>
              </a:spcBef>
            </a:pPr>
            <a:r>
              <a:rPr sz="2000" b="1" spc="-50" dirty="0">
                <a:latin typeface="Constantia"/>
                <a:cs typeface="Constantia"/>
              </a:rPr>
              <a:t>?</a:t>
            </a:r>
            <a:endParaRPr sz="2000">
              <a:latin typeface="Constantia"/>
              <a:cs typeface="Constantia"/>
            </a:endParaRPr>
          </a:p>
        </p:txBody>
      </p:sp>
      <p:sp>
        <p:nvSpPr>
          <p:cNvPr id="64" name="object 64"/>
          <p:cNvSpPr txBox="1"/>
          <p:nvPr/>
        </p:nvSpPr>
        <p:spPr>
          <a:xfrm>
            <a:off x="2167127" y="4029455"/>
            <a:ext cx="3733800" cy="401320"/>
          </a:xfrm>
          <a:prstGeom prst="rect">
            <a:avLst/>
          </a:prstGeom>
          <a:solidFill>
            <a:srgbClr val="F1F1F1"/>
          </a:solidFill>
          <a:ln w="9525">
            <a:solidFill>
              <a:srgbClr val="006F57"/>
            </a:solidFill>
          </a:ln>
        </p:spPr>
        <p:txBody>
          <a:bodyPr vert="horz" wrap="square" lIns="0" tIns="29845" rIns="0" bIns="0" rtlCol="0">
            <a:spAutoFit/>
          </a:bodyPr>
          <a:lstStyle/>
          <a:p>
            <a:pPr marL="195580">
              <a:lnSpc>
                <a:spcPct val="100000"/>
              </a:lnSpc>
              <a:spcBef>
                <a:spcPts val="235"/>
              </a:spcBef>
            </a:pPr>
            <a:r>
              <a:rPr sz="2000" b="1" dirty="0">
                <a:latin typeface="Constantia"/>
                <a:cs typeface="Constantia"/>
              </a:rPr>
              <a:t>This</a:t>
            </a:r>
            <a:r>
              <a:rPr sz="2000" b="1" spc="-60" dirty="0">
                <a:latin typeface="Constantia"/>
                <a:cs typeface="Constantia"/>
              </a:rPr>
              <a:t> </a:t>
            </a:r>
            <a:r>
              <a:rPr sz="2000" b="1" dirty="0">
                <a:latin typeface="Constantia"/>
                <a:cs typeface="Constantia"/>
              </a:rPr>
              <a:t>is</a:t>
            </a:r>
            <a:r>
              <a:rPr sz="2000" b="1" spc="-85" dirty="0">
                <a:latin typeface="Constantia"/>
                <a:cs typeface="Constantia"/>
              </a:rPr>
              <a:t> </a:t>
            </a:r>
            <a:r>
              <a:rPr sz="2000" b="1" spc="-25" dirty="0">
                <a:latin typeface="Constantia"/>
                <a:cs typeface="Constantia"/>
              </a:rPr>
              <a:t>Amna’s</a:t>
            </a:r>
            <a:r>
              <a:rPr sz="2000" b="1" spc="-70" dirty="0">
                <a:latin typeface="Constantia"/>
                <a:cs typeface="Constantia"/>
              </a:rPr>
              <a:t> </a:t>
            </a:r>
            <a:r>
              <a:rPr sz="2000" b="1" dirty="0">
                <a:latin typeface="Constantia"/>
                <a:cs typeface="Constantia"/>
              </a:rPr>
              <a:t>book,</a:t>
            </a:r>
            <a:r>
              <a:rPr sz="2000" b="1" spc="-15" dirty="0">
                <a:latin typeface="Constantia"/>
                <a:cs typeface="Constantia"/>
              </a:rPr>
              <a:t> </a:t>
            </a:r>
            <a:r>
              <a:rPr sz="2000" b="1" spc="-30" dirty="0">
                <a:latin typeface="Constantia"/>
                <a:cs typeface="Constantia"/>
              </a:rPr>
              <a:t>isn’t</a:t>
            </a:r>
            <a:r>
              <a:rPr sz="2000" b="1" spc="-85" dirty="0">
                <a:latin typeface="Constantia"/>
                <a:cs typeface="Constantia"/>
              </a:rPr>
              <a:t> </a:t>
            </a:r>
            <a:r>
              <a:rPr sz="2000" b="1" spc="-25" dirty="0">
                <a:latin typeface="Constantia"/>
                <a:cs typeface="Constantia"/>
              </a:rPr>
              <a:t>it?</a:t>
            </a:r>
            <a:endParaRPr sz="2000">
              <a:latin typeface="Constantia"/>
              <a:cs typeface="Constantia"/>
            </a:endParaRPr>
          </a:p>
        </p:txBody>
      </p:sp>
      <p:sp>
        <p:nvSpPr>
          <p:cNvPr id="65" name="object 65"/>
          <p:cNvSpPr txBox="1"/>
          <p:nvPr/>
        </p:nvSpPr>
        <p:spPr>
          <a:xfrm>
            <a:off x="986027" y="4645152"/>
            <a:ext cx="847725" cy="401320"/>
          </a:xfrm>
          <a:prstGeom prst="rect">
            <a:avLst/>
          </a:prstGeom>
          <a:solidFill>
            <a:srgbClr val="F1F1F1"/>
          </a:solidFill>
          <a:ln w="9525">
            <a:solidFill>
              <a:srgbClr val="006F57"/>
            </a:solidFill>
          </a:ln>
        </p:spPr>
        <p:txBody>
          <a:bodyPr vert="horz" wrap="square" lIns="0" tIns="30480" rIns="0" bIns="0" rtlCol="0">
            <a:spAutoFit/>
          </a:bodyPr>
          <a:lstStyle/>
          <a:p>
            <a:pPr marL="163195">
              <a:lnSpc>
                <a:spcPct val="100000"/>
              </a:lnSpc>
              <a:spcBef>
                <a:spcPts val="240"/>
              </a:spcBef>
            </a:pPr>
            <a:r>
              <a:rPr sz="2000" b="1" spc="-20" dirty="0">
                <a:latin typeface="Constantia"/>
                <a:cs typeface="Constantia"/>
              </a:rPr>
              <a:t>This</a:t>
            </a:r>
            <a:endParaRPr sz="2000">
              <a:latin typeface="Constantia"/>
              <a:cs typeface="Constantia"/>
            </a:endParaRPr>
          </a:p>
        </p:txBody>
      </p:sp>
      <p:sp>
        <p:nvSpPr>
          <p:cNvPr id="66" name="object 66"/>
          <p:cNvSpPr txBox="1"/>
          <p:nvPr/>
        </p:nvSpPr>
        <p:spPr>
          <a:xfrm>
            <a:off x="1976627" y="4632959"/>
            <a:ext cx="556260" cy="399415"/>
          </a:xfrm>
          <a:prstGeom prst="rect">
            <a:avLst/>
          </a:prstGeom>
          <a:solidFill>
            <a:srgbClr val="F1F1F1"/>
          </a:solidFill>
          <a:ln w="9525">
            <a:solidFill>
              <a:srgbClr val="006F57"/>
            </a:solidFill>
          </a:ln>
        </p:spPr>
        <p:txBody>
          <a:bodyPr vert="horz" wrap="square" lIns="0" tIns="29845" rIns="0" bIns="0" rtlCol="0">
            <a:spAutoFit/>
          </a:bodyPr>
          <a:lstStyle/>
          <a:p>
            <a:pPr marL="179070">
              <a:lnSpc>
                <a:spcPct val="100000"/>
              </a:lnSpc>
              <a:spcBef>
                <a:spcPts val="235"/>
              </a:spcBef>
            </a:pPr>
            <a:r>
              <a:rPr sz="2000" b="1" spc="-25" dirty="0">
                <a:latin typeface="Constantia"/>
                <a:cs typeface="Constantia"/>
              </a:rPr>
              <a:t>is</a:t>
            </a:r>
            <a:endParaRPr sz="2000">
              <a:latin typeface="Constantia"/>
              <a:cs typeface="Constantia"/>
            </a:endParaRPr>
          </a:p>
        </p:txBody>
      </p:sp>
      <p:sp>
        <p:nvSpPr>
          <p:cNvPr id="67" name="object 67"/>
          <p:cNvSpPr txBox="1"/>
          <p:nvPr/>
        </p:nvSpPr>
        <p:spPr>
          <a:xfrm>
            <a:off x="2630423" y="4632959"/>
            <a:ext cx="1066800" cy="401320"/>
          </a:xfrm>
          <a:prstGeom prst="rect">
            <a:avLst/>
          </a:prstGeom>
          <a:solidFill>
            <a:srgbClr val="F1F1F1"/>
          </a:solidFill>
          <a:ln w="9525">
            <a:solidFill>
              <a:srgbClr val="006F57"/>
            </a:solidFill>
          </a:ln>
        </p:spPr>
        <p:txBody>
          <a:bodyPr vert="horz" wrap="square" lIns="0" tIns="31114" rIns="0" bIns="0" rtlCol="0">
            <a:spAutoFit/>
          </a:bodyPr>
          <a:lstStyle/>
          <a:p>
            <a:pPr marL="179070">
              <a:lnSpc>
                <a:spcPct val="100000"/>
              </a:lnSpc>
              <a:spcBef>
                <a:spcPts val="244"/>
              </a:spcBef>
            </a:pPr>
            <a:r>
              <a:rPr sz="2000" b="1" spc="-20" dirty="0">
                <a:latin typeface="Constantia"/>
                <a:cs typeface="Constantia"/>
              </a:rPr>
              <a:t>Amna</a:t>
            </a:r>
            <a:endParaRPr sz="2000">
              <a:latin typeface="Constantia"/>
              <a:cs typeface="Constantia"/>
            </a:endParaRPr>
          </a:p>
        </p:txBody>
      </p:sp>
      <p:sp>
        <p:nvSpPr>
          <p:cNvPr id="68" name="object 68"/>
          <p:cNvSpPr txBox="1"/>
          <p:nvPr/>
        </p:nvSpPr>
        <p:spPr>
          <a:xfrm>
            <a:off x="4352544" y="4620767"/>
            <a:ext cx="845819" cy="401320"/>
          </a:xfrm>
          <a:prstGeom prst="rect">
            <a:avLst/>
          </a:prstGeom>
          <a:solidFill>
            <a:srgbClr val="F1F1F1"/>
          </a:solidFill>
          <a:ln w="9525">
            <a:solidFill>
              <a:srgbClr val="006F57"/>
            </a:solidFill>
          </a:ln>
        </p:spPr>
        <p:txBody>
          <a:bodyPr vert="horz" wrap="square" lIns="0" tIns="30480" rIns="0" bIns="0" rtlCol="0">
            <a:spAutoFit/>
          </a:bodyPr>
          <a:lstStyle/>
          <a:p>
            <a:pPr marL="114300">
              <a:lnSpc>
                <a:spcPct val="100000"/>
              </a:lnSpc>
              <a:spcBef>
                <a:spcPts val="240"/>
              </a:spcBef>
            </a:pPr>
            <a:r>
              <a:rPr sz="2000" b="1" spc="-20" dirty="0">
                <a:latin typeface="Constantia"/>
                <a:cs typeface="Constantia"/>
              </a:rPr>
              <a:t>book</a:t>
            </a:r>
            <a:endParaRPr sz="2000">
              <a:latin typeface="Constantia"/>
              <a:cs typeface="Constantia"/>
            </a:endParaRPr>
          </a:p>
        </p:txBody>
      </p:sp>
      <p:sp>
        <p:nvSpPr>
          <p:cNvPr id="69" name="object 69"/>
          <p:cNvSpPr txBox="1"/>
          <p:nvPr/>
        </p:nvSpPr>
        <p:spPr>
          <a:xfrm>
            <a:off x="7298435" y="4640579"/>
            <a:ext cx="533400" cy="399415"/>
          </a:xfrm>
          <a:prstGeom prst="rect">
            <a:avLst/>
          </a:prstGeom>
          <a:solidFill>
            <a:srgbClr val="F1F1F1"/>
          </a:solidFill>
          <a:ln w="9525">
            <a:solidFill>
              <a:srgbClr val="006F57"/>
            </a:solidFill>
          </a:ln>
        </p:spPr>
        <p:txBody>
          <a:bodyPr vert="horz" wrap="square" lIns="0" tIns="29845" rIns="0" bIns="0" rtlCol="0">
            <a:spAutoFit/>
          </a:bodyPr>
          <a:lstStyle/>
          <a:p>
            <a:pPr marL="175260">
              <a:lnSpc>
                <a:spcPct val="100000"/>
              </a:lnSpc>
              <a:spcBef>
                <a:spcPts val="235"/>
              </a:spcBef>
            </a:pPr>
            <a:r>
              <a:rPr sz="2000" b="1" spc="-25" dirty="0">
                <a:latin typeface="Constantia"/>
                <a:cs typeface="Constantia"/>
              </a:rPr>
              <a:t>it</a:t>
            </a:r>
            <a:endParaRPr sz="2000">
              <a:latin typeface="Constantia"/>
              <a:cs typeface="Constantia"/>
            </a:endParaRPr>
          </a:p>
        </p:txBody>
      </p:sp>
      <p:sp>
        <p:nvSpPr>
          <p:cNvPr id="70" name="object 70"/>
          <p:cNvSpPr txBox="1"/>
          <p:nvPr/>
        </p:nvSpPr>
        <p:spPr>
          <a:xfrm>
            <a:off x="5782055" y="4602479"/>
            <a:ext cx="711835" cy="399415"/>
          </a:xfrm>
          <a:prstGeom prst="rect">
            <a:avLst/>
          </a:prstGeom>
          <a:solidFill>
            <a:srgbClr val="F1F1F1"/>
          </a:solidFill>
          <a:ln w="9525">
            <a:solidFill>
              <a:srgbClr val="006F57"/>
            </a:solidFill>
          </a:ln>
        </p:spPr>
        <p:txBody>
          <a:bodyPr vert="horz" wrap="square" lIns="0" tIns="29845" rIns="0" bIns="0" rtlCol="0">
            <a:spAutoFit/>
          </a:bodyPr>
          <a:lstStyle/>
          <a:p>
            <a:pPr algn="ctr">
              <a:lnSpc>
                <a:spcPct val="100000"/>
              </a:lnSpc>
              <a:spcBef>
                <a:spcPts val="235"/>
              </a:spcBef>
            </a:pPr>
            <a:r>
              <a:rPr sz="2000" b="1" spc="-25" dirty="0">
                <a:latin typeface="Constantia"/>
                <a:cs typeface="Constantia"/>
              </a:rPr>
              <a:t>is</a:t>
            </a:r>
            <a:endParaRPr sz="2000">
              <a:latin typeface="Constantia"/>
              <a:cs typeface="Constantia"/>
            </a:endParaRPr>
          </a:p>
        </p:txBody>
      </p:sp>
      <p:sp>
        <p:nvSpPr>
          <p:cNvPr id="71" name="object 71"/>
          <p:cNvSpPr/>
          <p:nvPr/>
        </p:nvSpPr>
        <p:spPr>
          <a:xfrm>
            <a:off x="3790188" y="4614671"/>
            <a:ext cx="440690" cy="399415"/>
          </a:xfrm>
          <a:custGeom>
            <a:avLst/>
            <a:gdLst/>
            <a:ahLst/>
            <a:cxnLst/>
            <a:rect l="l" t="t" r="r" b="b"/>
            <a:pathLst>
              <a:path w="440689" h="399414">
                <a:moveTo>
                  <a:pt x="440436" y="0"/>
                </a:moveTo>
                <a:lnTo>
                  <a:pt x="0" y="0"/>
                </a:lnTo>
                <a:lnTo>
                  <a:pt x="0" y="399288"/>
                </a:lnTo>
                <a:lnTo>
                  <a:pt x="440436" y="399288"/>
                </a:lnTo>
                <a:lnTo>
                  <a:pt x="440436" y="0"/>
                </a:lnTo>
                <a:close/>
              </a:path>
            </a:pathLst>
          </a:custGeom>
          <a:solidFill>
            <a:srgbClr val="F1F1F1"/>
          </a:solidFill>
        </p:spPr>
        <p:txBody>
          <a:bodyPr wrap="square" lIns="0" tIns="0" rIns="0" bIns="0" rtlCol="0"/>
          <a:lstStyle/>
          <a:p>
            <a:endParaRPr/>
          </a:p>
        </p:txBody>
      </p:sp>
      <p:sp>
        <p:nvSpPr>
          <p:cNvPr id="72" name="object 72"/>
          <p:cNvSpPr txBox="1"/>
          <p:nvPr/>
        </p:nvSpPr>
        <p:spPr>
          <a:xfrm>
            <a:off x="3790188" y="4614671"/>
            <a:ext cx="440690" cy="399415"/>
          </a:xfrm>
          <a:prstGeom prst="rect">
            <a:avLst/>
          </a:prstGeom>
          <a:ln w="9525">
            <a:solidFill>
              <a:srgbClr val="006F57"/>
            </a:solidFill>
          </a:ln>
        </p:spPr>
        <p:txBody>
          <a:bodyPr vert="horz" wrap="square" lIns="0" tIns="29845" rIns="0" bIns="0" rtlCol="0">
            <a:spAutoFit/>
          </a:bodyPr>
          <a:lstStyle/>
          <a:p>
            <a:pPr marL="137160">
              <a:lnSpc>
                <a:spcPct val="100000"/>
              </a:lnSpc>
              <a:spcBef>
                <a:spcPts val="235"/>
              </a:spcBef>
            </a:pPr>
            <a:r>
              <a:rPr sz="2000" b="1" spc="-25" dirty="0">
                <a:latin typeface="Constantia"/>
                <a:cs typeface="Constantia"/>
              </a:rPr>
              <a:t>’s</a:t>
            </a:r>
            <a:endParaRPr sz="2000">
              <a:latin typeface="Constantia"/>
              <a:cs typeface="Constantia"/>
            </a:endParaRPr>
          </a:p>
        </p:txBody>
      </p:sp>
      <p:sp>
        <p:nvSpPr>
          <p:cNvPr id="73" name="object 73"/>
          <p:cNvSpPr/>
          <p:nvPr/>
        </p:nvSpPr>
        <p:spPr>
          <a:xfrm>
            <a:off x="5311140" y="4632959"/>
            <a:ext cx="387350" cy="399415"/>
          </a:xfrm>
          <a:custGeom>
            <a:avLst/>
            <a:gdLst/>
            <a:ahLst/>
            <a:cxnLst/>
            <a:rect l="l" t="t" r="r" b="b"/>
            <a:pathLst>
              <a:path w="387350" h="399414">
                <a:moveTo>
                  <a:pt x="387096" y="0"/>
                </a:moveTo>
                <a:lnTo>
                  <a:pt x="0" y="0"/>
                </a:lnTo>
                <a:lnTo>
                  <a:pt x="0" y="399288"/>
                </a:lnTo>
                <a:lnTo>
                  <a:pt x="387096" y="399288"/>
                </a:lnTo>
                <a:lnTo>
                  <a:pt x="387096" y="0"/>
                </a:lnTo>
                <a:close/>
              </a:path>
            </a:pathLst>
          </a:custGeom>
          <a:solidFill>
            <a:srgbClr val="F1F1F1"/>
          </a:solidFill>
        </p:spPr>
        <p:txBody>
          <a:bodyPr wrap="square" lIns="0" tIns="0" rIns="0" bIns="0" rtlCol="0"/>
          <a:lstStyle/>
          <a:p>
            <a:endParaRPr/>
          </a:p>
        </p:txBody>
      </p:sp>
      <p:sp>
        <p:nvSpPr>
          <p:cNvPr id="74" name="object 74"/>
          <p:cNvSpPr txBox="1"/>
          <p:nvPr/>
        </p:nvSpPr>
        <p:spPr>
          <a:xfrm>
            <a:off x="5311140" y="4632959"/>
            <a:ext cx="387350" cy="399415"/>
          </a:xfrm>
          <a:prstGeom prst="rect">
            <a:avLst/>
          </a:prstGeom>
          <a:ln w="9525">
            <a:solidFill>
              <a:srgbClr val="006F57"/>
            </a:solidFill>
          </a:ln>
        </p:spPr>
        <p:txBody>
          <a:bodyPr vert="horz" wrap="square" lIns="0" tIns="29845" rIns="0" bIns="0" rtlCol="0">
            <a:spAutoFit/>
          </a:bodyPr>
          <a:lstStyle/>
          <a:p>
            <a:pPr marL="635" algn="ctr">
              <a:lnSpc>
                <a:spcPct val="100000"/>
              </a:lnSpc>
              <a:spcBef>
                <a:spcPts val="235"/>
              </a:spcBef>
            </a:pPr>
            <a:r>
              <a:rPr sz="2000" b="1" spc="-50" dirty="0">
                <a:latin typeface="Constantia"/>
                <a:cs typeface="Constantia"/>
              </a:rPr>
              <a:t>,</a:t>
            </a:r>
            <a:endParaRPr sz="2000">
              <a:latin typeface="Constantia"/>
              <a:cs typeface="Constantia"/>
            </a:endParaRPr>
          </a:p>
        </p:txBody>
      </p:sp>
      <p:sp>
        <p:nvSpPr>
          <p:cNvPr id="77" name="object 77"/>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75" name="object 75"/>
          <p:cNvSpPr txBox="1"/>
          <p:nvPr/>
        </p:nvSpPr>
        <p:spPr>
          <a:xfrm>
            <a:off x="6630923" y="4614671"/>
            <a:ext cx="574675" cy="401320"/>
          </a:xfrm>
          <a:prstGeom prst="rect">
            <a:avLst/>
          </a:prstGeom>
          <a:solidFill>
            <a:srgbClr val="F1F1F1"/>
          </a:solidFill>
          <a:ln w="9525">
            <a:solidFill>
              <a:srgbClr val="006F57"/>
            </a:solidFill>
          </a:ln>
        </p:spPr>
        <p:txBody>
          <a:bodyPr vert="horz" wrap="square" lIns="0" tIns="30480" rIns="0" bIns="0" rtlCol="0">
            <a:spAutoFit/>
          </a:bodyPr>
          <a:lstStyle/>
          <a:p>
            <a:pPr marL="136525">
              <a:lnSpc>
                <a:spcPct val="100000"/>
              </a:lnSpc>
              <a:spcBef>
                <a:spcPts val="240"/>
              </a:spcBef>
            </a:pPr>
            <a:r>
              <a:rPr sz="2000" b="1" spc="-25" dirty="0">
                <a:latin typeface="Constantia"/>
                <a:cs typeface="Constantia"/>
              </a:rPr>
              <a:t>n’t</a:t>
            </a:r>
            <a:endParaRPr sz="2000">
              <a:latin typeface="Constantia"/>
              <a:cs typeface="Constantia"/>
            </a:endParaRPr>
          </a:p>
        </p:txBody>
      </p:sp>
      <p:sp>
        <p:nvSpPr>
          <p:cNvPr id="76" name="object 76"/>
          <p:cNvSpPr txBox="1"/>
          <p:nvPr/>
        </p:nvSpPr>
        <p:spPr>
          <a:xfrm>
            <a:off x="7923276" y="4628388"/>
            <a:ext cx="533400" cy="399415"/>
          </a:xfrm>
          <a:prstGeom prst="rect">
            <a:avLst/>
          </a:prstGeom>
          <a:solidFill>
            <a:srgbClr val="F1F1F1"/>
          </a:solidFill>
          <a:ln w="9525">
            <a:solidFill>
              <a:srgbClr val="006F57"/>
            </a:solidFill>
          </a:ln>
        </p:spPr>
        <p:txBody>
          <a:bodyPr vert="horz" wrap="square" lIns="0" tIns="29209" rIns="0" bIns="0" rtlCol="0">
            <a:spAutoFit/>
          </a:bodyPr>
          <a:lstStyle/>
          <a:p>
            <a:pPr algn="ctr">
              <a:lnSpc>
                <a:spcPct val="100000"/>
              </a:lnSpc>
              <a:spcBef>
                <a:spcPts val="229"/>
              </a:spcBef>
            </a:pPr>
            <a:r>
              <a:rPr sz="2000" b="1" spc="-50" dirty="0">
                <a:latin typeface="Constantia"/>
                <a:cs typeface="Constantia"/>
              </a:rPr>
              <a:t>?</a:t>
            </a:r>
            <a:endParaRPr sz="2000">
              <a:latin typeface="Constantia"/>
              <a:cs typeface="Constant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225" dirty="0"/>
              <a:t>Token</a:t>
            </a:r>
            <a:r>
              <a:rPr sz="3600" spc="320" dirty="0"/>
              <a:t> </a:t>
            </a:r>
            <a:r>
              <a:rPr sz="3600" spc="204" dirty="0"/>
              <a:t>Normalization</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984681" y="3002279"/>
            <a:ext cx="1556385" cy="281940"/>
            <a:chOff x="984681" y="3002279"/>
            <a:chExt cx="1556385" cy="281940"/>
          </a:xfrm>
        </p:grpSpPr>
        <p:sp>
          <p:nvSpPr>
            <p:cNvPr id="5" name="object 5"/>
            <p:cNvSpPr/>
            <p:nvPr/>
          </p:nvSpPr>
          <p:spPr>
            <a:xfrm>
              <a:off x="984681" y="3002292"/>
              <a:ext cx="1402080" cy="281940"/>
            </a:xfrm>
            <a:custGeom>
              <a:avLst/>
              <a:gdLst/>
              <a:ahLst/>
              <a:cxnLst/>
              <a:rect l="l" t="t" r="r" b="b"/>
              <a:pathLst>
                <a:path w="1402080" h="281939">
                  <a:moveTo>
                    <a:pt x="1402029" y="0"/>
                  </a:moveTo>
                  <a:lnTo>
                    <a:pt x="787857" y="0"/>
                  </a:lnTo>
                  <a:lnTo>
                    <a:pt x="710184" y="0"/>
                  </a:lnTo>
                  <a:lnTo>
                    <a:pt x="0" y="0"/>
                  </a:lnTo>
                  <a:lnTo>
                    <a:pt x="0" y="281927"/>
                  </a:lnTo>
                  <a:lnTo>
                    <a:pt x="710133" y="281927"/>
                  </a:lnTo>
                  <a:lnTo>
                    <a:pt x="787857" y="281927"/>
                  </a:lnTo>
                  <a:lnTo>
                    <a:pt x="1402029" y="281927"/>
                  </a:lnTo>
                  <a:lnTo>
                    <a:pt x="1402029"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984808" y="3002914"/>
              <a:ext cx="828547" cy="280415"/>
            </a:xfrm>
            <a:prstGeom prst="rect">
              <a:avLst/>
            </a:prstGeom>
          </p:spPr>
        </p:pic>
        <p:pic>
          <p:nvPicPr>
            <p:cNvPr id="7" name="object 7"/>
            <p:cNvPicPr/>
            <p:nvPr/>
          </p:nvPicPr>
          <p:blipFill>
            <a:blip r:embed="rId3" cstate="print"/>
            <a:stretch>
              <a:fillRect/>
            </a:stretch>
          </p:blipFill>
          <p:spPr>
            <a:xfrm>
              <a:off x="1772665" y="3002914"/>
              <a:ext cx="768095" cy="280415"/>
            </a:xfrm>
            <a:prstGeom prst="rect">
              <a:avLst/>
            </a:prstGeom>
          </p:spPr>
        </p:pic>
      </p:grpSp>
      <p:grpSp>
        <p:nvGrpSpPr>
          <p:cNvPr id="8" name="object 8"/>
          <p:cNvGrpSpPr/>
          <p:nvPr/>
        </p:nvGrpSpPr>
        <p:grpSpPr>
          <a:xfrm>
            <a:off x="2542158" y="4639055"/>
            <a:ext cx="1931035" cy="281940"/>
            <a:chOff x="2542158" y="4639055"/>
            <a:chExt cx="1931035" cy="281940"/>
          </a:xfrm>
        </p:grpSpPr>
        <p:sp>
          <p:nvSpPr>
            <p:cNvPr id="9" name="object 9"/>
            <p:cNvSpPr/>
            <p:nvPr/>
          </p:nvSpPr>
          <p:spPr>
            <a:xfrm>
              <a:off x="2542159" y="4639055"/>
              <a:ext cx="1884045" cy="281940"/>
            </a:xfrm>
            <a:custGeom>
              <a:avLst/>
              <a:gdLst/>
              <a:ahLst/>
              <a:cxnLst/>
              <a:rect l="l" t="t" r="r" b="b"/>
              <a:pathLst>
                <a:path w="1884045" h="281939">
                  <a:moveTo>
                    <a:pt x="1812023" y="0"/>
                  </a:moveTo>
                  <a:lnTo>
                    <a:pt x="749795" y="0"/>
                  </a:lnTo>
                  <a:lnTo>
                    <a:pt x="676656" y="0"/>
                  </a:lnTo>
                  <a:lnTo>
                    <a:pt x="0" y="0"/>
                  </a:lnTo>
                  <a:lnTo>
                    <a:pt x="0" y="281940"/>
                  </a:lnTo>
                  <a:lnTo>
                    <a:pt x="676656" y="281940"/>
                  </a:lnTo>
                  <a:lnTo>
                    <a:pt x="749795" y="281940"/>
                  </a:lnTo>
                  <a:lnTo>
                    <a:pt x="1812023" y="281940"/>
                  </a:lnTo>
                  <a:lnTo>
                    <a:pt x="1812023" y="0"/>
                  </a:lnTo>
                  <a:close/>
                </a:path>
                <a:path w="1884045" h="281939">
                  <a:moveTo>
                    <a:pt x="1883664" y="0"/>
                  </a:moveTo>
                  <a:lnTo>
                    <a:pt x="1812036" y="0"/>
                  </a:lnTo>
                  <a:lnTo>
                    <a:pt x="1812036" y="281940"/>
                  </a:lnTo>
                  <a:lnTo>
                    <a:pt x="1883664" y="281940"/>
                  </a:lnTo>
                  <a:lnTo>
                    <a:pt x="1883664" y="0"/>
                  </a:lnTo>
                  <a:close/>
                </a:path>
              </a:pathLst>
            </a:custGeom>
            <a:solidFill>
              <a:srgbClr val="FFFF00"/>
            </a:solidFill>
          </p:spPr>
          <p:txBody>
            <a:bodyPr wrap="square" lIns="0" tIns="0" rIns="0" bIns="0" rtlCol="0"/>
            <a:lstStyle/>
            <a:p>
              <a:endParaRPr/>
            </a:p>
          </p:txBody>
        </p:sp>
        <p:pic>
          <p:nvPicPr>
            <p:cNvPr id="10" name="object 10"/>
            <p:cNvPicPr/>
            <p:nvPr/>
          </p:nvPicPr>
          <p:blipFill>
            <a:blip r:embed="rId4" cstate="print"/>
            <a:stretch>
              <a:fillRect/>
            </a:stretch>
          </p:blipFill>
          <p:spPr>
            <a:xfrm>
              <a:off x="2542666" y="4639944"/>
              <a:ext cx="845819" cy="280415"/>
            </a:xfrm>
            <a:prstGeom prst="rect">
              <a:avLst/>
            </a:prstGeom>
          </p:spPr>
        </p:pic>
        <p:pic>
          <p:nvPicPr>
            <p:cNvPr id="11" name="object 11"/>
            <p:cNvPicPr/>
            <p:nvPr/>
          </p:nvPicPr>
          <p:blipFill>
            <a:blip r:embed="rId5" cstate="print"/>
            <a:stretch>
              <a:fillRect/>
            </a:stretch>
          </p:blipFill>
          <p:spPr>
            <a:xfrm>
              <a:off x="3292475" y="4639944"/>
              <a:ext cx="1180591" cy="280415"/>
            </a:xfrm>
            <a:prstGeom prst="rect">
              <a:avLst/>
            </a:prstGeom>
          </p:spPr>
        </p:pic>
      </p:grpSp>
      <p:grpSp>
        <p:nvGrpSpPr>
          <p:cNvPr id="12" name="object 12"/>
          <p:cNvGrpSpPr/>
          <p:nvPr/>
        </p:nvGrpSpPr>
        <p:grpSpPr>
          <a:xfrm>
            <a:off x="4895215" y="4639055"/>
            <a:ext cx="3385820" cy="281940"/>
            <a:chOff x="4895215" y="4639055"/>
            <a:chExt cx="3385820" cy="281940"/>
          </a:xfrm>
        </p:grpSpPr>
        <p:sp>
          <p:nvSpPr>
            <p:cNvPr id="13" name="object 13"/>
            <p:cNvSpPr/>
            <p:nvPr/>
          </p:nvSpPr>
          <p:spPr>
            <a:xfrm>
              <a:off x="4895215" y="4639055"/>
              <a:ext cx="3263265" cy="281940"/>
            </a:xfrm>
            <a:custGeom>
              <a:avLst/>
              <a:gdLst/>
              <a:ahLst/>
              <a:cxnLst/>
              <a:rect l="l" t="t" r="r" b="b"/>
              <a:pathLst>
                <a:path w="3263265" h="281939">
                  <a:moveTo>
                    <a:pt x="3262884" y="0"/>
                  </a:moveTo>
                  <a:lnTo>
                    <a:pt x="3262884" y="0"/>
                  </a:lnTo>
                  <a:lnTo>
                    <a:pt x="0" y="0"/>
                  </a:lnTo>
                  <a:lnTo>
                    <a:pt x="0" y="281940"/>
                  </a:lnTo>
                  <a:lnTo>
                    <a:pt x="3262884" y="281940"/>
                  </a:lnTo>
                  <a:lnTo>
                    <a:pt x="3262884" y="0"/>
                  </a:lnTo>
                  <a:close/>
                </a:path>
              </a:pathLst>
            </a:custGeom>
            <a:solidFill>
              <a:srgbClr val="FFFF00"/>
            </a:solidFill>
          </p:spPr>
          <p:txBody>
            <a:bodyPr wrap="square" lIns="0" tIns="0" rIns="0" bIns="0" rtlCol="0"/>
            <a:lstStyle/>
            <a:p>
              <a:endParaRPr/>
            </a:p>
          </p:txBody>
        </p:sp>
        <p:pic>
          <p:nvPicPr>
            <p:cNvPr id="14" name="object 14"/>
            <p:cNvPicPr/>
            <p:nvPr/>
          </p:nvPicPr>
          <p:blipFill>
            <a:blip r:embed="rId6" cstate="print"/>
            <a:stretch>
              <a:fillRect/>
            </a:stretch>
          </p:blipFill>
          <p:spPr>
            <a:xfrm>
              <a:off x="4895977" y="4639944"/>
              <a:ext cx="1598168" cy="280415"/>
            </a:xfrm>
            <a:prstGeom prst="rect">
              <a:avLst/>
            </a:prstGeom>
          </p:spPr>
        </p:pic>
        <p:pic>
          <p:nvPicPr>
            <p:cNvPr id="15" name="object 15"/>
            <p:cNvPicPr/>
            <p:nvPr/>
          </p:nvPicPr>
          <p:blipFill>
            <a:blip r:embed="rId7" cstate="print"/>
            <a:stretch>
              <a:fillRect/>
            </a:stretch>
          </p:blipFill>
          <p:spPr>
            <a:xfrm>
              <a:off x="6448933" y="4639944"/>
              <a:ext cx="921385" cy="280415"/>
            </a:xfrm>
            <a:prstGeom prst="rect">
              <a:avLst/>
            </a:prstGeom>
          </p:spPr>
        </p:pic>
        <p:pic>
          <p:nvPicPr>
            <p:cNvPr id="16" name="object 16"/>
            <p:cNvPicPr/>
            <p:nvPr/>
          </p:nvPicPr>
          <p:blipFill>
            <a:blip r:embed="rId8" cstate="print"/>
            <a:stretch>
              <a:fillRect/>
            </a:stretch>
          </p:blipFill>
          <p:spPr>
            <a:xfrm>
              <a:off x="7310374" y="4639944"/>
              <a:ext cx="970140" cy="280415"/>
            </a:xfrm>
            <a:prstGeom prst="rect">
              <a:avLst/>
            </a:prstGeom>
          </p:spPr>
        </p:pic>
      </p:grpSp>
      <p:sp>
        <p:nvSpPr>
          <p:cNvPr id="17" name="object 17"/>
          <p:cNvSpPr txBox="1"/>
          <p:nvPr/>
        </p:nvSpPr>
        <p:spPr>
          <a:xfrm>
            <a:off x="743508" y="1276858"/>
            <a:ext cx="161290" cy="243204"/>
          </a:xfrm>
          <a:prstGeom prst="rect">
            <a:avLst/>
          </a:prstGeom>
        </p:spPr>
        <p:txBody>
          <a:bodyPr vert="horz" wrap="square" lIns="0" tIns="15875" rIns="0" bIns="0" rtlCol="0">
            <a:spAutoFit/>
          </a:bodyPr>
          <a:lstStyle/>
          <a:p>
            <a:pPr marL="12700">
              <a:lnSpc>
                <a:spcPct val="100000"/>
              </a:lnSpc>
              <a:spcBef>
                <a:spcPts val="125"/>
              </a:spcBef>
            </a:pPr>
            <a:r>
              <a:rPr sz="1400" spc="-50" dirty="0">
                <a:solidFill>
                  <a:srgbClr val="006F57"/>
                </a:solidFill>
                <a:latin typeface="Wingdings"/>
                <a:cs typeface="Wingdings"/>
              </a:rPr>
              <a:t></a:t>
            </a:r>
            <a:endParaRPr sz="1400">
              <a:latin typeface="Wingdings"/>
              <a:cs typeface="Wingdings"/>
            </a:endParaRPr>
          </a:p>
        </p:txBody>
      </p:sp>
      <p:pic>
        <p:nvPicPr>
          <p:cNvPr id="18" name="object 18"/>
          <p:cNvPicPr/>
          <p:nvPr/>
        </p:nvPicPr>
        <p:blipFill>
          <a:blip r:embed="rId9" cstate="print"/>
          <a:stretch>
            <a:fillRect/>
          </a:stretch>
        </p:blipFill>
        <p:spPr>
          <a:xfrm>
            <a:off x="984808" y="1242313"/>
            <a:ext cx="1861439" cy="280415"/>
          </a:xfrm>
          <a:prstGeom prst="rect">
            <a:avLst/>
          </a:prstGeom>
        </p:spPr>
      </p:pic>
      <p:pic>
        <p:nvPicPr>
          <p:cNvPr id="19" name="object 19"/>
          <p:cNvPicPr/>
          <p:nvPr/>
        </p:nvPicPr>
        <p:blipFill>
          <a:blip r:embed="rId10" cstate="print"/>
          <a:stretch>
            <a:fillRect/>
          </a:stretch>
        </p:blipFill>
        <p:spPr>
          <a:xfrm>
            <a:off x="4959984" y="1242313"/>
            <a:ext cx="2541523" cy="280415"/>
          </a:xfrm>
          <a:prstGeom prst="rect">
            <a:avLst/>
          </a:prstGeom>
        </p:spPr>
      </p:pic>
      <p:grpSp>
        <p:nvGrpSpPr>
          <p:cNvPr id="20" name="object 20"/>
          <p:cNvGrpSpPr/>
          <p:nvPr/>
        </p:nvGrpSpPr>
        <p:grpSpPr>
          <a:xfrm>
            <a:off x="984808" y="1618741"/>
            <a:ext cx="5975350" cy="280670"/>
            <a:chOff x="984808" y="1618741"/>
            <a:chExt cx="5975350" cy="280670"/>
          </a:xfrm>
        </p:grpSpPr>
        <p:pic>
          <p:nvPicPr>
            <p:cNvPr id="21" name="object 21"/>
            <p:cNvPicPr/>
            <p:nvPr/>
          </p:nvPicPr>
          <p:blipFill>
            <a:blip r:embed="rId11" cstate="print"/>
            <a:stretch>
              <a:fillRect/>
            </a:stretch>
          </p:blipFill>
          <p:spPr>
            <a:xfrm>
              <a:off x="984808" y="1618741"/>
              <a:ext cx="670560" cy="280415"/>
            </a:xfrm>
            <a:prstGeom prst="rect">
              <a:avLst/>
            </a:prstGeom>
          </p:spPr>
        </p:pic>
        <p:pic>
          <p:nvPicPr>
            <p:cNvPr id="22" name="object 22"/>
            <p:cNvPicPr/>
            <p:nvPr/>
          </p:nvPicPr>
          <p:blipFill>
            <a:blip r:embed="rId12" cstate="print"/>
            <a:stretch>
              <a:fillRect/>
            </a:stretch>
          </p:blipFill>
          <p:spPr>
            <a:xfrm>
              <a:off x="1608073" y="1618741"/>
              <a:ext cx="1617980" cy="280415"/>
            </a:xfrm>
            <a:prstGeom prst="rect">
              <a:avLst/>
            </a:prstGeom>
          </p:spPr>
        </p:pic>
        <p:pic>
          <p:nvPicPr>
            <p:cNvPr id="23" name="object 23"/>
            <p:cNvPicPr/>
            <p:nvPr/>
          </p:nvPicPr>
          <p:blipFill>
            <a:blip r:embed="rId13" cstate="print"/>
            <a:stretch>
              <a:fillRect/>
            </a:stretch>
          </p:blipFill>
          <p:spPr>
            <a:xfrm>
              <a:off x="3178174" y="1618741"/>
              <a:ext cx="1483309" cy="280415"/>
            </a:xfrm>
            <a:prstGeom prst="rect">
              <a:avLst/>
            </a:prstGeom>
          </p:spPr>
        </p:pic>
        <p:pic>
          <p:nvPicPr>
            <p:cNvPr id="24" name="object 24"/>
            <p:cNvPicPr/>
            <p:nvPr/>
          </p:nvPicPr>
          <p:blipFill>
            <a:blip r:embed="rId14" cstate="print"/>
            <a:stretch>
              <a:fillRect/>
            </a:stretch>
          </p:blipFill>
          <p:spPr>
            <a:xfrm>
              <a:off x="4614036" y="1618741"/>
              <a:ext cx="2346109" cy="280415"/>
            </a:xfrm>
            <a:prstGeom prst="rect">
              <a:avLst/>
            </a:prstGeom>
          </p:spPr>
        </p:pic>
      </p:grpSp>
      <p:pic>
        <p:nvPicPr>
          <p:cNvPr id="25" name="object 25"/>
          <p:cNvPicPr/>
          <p:nvPr/>
        </p:nvPicPr>
        <p:blipFill>
          <a:blip r:embed="rId15" cstate="print"/>
          <a:stretch>
            <a:fillRect/>
          </a:stretch>
        </p:blipFill>
        <p:spPr>
          <a:xfrm>
            <a:off x="6210427" y="2625851"/>
            <a:ext cx="4744084" cy="281939"/>
          </a:xfrm>
          <a:prstGeom prst="rect">
            <a:avLst/>
          </a:prstGeom>
        </p:spPr>
      </p:pic>
      <p:grpSp>
        <p:nvGrpSpPr>
          <p:cNvPr id="26" name="object 26"/>
          <p:cNvGrpSpPr/>
          <p:nvPr/>
        </p:nvGrpSpPr>
        <p:grpSpPr>
          <a:xfrm>
            <a:off x="7715757" y="1618741"/>
            <a:ext cx="2918460" cy="280670"/>
            <a:chOff x="7715757" y="1618741"/>
            <a:chExt cx="2918460" cy="280670"/>
          </a:xfrm>
        </p:grpSpPr>
        <p:pic>
          <p:nvPicPr>
            <p:cNvPr id="27" name="object 27"/>
            <p:cNvPicPr/>
            <p:nvPr/>
          </p:nvPicPr>
          <p:blipFill>
            <a:blip r:embed="rId16" cstate="print"/>
            <a:stretch>
              <a:fillRect/>
            </a:stretch>
          </p:blipFill>
          <p:spPr>
            <a:xfrm>
              <a:off x="7715757" y="1618741"/>
              <a:ext cx="585216" cy="280415"/>
            </a:xfrm>
            <a:prstGeom prst="rect">
              <a:avLst/>
            </a:prstGeom>
          </p:spPr>
        </p:pic>
        <p:pic>
          <p:nvPicPr>
            <p:cNvPr id="28" name="object 28"/>
            <p:cNvPicPr/>
            <p:nvPr/>
          </p:nvPicPr>
          <p:blipFill>
            <a:blip r:embed="rId17" cstate="print"/>
            <a:stretch>
              <a:fillRect/>
            </a:stretch>
          </p:blipFill>
          <p:spPr>
            <a:xfrm>
              <a:off x="8241537" y="1618741"/>
              <a:ext cx="1619630" cy="280415"/>
            </a:xfrm>
            <a:prstGeom prst="rect">
              <a:avLst/>
            </a:prstGeom>
          </p:spPr>
        </p:pic>
        <p:pic>
          <p:nvPicPr>
            <p:cNvPr id="29" name="object 29"/>
            <p:cNvPicPr/>
            <p:nvPr/>
          </p:nvPicPr>
          <p:blipFill>
            <a:blip r:embed="rId18" cstate="print"/>
            <a:stretch>
              <a:fillRect/>
            </a:stretch>
          </p:blipFill>
          <p:spPr>
            <a:xfrm>
              <a:off x="9813035" y="1618741"/>
              <a:ext cx="821131" cy="280415"/>
            </a:xfrm>
            <a:prstGeom prst="rect">
              <a:avLst/>
            </a:prstGeom>
          </p:spPr>
        </p:pic>
      </p:grpSp>
      <p:sp>
        <p:nvSpPr>
          <p:cNvPr id="30" name="object 30"/>
          <p:cNvSpPr txBox="1"/>
          <p:nvPr/>
        </p:nvSpPr>
        <p:spPr>
          <a:xfrm>
            <a:off x="972108" y="1129944"/>
            <a:ext cx="9846310" cy="1155065"/>
          </a:xfrm>
          <a:prstGeom prst="rect">
            <a:avLst/>
          </a:prstGeom>
        </p:spPr>
        <p:txBody>
          <a:bodyPr vert="horz" wrap="square" lIns="0" tIns="12700" rIns="0" bIns="0" rtlCol="0">
            <a:spAutoFit/>
          </a:bodyPr>
          <a:lstStyle/>
          <a:p>
            <a:pPr marL="5955665" marR="5080" indent="-4105275">
              <a:lnSpc>
                <a:spcPct val="130000"/>
              </a:lnSpc>
              <a:spcBef>
                <a:spcPts val="100"/>
              </a:spcBef>
              <a:tabLst>
                <a:tab pos="6508750" algn="l"/>
                <a:tab pos="9611995" algn="l"/>
              </a:tabLst>
            </a:pPr>
            <a:r>
              <a:rPr sz="1900" spc="95" dirty="0">
                <a:solidFill>
                  <a:srgbClr val="252525"/>
                </a:solidFill>
                <a:latin typeface="Cambria"/>
                <a:cs typeface="Cambria"/>
              </a:rPr>
              <a:t>is</a:t>
            </a:r>
            <a:r>
              <a:rPr sz="1900" spc="440" dirty="0">
                <a:solidFill>
                  <a:srgbClr val="252525"/>
                </a:solidFill>
                <a:latin typeface="Cambria"/>
                <a:cs typeface="Cambria"/>
              </a:rPr>
              <a:t> </a:t>
            </a:r>
            <a:r>
              <a:rPr sz="1900" spc="100" dirty="0">
                <a:solidFill>
                  <a:srgbClr val="252525"/>
                </a:solidFill>
                <a:latin typeface="Cambria"/>
                <a:cs typeface="Cambria"/>
              </a:rPr>
              <a:t>a</a:t>
            </a:r>
            <a:r>
              <a:rPr sz="1900" spc="455" dirty="0">
                <a:solidFill>
                  <a:srgbClr val="252525"/>
                </a:solidFill>
                <a:latin typeface="Cambria"/>
                <a:cs typeface="Cambria"/>
              </a:rPr>
              <a:t> </a:t>
            </a:r>
            <a:r>
              <a:rPr sz="1900" spc="100" dirty="0">
                <a:solidFill>
                  <a:srgbClr val="252525"/>
                </a:solidFill>
                <a:latin typeface="Cambria"/>
                <a:cs typeface="Cambria"/>
              </a:rPr>
              <a:t>key</a:t>
            </a:r>
            <a:r>
              <a:rPr sz="1900" spc="455" dirty="0">
                <a:solidFill>
                  <a:srgbClr val="252525"/>
                </a:solidFill>
                <a:latin typeface="Cambria"/>
                <a:cs typeface="Cambria"/>
              </a:rPr>
              <a:t> </a:t>
            </a:r>
            <a:r>
              <a:rPr sz="1900" spc="120" dirty="0">
                <a:solidFill>
                  <a:srgbClr val="252525"/>
                </a:solidFill>
                <a:latin typeface="Cambria"/>
                <a:cs typeface="Cambria"/>
              </a:rPr>
              <a:t>step</a:t>
            </a:r>
            <a:r>
              <a:rPr sz="1900" spc="425" dirty="0">
                <a:solidFill>
                  <a:srgbClr val="252525"/>
                </a:solidFill>
                <a:latin typeface="Cambria"/>
                <a:cs typeface="Cambria"/>
              </a:rPr>
              <a:t> </a:t>
            </a:r>
            <a:r>
              <a:rPr sz="1900" spc="95" dirty="0">
                <a:solidFill>
                  <a:srgbClr val="252525"/>
                </a:solidFill>
                <a:latin typeface="Cambria"/>
                <a:cs typeface="Cambria"/>
              </a:rPr>
              <a:t>for</a:t>
            </a:r>
            <a:r>
              <a:rPr sz="1900" dirty="0">
                <a:solidFill>
                  <a:srgbClr val="252525"/>
                </a:solidFill>
                <a:latin typeface="Cambria"/>
                <a:cs typeface="Cambria"/>
              </a:rPr>
              <a:t>		</a:t>
            </a:r>
            <a:r>
              <a:rPr sz="1900" spc="80" dirty="0">
                <a:solidFill>
                  <a:srgbClr val="252525"/>
                </a:solidFill>
                <a:latin typeface="Cambria"/>
                <a:cs typeface="Cambria"/>
              </a:rPr>
              <a:t>with</a:t>
            </a:r>
            <a:r>
              <a:rPr sz="1900" spc="459" dirty="0">
                <a:solidFill>
                  <a:srgbClr val="252525"/>
                </a:solidFill>
                <a:latin typeface="Cambria"/>
                <a:cs typeface="Cambria"/>
              </a:rPr>
              <a:t> </a:t>
            </a:r>
            <a:r>
              <a:rPr sz="1900" spc="105" dirty="0">
                <a:solidFill>
                  <a:srgbClr val="252525"/>
                </a:solidFill>
                <a:latin typeface="Cambria"/>
                <a:cs typeface="Cambria"/>
              </a:rPr>
              <a:t>text</a:t>
            </a:r>
            <a:r>
              <a:rPr sz="1900" spc="459" dirty="0">
                <a:solidFill>
                  <a:srgbClr val="252525"/>
                </a:solidFill>
                <a:latin typeface="Cambria"/>
                <a:cs typeface="Cambria"/>
              </a:rPr>
              <a:t> </a:t>
            </a:r>
            <a:r>
              <a:rPr sz="1900" spc="125" dirty="0">
                <a:solidFill>
                  <a:srgbClr val="252525"/>
                </a:solidFill>
                <a:latin typeface="Cambria"/>
                <a:cs typeface="Cambria"/>
              </a:rPr>
              <a:t>as</a:t>
            </a:r>
            <a:r>
              <a:rPr sz="1900" spc="455" dirty="0">
                <a:solidFill>
                  <a:srgbClr val="252525"/>
                </a:solidFill>
                <a:latin typeface="Cambria"/>
                <a:cs typeface="Cambria"/>
              </a:rPr>
              <a:t> </a:t>
            </a:r>
            <a:r>
              <a:rPr sz="1900" spc="75" dirty="0">
                <a:solidFill>
                  <a:srgbClr val="252525"/>
                </a:solidFill>
                <a:latin typeface="Cambria"/>
                <a:cs typeface="Cambria"/>
              </a:rPr>
              <a:t>it</a:t>
            </a:r>
            <a:r>
              <a:rPr sz="1900" spc="445" dirty="0">
                <a:solidFill>
                  <a:srgbClr val="252525"/>
                </a:solidFill>
                <a:latin typeface="Cambria"/>
                <a:cs typeface="Cambria"/>
              </a:rPr>
              <a:t> </a:t>
            </a:r>
            <a:r>
              <a:rPr sz="1900" spc="100" dirty="0">
                <a:solidFill>
                  <a:srgbClr val="252525"/>
                </a:solidFill>
                <a:latin typeface="Cambria"/>
                <a:cs typeface="Cambria"/>
              </a:rPr>
              <a:t>converts</a:t>
            </a:r>
            <a:r>
              <a:rPr sz="1900" spc="455" dirty="0">
                <a:solidFill>
                  <a:srgbClr val="252525"/>
                </a:solidFill>
                <a:latin typeface="Cambria"/>
                <a:cs typeface="Cambria"/>
              </a:rPr>
              <a:t> </a:t>
            </a:r>
            <a:r>
              <a:rPr sz="1900" spc="75" dirty="0">
                <a:solidFill>
                  <a:srgbClr val="252525"/>
                </a:solidFill>
                <a:latin typeface="Cambria"/>
                <a:cs typeface="Cambria"/>
              </a:rPr>
              <a:t>the </a:t>
            </a:r>
            <a:r>
              <a:rPr sz="1900" spc="114" dirty="0">
                <a:solidFill>
                  <a:srgbClr val="252525"/>
                </a:solidFill>
                <a:latin typeface="Cambria"/>
                <a:cs typeface="Cambria"/>
              </a:rPr>
              <a:t>to</a:t>
            </a:r>
            <a:r>
              <a:rPr sz="1900" spc="250" dirty="0">
                <a:solidFill>
                  <a:srgbClr val="252525"/>
                </a:solidFill>
                <a:latin typeface="Cambria"/>
                <a:cs typeface="Cambria"/>
              </a:rPr>
              <a:t> </a:t>
            </a:r>
            <a:r>
              <a:rPr sz="1900" spc="75" dirty="0">
                <a:solidFill>
                  <a:srgbClr val="252525"/>
                </a:solidFill>
                <a:latin typeface="Cambria"/>
                <a:cs typeface="Cambria"/>
              </a:rPr>
              <a:t>the</a:t>
            </a:r>
            <a:r>
              <a:rPr sz="1900" dirty="0">
                <a:solidFill>
                  <a:srgbClr val="252525"/>
                </a:solidFill>
                <a:latin typeface="Cambria"/>
                <a:cs typeface="Cambria"/>
              </a:rPr>
              <a:t>	</a:t>
            </a:r>
            <a:r>
              <a:rPr sz="1900" spc="-35" dirty="0">
                <a:solidFill>
                  <a:srgbClr val="252525"/>
                </a:solidFill>
                <a:latin typeface="Cambria"/>
                <a:cs typeface="Cambria"/>
              </a:rPr>
              <a:t>(1</a:t>
            </a:r>
            <a:endParaRPr sz="1900">
              <a:latin typeface="Cambria"/>
              <a:cs typeface="Cambria"/>
            </a:endParaRPr>
          </a:p>
          <a:p>
            <a:pPr marL="12700">
              <a:lnSpc>
                <a:spcPct val="100000"/>
              </a:lnSpc>
              <a:spcBef>
                <a:spcPts val="685"/>
              </a:spcBef>
            </a:pPr>
            <a:r>
              <a:rPr sz="1900" spc="75" dirty="0">
                <a:solidFill>
                  <a:srgbClr val="252525"/>
                </a:solidFill>
                <a:latin typeface="Cambria"/>
                <a:cs typeface="Cambria"/>
              </a:rPr>
              <a:t>feature),</a:t>
            </a:r>
            <a:r>
              <a:rPr sz="1900" spc="215" dirty="0">
                <a:solidFill>
                  <a:srgbClr val="252525"/>
                </a:solidFill>
                <a:latin typeface="Cambria"/>
                <a:cs typeface="Cambria"/>
              </a:rPr>
              <a:t> </a:t>
            </a:r>
            <a:r>
              <a:rPr sz="1900" spc="90" dirty="0">
                <a:solidFill>
                  <a:srgbClr val="252525"/>
                </a:solidFill>
                <a:latin typeface="Cambria"/>
                <a:cs typeface="Cambria"/>
              </a:rPr>
              <a:t>which</a:t>
            </a:r>
            <a:r>
              <a:rPr sz="1900" spc="175" dirty="0">
                <a:solidFill>
                  <a:srgbClr val="252525"/>
                </a:solidFill>
                <a:latin typeface="Cambria"/>
                <a:cs typeface="Cambria"/>
              </a:rPr>
              <a:t> </a:t>
            </a:r>
            <a:r>
              <a:rPr sz="1900" spc="85" dirty="0">
                <a:solidFill>
                  <a:srgbClr val="252525"/>
                </a:solidFill>
                <a:latin typeface="Cambria"/>
                <a:cs typeface="Cambria"/>
              </a:rPr>
              <a:t>is</a:t>
            </a:r>
            <a:r>
              <a:rPr sz="1900" spc="185" dirty="0">
                <a:solidFill>
                  <a:srgbClr val="252525"/>
                </a:solidFill>
                <a:latin typeface="Cambria"/>
                <a:cs typeface="Cambria"/>
              </a:rPr>
              <a:t> </a:t>
            </a:r>
            <a:r>
              <a:rPr sz="1900" spc="114" dirty="0">
                <a:solidFill>
                  <a:srgbClr val="252525"/>
                </a:solidFill>
                <a:latin typeface="Cambria"/>
                <a:cs typeface="Cambria"/>
              </a:rPr>
              <a:t>an</a:t>
            </a:r>
            <a:r>
              <a:rPr sz="1900" spc="170" dirty="0">
                <a:solidFill>
                  <a:srgbClr val="252525"/>
                </a:solidFill>
                <a:latin typeface="Cambria"/>
                <a:cs typeface="Cambria"/>
              </a:rPr>
              <a:t> </a:t>
            </a:r>
            <a:r>
              <a:rPr sz="1900" spc="85" dirty="0">
                <a:solidFill>
                  <a:srgbClr val="252525"/>
                </a:solidFill>
                <a:latin typeface="Cambria"/>
                <a:cs typeface="Cambria"/>
              </a:rPr>
              <a:t>ideal</a:t>
            </a:r>
            <a:r>
              <a:rPr sz="1900" spc="215" dirty="0">
                <a:solidFill>
                  <a:srgbClr val="252525"/>
                </a:solidFill>
                <a:latin typeface="Cambria"/>
                <a:cs typeface="Cambria"/>
              </a:rPr>
              <a:t> </a:t>
            </a:r>
            <a:r>
              <a:rPr sz="1900" spc="114" dirty="0">
                <a:solidFill>
                  <a:srgbClr val="252525"/>
                </a:solidFill>
                <a:latin typeface="Cambria"/>
                <a:cs typeface="Cambria"/>
              </a:rPr>
              <a:t>task</a:t>
            </a:r>
            <a:r>
              <a:rPr sz="1900" spc="195" dirty="0">
                <a:solidFill>
                  <a:srgbClr val="252525"/>
                </a:solidFill>
                <a:latin typeface="Cambria"/>
                <a:cs typeface="Cambria"/>
              </a:rPr>
              <a:t> </a:t>
            </a:r>
            <a:r>
              <a:rPr sz="1900" spc="110" dirty="0">
                <a:solidFill>
                  <a:srgbClr val="252525"/>
                </a:solidFill>
                <a:latin typeface="Cambria"/>
                <a:cs typeface="Cambria"/>
              </a:rPr>
              <a:t>for</a:t>
            </a:r>
            <a:r>
              <a:rPr sz="1900" spc="190" dirty="0">
                <a:solidFill>
                  <a:srgbClr val="252525"/>
                </a:solidFill>
                <a:latin typeface="Cambria"/>
                <a:cs typeface="Cambria"/>
              </a:rPr>
              <a:t> </a:t>
            </a:r>
            <a:r>
              <a:rPr sz="1900" spc="95" dirty="0">
                <a:solidFill>
                  <a:srgbClr val="252525"/>
                </a:solidFill>
                <a:latin typeface="Cambria"/>
                <a:cs typeface="Cambria"/>
              </a:rPr>
              <a:t>any</a:t>
            </a:r>
            <a:r>
              <a:rPr sz="1900" spc="180" dirty="0">
                <a:solidFill>
                  <a:srgbClr val="252525"/>
                </a:solidFill>
                <a:latin typeface="Cambria"/>
                <a:cs typeface="Cambria"/>
              </a:rPr>
              <a:t> </a:t>
            </a:r>
            <a:r>
              <a:rPr sz="1900" spc="110" dirty="0">
                <a:solidFill>
                  <a:srgbClr val="252525"/>
                </a:solidFill>
                <a:latin typeface="Cambria"/>
                <a:cs typeface="Cambria"/>
              </a:rPr>
              <a:t>machine</a:t>
            </a:r>
            <a:r>
              <a:rPr sz="1900" spc="220" dirty="0">
                <a:solidFill>
                  <a:srgbClr val="252525"/>
                </a:solidFill>
                <a:latin typeface="Cambria"/>
                <a:cs typeface="Cambria"/>
              </a:rPr>
              <a:t> </a:t>
            </a:r>
            <a:r>
              <a:rPr sz="1900" spc="90" dirty="0">
                <a:solidFill>
                  <a:srgbClr val="252525"/>
                </a:solidFill>
                <a:latin typeface="Cambria"/>
                <a:cs typeface="Cambria"/>
              </a:rPr>
              <a:t>learning</a:t>
            </a:r>
            <a:r>
              <a:rPr sz="1900" spc="220" dirty="0">
                <a:solidFill>
                  <a:srgbClr val="252525"/>
                </a:solidFill>
                <a:latin typeface="Cambria"/>
                <a:cs typeface="Cambria"/>
              </a:rPr>
              <a:t> </a:t>
            </a:r>
            <a:r>
              <a:rPr sz="1900" spc="105" dirty="0">
                <a:solidFill>
                  <a:srgbClr val="252525"/>
                </a:solidFill>
                <a:latin typeface="Cambria"/>
                <a:cs typeface="Cambria"/>
              </a:rPr>
              <a:t>model.</a:t>
            </a:r>
            <a:endParaRPr sz="1900">
              <a:latin typeface="Cambria"/>
              <a:cs typeface="Cambria"/>
            </a:endParaRPr>
          </a:p>
        </p:txBody>
      </p:sp>
      <p:pic>
        <p:nvPicPr>
          <p:cNvPr id="31" name="object 31"/>
          <p:cNvPicPr/>
          <p:nvPr/>
        </p:nvPicPr>
        <p:blipFill>
          <a:blip r:embed="rId19" cstate="print"/>
          <a:stretch>
            <a:fillRect/>
          </a:stretch>
        </p:blipFill>
        <p:spPr>
          <a:xfrm>
            <a:off x="3001391" y="2626486"/>
            <a:ext cx="1686521" cy="280415"/>
          </a:xfrm>
          <a:prstGeom prst="rect">
            <a:avLst/>
          </a:prstGeom>
        </p:spPr>
      </p:pic>
      <p:sp>
        <p:nvSpPr>
          <p:cNvPr id="32" name="object 32"/>
          <p:cNvSpPr txBox="1"/>
          <p:nvPr/>
        </p:nvSpPr>
        <p:spPr>
          <a:xfrm>
            <a:off x="743508" y="2514117"/>
            <a:ext cx="5379085" cy="778510"/>
          </a:xfrm>
          <a:prstGeom prst="rect">
            <a:avLst/>
          </a:prstGeom>
        </p:spPr>
        <p:txBody>
          <a:bodyPr vert="horz" wrap="square" lIns="0" tIns="99695" rIns="0" bIns="0" rtlCol="0">
            <a:spAutoFit/>
          </a:bodyPr>
          <a:lstStyle/>
          <a:p>
            <a:pPr marL="240665" indent="-227965">
              <a:lnSpc>
                <a:spcPct val="100000"/>
              </a:lnSpc>
              <a:spcBef>
                <a:spcPts val="785"/>
              </a:spcBef>
              <a:buClr>
                <a:srgbClr val="006F57"/>
              </a:buClr>
              <a:buSzPct val="73684"/>
              <a:buFont typeface="Wingdings"/>
              <a:buChar char=""/>
              <a:tabLst>
                <a:tab pos="240665" algn="l"/>
                <a:tab pos="3920490" algn="l"/>
              </a:tabLst>
            </a:pPr>
            <a:r>
              <a:rPr sz="1900" spc="114" dirty="0">
                <a:solidFill>
                  <a:srgbClr val="252525"/>
                </a:solidFill>
                <a:latin typeface="Cambria"/>
                <a:cs typeface="Cambria"/>
              </a:rPr>
              <a:t>Another</a:t>
            </a:r>
            <a:r>
              <a:rPr sz="1900" spc="385" dirty="0">
                <a:solidFill>
                  <a:srgbClr val="252525"/>
                </a:solidFill>
                <a:latin typeface="Cambria"/>
                <a:cs typeface="Cambria"/>
              </a:rPr>
              <a:t> </a:t>
            </a:r>
            <a:r>
              <a:rPr sz="1900" spc="100" dirty="0">
                <a:solidFill>
                  <a:srgbClr val="252525"/>
                </a:solidFill>
                <a:latin typeface="Cambria"/>
                <a:cs typeface="Cambria"/>
              </a:rPr>
              <a:t>type</a:t>
            </a:r>
            <a:r>
              <a:rPr sz="1900" spc="390" dirty="0">
                <a:solidFill>
                  <a:srgbClr val="252525"/>
                </a:solidFill>
                <a:latin typeface="Cambria"/>
                <a:cs typeface="Cambria"/>
              </a:rPr>
              <a:t> </a:t>
            </a:r>
            <a:r>
              <a:rPr sz="1900" spc="125" dirty="0">
                <a:solidFill>
                  <a:srgbClr val="252525"/>
                </a:solidFill>
                <a:latin typeface="Cambria"/>
                <a:cs typeface="Cambria"/>
              </a:rPr>
              <a:t>of</a:t>
            </a:r>
            <a:r>
              <a:rPr sz="1900" dirty="0">
                <a:solidFill>
                  <a:srgbClr val="252525"/>
                </a:solidFill>
                <a:latin typeface="Cambria"/>
                <a:cs typeface="Cambria"/>
              </a:rPr>
              <a:t>	</a:t>
            </a:r>
            <a:r>
              <a:rPr sz="1900" spc="95" dirty="0">
                <a:solidFill>
                  <a:srgbClr val="252525"/>
                </a:solidFill>
                <a:latin typeface="Cambria"/>
                <a:cs typeface="Cambria"/>
              </a:rPr>
              <a:t>is</a:t>
            </a:r>
            <a:r>
              <a:rPr sz="1900" spc="365" dirty="0">
                <a:solidFill>
                  <a:srgbClr val="252525"/>
                </a:solidFill>
                <a:latin typeface="Cambria"/>
                <a:cs typeface="Cambria"/>
              </a:rPr>
              <a:t> </a:t>
            </a:r>
            <a:r>
              <a:rPr sz="1900" spc="120" dirty="0">
                <a:solidFill>
                  <a:srgbClr val="252525"/>
                </a:solidFill>
                <a:latin typeface="Cambria"/>
                <a:cs typeface="Cambria"/>
              </a:rPr>
              <a:t>about</a:t>
            </a:r>
            <a:r>
              <a:rPr sz="1900" spc="370" dirty="0">
                <a:solidFill>
                  <a:srgbClr val="252525"/>
                </a:solidFill>
                <a:latin typeface="Cambria"/>
                <a:cs typeface="Cambria"/>
              </a:rPr>
              <a:t> </a:t>
            </a:r>
            <a:r>
              <a:rPr sz="1900" spc="85" dirty="0">
                <a:solidFill>
                  <a:srgbClr val="252525"/>
                </a:solidFill>
                <a:latin typeface="Cambria"/>
                <a:cs typeface="Cambria"/>
              </a:rPr>
              <a:t>the</a:t>
            </a:r>
            <a:endParaRPr sz="1900">
              <a:latin typeface="Cambria"/>
              <a:cs typeface="Cambria"/>
            </a:endParaRPr>
          </a:p>
          <a:p>
            <a:pPr marL="1643380">
              <a:lnSpc>
                <a:spcPct val="100000"/>
              </a:lnSpc>
              <a:spcBef>
                <a:spcPts val="680"/>
              </a:spcBef>
            </a:pPr>
            <a:r>
              <a:rPr sz="1900" spc="60" dirty="0">
                <a:solidFill>
                  <a:srgbClr val="252525"/>
                </a:solidFill>
                <a:latin typeface="Cambria"/>
                <a:cs typeface="Cambria"/>
              </a:rPr>
              <a:t>.</a:t>
            </a:r>
            <a:endParaRPr sz="1900">
              <a:latin typeface="Cambria"/>
              <a:cs typeface="Cambria"/>
            </a:endParaRPr>
          </a:p>
        </p:txBody>
      </p:sp>
      <p:grpSp>
        <p:nvGrpSpPr>
          <p:cNvPr id="33" name="object 33"/>
          <p:cNvGrpSpPr/>
          <p:nvPr/>
        </p:nvGrpSpPr>
        <p:grpSpPr>
          <a:xfrm>
            <a:off x="2775839" y="3634104"/>
            <a:ext cx="6061710" cy="280670"/>
            <a:chOff x="2775839" y="3634104"/>
            <a:chExt cx="6061710" cy="280670"/>
          </a:xfrm>
        </p:grpSpPr>
        <p:pic>
          <p:nvPicPr>
            <p:cNvPr id="34" name="object 34"/>
            <p:cNvPicPr/>
            <p:nvPr/>
          </p:nvPicPr>
          <p:blipFill>
            <a:blip r:embed="rId20" cstate="print"/>
            <a:stretch>
              <a:fillRect/>
            </a:stretch>
          </p:blipFill>
          <p:spPr>
            <a:xfrm>
              <a:off x="2775839" y="3634104"/>
              <a:ext cx="222504" cy="280416"/>
            </a:xfrm>
            <a:prstGeom prst="rect">
              <a:avLst/>
            </a:prstGeom>
          </p:spPr>
        </p:pic>
        <p:pic>
          <p:nvPicPr>
            <p:cNvPr id="35" name="object 35"/>
            <p:cNvPicPr/>
            <p:nvPr/>
          </p:nvPicPr>
          <p:blipFill>
            <a:blip r:embed="rId21" cstate="print"/>
            <a:stretch>
              <a:fillRect/>
            </a:stretch>
          </p:blipFill>
          <p:spPr>
            <a:xfrm>
              <a:off x="2887091" y="3634104"/>
              <a:ext cx="659130" cy="280416"/>
            </a:xfrm>
            <a:prstGeom prst="rect">
              <a:avLst/>
            </a:prstGeom>
          </p:spPr>
        </p:pic>
        <p:pic>
          <p:nvPicPr>
            <p:cNvPr id="36" name="object 36"/>
            <p:cNvPicPr/>
            <p:nvPr/>
          </p:nvPicPr>
          <p:blipFill>
            <a:blip r:embed="rId22" cstate="print"/>
            <a:stretch>
              <a:fillRect/>
            </a:stretch>
          </p:blipFill>
          <p:spPr>
            <a:xfrm>
              <a:off x="3414395" y="3634104"/>
              <a:ext cx="222503" cy="280416"/>
            </a:xfrm>
            <a:prstGeom prst="rect">
              <a:avLst/>
            </a:prstGeom>
          </p:spPr>
        </p:pic>
        <p:pic>
          <p:nvPicPr>
            <p:cNvPr id="37" name="object 37"/>
            <p:cNvPicPr/>
            <p:nvPr/>
          </p:nvPicPr>
          <p:blipFill>
            <a:blip r:embed="rId23" cstate="print"/>
            <a:stretch>
              <a:fillRect/>
            </a:stretch>
          </p:blipFill>
          <p:spPr>
            <a:xfrm>
              <a:off x="3525647" y="3634104"/>
              <a:ext cx="128015" cy="280416"/>
            </a:xfrm>
            <a:prstGeom prst="rect">
              <a:avLst/>
            </a:prstGeom>
          </p:spPr>
        </p:pic>
        <p:pic>
          <p:nvPicPr>
            <p:cNvPr id="38" name="object 38"/>
            <p:cNvPicPr/>
            <p:nvPr/>
          </p:nvPicPr>
          <p:blipFill>
            <a:blip r:embed="rId24" cstate="print"/>
            <a:stretch>
              <a:fillRect/>
            </a:stretch>
          </p:blipFill>
          <p:spPr>
            <a:xfrm>
              <a:off x="3690239" y="3634104"/>
              <a:ext cx="225551" cy="280416"/>
            </a:xfrm>
            <a:prstGeom prst="rect">
              <a:avLst/>
            </a:prstGeom>
          </p:spPr>
        </p:pic>
        <p:pic>
          <p:nvPicPr>
            <p:cNvPr id="39" name="object 39"/>
            <p:cNvPicPr/>
            <p:nvPr/>
          </p:nvPicPr>
          <p:blipFill>
            <a:blip r:embed="rId25" cstate="print"/>
            <a:stretch>
              <a:fillRect/>
            </a:stretch>
          </p:blipFill>
          <p:spPr>
            <a:xfrm>
              <a:off x="3803015" y="3634104"/>
              <a:ext cx="907135" cy="280416"/>
            </a:xfrm>
            <a:prstGeom prst="rect">
              <a:avLst/>
            </a:prstGeom>
          </p:spPr>
        </p:pic>
        <p:pic>
          <p:nvPicPr>
            <p:cNvPr id="40" name="object 40"/>
            <p:cNvPicPr/>
            <p:nvPr/>
          </p:nvPicPr>
          <p:blipFill>
            <a:blip r:embed="rId22" cstate="print"/>
            <a:stretch>
              <a:fillRect/>
            </a:stretch>
          </p:blipFill>
          <p:spPr>
            <a:xfrm>
              <a:off x="4580509" y="3634104"/>
              <a:ext cx="222503" cy="280416"/>
            </a:xfrm>
            <a:prstGeom prst="rect">
              <a:avLst/>
            </a:prstGeom>
          </p:spPr>
        </p:pic>
        <p:pic>
          <p:nvPicPr>
            <p:cNvPr id="41" name="object 41"/>
            <p:cNvPicPr/>
            <p:nvPr/>
          </p:nvPicPr>
          <p:blipFill>
            <a:blip r:embed="rId23" cstate="print"/>
            <a:stretch>
              <a:fillRect/>
            </a:stretch>
          </p:blipFill>
          <p:spPr>
            <a:xfrm>
              <a:off x="4691761" y="3634104"/>
              <a:ext cx="128015" cy="280416"/>
            </a:xfrm>
            <a:prstGeom prst="rect">
              <a:avLst/>
            </a:prstGeom>
          </p:spPr>
        </p:pic>
        <p:pic>
          <p:nvPicPr>
            <p:cNvPr id="42" name="object 42"/>
            <p:cNvPicPr/>
            <p:nvPr/>
          </p:nvPicPr>
          <p:blipFill>
            <a:blip r:embed="rId20" cstate="print"/>
            <a:stretch>
              <a:fillRect/>
            </a:stretch>
          </p:blipFill>
          <p:spPr>
            <a:xfrm>
              <a:off x="4857877" y="3634104"/>
              <a:ext cx="222503" cy="280416"/>
            </a:xfrm>
            <a:prstGeom prst="rect">
              <a:avLst/>
            </a:prstGeom>
          </p:spPr>
        </p:pic>
        <p:pic>
          <p:nvPicPr>
            <p:cNvPr id="43" name="object 43"/>
            <p:cNvPicPr/>
            <p:nvPr/>
          </p:nvPicPr>
          <p:blipFill>
            <a:blip r:embed="rId26" cstate="print"/>
            <a:stretch>
              <a:fillRect/>
            </a:stretch>
          </p:blipFill>
          <p:spPr>
            <a:xfrm>
              <a:off x="4969129" y="3634104"/>
              <a:ext cx="947674" cy="280416"/>
            </a:xfrm>
            <a:prstGeom prst="rect">
              <a:avLst/>
            </a:prstGeom>
          </p:spPr>
        </p:pic>
        <p:pic>
          <p:nvPicPr>
            <p:cNvPr id="44" name="object 44"/>
            <p:cNvPicPr/>
            <p:nvPr/>
          </p:nvPicPr>
          <p:blipFill>
            <a:blip r:embed="rId22" cstate="print"/>
            <a:stretch>
              <a:fillRect/>
            </a:stretch>
          </p:blipFill>
          <p:spPr>
            <a:xfrm>
              <a:off x="5781421" y="3634104"/>
              <a:ext cx="222503" cy="280416"/>
            </a:xfrm>
            <a:prstGeom prst="rect">
              <a:avLst/>
            </a:prstGeom>
          </p:spPr>
        </p:pic>
        <p:pic>
          <p:nvPicPr>
            <p:cNvPr id="45" name="object 45"/>
            <p:cNvPicPr/>
            <p:nvPr/>
          </p:nvPicPr>
          <p:blipFill>
            <a:blip r:embed="rId23" cstate="print"/>
            <a:stretch>
              <a:fillRect/>
            </a:stretch>
          </p:blipFill>
          <p:spPr>
            <a:xfrm>
              <a:off x="5892673" y="3634104"/>
              <a:ext cx="128015" cy="280416"/>
            </a:xfrm>
            <a:prstGeom prst="rect">
              <a:avLst/>
            </a:prstGeom>
          </p:spPr>
        </p:pic>
        <p:pic>
          <p:nvPicPr>
            <p:cNvPr id="46" name="object 46"/>
            <p:cNvPicPr/>
            <p:nvPr/>
          </p:nvPicPr>
          <p:blipFill>
            <a:blip r:embed="rId20" cstate="print"/>
            <a:stretch>
              <a:fillRect/>
            </a:stretch>
          </p:blipFill>
          <p:spPr>
            <a:xfrm>
              <a:off x="6057265" y="3634104"/>
              <a:ext cx="222503" cy="280416"/>
            </a:xfrm>
            <a:prstGeom prst="rect">
              <a:avLst/>
            </a:prstGeom>
          </p:spPr>
        </p:pic>
        <p:pic>
          <p:nvPicPr>
            <p:cNvPr id="47" name="object 47"/>
            <p:cNvPicPr/>
            <p:nvPr/>
          </p:nvPicPr>
          <p:blipFill>
            <a:blip r:embed="rId27" cstate="print"/>
            <a:stretch>
              <a:fillRect/>
            </a:stretch>
          </p:blipFill>
          <p:spPr>
            <a:xfrm>
              <a:off x="6168517" y="3634104"/>
              <a:ext cx="772121" cy="280416"/>
            </a:xfrm>
            <a:prstGeom prst="rect">
              <a:avLst/>
            </a:prstGeom>
          </p:spPr>
        </p:pic>
        <p:pic>
          <p:nvPicPr>
            <p:cNvPr id="48" name="object 48"/>
            <p:cNvPicPr/>
            <p:nvPr/>
          </p:nvPicPr>
          <p:blipFill>
            <a:blip r:embed="rId28" cstate="print"/>
            <a:stretch>
              <a:fillRect/>
            </a:stretch>
          </p:blipFill>
          <p:spPr>
            <a:xfrm>
              <a:off x="6812026" y="3634104"/>
              <a:ext cx="831087" cy="280416"/>
            </a:xfrm>
            <a:prstGeom prst="rect">
              <a:avLst/>
            </a:prstGeom>
          </p:spPr>
        </p:pic>
        <p:pic>
          <p:nvPicPr>
            <p:cNvPr id="49" name="object 49"/>
            <p:cNvPicPr/>
            <p:nvPr/>
          </p:nvPicPr>
          <p:blipFill>
            <a:blip r:embed="rId20" cstate="print"/>
            <a:stretch>
              <a:fillRect/>
            </a:stretch>
          </p:blipFill>
          <p:spPr>
            <a:xfrm>
              <a:off x="7589266" y="3634104"/>
              <a:ext cx="222503" cy="280416"/>
            </a:xfrm>
            <a:prstGeom prst="rect">
              <a:avLst/>
            </a:prstGeom>
          </p:spPr>
        </p:pic>
        <p:pic>
          <p:nvPicPr>
            <p:cNvPr id="50" name="object 50"/>
            <p:cNvPicPr/>
            <p:nvPr/>
          </p:nvPicPr>
          <p:blipFill>
            <a:blip r:embed="rId29" cstate="print"/>
            <a:stretch>
              <a:fillRect/>
            </a:stretch>
          </p:blipFill>
          <p:spPr>
            <a:xfrm>
              <a:off x="7700517" y="3634104"/>
              <a:ext cx="1045032" cy="280416"/>
            </a:xfrm>
            <a:prstGeom prst="rect">
              <a:avLst/>
            </a:prstGeom>
          </p:spPr>
        </p:pic>
        <p:pic>
          <p:nvPicPr>
            <p:cNvPr id="51" name="object 51"/>
            <p:cNvPicPr/>
            <p:nvPr/>
          </p:nvPicPr>
          <p:blipFill>
            <a:blip r:embed="rId22" cstate="print"/>
            <a:stretch>
              <a:fillRect/>
            </a:stretch>
          </p:blipFill>
          <p:spPr>
            <a:xfrm>
              <a:off x="8614917" y="3634104"/>
              <a:ext cx="222503" cy="280416"/>
            </a:xfrm>
            <a:prstGeom prst="rect">
              <a:avLst/>
            </a:prstGeom>
          </p:spPr>
        </p:pic>
      </p:grpSp>
      <p:sp>
        <p:nvSpPr>
          <p:cNvPr id="52" name="object 52"/>
          <p:cNvSpPr txBox="1"/>
          <p:nvPr/>
        </p:nvSpPr>
        <p:spPr>
          <a:xfrm>
            <a:off x="8814307" y="3609213"/>
            <a:ext cx="2002789" cy="314960"/>
          </a:xfrm>
          <a:prstGeom prst="rect">
            <a:avLst/>
          </a:prstGeom>
        </p:spPr>
        <p:txBody>
          <a:bodyPr vert="horz" wrap="square" lIns="0" tIns="12065" rIns="0" bIns="0" rtlCol="0">
            <a:spAutoFit/>
          </a:bodyPr>
          <a:lstStyle/>
          <a:p>
            <a:pPr marL="12700">
              <a:lnSpc>
                <a:spcPct val="100000"/>
              </a:lnSpc>
              <a:spcBef>
                <a:spcPts val="95"/>
              </a:spcBef>
            </a:pPr>
            <a:r>
              <a:rPr sz="1900" spc="75" dirty="0">
                <a:latin typeface="Cambria"/>
                <a:cs typeface="Cambria"/>
              </a:rPr>
              <a:t>are</a:t>
            </a:r>
            <a:r>
              <a:rPr sz="1900" spc="375" dirty="0">
                <a:latin typeface="Cambria"/>
                <a:cs typeface="Cambria"/>
              </a:rPr>
              <a:t> </a:t>
            </a:r>
            <a:r>
              <a:rPr sz="1900" spc="100" dirty="0">
                <a:latin typeface="Cambria"/>
                <a:cs typeface="Cambria"/>
              </a:rPr>
              <a:t>the</a:t>
            </a:r>
            <a:r>
              <a:rPr sz="1900" spc="385" dirty="0">
                <a:latin typeface="Cambria"/>
                <a:cs typeface="Cambria"/>
              </a:rPr>
              <a:t> </a:t>
            </a:r>
            <a:r>
              <a:rPr sz="1900" spc="100" dirty="0">
                <a:latin typeface="Cambria"/>
                <a:cs typeface="Cambria"/>
              </a:rPr>
              <a:t>different</a:t>
            </a:r>
            <a:endParaRPr sz="1900">
              <a:latin typeface="Cambria"/>
              <a:cs typeface="Cambria"/>
            </a:endParaRPr>
          </a:p>
        </p:txBody>
      </p:sp>
      <p:sp>
        <p:nvSpPr>
          <p:cNvPr id="53" name="object 53"/>
          <p:cNvSpPr txBox="1"/>
          <p:nvPr/>
        </p:nvSpPr>
        <p:spPr>
          <a:xfrm>
            <a:off x="743508" y="3521735"/>
            <a:ext cx="2855595" cy="778510"/>
          </a:xfrm>
          <a:prstGeom prst="rect">
            <a:avLst/>
          </a:prstGeom>
        </p:spPr>
        <p:txBody>
          <a:bodyPr vert="horz" wrap="square" lIns="0" tIns="99695" rIns="0" bIns="0" rtlCol="0">
            <a:spAutoFit/>
          </a:bodyPr>
          <a:lstStyle/>
          <a:p>
            <a:pPr marL="240665" indent="-227965">
              <a:lnSpc>
                <a:spcPct val="100000"/>
              </a:lnSpc>
              <a:spcBef>
                <a:spcPts val="785"/>
              </a:spcBef>
              <a:buClr>
                <a:srgbClr val="006F57"/>
              </a:buClr>
              <a:buSzPct val="73684"/>
              <a:buFont typeface="Wingdings"/>
              <a:buChar char=""/>
              <a:tabLst>
                <a:tab pos="240665" algn="l"/>
              </a:tabLst>
            </a:pPr>
            <a:r>
              <a:rPr sz="1900" spc="55" dirty="0">
                <a:solidFill>
                  <a:srgbClr val="252525"/>
                </a:solidFill>
                <a:latin typeface="Cambria"/>
                <a:cs typeface="Cambria"/>
              </a:rPr>
              <a:t>For</a:t>
            </a:r>
            <a:r>
              <a:rPr sz="1900" spc="370" dirty="0">
                <a:solidFill>
                  <a:srgbClr val="252525"/>
                </a:solidFill>
                <a:latin typeface="Cambria"/>
                <a:cs typeface="Cambria"/>
              </a:rPr>
              <a:t> </a:t>
            </a:r>
            <a:r>
              <a:rPr sz="1900" spc="114" dirty="0">
                <a:solidFill>
                  <a:srgbClr val="252525"/>
                </a:solidFill>
                <a:latin typeface="Cambria"/>
                <a:cs typeface="Cambria"/>
              </a:rPr>
              <a:t>example</a:t>
            </a:r>
            <a:r>
              <a:rPr sz="1900" spc="425" dirty="0">
                <a:solidFill>
                  <a:srgbClr val="252525"/>
                </a:solidFill>
                <a:latin typeface="Cambria"/>
                <a:cs typeface="Cambria"/>
              </a:rPr>
              <a:t> </a:t>
            </a:r>
            <a:r>
              <a:rPr sz="1900" spc="185" dirty="0">
                <a:solidFill>
                  <a:srgbClr val="252525"/>
                </a:solidFill>
                <a:latin typeface="Trebuchet MS"/>
                <a:cs typeface="Trebuchet MS"/>
              </a:rPr>
              <a:t>–</a:t>
            </a:r>
            <a:endParaRPr sz="1900">
              <a:latin typeface="Trebuchet MS"/>
              <a:cs typeface="Trebuchet MS"/>
            </a:endParaRPr>
          </a:p>
          <a:p>
            <a:pPr marL="241300">
              <a:lnSpc>
                <a:spcPct val="100000"/>
              </a:lnSpc>
              <a:spcBef>
                <a:spcPts val="680"/>
              </a:spcBef>
            </a:pPr>
            <a:r>
              <a:rPr sz="1900" spc="85" dirty="0">
                <a:latin typeface="Cambria"/>
                <a:cs typeface="Cambria"/>
              </a:rPr>
              <a:t>variations</a:t>
            </a:r>
            <a:r>
              <a:rPr sz="1900" spc="225" dirty="0">
                <a:latin typeface="Cambria"/>
                <a:cs typeface="Cambria"/>
              </a:rPr>
              <a:t> </a:t>
            </a:r>
            <a:r>
              <a:rPr sz="1900" spc="150" dirty="0">
                <a:latin typeface="Cambria"/>
                <a:cs typeface="Cambria"/>
              </a:rPr>
              <a:t>of</a:t>
            </a:r>
            <a:r>
              <a:rPr sz="1900" spc="175" dirty="0">
                <a:latin typeface="Cambria"/>
                <a:cs typeface="Cambria"/>
              </a:rPr>
              <a:t> </a:t>
            </a:r>
            <a:r>
              <a:rPr sz="1900" spc="100" dirty="0">
                <a:latin typeface="Cambria"/>
                <a:cs typeface="Cambria"/>
              </a:rPr>
              <a:t>the</a:t>
            </a:r>
            <a:r>
              <a:rPr sz="1900" spc="175" dirty="0">
                <a:latin typeface="Cambria"/>
                <a:cs typeface="Cambria"/>
              </a:rPr>
              <a:t> </a:t>
            </a:r>
            <a:r>
              <a:rPr sz="1900" spc="60" dirty="0">
                <a:latin typeface="Cambria"/>
                <a:cs typeface="Cambria"/>
              </a:rPr>
              <a:t>word</a:t>
            </a:r>
            <a:endParaRPr sz="1900">
              <a:latin typeface="Cambria"/>
              <a:cs typeface="Cambria"/>
            </a:endParaRPr>
          </a:p>
        </p:txBody>
      </p:sp>
      <p:grpSp>
        <p:nvGrpSpPr>
          <p:cNvPr id="54" name="object 54"/>
          <p:cNvGrpSpPr/>
          <p:nvPr/>
        </p:nvGrpSpPr>
        <p:grpSpPr>
          <a:xfrm>
            <a:off x="3664330" y="4010533"/>
            <a:ext cx="1070610" cy="280670"/>
            <a:chOff x="3664330" y="4010533"/>
            <a:chExt cx="1070610" cy="280670"/>
          </a:xfrm>
        </p:grpSpPr>
        <p:pic>
          <p:nvPicPr>
            <p:cNvPr id="55" name="object 55"/>
            <p:cNvPicPr/>
            <p:nvPr/>
          </p:nvPicPr>
          <p:blipFill>
            <a:blip r:embed="rId30" cstate="print"/>
            <a:stretch>
              <a:fillRect/>
            </a:stretch>
          </p:blipFill>
          <p:spPr>
            <a:xfrm>
              <a:off x="3664330" y="4010533"/>
              <a:ext cx="240791" cy="280415"/>
            </a:xfrm>
            <a:prstGeom prst="rect">
              <a:avLst/>
            </a:prstGeom>
          </p:spPr>
        </p:pic>
        <p:pic>
          <p:nvPicPr>
            <p:cNvPr id="56" name="object 56"/>
            <p:cNvPicPr/>
            <p:nvPr/>
          </p:nvPicPr>
          <p:blipFill>
            <a:blip r:embed="rId31" cstate="print"/>
            <a:stretch>
              <a:fillRect/>
            </a:stretch>
          </p:blipFill>
          <p:spPr>
            <a:xfrm>
              <a:off x="3859402" y="4010533"/>
              <a:ext cx="222503" cy="280415"/>
            </a:xfrm>
            <a:prstGeom prst="rect">
              <a:avLst/>
            </a:prstGeom>
          </p:spPr>
        </p:pic>
        <p:pic>
          <p:nvPicPr>
            <p:cNvPr id="57" name="object 57"/>
            <p:cNvPicPr/>
            <p:nvPr/>
          </p:nvPicPr>
          <p:blipFill>
            <a:blip r:embed="rId32" cstate="print"/>
            <a:stretch>
              <a:fillRect/>
            </a:stretch>
          </p:blipFill>
          <p:spPr>
            <a:xfrm>
              <a:off x="3970654" y="4010533"/>
              <a:ext cx="655701" cy="280415"/>
            </a:xfrm>
            <a:prstGeom prst="rect">
              <a:avLst/>
            </a:prstGeom>
          </p:spPr>
        </p:pic>
        <p:pic>
          <p:nvPicPr>
            <p:cNvPr id="58" name="object 58"/>
            <p:cNvPicPr/>
            <p:nvPr/>
          </p:nvPicPr>
          <p:blipFill>
            <a:blip r:embed="rId33" cstate="print"/>
            <a:stretch>
              <a:fillRect/>
            </a:stretch>
          </p:blipFill>
          <p:spPr>
            <a:xfrm>
              <a:off x="4495164" y="4010533"/>
              <a:ext cx="222503" cy="280415"/>
            </a:xfrm>
            <a:prstGeom prst="rect">
              <a:avLst/>
            </a:prstGeom>
          </p:spPr>
        </p:pic>
        <p:pic>
          <p:nvPicPr>
            <p:cNvPr id="59" name="object 59"/>
            <p:cNvPicPr/>
            <p:nvPr/>
          </p:nvPicPr>
          <p:blipFill>
            <a:blip r:embed="rId34" cstate="print"/>
            <a:stretch>
              <a:fillRect/>
            </a:stretch>
          </p:blipFill>
          <p:spPr>
            <a:xfrm>
              <a:off x="4606416" y="4010533"/>
              <a:ext cx="128015" cy="280415"/>
            </a:xfrm>
            <a:prstGeom prst="rect">
              <a:avLst/>
            </a:prstGeom>
          </p:spPr>
        </p:pic>
      </p:grpSp>
      <p:sp>
        <p:nvSpPr>
          <p:cNvPr id="60" name="object 60"/>
          <p:cNvSpPr txBox="1"/>
          <p:nvPr/>
        </p:nvSpPr>
        <p:spPr>
          <a:xfrm>
            <a:off x="743508" y="4615053"/>
            <a:ext cx="1736725" cy="314960"/>
          </a:xfrm>
          <a:prstGeom prst="rect">
            <a:avLst/>
          </a:prstGeom>
        </p:spPr>
        <p:txBody>
          <a:bodyPr vert="horz" wrap="square" lIns="0" tIns="12065" rIns="0" bIns="0" rtlCol="0">
            <a:spAutoFit/>
          </a:bodyPr>
          <a:lstStyle/>
          <a:p>
            <a:pPr marL="240665" indent="-227965">
              <a:lnSpc>
                <a:spcPct val="100000"/>
              </a:lnSpc>
              <a:spcBef>
                <a:spcPts val="95"/>
              </a:spcBef>
              <a:buClr>
                <a:srgbClr val="006F57"/>
              </a:buClr>
              <a:buSzPct val="73684"/>
              <a:buFont typeface="Wingdings"/>
              <a:buChar char=""/>
              <a:tabLst>
                <a:tab pos="240665" algn="l"/>
              </a:tabLst>
            </a:pPr>
            <a:r>
              <a:rPr sz="1900" spc="130" dirty="0">
                <a:solidFill>
                  <a:srgbClr val="252525"/>
                </a:solidFill>
                <a:latin typeface="Cambria"/>
                <a:cs typeface="Cambria"/>
              </a:rPr>
              <a:t>Though</a:t>
            </a:r>
            <a:r>
              <a:rPr sz="1900" spc="190" dirty="0">
                <a:solidFill>
                  <a:srgbClr val="252525"/>
                </a:solidFill>
                <a:latin typeface="Cambria"/>
                <a:cs typeface="Cambria"/>
              </a:rPr>
              <a:t> </a:t>
            </a:r>
            <a:r>
              <a:rPr sz="1900" spc="75" dirty="0">
                <a:solidFill>
                  <a:srgbClr val="252525"/>
                </a:solidFill>
                <a:latin typeface="Cambria"/>
                <a:cs typeface="Cambria"/>
              </a:rPr>
              <a:t>they</a:t>
            </a:r>
            <a:endParaRPr sz="1900">
              <a:latin typeface="Cambria"/>
              <a:cs typeface="Cambria"/>
            </a:endParaRPr>
          </a:p>
        </p:txBody>
      </p:sp>
      <p:sp>
        <p:nvSpPr>
          <p:cNvPr id="61" name="object 61"/>
          <p:cNvSpPr txBox="1"/>
          <p:nvPr/>
        </p:nvSpPr>
        <p:spPr>
          <a:xfrm>
            <a:off x="4413884" y="4615053"/>
            <a:ext cx="419734" cy="314960"/>
          </a:xfrm>
          <a:prstGeom prst="rect">
            <a:avLst/>
          </a:prstGeom>
        </p:spPr>
        <p:txBody>
          <a:bodyPr vert="horz" wrap="square" lIns="0" tIns="12065" rIns="0" bIns="0" rtlCol="0">
            <a:spAutoFit/>
          </a:bodyPr>
          <a:lstStyle/>
          <a:p>
            <a:pPr marL="12700">
              <a:lnSpc>
                <a:spcPct val="100000"/>
              </a:lnSpc>
              <a:spcBef>
                <a:spcPts val="95"/>
              </a:spcBef>
            </a:pPr>
            <a:r>
              <a:rPr sz="1900" spc="90" dirty="0">
                <a:solidFill>
                  <a:srgbClr val="252525"/>
                </a:solidFill>
                <a:latin typeface="Cambria"/>
                <a:cs typeface="Cambria"/>
              </a:rPr>
              <a:t>but</a:t>
            </a:r>
            <a:endParaRPr sz="1900">
              <a:latin typeface="Cambria"/>
              <a:cs typeface="Cambria"/>
            </a:endParaRPr>
          </a:p>
        </p:txBody>
      </p:sp>
      <p:sp>
        <p:nvSpPr>
          <p:cNvPr id="62" name="object 62"/>
          <p:cNvSpPr txBox="1"/>
          <p:nvPr/>
        </p:nvSpPr>
        <p:spPr>
          <a:xfrm>
            <a:off x="8146542" y="4615053"/>
            <a:ext cx="89535" cy="314960"/>
          </a:xfrm>
          <a:prstGeom prst="rect">
            <a:avLst/>
          </a:prstGeom>
        </p:spPr>
        <p:txBody>
          <a:bodyPr vert="horz" wrap="square" lIns="0" tIns="12065" rIns="0" bIns="0" rtlCol="0">
            <a:spAutoFit/>
          </a:bodyPr>
          <a:lstStyle/>
          <a:p>
            <a:pPr marL="12700">
              <a:lnSpc>
                <a:spcPct val="100000"/>
              </a:lnSpc>
              <a:spcBef>
                <a:spcPts val="95"/>
              </a:spcBef>
            </a:pPr>
            <a:r>
              <a:rPr sz="1900" spc="60" dirty="0">
                <a:solidFill>
                  <a:srgbClr val="252525"/>
                </a:solidFill>
                <a:latin typeface="Cambria"/>
                <a:cs typeface="Cambria"/>
              </a:rPr>
              <a:t>.</a:t>
            </a:r>
            <a:endParaRPr sz="1900">
              <a:latin typeface="Cambria"/>
              <a:cs typeface="Cambria"/>
            </a:endParaRPr>
          </a:p>
        </p:txBody>
      </p:sp>
      <p:sp>
        <p:nvSpPr>
          <p:cNvPr id="63" name="object 63"/>
          <p:cNvSpPr txBox="1"/>
          <p:nvPr/>
        </p:nvSpPr>
        <p:spPr>
          <a:xfrm>
            <a:off x="743508" y="5305805"/>
            <a:ext cx="161290" cy="243204"/>
          </a:xfrm>
          <a:prstGeom prst="rect">
            <a:avLst/>
          </a:prstGeom>
        </p:spPr>
        <p:txBody>
          <a:bodyPr vert="horz" wrap="square" lIns="0" tIns="15875" rIns="0" bIns="0" rtlCol="0">
            <a:spAutoFit/>
          </a:bodyPr>
          <a:lstStyle/>
          <a:p>
            <a:pPr marL="12700">
              <a:lnSpc>
                <a:spcPct val="100000"/>
              </a:lnSpc>
              <a:spcBef>
                <a:spcPts val="125"/>
              </a:spcBef>
            </a:pPr>
            <a:r>
              <a:rPr sz="1400" spc="-50" dirty="0">
                <a:solidFill>
                  <a:srgbClr val="006F57"/>
                </a:solidFill>
                <a:latin typeface="Wingdings"/>
                <a:cs typeface="Wingdings"/>
              </a:rPr>
              <a:t></a:t>
            </a:r>
            <a:endParaRPr sz="1400">
              <a:latin typeface="Wingdings"/>
              <a:cs typeface="Wingdings"/>
            </a:endParaRPr>
          </a:p>
        </p:txBody>
      </p:sp>
      <p:grpSp>
        <p:nvGrpSpPr>
          <p:cNvPr id="64" name="object 64"/>
          <p:cNvGrpSpPr/>
          <p:nvPr/>
        </p:nvGrpSpPr>
        <p:grpSpPr>
          <a:xfrm>
            <a:off x="984808" y="5271261"/>
            <a:ext cx="9936480" cy="280670"/>
            <a:chOff x="984808" y="5271261"/>
            <a:chExt cx="9936480" cy="280670"/>
          </a:xfrm>
        </p:grpSpPr>
        <p:pic>
          <p:nvPicPr>
            <p:cNvPr id="65" name="object 65"/>
            <p:cNvPicPr/>
            <p:nvPr/>
          </p:nvPicPr>
          <p:blipFill>
            <a:blip r:embed="rId35" cstate="print"/>
            <a:stretch>
              <a:fillRect/>
            </a:stretch>
          </p:blipFill>
          <p:spPr>
            <a:xfrm>
              <a:off x="984808" y="5271261"/>
              <a:ext cx="617728" cy="280416"/>
            </a:xfrm>
            <a:prstGeom prst="rect">
              <a:avLst/>
            </a:prstGeom>
          </p:spPr>
        </p:pic>
        <p:pic>
          <p:nvPicPr>
            <p:cNvPr id="66" name="object 66"/>
            <p:cNvPicPr/>
            <p:nvPr/>
          </p:nvPicPr>
          <p:blipFill>
            <a:blip r:embed="rId36" cstate="print"/>
            <a:stretch>
              <a:fillRect/>
            </a:stretch>
          </p:blipFill>
          <p:spPr>
            <a:xfrm>
              <a:off x="1545589" y="5271261"/>
              <a:ext cx="4610735" cy="280416"/>
            </a:xfrm>
            <a:prstGeom prst="rect">
              <a:avLst/>
            </a:prstGeom>
          </p:spPr>
        </p:pic>
        <p:pic>
          <p:nvPicPr>
            <p:cNvPr id="67" name="object 67"/>
            <p:cNvPicPr/>
            <p:nvPr/>
          </p:nvPicPr>
          <p:blipFill>
            <a:blip r:embed="rId3" cstate="print"/>
            <a:stretch>
              <a:fillRect/>
            </a:stretch>
          </p:blipFill>
          <p:spPr>
            <a:xfrm>
              <a:off x="6101460" y="5271261"/>
              <a:ext cx="768095" cy="280416"/>
            </a:xfrm>
            <a:prstGeom prst="rect">
              <a:avLst/>
            </a:prstGeom>
          </p:spPr>
        </p:pic>
        <p:pic>
          <p:nvPicPr>
            <p:cNvPr id="68" name="object 68"/>
            <p:cNvPicPr/>
            <p:nvPr/>
          </p:nvPicPr>
          <p:blipFill>
            <a:blip r:embed="rId37" cstate="print"/>
            <a:stretch>
              <a:fillRect/>
            </a:stretch>
          </p:blipFill>
          <p:spPr>
            <a:xfrm>
              <a:off x="6813549" y="5271261"/>
              <a:ext cx="2767710" cy="280416"/>
            </a:xfrm>
            <a:prstGeom prst="rect">
              <a:avLst/>
            </a:prstGeom>
          </p:spPr>
        </p:pic>
        <p:pic>
          <p:nvPicPr>
            <p:cNvPr id="69" name="object 69"/>
            <p:cNvPicPr/>
            <p:nvPr/>
          </p:nvPicPr>
          <p:blipFill>
            <a:blip r:embed="rId38" cstate="print"/>
            <a:stretch>
              <a:fillRect/>
            </a:stretch>
          </p:blipFill>
          <p:spPr>
            <a:xfrm>
              <a:off x="9540240" y="5271261"/>
              <a:ext cx="746759" cy="280416"/>
            </a:xfrm>
            <a:prstGeom prst="rect">
              <a:avLst/>
            </a:prstGeom>
          </p:spPr>
        </p:pic>
        <p:pic>
          <p:nvPicPr>
            <p:cNvPr id="70" name="object 70"/>
            <p:cNvPicPr/>
            <p:nvPr/>
          </p:nvPicPr>
          <p:blipFill>
            <a:blip r:embed="rId39" cstate="print"/>
            <a:stretch>
              <a:fillRect/>
            </a:stretch>
          </p:blipFill>
          <p:spPr>
            <a:xfrm>
              <a:off x="10235183" y="5271261"/>
              <a:ext cx="685800" cy="280416"/>
            </a:xfrm>
            <a:prstGeom prst="rect">
              <a:avLst/>
            </a:prstGeom>
          </p:spPr>
        </p:pic>
      </p:grpSp>
      <p:grpSp>
        <p:nvGrpSpPr>
          <p:cNvPr id="71" name="object 71"/>
          <p:cNvGrpSpPr/>
          <p:nvPr/>
        </p:nvGrpSpPr>
        <p:grpSpPr>
          <a:xfrm>
            <a:off x="984681" y="5615687"/>
            <a:ext cx="3786504" cy="280670"/>
            <a:chOff x="984808" y="5647639"/>
            <a:chExt cx="3786504" cy="280670"/>
          </a:xfrm>
        </p:grpSpPr>
        <p:pic>
          <p:nvPicPr>
            <p:cNvPr id="72" name="object 72"/>
            <p:cNvPicPr/>
            <p:nvPr/>
          </p:nvPicPr>
          <p:blipFill>
            <a:blip r:embed="rId40" cstate="print"/>
            <a:stretch>
              <a:fillRect/>
            </a:stretch>
          </p:blipFill>
          <p:spPr>
            <a:xfrm>
              <a:off x="984808" y="5647639"/>
              <a:ext cx="972921" cy="280416"/>
            </a:xfrm>
            <a:prstGeom prst="rect">
              <a:avLst/>
            </a:prstGeom>
          </p:spPr>
        </p:pic>
        <p:pic>
          <p:nvPicPr>
            <p:cNvPr id="73" name="object 73"/>
            <p:cNvPicPr/>
            <p:nvPr/>
          </p:nvPicPr>
          <p:blipFill>
            <a:blip r:embed="rId41" cstate="print"/>
            <a:stretch>
              <a:fillRect/>
            </a:stretch>
          </p:blipFill>
          <p:spPr>
            <a:xfrm>
              <a:off x="1870202" y="5647639"/>
              <a:ext cx="402793" cy="280416"/>
            </a:xfrm>
            <a:prstGeom prst="rect">
              <a:avLst/>
            </a:prstGeom>
          </p:spPr>
        </p:pic>
        <p:pic>
          <p:nvPicPr>
            <p:cNvPr id="74" name="object 74"/>
            <p:cNvPicPr/>
            <p:nvPr/>
          </p:nvPicPr>
          <p:blipFill>
            <a:blip r:embed="rId42" cstate="print"/>
            <a:stretch>
              <a:fillRect/>
            </a:stretch>
          </p:blipFill>
          <p:spPr>
            <a:xfrm>
              <a:off x="2213483" y="5647639"/>
              <a:ext cx="993038" cy="280416"/>
            </a:xfrm>
            <a:prstGeom prst="rect">
              <a:avLst/>
            </a:prstGeom>
          </p:spPr>
        </p:pic>
        <p:pic>
          <p:nvPicPr>
            <p:cNvPr id="75" name="object 75"/>
            <p:cNvPicPr/>
            <p:nvPr/>
          </p:nvPicPr>
          <p:blipFill>
            <a:blip r:embed="rId43" cstate="print"/>
            <a:stretch>
              <a:fillRect/>
            </a:stretch>
          </p:blipFill>
          <p:spPr>
            <a:xfrm>
              <a:off x="3114166" y="5658307"/>
              <a:ext cx="374904" cy="266700"/>
            </a:xfrm>
            <a:prstGeom prst="rect">
              <a:avLst/>
            </a:prstGeom>
          </p:spPr>
        </p:pic>
        <p:pic>
          <p:nvPicPr>
            <p:cNvPr id="76" name="object 76"/>
            <p:cNvPicPr/>
            <p:nvPr/>
          </p:nvPicPr>
          <p:blipFill>
            <a:blip r:embed="rId44" cstate="print"/>
            <a:stretch>
              <a:fillRect/>
            </a:stretch>
          </p:blipFill>
          <p:spPr>
            <a:xfrm>
              <a:off x="3434206" y="5658307"/>
              <a:ext cx="1269072" cy="266700"/>
            </a:xfrm>
            <a:prstGeom prst="rect">
              <a:avLst/>
            </a:prstGeom>
          </p:spPr>
        </p:pic>
        <p:pic>
          <p:nvPicPr>
            <p:cNvPr id="77" name="object 77"/>
            <p:cNvPicPr/>
            <p:nvPr/>
          </p:nvPicPr>
          <p:blipFill>
            <a:blip r:embed="rId45" cstate="print"/>
            <a:stretch>
              <a:fillRect/>
            </a:stretch>
          </p:blipFill>
          <p:spPr>
            <a:xfrm>
              <a:off x="4562221" y="5647639"/>
              <a:ext cx="161544" cy="280416"/>
            </a:xfrm>
            <a:prstGeom prst="rect">
              <a:avLst/>
            </a:prstGeom>
          </p:spPr>
        </p:pic>
        <p:pic>
          <p:nvPicPr>
            <p:cNvPr id="78" name="object 78"/>
            <p:cNvPicPr/>
            <p:nvPr/>
          </p:nvPicPr>
          <p:blipFill>
            <a:blip r:embed="rId46" cstate="print"/>
            <a:stretch>
              <a:fillRect/>
            </a:stretch>
          </p:blipFill>
          <p:spPr>
            <a:xfrm>
              <a:off x="4642992" y="5647639"/>
              <a:ext cx="128015" cy="280416"/>
            </a:xfrm>
            <a:prstGeom prst="rect">
              <a:avLst/>
            </a:prstGeom>
          </p:spPr>
        </p:pic>
      </p:grpSp>
      <p:sp>
        <p:nvSpPr>
          <p:cNvPr id="79" name="object 79"/>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13</a:t>
            </a:r>
            <a:endParaRPr sz="1400">
              <a:latin typeface="Cambria"/>
              <a:cs typeface="Cambria"/>
            </a:endParaRPr>
          </a:p>
        </p:txBody>
      </p:sp>
      <p:sp>
        <p:nvSpPr>
          <p:cNvPr id="80" name="object 80"/>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204" dirty="0"/>
              <a:t>Stemming/Lemmatization</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2890837" y="1327213"/>
            <a:ext cx="6943725" cy="1152525"/>
            <a:chOff x="2890837" y="1327213"/>
            <a:chExt cx="6943725" cy="1152525"/>
          </a:xfrm>
        </p:grpSpPr>
        <p:sp>
          <p:nvSpPr>
            <p:cNvPr id="5" name="object 5"/>
            <p:cNvSpPr/>
            <p:nvPr/>
          </p:nvSpPr>
          <p:spPr>
            <a:xfrm>
              <a:off x="2895600" y="1331975"/>
              <a:ext cx="6934200" cy="1143000"/>
            </a:xfrm>
            <a:custGeom>
              <a:avLst/>
              <a:gdLst/>
              <a:ahLst/>
              <a:cxnLst/>
              <a:rect l="l" t="t" r="r" b="b"/>
              <a:pathLst>
                <a:path w="6934200" h="1143000">
                  <a:moveTo>
                    <a:pt x="0" y="1143000"/>
                  </a:moveTo>
                  <a:lnTo>
                    <a:pt x="6934200" y="1143000"/>
                  </a:lnTo>
                  <a:lnTo>
                    <a:pt x="6934200" y="0"/>
                  </a:lnTo>
                  <a:lnTo>
                    <a:pt x="0" y="0"/>
                  </a:lnTo>
                  <a:lnTo>
                    <a:pt x="0" y="1143000"/>
                  </a:lnTo>
                  <a:close/>
                </a:path>
              </a:pathLst>
            </a:custGeom>
            <a:ln w="9525">
              <a:solidFill>
                <a:srgbClr val="86A895"/>
              </a:solidFill>
            </a:ln>
          </p:spPr>
          <p:txBody>
            <a:bodyPr wrap="square" lIns="0" tIns="0" rIns="0" bIns="0" rtlCol="0"/>
            <a:lstStyle/>
            <a:p>
              <a:endParaRPr/>
            </a:p>
          </p:txBody>
        </p:sp>
        <p:pic>
          <p:nvPicPr>
            <p:cNvPr id="6" name="object 6"/>
            <p:cNvPicPr/>
            <p:nvPr/>
          </p:nvPicPr>
          <p:blipFill>
            <a:blip r:embed="rId2" cstate="print"/>
            <a:stretch>
              <a:fillRect/>
            </a:stretch>
          </p:blipFill>
          <p:spPr>
            <a:xfrm>
              <a:off x="5970397" y="1478279"/>
              <a:ext cx="811529" cy="295656"/>
            </a:xfrm>
            <a:prstGeom prst="rect">
              <a:avLst/>
            </a:prstGeom>
          </p:spPr>
        </p:pic>
        <p:pic>
          <p:nvPicPr>
            <p:cNvPr id="7" name="object 7"/>
            <p:cNvPicPr/>
            <p:nvPr/>
          </p:nvPicPr>
          <p:blipFill>
            <a:blip r:embed="rId3" cstate="print"/>
            <a:stretch>
              <a:fillRect/>
            </a:stretch>
          </p:blipFill>
          <p:spPr>
            <a:xfrm>
              <a:off x="7396860" y="1478279"/>
              <a:ext cx="1137056" cy="295656"/>
            </a:xfrm>
            <a:prstGeom prst="rect">
              <a:avLst/>
            </a:prstGeom>
          </p:spPr>
        </p:pic>
      </p:grpSp>
      <p:sp>
        <p:nvSpPr>
          <p:cNvPr id="8" name="object 8"/>
          <p:cNvSpPr txBox="1"/>
          <p:nvPr/>
        </p:nvSpPr>
        <p:spPr>
          <a:xfrm>
            <a:off x="2987294" y="1453388"/>
            <a:ext cx="6369685" cy="864235"/>
          </a:xfrm>
          <a:prstGeom prst="rect">
            <a:avLst/>
          </a:prstGeom>
        </p:spPr>
        <p:txBody>
          <a:bodyPr vert="horz" wrap="square" lIns="0" tIns="13335" rIns="0" bIns="0" rtlCol="0">
            <a:spAutoFit/>
          </a:bodyPr>
          <a:lstStyle/>
          <a:p>
            <a:pPr marL="227965" indent="-227965">
              <a:lnSpc>
                <a:spcPct val="100000"/>
              </a:lnSpc>
              <a:spcBef>
                <a:spcPts val="105"/>
              </a:spcBef>
              <a:buClr>
                <a:srgbClr val="006F57"/>
              </a:buClr>
              <a:buSzPct val="75000"/>
              <a:buFont typeface="Wingdings"/>
              <a:buChar char=""/>
              <a:tabLst>
                <a:tab pos="227965" algn="l"/>
                <a:tab pos="3708400" algn="l"/>
                <a:tab pos="5493385" algn="l"/>
              </a:tabLst>
            </a:pPr>
            <a:r>
              <a:rPr sz="2000" spc="95" dirty="0">
                <a:solidFill>
                  <a:srgbClr val="252525"/>
                </a:solidFill>
                <a:latin typeface="Cambria"/>
                <a:cs typeface="Cambria"/>
              </a:rPr>
              <a:t>Process</a:t>
            </a:r>
            <a:r>
              <a:rPr sz="2000" spc="190" dirty="0">
                <a:solidFill>
                  <a:srgbClr val="252525"/>
                </a:solidFill>
                <a:latin typeface="Cambria"/>
                <a:cs typeface="Cambria"/>
              </a:rPr>
              <a:t> </a:t>
            </a:r>
            <a:r>
              <a:rPr sz="2000" spc="170" dirty="0">
                <a:solidFill>
                  <a:srgbClr val="252525"/>
                </a:solidFill>
                <a:latin typeface="Cambria"/>
                <a:cs typeface="Cambria"/>
              </a:rPr>
              <a:t>of</a:t>
            </a:r>
            <a:r>
              <a:rPr sz="2000" spc="180" dirty="0">
                <a:solidFill>
                  <a:srgbClr val="252525"/>
                </a:solidFill>
                <a:latin typeface="Cambria"/>
                <a:cs typeface="Cambria"/>
              </a:rPr>
              <a:t> </a:t>
            </a:r>
            <a:r>
              <a:rPr sz="2000" spc="105" dirty="0">
                <a:solidFill>
                  <a:srgbClr val="252525"/>
                </a:solidFill>
                <a:latin typeface="Cambria"/>
                <a:cs typeface="Cambria"/>
              </a:rPr>
              <a:t>getting</a:t>
            </a:r>
            <a:r>
              <a:rPr sz="2000" spc="195" dirty="0">
                <a:solidFill>
                  <a:srgbClr val="252525"/>
                </a:solidFill>
                <a:latin typeface="Cambria"/>
                <a:cs typeface="Cambria"/>
              </a:rPr>
              <a:t> </a:t>
            </a:r>
            <a:r>
              <a:rPr sz="2000" spc="90" dirty="0">
                <a:solidFill>
                  <a:srgbClr val="252525"/>
                </a:solidFill>
                <a:latin typeface="Cambria"/>
                <a:cs typeface="Cambria"/>
              </a:rPr>
              <a:t>the</a:t>
            </a:r>
            <a:r>
              <a:rPr sz="2000" dirty="0">
                <a:solidFill>
                  <a:srgbClr val="252525"/>
                </a:solidFill>
                <a:latin typeface="Cambria"/>
                <a:cs typeface="Cambria"/>
              </a:rPr>
              <a:t>	</a:t>
            </a:r>
            <a:r>
              <a:rPr sz="2000" spc="105" dirty="0">
                <a:solidFill>
                  <a:srgbClr val="252525"/>
                </a:solidFill>
                <a:latin typeface="Cambria"/>
                <a:cs typeface="Cambria"/>
              </a:rPr>
              <a:t>in</a:t>
            </a:r>
            <a:r>
              <a:rPr sz="2000" spc="175" dirty="0">
                <a:solidFill>
                  <a:srgbClr val="252525"/>
                </a:solidFill>
                <a:latin typeface="Cambria"/>
                <a:cs typeface="Cambria"/>
              </a:rPr>
              <a:t> </a:t>
            </a:r>
            <a:r>
              <a:rPr sz="2000" spc="75" dirty="0">
                <a:solidFill>
                  <a:srgbClr val="252525"/>
                </a:solidFill>
                <a:latin typeface="Cambria"/>
                <a:cs typeface="Cambria"/>
              </a:rPr>
              <a:t>its</a:t>
            </a:r>
            <a:r>
              <a:rPr sz="2000" dirty="0">
                <a:solidFill>
                  <a:srgbClr val="252525"/>
                </a:solidFill>
                <a:latin typeface="Cambria"/>
                <a:cs typeface="Cambria"/>
              </a:rPr>
              <a:t>	</a:t>
            </a:r>
            <a:r>
              <a:rPr sz="2000" spc="145" dirty="0">
                <a:solidFill>
                  <a:srgbClr val="252525"/>
                </a:solidFill>
                <a:latin typeface="Cambria"/>
                <a:cs typeface="Cambria"/>
              </a:rPr>
              <a:t>form</a:t>
            </a:r>
            <a:r>
              <a:rPr sz="2000" spc="195" dirty="0">
                <a:solidFill>
                  <a:srgbClr val="252525"/>
                </a:solidFill>
                <a:latin typeface="Cambria"/>
                <a:cs typeface="Cambria"/>
              </a:rPr>
              <a:t> </a:t>
            </a:r>
            <a:r>
              <a:rPr sz="2000" spc="-50" dirty="0">
                <a:solidFill>
                  <a:srgbClr val="252525"/>
                </a:solidFill>
                <a:latin typeface="Cambria"/>
                <a:cs typeface="Cambria"/>
              </a:rPr>
              <a:t>:</a:t>
            </a:r>
            <a:endParaRPr sz="2000">
              <a:latin typeface="Cambria"/>
              <a:cs typeface="Cambria"/>
            </a:endParaRPr>
          </a:p>
          <a:p>
            <a:pPr marL="456565" lvl="1" indent="-227965">
              <a:lnSpc>
                <a:spcPct val="100000"/>
              </a:lnSpc>
              <a:spcBef>
                <a:spcPts val="1800"/>
              </a:spcBef>
              <a:buClr>
                <a:srgbClr val="075A74"/>
              </a:buClr>
              <a:buSzPct val="75000"/>
              <a:buFont typeface="Wingdings"/>
              <a:buChar char=""/>
              <a:tabLst>
                <a:tab pos="456565" algn="l"/>
              </a:tabLst>
            </a:pPr>
            <a:r>
              <a:rPr sz="2000" spc="55" dirty="0">
                <a:solidFill>
                  <a:srgbClr val="252525"/>
                </a:solidFill>
                <a:latin typeface="Trebuchet MS"/>
                <a:cs typeface="Trebuchet MS"/>
              </a:rPr>
              <a:t>“</a:t>
            </a:r>
            <a:r>
              <a:rPr sz="2000" spc="55" dirty="0">
                <a:solidFill>
                  <a:srgbClr val="252525"/>
                </a:solidFill>
                <a:latin typeface="Cambria"/>
                <a:cs typeface="Cambria"/>
              </a:rPr>
              <a:t>Coder</a:t>
            </a:r>
            <a:r>
              <a:rPr sz="2000" spc="55" dirty="0">
                <a:solidFill>
                  <a:srgbClr val="252525"/>
                </a:solidFill>
                <a:latin typeface="Trebuchet MS"/>
                <a:cs typeface="Trebuchet MS"/>
              </a:rPr>
              <a:t>”</a:t>
            </a:r>
            <a:r>
              <a:rPr sz="2000" spc="55" dirty="0">
                <a:solidFill>
                  <a:srgbClr val="252525"/>
                </a:solidFill>
                <a:latin typeface="Cambria"/>
                <a:cs typeface="Cambria"/>
              </a:rPr>
              <a:t>,</a:t>
            </a:r>
            <a:r>
              <a:rPr sz="2000" spc="180" dirty="0">
                <a:solidFill>
                  <a:srgbClr val="252525"/>
                </a:solidFill>
                <a:latin typeface="Cambria"/>
                <a:cs typeface="Cambria"/>
              </a:rPr>
              <a:t> </a:t>
            </a:r>
            <a:r>
              <a:rPr sz="2000" spc="60" dirty="0">
                <a:solidFill>
                  <a:srgbClr val="252525"/>
                </a:solidFill>
                <a:latin typeface="Trebuchet MS"/>
                <a:cs typeface="Trebuchet MS"/>
              </a:rPr>
              <a:t>“</a:t>
            </a:r>
            <a:r>
              <a:rPr sz="2000" spc="60" dirty="0">
                <a:solidFill>
                  <a:srgbClr val="252525"/>
                </a:solidFill>
                <a:latin typeface="Cambria"/>
                <a:cs typeface="Cambria"/>
              </a:rPr>
              <a:t>coding</a:t>
            </a:r>
            <a:r>
              <a:rPr sz="2000" spc="60" dirty="0">
                <a:solidFill>
                  <a:srgbClr val="252525"/>
                </a:solidFill>
                <a:latin typeface="Trebuchet MS"/>
                <a:cs typeface="Trebuchet MS"/>
              </a:rPr>
              <a:t>”</a:t>
            </a:r>
            <a:r>
              <a:rPr sz="2000" spc="5" dirty="0">
                <a:solidFill>
                  <a:srgbClr val="252525"/>
                </a:solidFill>
                <a:latin typeface="Trebuchet MS"/>
                <a:cs typeface="Trebuchet MS"/>
              </a:rPr>
              <a:t> </a:t>
            </a:r>
            <a:r>
              <a:rPr sz="2000" spc="125" dirty="0">
                <a:solidFill>
                  <a:srgbClr val="252525"/>
                </a:solidFill>
                <a:latin typeface="Cambria"/>
                <a:cs typeface="Cambria"/>
              </a:rPr>
              <a:t>can</a:t>
            </a:r>
            <a:r>
              <a:rPr sz="2000" spc="170" dirty="0">
                <a:solidFill>
                  <a:srgbClr val="252525"/>
                </a:solidFill>
                <a:latin typeface="Cambria"/>
                <a:cs typeface="Cambria"/>
              </a:rPr>
              <a:t> </a:t>
            </a:r>
            <a:r>
              <a:rPr sz="2000" spc="95" dirty="0">
                <a:solidFill>
                  <a:srgbClr val="252525"/>
                </a:solidFill>
                <a:latin typeface="Cambria"/>
                <a:cs typeface="Cambria"/>
              </a:rPr>
              <a:t>be</a:t>
            </a:r>
            <a:r>
              <a:rPr sz="2000" spc="200" dirty="0">
                <a:solidFill>
                  <a:srgbClr val="252525"/>
                </a:solidFill>
                <a:latin typeface="Cambria"/>
                <a:cs typeface="Cambria"/>
              </a:rPr>
              <a:t> </a:t>
            </a:r>
            <a:r>
              <a:rPr sz="2000" spc="114" dirty="0">
                <a:solidFill>
                  <a:srgbClr val="252525"/>
                </a:solidFill>
                <a:latin typeface="Cambria"/>
                <a:cs typeface="Cambria"/>
              </a:rPr>
              <a:t>simplified</a:t>
            </a:r>
            <a:r>
              <a:rPr sz="2000" spc="250" dirty="0">
                <a:solidFill>
                  <a:srgbClr val="252525"/>
                </a:solidFill>
                <a:latin typeface="Cambria"/>
                <a:cs typeface="Cambria"/>
              </a:rPr>
              <a:t> </a:t>
            </a:r>
            <a:r>
              <a:rPr sz="2000" spc="105" dirty="0">
                <a:solidFill>
                  <a:srgbClr val="252525"/>
                </a:solidFill>
                <a:latin typeface="Cambria"/>
                <a:cs typeface="Cambria"/>
              </a:rPr>
              <a:t>into</a:t>
            </a:r>
            <a:r>
              <a:rPr sz="2000" spc="185" dirty="0">
                <a:solidFill>
                  <a:srgbClr val="252525"/>
                </a:solidFill>
                <a:latin typeface="Cambria"/>
                <a:cs typeface="Cambria"/>
              </a:rPr>
              <a:t> </a:t>
            </a:r>
            <a:r>
              <a:rPr sz="2000" spc="40" dirty="0">
                <a:solidFill>
                  <a:srgbClr val="252525"/>
                </a:solidFill>
                <a:latin typeface="Trebuchet MS"/>
                <a:cs typeface="Trebuchet MS"/>
              </a:rPr>
              <a:t>“</a:t>
            </a:r>
            <a:r>
              <a:rPr sz="2000" spc="40" dirty="0">
                <a:solidFill>
                  <a:srgbClr val="252525"/>
                </a:solidFill>
                <a:latin typeface="Cambria"/>
                <a:cs typeface="Cambria"/>
              </a:rPr>
              <a:t>code</a:t>
            </a:r>
            <a:r>
              <a:rPr sz="2000" spc="40" dirty="0">
                <a:solidFill>
                  <a:srgbClr val="252525"/>
                </a:solidFill>
                <a:latin typeface="Trebuchet MS"/>
                <a:cs typeface="Trebuchet MS"/>
              </a:rPr>
              <a:t>”</a:t>
            </a:r>
            <a:r>
              <a:rPr sz="2000" spc="40" dirty="0">
                <a:solidFill>
                  <a:srgbClr val="252525"/>
                </a:solidFill>
                <a:latin typeface="Cambria"/>
                <a:cs typeface="Cambria"/>
              </a:rPr>
              <a:t>.</a:t>
            </a:r>
            <a:endParaRPr sz="2000">
              <a:latin typeface="Cambria"/>
              <a:cs typeface="Cambria"/>
            </a:endParaRPr>
          </a:p>
        </p:txBody>
      </p:sp>
      <p:sp>
        <p:nvSpPr>
          <p:cNvPr id="15" name="object 15"/>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9" name="object 9"/>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14</a:t>
            </a:r>
            <a:endParaRPr sz="1400">
              <a:latin typeface="Cambria"/>
              <a:cs typeface="Cambria"/>
            </a:endParaRPr>
          </a:p>
        </p:txBody>
      </p:sp>
      <p:sp>
        <p:nvSpPr>
          <p:cNvPr id="10" name="object 10"/>
          <p:cNvSpPr txBox="1"/>
          <p:nvPr/>
        </p:nvSpPr>
        <p:spPr>
          <a:xfrm>
            <a:off x="2862072" y="2822448"/>
            <a:ext cx="7001509" cy="1143000"/>
          </a:xfrm>
          <a:prstGeom prst="rect">
            <a:avLst/>
          </a:prstGeom>
          <a:ln w="9525">
            <a:solidFill>
              <a:srgbClr val="86A895"/>
            </a:solidFill>
          </a:ln>
        </p:spPr>
        <p:txBody>
          <a:bodyPr vert="horz" wrap="square" lIns="0" tIns="30480" rIns="0" bIns="0" rtlCol="0">
            <a:spAutoFit/>
          </a:bodyPr>
          <a:lstStyle/>
          <a:p>
            <a:pPr marL="320675" marR="81915" indent="-228600" algn="just">
              <a:lnSpc>
                <a:spcPct val="100000"/>
              </a:lnSpc>
              <a:spcBef>
                <a:spcPts val="240"/>
              </a:spcBef>
              <a:buClr>
                <a:srgbClr val="006F57"/>
              </a:buClr>
              <a:buSzPct val="75000"/>
              <a:buFont typeface="Wingdings"/>
              <a:buChar char=""/>
              <a:tabLst>
                <a:tab pos="320675" algn="l"/>
              </a:tabLst>
            </a:pPr>
            <a:r>
              <a:rPr sz="2000" dirty="0">
                <a:solidFill>
                  <a:srgbClr val="252525"/>
                </a:solidFill>
                <a:latin typeface="Constantia"/>
                <a:cs typeface="Constantia"/>
              </a:rPr>
              <a:t>For</a:t>
            </a:r>
            <a:r>
              <a:rPr sz="2000" spc="434" dirty="0">
                <a:solidFill>
                  <a:srgbClr val="252525"/>
                </a:solidFill>
                <a:latin typeface="Constantia"/>
                <a:cs typeface="Constantia"/>
              </a:rPr>
              <a:t> </a:t>
            </a:r>
            <a:r>
              <a:rPr sz="2000" dirty="0">
                <a:solidFill>
                  <a:srgbClr val="252525"/>
                </a:solidFill>
                <a:latin typeface="Constantia"/>
                <a:cs typeface="Constantia"/>
              </a:rPr>
              <a:t>a</a:t>
            </a:r>
            <a:r>
              <a:rPr sz="2000" spc="455" dirty="0">
                <a:solidFill>
                  <a:srgbClr val="252525"/>
                </a:solidFill>
                <a:latin typeface="Constantia"/>
                <a:cs typeface="Constantia"/>
              </a:rPr>
              <a:t> </a:t>
            </a:r>
            <a:r>
              <a:rPr sz="2000" dirty="0">
                <a:solidFill>
                  <a:srgbClr val="252525"/>
                </a:solidFill>
                <a:latin typeface="Constantia"/>
                <a:cs typeface="Constantia"/>
              </a:rPr>
              <a:t>machine,</a:t>
            </a:r>
            <a:r>
              <a:rPr sz="2000" spc="490" dirty="0">
                <a:solidFill>
                  <a:srgbClr val="252525"/>
                </a:solidFill>
                <a:latin typeface="Constantia"/>
                <a:cs typeface="Constantia"/>
              </a:rPr>
              <a:t> </a:t>
            </a:r>
            <a:r>
              <a:rPr sz="2000" dirty="0">
                <a:solidFill>
                  <a:srgbClr val="252525"/>
                </a:solidFill>
                <a:latin typeface="Constantia"/>
                <a:cs typeface="Constantia"/>
              </a:rPr>
              <a:t>“coder”,</a:t>
            </a:r>
            <a:r>
              <a:rPr sz="2000" spc="495" dirty="0">
                <a:solidFill>
                  <a:srgbClr val="252525"/>
                </a:solidFill>
                <a:latin typeface="Constantia"/>
                <a:cs typeface="Constantia"/>
              </a:rPr>
              <a:t> </a:t>
            </a:r>
            <a:r>
              <a:rPr sz="2000" dirty="0">
                <a:solidFill>
                  <a:srgbClr val="252525"/>
                </a:solidFill>
                <a:latin typeface="Constantia"/>
                <a:cs typeface="Constantia"/>
              </a:rPr>
              <a:t>“coders”,</a:t>
            </a:r>
            <a:r>
              <a:rPr sz="2000" spc="495" dirty="0">
                <a:solidFill>
                  <a:srgbClr val="252525"/>
                </a:solidFill>
                <a:latin typeface="Constantia"/>
                <a:cs typeface="Constantia"/>
              </a:rPr>
              <a:t> </a:t>
            </a:r>
            <a:r>
              <a:rPr sz="2000" dirty="0">
                <a:solidFill>
                  <a:srgbClr val="252525"/>
                </a:solidFill>
                <a:latin typeface="Constantia"/>
                <a:cs typeface="Constantia"/>
              </a:rPr>
              <a:t>coding”,</a:t>
            </a:r>
            <a:r>
              <a:rPr sz="2000" spc="484" dirty="0">
                <a:solidFill>
                  <a:srgbClr val="252525"/>
                </a:solidFill>
                <a:latin typeface="Constantia"/>
                <a:cs typeface="Constantia"/>
              </a:rPr>
              <a:t> </a:t>
            </a:r>
            <a:r>
              <a:rPr sz="2000" dirty="0">
                <a:solidFill>
                  <a:srgbClr val="252525"/>
                </a:solidFill>
                <a:latin typeface="Constantia"/>
                <a:cs typeface="Constantia"/>
              </a:rPr>
              <a:t>“code”</a:t>
            </a:r>
            <a:r>
              <a:rPr sz="2000" spc="490" dirty="0">
                <a:solidFill>
                  <a:srgbClr val="252525"/>
                </a:solidFill>
                <a:latin typeface="Constantia"/>
                <a:cs typeface="Constantia"/>
              </a:rPr>
              <a:t> </a:t>
            </a:r>
            <a:r>
              <a:rPr sz="2000" dirty="0">
                <a:solidFill>
                  <a:srgbClr val="252525"/>
                </a:solidFill>
                <a:latin typeface="Constantia"/>
                <a:cs typeface="Constantia"/>
              </a:rPr>
              <a:t>are</a:t>
            </a:r>
            <a:r>
              <a:rPr sz="2000" spc="459" dirty="0">
                <a:solidFill>
                  <a:srgbClr val="252525"/>
                </a:solidFill>
                <a:latin typeface="Constantia"/>
                <a:cs typeface="Constantia"/>
              </a:rPr>
              <a:t> </a:t>
            </a:r>
            <a:r>
              <a:rPr sz="2000" spc="-25" dirty="0">
                <a:solidFill>
                  <a:srgbClr val="252525"/>
                </a:solidFill>
                <a:latin typeface="Constantia"/>
                <a:cs typeface="Constantia"/>
              </a:rPr>
              <a:t>all </a:t>
            </a:r>
            <a:r>
              <a:rPr sz="2000" b="1" i="1" dirty="0">
                <a:solidFill>
                  <a:srgbClr val="C00000"/>
                </a:solidFill>
                <a:latin typeface="Constantia"/>
                <a:cs typeface="Constantia"/>
              </a:rPr>
              <a:t>different</a:t>
            </a:r>
            <a:r>
              <a:rPr sz="2000" b="1" i="1" spc="15" dirty="0">
                <a:solidFill>
                  <a:srgbClr val="C00000"/>
                </a:solidFill>
                <a:latin typeface="Constantia"/>
                <a:cs typeface="Constantia"/>
              </a:rPr>
              <a:t> </a:t>
            </a:r>
            <a:r>
              <a:rPr sz="2000" b="1" i="1" dirty="0">
                <a:solidFill>
                  <a:srgbClr val="C00000"/>
                </a:solidFill>
                <a:latin typeface="Constantia"/>
                <a:cs typeface="Constantia"/>
              </a:rPr>
              <a:t>words</a:t>
            </a:r>
            <a:r>
              <a:rPr sz="2000" b="1" i="1" spc="15" dirty="0">
                <a:solidFill>
                  <a:srgbClr val="C00000"/>
                </a:solidFill>
                <a:latin typeface="Constantia"/>
                <a:cs typeface="Constantia"/>
              </a:rPr>
              <a:t> </a:t>
            </a:r>
            <a:r>
              <a:rPr sz="2000" dirty="0">
                <a:solidFill>
                  <a:srgbClr val="252525"/>
                </a:solidFill>
                <a:latin typeface="Constantia"/>
                <a:cs typeface="Constantia"/>
              </a:rPr>
              <a:t>with</a:t>
            </a:r>
            <a:r>
              <a:rPr sz="2000" spc="-30" dirty="0">
                <a:solidFill>
                  <a:srgbClr val="252525"/>
                </a:solidFill>
                <a:latin typeface="Constantia"/>
                <a:cs typeface="Constantia"/>
              </a:rPr>
              <a:t> </a:t>
            </a:r>
            <a:r>
              <a:rPr sz="2000" dirty="0">
                <a:solidFill>
                  <a:srgbClr val="252525"/>
                </a:solidFill>
                <a:latin typeface="Constantia"/>
                <a:cs typeface="Constantia"/>
              </a:rPr>
              <a:t>each</a:t>
            </a:r>
            <a:r>
              <a:rPr sz="2000" spc="-50" dirty="0">
                <a:solidFill>
                  <a:srgbClr val="252525"/>
                </a:solidFill>
                <a:latin typeface="Constantia"/>
                <a:cs typeface="Constantia"/>
              </a:rPr>
              <a:t> </a:t>
            </a:r>
            <a:r>
              <a:rPr sz="2000" dirty="0">
                <a:solidFill>
                  <a:srgbClr val="252525"/>
                </a:solidFill>
                <a:latin typeface="Constantia"/>
                <a:cs typeface="Constantia"/>
              </a:rPr>
              <a:t>of</a:t>
            </a:r>
            <a:r>
              <a:rPr sz="2000" spc="35" dirty="0">
                <a:solidFill>
                  <a:srgbClr val="252525"/>
                </a:solidFill>
                <a:latin typeface="Constantia"/>
                <a:cs typeface="Constantia"/>
              </a:rPr>
              <a:t> </a:t>
            </a:r>
            <a:r>
              <a:rPr sz="2000" dirty="0">
                <a:solidFill>
                  <a:srgbClr val="252525"/>
                </a:solidFill>
                <a:latin typeface="Constantia"/>
                <a:cs typeface="Constantia"/>
              </a:rPr>
              <a:t>its</a:t>
            </a:r>
            <a:r>
              <a:rPr sz="2000" spc="-40" dirty="0">
                <a:solidFill>
                  <a:srgbClr val="252525"/>
                </a:solidFill>
                <a:latin typeface="Constantia"/>
                <a:cs typeface="Constantia"/>
              </a:rPr>
              <a:t> </a:t>
            </a:r>
            <a:r>
              <a:rPr sz="2000" dirty="0">
                <a:solidFill>
                  <a:srgbClr val="252525"/>
                </a:solidFill>
                <a:latin typeface="Constantia"/>
                <a:cs typeface="Constantia"/>
              </a:rPr>
              <a:t>meaning,</a:t>
            </a:r>
            <a:r>
              <a:rPr sz="2000" spc="-10" dirty="0">
                <a:solidFill>
                  <a:srgbClr val="252525"/>
                </a:solidFill>
                <a:latin typeface="Constantia"/>
                <a:cs typeface="Constantia"/>
              </a:rPr>
              <a:t> </a:t>
            </a:r>
            <a:r>
              <a:rPr sz="2000" dirty="0">
                <a:solidFill>
                  <a:srgbClr val="252525"/>
                </a:solidFill>
                <a:latin typeface="Constantia"/>
                <a:cs typeface="Constantia"/>
              </a:rPr>
              <a:t>which</a:t>
            </a:r>
            <a:r>
              <a:rPr sz="2000" spc="-30" dirty="0">
                <a:solidFill>
                  <a:srgbClr val="252525"/>
                </a:solidFill>
                <a:latin typeface="Constantia"/>
                <a:cs typeface="Constantia"/>
              </a:rPr>
              <a:t> </a:t>
            </a:r>
            <a:r>
              <a:rPr sz="2000" dirty="0">
                <a:solidFill>
                  <a:srgbClr val="252525"/>
                </a:solidFill>
                <a:latin typeface="Constantia"/>
                <a:cs typeface="Constantia"/>
              </a:rPr>
              <a:t>might</a:t>
            </a:r>
            <a:r>
              <a:rPr sz="2000" spc="-65" dirty="0">
                <a:solidFill>
                  <a:srgbClr val="252525"/>
                </a:solidFill>
                <a:latin typeface="Constantia"/>
                <a:cs typeface="Constantia"/>
              </a:rPr>
              <a:t> </a:t>
            </a:r>
            <a:r>
              <a:rPr sz="2000" b="1" i="1" spc="-25" dirty="0">
                <a:solidFill>
                  <a:srgbClr val="C00000"/>
                </a:solidFill>
                <a:latin typeface="Constantia"/>
                <a:cs typeface="Constantia"/>
              </a:rPr>
              <a:t>not </a:t>
            </a:r>
            <a:r>
              <a:rPr sz="2000" dirty="0">
                <a:solidFill>
                  <a:srgbClr val="252525"/>
                </a:solidFill>
                <a:latin typeface="Constantia"/>
                <a:cs typeface="Constantia"/>
              </a:rPr>
              <a:t>be</a:t>
            </a:r>
            <a:r>
              <a:rPr sz="2000" spc="-85" dirty="0">
                <a:solidFill>
                  <a:srgbClr val="252525"/>
                </a:solidFill>
                <a:latin typeface="Constantia"/>
                <a:cs typeface="Constantia"/>
              </a:rPr>
              <a:t> </a:t>
            </a:r>
            <a:r>
              <a:rPr sz="2000" dirty="0">
                <a:solidFill>
                  <a:srgbClr val="252525"/>
                </a:solidFill>
                <a:latin typeface="Constantia"/>
                <a:cs typeface="Constantia"/>
              </a:rPr>
              <a:t>the</a:t>
            </a:r>
            <a:r>
              <a:rPr sz="2000" spc="-60" dirty="0">
                <a:solidFill>
                  <a:srgbClr val="252525"/>
                </a:solidFill>
                <a:latin typeface="Constantia"/>
                <a:cs typeface="Constantia"/>
              </a:rPr>
              <a:t> </a:t>
            </a:r>
            <a:r>
              <a:rPr sz="2000" b="1" i="1" dirty="0">
                <a:solidFill>
                  <a:srgbClr val="C00000"/>
                </a:solidFill>
                <a:latin typeface="Constantia"/>
                <a:cs typeface="Constantia"/>
              </a:rPr>
              <a:t>best</a:t>
            </a:r>
            <a:r>
              <a:rPr sz="2000" b="1" i="1" spc="-20" dirty="0">
                <a:solidFill>
                  <a:srgbClr val="C00000"/>
                </a:solidFill>
                <a:latin typeface="Constantia"/>
                <a:cs typeface="Constantia"/>
              </a:rPr>
              <a:t> </a:t>
            </a:r>
            <a:r>
              <a:rPr sz="2000" b="1" i="1" spc="-10" dirty="0">
                <a:solidFill>
                  <a:srgbClr val="C00000"/>
                </a:solidFill>
                <a:latin typeface="Constantia"/>
                <a:cs typeface="Constantia"/>
              </a:rPr>
              <a:t>interpretation</a:t>
            </a:r>
            <a:endParaRPr sz="2000">
              <a:latin typeface="Constantia"/>
              <a:cs typeface="Constantia"/>
            </a:endParaRPr>
          </a:p>
        </p:txBody>
      </p:sp>
      <p:sp>
        <p:nvSpPr>
          <p:cNvPr id="11" name="object 11"/>
          <p:cNvSpPr txBox="1"/>
          <p:nvPr/>
        </p:nvSpPr>
        <p:spPr>
          <a:xfrm>
            <a:off x="2895600" y="4383023"/>
            <a:ext cx="7086600" cy="1143000"/>
          </a:xfrm>
          <a:prstGeom prst="rect">
            <a:avLst/>
          </a:prstGeom>
          <a:ln w="9525">
            <a:solidFill>
              <a:srgbClr val="86A895"/>
            </a:solidFill>
          </a:ln>
        </p:spPr>
        <p:txBody>
          <a:bodyPr vert="horz" wrap="square" lIns="0" tIns="30480" rIns="0" bIns="0" rtlCol="0">
            <a:spAutoFit/>
          </a:bodyPr>
          <a:lstStyle/>
          <a:p>
            <a:pPr marL="319405" indent="-227965">
              <a:lnSpc>
                <a:spcPct val="100000"/>
              </a:lnSpc>
              <a:spcBef>
                <a:spcPts val="240"/>
              </a:spcBef>
              <a:buClr>
                <a:srgbClr val="006F57"/>
              </a:buClr>
              <a:buSzPct val="75000"/>
              <a:buFont typeface="Wingdings"/>
              <a:buChar char=""/>
              <a:tabLst>
                <a:tab pos="319405" algn="l"/>
              </a:tabLst>
            </a:pPr>
            <a:r>
              <a:rPr sz="2000" spc="-10" dirty="0">
                <a:solidFill>
                  <a:srgbClr val="252525"/>
                </a:solidFill>
                <a:latin typeface="Constantia"/>
                <a:cs typeface="Constantia"/>
              </a:rPr>
              <a:t>Look-</a:t>
            </a:r>
            <a:r>
              <a:rPr sz="2000" dirty="0">
                <a:solidFill>
                  <a:srgbClr val="252525"/>
                </a:solidFill>
                <a:latin typeface="Constantia"/>
                <a:cs typeface="Constantia"/>
              </a:rPr>
              <a:t>up</a:t>
            </a:r>
            <a:r>
              <a:rPr sz="2000" spc="140" dirty="0">
                <a:solidFill>
                  <a:srgbClr val="252525"/>
                </a:solidFill>
                <a:latin typeface="Constantia"/>
                <a:cs typeface="Constantia"/>
              </a:rPr>
              <a:t> </a:t>
            </a:r>
            <a:r>
              <a:rPr sz="2000" dirty="0">
                <a:solidFill>
                  <a:srgbClr val="252525"/>
                </a:solidFill>
                <a:latin typeface="Constantia"/>
                <a:cs typeface="Constantia"/>
              </a:rPr>
              <a:t>table</a:t>
            </a:r>
            <a:r>
              <a:rPr sz="2000" spc="145" dirty="0">
                <a:solidFill>
                  <a:srgbClr val="252525"/>
                </a:solidFill>
                <a:latin typeface="Constantia"/>
                <a:cs typeface="Constantia"/>
              </a:rPr>
              <a:t> </a:t>
            </a:r>
            <a:r>
              <a:rPr sz="2000" dirty="0">
                <a:solidFill>
                  <a:srgbClr val="252525"/>
                </a:solidFill>
                <a:latin typeface="Constantia"/>
                <a:cs typeface="Constantia"/>
              </a:rPr>
              <a:t>of</a:t>
            </a:r>
            <a:r>
              <a:rPr sz="2000" spc="245" dirty="0">
                <a:solidFill>
                  <a:srgbClr val="252525"/>
                </a:solidFill>
                <a:latin typeface="Constantia"/>
                <a:cs typeface="Constantia"/>
              </a:rPr>
              <a:t> </a:t>
            </a:r>
            <a:r>
              <a:rPr sz="2000" b="1" i="1" dirty="0">
                <a:solidFill>
                  <a:srgbClr val="C00000"/>
                </a:solidFill>
                <a:latin typeface="Constantia"/>
                <a:cs typeface="Constantia"/>
              </a:rPr>
              <a:t>lemma</a:t>
            </a:r>
            <a:r>
              <a:rPr sz="2000" b="1" i="1" spc="245" dirty="0">
                <a:solidFill>
                  <a:srgbClr val="C00000"/>
                </a:solidFill>
                <a:latin typeface="Constantia"/>
                <a:cs typeface="Constantia"/>
              </a:rPr>
              <a:t> </a:t>
            </a:r>
            <a:r>
              <a:rPr sz="2000" dirty="0">
                <a:solidFill>
                  <a:srgbClr val="252525"/>
                </a:solidFill>
                <a:latin typeface="Constantia"/>
                <a:cs typeface="Constantia"/>
              </a:rPr>
              <a:t>of</a:t>
            </a:r>
            <a:r>
              <a:rPr sz="2000" spc="235" dirty="0">
                <a:solidFill>
                  <a:srgbClr val="252525"/>
                </a:solidFill>
                <a:latin typeface="Constantia"/>
                <a:cs typeface="Constantia"/>
              </a:rPr>
              <a:t> </a:t>
            </a:r>
            <a:r>
              <a:rPr sz="2000" dirty="0">
                <a:solidFill>
                  <a:srgbClr val="252525"/>
                </a:solidFill>
                <a:latin typeface="Constantia"/>
                <a:cs typeface="Constantia"/>
              </a:rPr>
              <a:t>words</a:t>
            </a:r>
            <a:r>
              <a:rPr sz="2000" spc="170" dirty="0">
                <a:solidFill>
                  <a:srgbClr val="252525"/>
                </a:solidFill>
                <a:latin typeface="Constantia"/>
                <a:cs typeface="Constantia"/>
              </a:rPr>
              <a:t> </a:t>
            </a:r>
            <a:r>
              <a:rPr sz="2000" dirty="0">
                <a:solidFill>
                  <a:srgbClr val="252525"/>
                </a:solidFill>
                <a:latin typeface="Constantia"/>
                <a:cs typeface="Constantia"/>
              </a:rPr>
              <a:t>based</a:t>
            </a:r>
            <a:r>
              <a:rPr sz="2000" spc="190" dirty="0">
                <a:solidFill>
                  <a:srgbClr val="252525"/>
                </a:solidFill>
                <a:latin typeface="Constantia"/>
                <a:cs typeface="Constantia"/>
              </a:rPr>
              <a:t> </a:t>
            </a:r>
            <a:r>
              <a:rPr sz="2000" dirty="0">
                <a:solidFill>
                  <a:srgbClr val="252525"/>
                </a:solidFill>
                <a:latin typeface="Constantia"/>
                <a:cs typeface="Constantia"/>
              </a:rPr>
              <a:t>on</a:t>
            </a:r>
            <a:r>
              <a:rPr sz="2000" spc="170" dirty="0">
                <a:solidFill>
                  <a:srgbClr val="252525"/>
                </a:solidFill>
                <a:latin typeface="Constantia"/>
                <a:cs typeface="Constantia"/>
              </a:rPr>
              <a:t> </a:t>
            </a:r>
            <a:r>
              <a:rPr sz="2000" dirty="0">
                <a:solidFill>
                  <a:srgbClr val="252525"/>
                </a:solidFill>
                <a:latin typeface="Constantia"/>
                <a:cs typeface="Constantia"/>
              </a:rPr>
              <a:t>their</a:t>
            </a:r>
            <a:r>
              <a:rPr sz="2000" spc="125" dirty="0">
                <a:solidFill>
                  <a:srgbClr val="252525"/>
                </a:solidFill>
                <a:latin typeface="Constantia"/>
                <a:cs typeface="Constantia"/>
              </a:rPr>
              <a:t> </a:t>
            </a:r>
            <a:r>
              <a:rPr sz="2000" b="1" i="1" spc="-10" dirty="0">
                <a:solidFill>
                  <a:srgbClr val="C00000"/>
                </a:solidFill>
                <a:latin typeface="Constantia"/>
                <a:cs typeface="Constantia"/>
              </a:rPr>
              <a:t>parts-</a:t>
            </a:r>
            <a:r>
              <a:rPr sz="2000" b="1" i="1" spc="-25" dirty="0">
                <a:solidFill>
                  <a:srgbClr val="C00000"/>
                </a:solidFill>
                <a:latin typeface="Constantia"/>
                <a:cs typeface="Constantia"/>
              </a:rPr>
              <a:t>of-</a:t>
            </a:r>
            <a:endParaRPr sz="2000">
              <a:latin typeface="Constantia"/>
              <a:cs typeface="Constantia"/>
            </a:endParaRPr>
          </a:p>
          <a:p>
            <a:pPr marL="320040">
              <a:lnSpc>
                <a:spcPct val="100000"/>
              </a:lnSpc>
            </a:pPr>
            <a:r>
              <a:rPr sz="2000" b="1" i="1" dirty="0">
                <a:solidFill>
                  <a:srgbClr val="C00000"/>
                </a:solidFill>
                <a:latin typeface="Constantia"/>
                <a:cs typeface="Constantia"/>
              </a:rPr>
              <a:t>speech</a:t>
            </a:r>
            <a:r>
              <a:rPr sz="2000" b="1" i="1" spc="-55" dirty="0">
                <a:solidFill>
                  <a:srgbClr val="C00000"/>
                </a:solidFill>
                <a:latin typeface="Constantia"/>
                <a:cs typeface="Constantia"/>
              </a:rPr>
              <a:t> </a:t>
            </a:r>
            <a:r>
              <a:rPr sz="2000" b="1" i="1" dirty="0">
                <a:solidFill>
                  <a:srgbClr val="C00000"/>
                </a:solidFill>
                <a:latin typeface="Constantia"/>
                <a:cs typeface="Constantia"/>
              </a:rPr>
              <a:t>form</a:t>
            </a:r>
            <a:r>
              <a:rPr sz="2000" b="1" i="1" spc="-40" dirty="0">
                <a:solidFill>
                  <a:srgbClr val="C00000"/>
                </a:solidFill>
                <a:latin typeface="Constantia"/>
                <a:cs typeface="Constantia"/>
              </a:rPr>
              <a:t> </a:t>
            </a:r>
            <a:r>
              <a:rPr sz="2000" dirty="0">
                <a:solidFill>
                  <a:srgbClr val="252525"/>
                </a:solidFill>
                <a:latin typeface="Constantia"/>
                <a:cs typeface="Constantia"/>
              </a:rPr>
              <a:t>and</a:t>
            </a:r>
            <a:r>
              <a:rPr sz="2000" spc="-45" dirty="0">
                <a:solidFill>
                  <a:srgbClr val="252525"/>
                </a:solidFill>
                <a:latin typeface="Constantia"/>
                <a:cs typeface="Constantia"/>
              </a:rPr>
              <a:t> </a:t>
            </a:r>
            <a:r>
              <a:rPr sz="2000" dirty="0">
                <a:solidFill>
                  <a:srgbClr val="252525"/>
                </a:solidFill>
                <a:latin typeface="Constantia"/>
                <a:cs typeface="Constantia"/>
              </a:rPr>
              <a:t>some</a:t>
            </a:r>
            <a:r>
              <a:rPr sz="2000" spc="-70" dirty="0">
                <a:solidFill>
                  <a:srgbClr val="252525"/>
                </a:solidFill>
                <a:latin typeface="Constantia"/>
                <a:cs typeface="Constantia"/>
              </a:rPr>
              <a:t> </a:t>
            </a:r>
            <a:r>
              <a:rPr sz="2000" b="1" i="1" dirty="0">
                <a:solidFill>
                  <a:srgbClr val="C00000"/>
                </a:solidFill>
                <a:latin typeface="Constantia"/>
                <a:cs typeface="Constantia"/>
              </a:rPr>
              <a:t>custom</a:t>
            </a:r>
            <a:r>
              <a:rPr sz="2000" b="1" i="1" spc="-40" dirty="0">
                <a:solidFill>
                  <a:srgbClr val="C00000"/>
                </a:solidFill>
                <a:latin typeface="Constantia"/>
                <a:cs typeface="Constantia"/>
              </a:rPr>
              <a:t> </a:t>
            </a:r>
            <a:r>
              <a:rPr sz="2000" b="1" i="1" dirty="0">
                <a:solidFill>
                  <a:srgbClr val="C00000"/>
                </a:solidFill>
                <a:latin typeface="Constantia"/>
                <a:cs typeface="Constantia"/>
              </a:rPr>
              <a:t>rules</a:t>
            </a:r>
            <a:r>
              <a:rPr sz="2000" b="1" i="1" spc="-20" dirty="0">
                <a:solidFill>
                  <a:srgbClr val="C00000"/>
                </a:solidFill>
                <a:latin typeface="Constantia"/>
                <a:cs typeface="Constantia"/>
              </a:rPr>
              <a:t> </a:t>
            </a:r>
            <a:r>
              <a:rPr sz="2000" b="1" i="1" dirty="0">
                <a:solidFill>
                  <a:srgbClr val="C00000"/>
                </a:solidFill>
                <a:latin typeface="Constantia"/>
                <a:cs typeface="Constantia"/>
              </a:rPr>
              <a:t>of</a:t>
            </a:r>
            <a:r>
              <a:rPr sz="2000" b="1" i="1" spc="-15" dirty="0">
                <a:solidFill>
                  <a:srgbClr val="C00000"/>
                </a:solidFill>
                <a:latin typeface="Constantia"/>
                <a:cs typeface="Constantia"/>
              </a:rPr>
              <a:t> </a:t>
            </a:r>
            <a:r>
              <a:rPr sz="2000" b="1" i="1" spc="-10" dirty="0">
                <a:solidFill>
                  <a:srgbClr val="C00000"/>
                </a:solidFill>
                <a:latin typeface="Constantia"/>
                <a:cs typeface="Constantia"/>
              </a:rPr>
              <a:t>English</a:t>
            </a:r>
            <a:endParaRPr sz="2000">
              <a:latin typeface="Constantia"/>
              <a:cs typeface="Constantia"/>
            </a:endParaRPr>
          </a:p>
        </p:txBody>
      </p:sp>
      <p:sp>
        <p:nvSpPr>
          <p:cNvPr id="12" name="object 12"/>
          <p:cNvSpPr txBox="1"/>
          <p:nvPr/>
        </p:nvSpPr>
        <p:spPr>
          <a:xfrm>
            <a:off x="762000" y="1667255"/>
            <a:ext cx="1755775" cy="401320"/>
          </a:xfrm>
          <a:prstGeom prst="rect">
            <a:avLst/>
          </a:prstGeom>
          <a:solidFill>
            <a:srgbClr val="FFC000"/>
          </a:solidFill>
        </p:spPr>
        <p:txBody>
          <a:bodyPr vert="horz" wrap="square" lIns="0" tIns="29209" rIns="0" bIns="0" rtlCol="0">
            <a:spAutoFit/>
          </a:bodyPr>
          <a:lstStyle/>
          <a:p>
            <a:pPr marL="553720">
              <a:lnSpc>
                <a:spcPct val="100000"/>
              </a:lnSpc>
              <a:spcBef>
                <a:spcPts val="229"/>
              </a:spcBef>
            </a:pPr>
            <a:r>
              <a:rPr sz="2000" b="1" spc="-20" dirty="0">
                <a:solidFill>
                  <a:srgbClr val="252525"/>
                </a:solidFill>
                <a:latin typeface="Constantia"/>
                <a:cs typeface="Constantia"/>
              </a:rPr>
              <a:t>What</a:t>
            </a:r>
            <a:endParaRPr sz="2000">
              <a:latin typeface="Constantia"/>
              <a:cs typeface="Constantia"/>
            </a:endParaRPr>
          </a:p>
        </p:txBody>
      </p:sp>
      <p:sp>
        <p:nvSpPr>
          <p:cNvPr id="13" name="object 13"/>
          <p:cNvSpPr txBox="1"/>
          <p:nvPr/>
        </p:nvSpPr>
        <p:spPr>
          <a:xfrm>
            <a:off x="781812" y="3194304"/>
            <a:ext cx="1754505" cy="401320"/>
          </a:xfrm>
          <a:prstGeom prst="rect">
            <a:avLst/>
          </a:prstGeom>
          <a:solidFill>
            <a:srgbClr val="FFC000"/>
          </a:solidFill>
        </p:spPr>
        <p:txBody>
          <a:bodyPr vert="horz" wrap="square" lIns="0" tIns="30480" rIns="0" bIns="0" rtlCol="0">
            <a:spAutoFit/>
          </a:bodyPr>
          <a:lstStyle/>
          <a:p>
            <a:pPr algn="ctr">
              <a:lnSpc>
                <a:spcPct val="100000"/>
              </a:lnSpc>
              <a:spcBef>
                <a:spcPts val="240"/>
              </a:spcBef>
            </a:pPr>
            <a:r>
              <a:rPr sz="2000" b="1" spc="-25" dirty="0">
                <a:solidFill>
                  <a:srgbClr val="252525"/>
                </a:solidFill>
                <a:latin typeface="Constantia"/>
                <a:cs typeface="Constantia"/>
              </a:rPr>
              <a:t>Why</a:t>
            </a:r>
            <a:endParaRPr sz="2000">
              <a:latin typeface="Constantia"/>
              <a:cs typeface="Constantia"/>
            </a:endParaRPr>
          </a:p>
        </p:txBody>
      </p:sp>
      <p:sp>
        <p:nvSpPr>
          <p:cNvPr id="14" name="object 14"/>
          <p:cNvSpPr txBox="1"/>
          <p:nvPr/>
        </p:nvSpPr>
        <p:spPr>
          <a:xfrm>
            <a:off x="781812" y="4648200"/>
            <a:ext cx="1754505" cy="401320"/>
          </a:xfrm>
          <a:prstGeom prst="rect">
            <a:avLst/>
          </a:prstGeom>
          <a:solidFill>
            <a:srgbClr val="FFC000"/>
          </a:solidFill>
        </p:spPr>
        <p:txBody>
          <a:bodyPr vert="horz" wrap="square" lIns="0" tIns="29845" rIns="0" bIns="0" rtlCol="0">
            <a:spAutoFit/>
          </a:bodyPr>
          <a:lstStyle/>
          <a:p>
            <a:pPr algn="ctr">
              <a:lnSpc>
                <a:spcPct val="100000"/>
              </a:lnSpc>
              <a:spcBef>
                <a:spcPts val="235"/>
              </a:spcBef>
            </a:pPr>
            <a:r>
              <a:rPr sz="2000" b="1" spc="-25" dirty="0">
                <a:solidFill>
                  <a:srgbClr val="252525"/>
                </a:solidFill>
                <a:latin typeface="Constantia"/>
                <a:cs typeface="Constantia"/>
              </a:rPr>
              <a:t>How</a:t>
            </a:r>
            <a:endParaRPr sz="2000">
              <a:latin typeface="Constantia"/>
              <a:cs typeface="Constant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225" dirty="0"/>
              <a:t>Token</a:t>
            </a:r>
            <a:r>
              <a:rPr sz="3600" spc="320" dirty="0"/>
              <a:t> </a:t>
            </a:r>
            <a:r>
              <a:rPr sz="3600" spc="204" dirty="0"/>
              <a:t>Normalization</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14552" y="1393647"/>
            <a:ext cx="196850" cy="300355"/>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006F57"/>
                </a:solidFill>
                <a:latin typeface="Wingdings"/>
                <a:cs typeface="Wingdings"/>
              </a:rPr>
              <a:t></a:t>
            </a:r>
            <a:endParaRPr sz="1800">
              <a:latin typeface="Wingdings"/>
              <a:cs typeface="Wingdings"/>
            </a:endParaRPr>
          </a:p>
        </p:txBody>
      </p:sp>
      <p:pic>
        <p:nvPicPr>
          <p:cNvPr id="5" name="object 5"/>
          <p:cNvPicPr/>
          <p:nvPr/>
        </p:nvPicPr>
        <p:blipFill>
          <a:blip r:embed="rId2" cstate="print"/>
          <a:stretch>
            <a:fillRect/>
          </a:stretch>
        </p:blipFill>
        <p:spPr>
          <a:xfrm>
            <a:off x="955852" y="1345387"/>
            <a:ext cx="1733677" cy="355396"/>
          </a:xfrm>
          <a:prstGeom prst="rect">
            <a:avLst/>
          </a:prstGeom>
        </p:spPr>
      </p:pic>
      <p:pic>
        <p:nvPicPr>
          <p:cNvPr id="6" name="object 6"/>
          <p:cNvPicPr/>
          <p:nvPr/>
        </p:nvPicPr>
        <p:blipFill>
          <a:blip r:embed="rId3" cstate="print"/>
          <a:stretch>
            <a:fillRect/>
          </a:stretch>
        </p:blipFill>
        <p:spPr>
          <a:xfrm>
            <a:off x="2810891" y="1949450"/>
            <a:ext cx="1371981" cy="295655"/>
          </a:xfrm>
          <a:prstGeom prst="rect">
            <a:avLst/>
          </a:prstGeom>
        </p:spPr>
      </p:pic>
      <p:grpSp>
        <p:nvGrpSpPr>
          <p:cNvPr id="7" name="object 7"/>
          <p:cNvGrpSpPr/>
          <p:nvPr/>
        </p:nvGrpSpPr>
        <p:grpSpPr>
          <a:xfrm>
            <a:off x="4646040" y="1949450"/>
            <a:ext cx="2387600" cy="295910"/>
            <a:chOff x="4646040" y="1949450"/>
            <a:chExt cx="2387600" cy="295910"/>
          </a:xfrm>
        </p:grpSpPr>
        <p:pic>
          <p:nvPicPr>
            <p:cNvPr id="8" name="object 8"/>
            <p:cNvPicPr/>
            <p:nvPr/>
          </p:nvPicPr>
          <p:blipFill>
            <a:blip r:embed="rId4" cstate="print"/>
            <a:stretch>
              <a:fillRect/>
            </a:stretch>
          </p:blipFill>
          <p:spPr>
            <a:xfrm>
              <a:off x="4646040" y="1949450"/>
              <a:ext cx="1344549" cy="295655"/>
            </a:xfrm>
            <a:prstGeom prst="rect">
              <a:avLst/>
            </a:prstGeom>
          </p:spPr>
        </p:pic>
        <p:pic>
          <p:nvPicPr>
            <p:cNvPr id="9" name="object 9"/>
            <p:cNvPicPr/>
            <p:nvPr/>
          </p:nvPicPr>
          <p:blipFill>
            <a:blip r:embed="rId5" cstate="print"/>
            <a:stretch>
              <a:fillRect/>
            </a:stretch>
          </p:blipFill>
          <p:spPr>
            <a:xfrm>
              <a:off x="5933820" y="1949450"/>
              <a:ext cx="1099337" cy="295655"/>
            </a:xfrm>
            <a:prstGeom prst="rect">
              <a:avLst/>
            </a:prstGeom>
          </p:spPr>
        </p:pic>
      </p:grpSp>
      <p:sp>
        <p:nvSpPr>
          <p:cNvPr id="10" name="object 10"/>
          <p:cNvSpPr txBox="1"/>
          <p:nvPr/>
        </p:nvSpPr>
        <p:spPr>
          <a:xfrm>
            <a:off x="6976109" y="1924557"/>
            <a:ext cx="1536065" cy="330835"/>
          </a:xfrm>
          <a:prstGeom prst="rect">
            <a:avLst/>
          </a:prstGeom>
        </p:spPr>
        <p:txBody>
          <a:bodyPr vert="horz" wrap="square" lIns="0" tIns="13335" rIns="0" bIns="0" rtlCol="0">
            <a:spAutoFit/>
          </a:bodyPr>
          <a:lstStyle/>
          <a:p>
            <a:pPr marL="12700">
              <a:lnSpc>
                <a:spcPct val="100000"/>
              </a:lnSpc>
              <a:spcBef>
                <a:spcPts val="105"/>
              </a:spcBef>
            </a:pPr>
            <a:r>
              <a:rPr sz="2000" spc="114" dirty="0">
                <a:solidFill>
                  <a:srgbClr val="252525"/>
                </a:solidFill>
                <a:latin typeface="Cambria"/>
                <a:cs typeface="Cambria"/>
              </a:rPr>
              <a:t>to</a:t>
            </a:r>
            <a:r>
              <a:rPr sz="2000" spc="165" dirty="0">
                <a:solidFill>
                  <a:srgbClr val="252525"/>
                </a:solidFill>
                <a:latin typeface="Cambria"/>
                <a:cs typeface="Cambria"/>
              </a:rPr>
              <a:t> </a:t>
            </a:r>
            <a:r>
              <a:rPr sz="2000" spc="110" dirty="0">
                <a:solidFill>
                  <a:srgbClr val="252525"/>
                </a:solidFill>
                <a:latin typeface="Cambria"/>
                <a:cs typeface="Cambria"/>
              </a:rPr>
              <a:t>get</a:t>
            </a:r>
            <a:r>
              <a:rPr sz="2000" spc="175" dirty="0">
                <a:solidFill>
                  <a:srgbClr val="252525"/>
                </a:solidFill>
                <a:latin typeface="Cambria"/>
                <a:cs typeface="Cambria"/>
              </a:rPr>
              <a:t> </a:t>
            </a:r>
            <a:r>
              <a:rPr sz="2000" spc="114" dirty="0">
                <a:solidFill>
                  <a:srgbClr val="252525"/>
                </a:solidFill>
                <a:latin typeface="Cambria"/>
                <a:cs typeface="Cambria"/>
              </a:rPr>
              <a:t>to</a:t>
            </a:r>
            <a:r>
              <a:rPr sz="2000" spc="185"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p:txBody>
      </p:sp>
      <p:grpSp>
        <p:nvGrpSpPr>
          <p:cNvPr id="11" name="object 11"/>
          <p:cNvGrpSpPr/>
          <p:nvPr/>
        </p:nvGrpSpPr>
        <p:grpSpPr>
          <a:xfrm>
            <a:off x="8578595" y="1949450"/>
            <a:ext cx="1393825" cy="295910"/>
            <a:chOff x="8578595" y="1949450"/>
            <a:chExt cx="1393825" cy="295910"/>
          </a:xfrm>
        </p:grpSpPr>
        <p:pic>
          <p:nvPicPr>
            <p:cNvPr id="12" name="object 12"/>
            <p:cNvPicPr/>
            <p:nvPr/>
          </p:nvPicPr>
          <p:blipFill>
            <a:blip r:embed="rId6" cstate="print"/>
            <a:stretch>
              <a:fillRect/>
            </a:stretch>
          </p:blipFill>
          <p:spPr>
            <a:xfrm>
              <a:off x="8578595" y="1949450"/>
              <a:ext cx="659129" cy="295655"/>
            </a:xfrm>
            <a:prstGeom prst="rect">
              <a:avLst/>
            </a:prstGeom>
          </p:spPr>
        </p:pic>
        <p:pic>
          <p:nvPicPr>
            <p:cNvPr id="13" name="object 13"/>
            <p:cNvPicPr/>
            <p:nvPr/>
          </p:nvPicPr>
          <p:blipFill>
            <a:blip r:embed="rId7" cstate="print"/>
            <a:stretch>
              <a:fillRect/>
            </a:stretch>
          </p:blipFill>
          <p:spPr>
            <a:xfrm>
              <a:off x="9185147" y="1949450"/>
              <a:ext cx="786765" cy="295655"/>
            </a:xfrm>
            <a:prstGeom prst="rect">
              <a:avLst/>
            </a:prstGeom>
          </p:spPr>
        </p:pic>
      </p:grpSp>
      <p:sp>
        <p:nvSpPr>
          <p:cNvPr id="14" name="object 14"/>
          <p:cNvSpPr txBox="1"/>
          <p:nvPr/>
        </p:nvSpPr>
        <p:spPr>
          <a:xfrm>
            <a:off x="9879583" y="1924557"/>
            <a:ext cx="753110" cy="330835"/>
          </a:xfrm>
          <a:prstGeom prst="rect">
            <a:avLst/>
          </a:prstGeom>
        </p:spPr>
        <p:txBody>
          <a:bodyPr vert="horz" wrap="square" lIns="0" tIns="13335" rIns="0" bIns="0" rtlCol="0">
            <a:spAutoFit/>
          </a:bodyPr>
          <a:lstStyle/>
          <a:p>
            <a:pPr marL="12700">
              <a:lnSpc>
                <a:spcPct val="100000"/>
              </a:lnSpc>
              <a:spcBef>
                <a:spcPts val="105"/>
              </a:spcBef>
            </a:pPr>
            <a:r>
              <a:rPr sz="2000" spc="170" dirty="0">
                <a:solidFill>
                  <a:srgbClr val="252525"/>
                </a:solidFill>
                <a:latin typeface="Cambria"/>
                <a:cs typeface="Cambria"/>
              </a:rPr>
              <a:t>of </a:t>
            </a:r>
            <a:r>
              <a:rPr sz="2000" spc="80" dirty="0">
                <a:solidFill>
                  <a:srgbClr val="252525"/>
                </a:solidFill>
                <a:latin typeface="Cambria"/>
                <a:cs typeface="Cambria"/>
              </a:rPr>
              <a:t>the</a:t>
            </a:r>
            <a:endParaRPr sz="2000">
              <a:latin typeface="Cambria"/>
              <a:cs typeface="Cambria"/>
            </a:endParaRPr>
          </a:p>
        </p:txBody>
      </p:sp>
      <p:pic>
        <p:nvPicPr>
          <p:cNvPr id="15" name="object 15"/>
          <p:cNvPicPr/>
          <p:nvPr/>
        </p:nvPicPr>
        <p:blipFill>
          <a:blip r:embed="rId8" cstate="print"/>
          <a:stretch>
            <a:fillRect/>
          </a:stretch>
        </p:blipFill>
        <p:spPr>
          <a:xfrm>
            <a:off x="4257421" y="2406650"/>
            <a:ext cx="756285" cy="295655"/>
          </a:xfrm>
          <a:prstGeom prst="rect">
            <a:avLst/>
          </a:prstGeom>
        </p:spPr>
      </p:pic>
      <p:pic>
        <p:nvPicPr>
          <p:cNvPr id="16" name="object 16"/>
          <p:cNvPicPr/>
          <p:nvPr/>
        </p:nvPicPr>
        <p:blipFill>
          <a:blip r:embed="rId9" cstate="print"/>
          <a:stretch>
            <a:fillRect/>
          </a:stretch>
        </p:blipFill>
        <p:spPr>
          <a:xfrm>
            <a:off x="3303142" y="2939745"/>
            <a:ext cx="1358264" cy="295960"/>
          </a:xfrm>
          <a:prstGeom prst="rect">
            <a:avLst/>
          </a:prstGeom>
        </p:spPr>
      </p:pic>
      <p:sp>
        <p:nvSpPr>
          <p:cNvPr id="17" name="object 17"/>
          <p:cNvSpPr txBox="1"/>
          <p:nvPr/>
        </p:nvSpPr>
        <p:spPr>
          <a:xfrm>
            <a:off x="4601336" y="2381757"/>
            <a:ext cx="523240" cy="864869"/>
          </a:xfrm>
          <a:prstGeom prst="rect">
            <a:avLst/>
          </a:prstGeom>
        </p:spPr>
        <p:txBody>
          <a:bodyPr vert="horz" wrap="square" lIns="0" tIns="13335" rIns="0" bIns="0" rtlCol="0">
            <a:spAutoFit/>
          </a:bodyPr>
          <a:lstStyle/>
          <a:p>
            <a:pPr marL="66675" algn="ctr">
              <a:lnSpc>
                <a:spcPct val="100000"/>
              </a:lnSpc>
              <a:spcBef>
                <a:spcPts val="105"/>
              </a:spcBef>
            </a:pPr>
            <a:r>
              <a:rPr sz="2000" spc="65" dirty="0">
                <a:solidFill>
                  <a:srgbClr val="252525"/>
                </a:solidFill>
                <a:latin typeface="Cambria"/>
                <a:cs typeface="Cambria"/>
              </a:rPr>
              <a:t>.</a:t>
            </a:r>
            <a:endParaRPr sz="2000">
              <a:latin typeface="Cambria"/>
              <a:cs typeface="Cambria"/>
            </a:endParaRPr>
          </a:p>
          <a:p>
            <a:pPr algn="ctr">
              <a:lnSpc>
                <a:spcPct val="100000"/>
              </a:lnSpc>
              <a:spcBef>
                <a:spcPts val="1800"/>
              </a:spcBef>
            </a:pPr>
            <a:r>
              <a:rPr sz="2000" spc="95" dirty="0">
                <a:solidFill>
                  <a:srgbClr val="252525"/>
                </a:solidFill>
                <a:latin typeface="Cambria"/>
                <a:cs typeface="Cambria"/>
              </a:rPr>
              <a:t>that</a:t>
            </a:r>
            <a:endParaRPr sz="2000">
              <a:latin typeface="Cambria"/>
              <a:cs typeface="Cambria"/>
            </a:endParaRPr>
          </a:p>
        </p:txBody>
      </p:sp>
      <p:grpSp>
        <p:nvGrpSpPr>
          <p:cNvPr id="18" name="object 18"/>
          <p:cNvGrpSpPr/>
          <p:nvPr/>
        </p:nvGrpSpPr>
        <p:grpSpPr>
          <a:xfrm>
            <a:off x="5190109" y="2939745"/>
            <a:ext cx="2235200" cy="296545"/>
            <a:chOff x="5190109" y="2939745"/>
            <a:chExt cx="2235200" cy="296545"/>
          </a:xfrm>
        </p:grpSpPr>
        <p:pic>
          <p:nvPicPr>
            <p:cNvPr id="19" name="object 19"/>
            <p:cNvPicPr/>
            <p:nvPr/>
          </p:nvPicPr>
          <p:blipFill>
            <a:blip r:embed="rId10" cstate="print"/>
            <a:stretch>
              <a:fillRect/>
            </a:stretch>
          </p:blipFill>
          <p:spPr>
            <a:xfrm>
              <a:off x="5190109" y="2939745"/>
              <a:ext cx="769620" cy="295960"/>
            </a:xfrm>
            <a:prstGeom prst="rect">
              <a:avLst/>
            </a:prstGeom>
          </p:spPr>
        </p:pic>
        <p:pic>
          <p:nvPicPr>
            <p:cNvPr id="20" name="object 20"/>
            <p:cNvPicPr/>
            <p:nvPr/>
          </p:nvPicPr>
          <p:blipFill>
            <a:blip r:embed="rId11" cstate="print"/>
            <a:stretch>
              <a:fillRect/>
            </a:stretch>
          </p:blipFill>
          <p:spPr>
            <a:xfrm>
              <a:off x="5883529" y="2939745"/>
              <a:ext cx="484022" cy="295960"/>
            </a:xfrm>
            <a:prstGeom prst="rect">
              <a:avLst/>
            </a:prstGeom>
          </p:spPr>
        </p:pic>
        <p:pic>
          <p:nvPicPr>
            <p:cNvPr id="21" name="object 21"/>
            <p:cNvPicPr/>
            <p:nvPr/>
          </p:nvPicPr>
          <p:blipFill>
            <a:blip r:embed="rId12" cstate="print"/>
            <a:stretch>
              <a:fillRect/>
            </a:stretch>
          </p:blipFill>
          <p:spPr>
            <a:xfrm>
              <a:off x="6325870" y="2939745"/>
              <a:ext cx="1098994" cy="295960"/>
            </a:xfrm>
            <a:prstGeom prst="rect">
              <a:avLst/>
            </a:prstGeom>
          </p:spPr>
        </p:pic>
      </p:grpSp>
      <p:sp>
        <p:nvSpPr>
          <p:cNvPr id="22" name="object 22"/>
          <p:cNvSpPr txBox="1"/>
          <p:nvPr/>
        </p:nvSpPr>
        <p:spPr>
          <a:xfrm>
            <a:off x="943152" y="1772767"/>
            <a:ext cx="3638550" cy="2007235"/>
          </a:xfrm>
          <a:prstGeom prst="rect">
            <a:avLst/>
          </a:prstGeom>
        </p:spPr>
        <p:txBody>
          <a:bodyPr vert="horz" wrap="square" lIns="0" tIns="12700" rIns="0" bIns="0" rtlCol="0">
            <a:spAutoFit/>
          </a:bodyPr>
          <a:lstStyle/>
          <a:p>
            <a:pPr marL="241300" marR="5080" indent="-228600">
              <a:lnSpc>
                <a:spcPct val="150000"/>
              </a:lnSpc>
              <a:spcBef>
                <a:spcPts val="100"/>
              </a:spcBef>
              <a:buClr>
                <a:srgbClr val="075A74"/>
              </a:buClr>
              <a:buSzPct val="75000"/>
              <a:buFont typeface="Wingdings"/>
              <a:buChar char=""/>
              <a:tabLst>
                <a:tab pos="241300" algn="l"/>
                <a:tab pos="3164840" algn="l"/>
              </a:tabLst>
            </a:pPr>
            <a:r>
              <a:rPr sz="2000" spc="235" dirty="0">
                <a:solidFill>
                  <a:srgbClr val="252525"/>
                </a:solidFill>
                <a:latin typeface="Cambria"/>
                <a:cs typeface="Cambria"/>
              </a:rPr>
              <a:t>A</a:t>
            </a:r>
            <a:r>
              <a:rPr sz="2000" spc="185" dirty="0">
                <a:solidFill>
                  <a:srgbClr val="252525"/>
                </a:solidFill>
                <a:latin typeface="Cambria"/>
                <a:cs typeface="Cambria"/>
              </a:rPr>
              <a:t> </a:t>
            </a:r>
            <a:r>
              <a:rPr sz="2000" spc="114" dirty="0">
                <a:solidFill>
                  <a:srgbClr val="252525"/>
                </a:solidFill>
                <a:latin typeface="Cambria"/>
                <a:cs typeface="Cambria"/>
              </a:rPr>
              <a:t>process</a:t>
            </a:r>
            <a:r>
              <a:rPr sz="2000" spc="175" dirty="0">
                <a:solidFill>
                  <a:srgbClr val="252525"/>
                </a:solidFill>
                <a:latin typeface="Cambria"/>
                <a:cs typeface="Cambria"/>
              </a:rPr>
              <a:t> </a:t>
            </a:r>
            <a:r>
              <a:rPr sz="2000" spc="155" dirty="0">
                <a:solidFill>
                  <a:srgbClr val="252525"/>
                </a:solidFill>
                <a:latin typeface="Cambria"/>
                <a:cs typeface="Cambria"/>
              </a:rPr>
              <a:t>of</a:t>
            </a:r>
            <a:r>
              <a:rPr sz="2000" dirty="0">
                <a:solidFill>
                  <a:srgbClr val="252525"/>
                </a:solidFill>
                <a:latin typeface="Cambria"/>
                <a:cs typeface="Cambria"/>
              </a:rPr>
              <a:t>	</a:t>
            </a:r>
            <a:r>
              <a:rPr sz="2000" spc="105" dirty="0">
                <a:solidFill>
                  <a:srgbClr val="252525"/>
                </a:solidFill>
                <a:latin typeface="Cambria"/>
                <a:cs typeface="Cambria"/>
              </a:rPr>
              <a:t>and </a:t>
            </a:r>
            <a:r>
              <a:rPr sz="2000" spc="90" dirty="0">
                <a:solidFill>
                  <a:srgbClr val="252525"/>
                </a:solidFill>
                <a:latin typeface="Cambria"/>
                <a:cs typeface="Cambria"/>
              </a:rPr>
              <a:t>word</a:t>
            </a:r>
            <a:r>
              <a:rPr sz="2000" spc="175" dirty="0">
                <a:solidFill>
                  <a:srgbClr val="252525"/>
                </a:solidFill>
                <a:latin typeface="Cambria"/>
                <a:cs typeface="Cambria"/>
              </a:rPr>
              <a:t> </a:t>
            </a:r>
            <a:r>
              <a:rPr sz="2000" spc="105" dirty="0">
                <a:solidFill>
                  <a:srgbClr val="252525"/>
                </a:solidFill>
                <a:latin typeface="Cambria"/>
                <a:cs typeface="Cambria"/>
              </a:rPr>
              <a:t>which</a:t>
            </a:r>
            <a:r>
              <a:rPr sz="2000" spc="160" dirty="0">
                <a:solidFill>
                  <a:srgbClr val="252525"/>
                </a:solidFill>
                <a:latin typeface="Cambria"/>
                <a:cs typeface="Cambria"/>
              </a:rPr>
              <a:t> </a:t>
            </a:r>
            <a:r>
              <a:rPr sz="2000" spc="100" dirty="0">
                <a:solidFill>
                  <a:srgbClr val="252525"/>
                </a:solidFill>
                <a:latin typeface="Cambria"/>
                <a:cs typeface="Cambria"/>
              </a:rPr>
              <a:t>is</a:t>
            </a:r>
            <a:r>
              <a:rPr sz="2000" spc="175" dirty="0">
                <a:solidFill>
                  <a:srgbClr val="252525"/>
                </a:solidFill>
                <a:latin typeface="Cambria"/>
                <a:cs typeface="Cambria"/>
              </a:rPr>
              <a:t> </a:t>
            </a:r>
            <a:r>
              <a:rPr sz="2000" spc="100" dirty="0">
                <a:solidFill>
                  <a:srgbClr val="252525"/>
                </a:solidFill>
                <a:latin typeface="Cambria"/>
                <a:cs typeface="Cambria"/>
              </a:rPr>
              <a:t>called</a:t>
            </a:r>
            <a:r>
              <a:rPr sz="2000" spc="195" dirty="0">
                <a:solidFill>
                  <a:srgbClr val="252525"/>
                </a:solidFill>
                <a:latin typeface="Cambria"/>
                <a:cs typeface="Cambria"/>
              </a:rPr>
              <a:t> </a:t>
            </a:r>
            <a:r>
              <a:rPr sz="2000" spc="85" dirty="0">
                <a:solidFill>
                  <a:srgbClr val="252525"/>
                </a:solidFill>
                <a:latin typeface="Cambria"/>
                <a:cs typeface="Cambria"/>
              </a:rPr>
              <a:t>the</a:t>
            </a:r>
            <a:endParaRPr sz="2000">
              <a:latin typeface="Cambria"/>
              <a:cs typeface="Cambria"/>
            </a:endParaRPr>
          </a:p>
          <a:p>
            <a:pPr marL="240665" indent="-227965">
              <a:lnSpc>
                <a:spcPct val="100000"/>
              </a:lnSpc>
              <a:spcBef>
                <a:spcPts val="1800"/>
              </a:spcBef>
              <a:buClr>
                <a:srgbClr val="075A74"/>
              </a:buClr>
              <a:buSzPct val="75000"/>
              <a:buFont typeface="Wingdings"/>
              <a:buChar char=""/>
              <a:tabLst>
                <a:tab pos="240665" algn="l"/>
              </a:tabLst>
            </a:pPr>
            <a:r>
              <a:rPr sz="2000" spc="105" dirty="0">
                <a:solidFill>
                  <a:srgbClr val="252525"/>
                </a:solidFill>
                <a:latin typeface="Cambria"/>
                <a:cs typeface="Cambria"/>
              </a:rPr>
              <a:t>Usually</a:t>
            </a:r>
            <a:r>
              <a:rPr sz="2000" spc="210" dirty="0">
                <a:solidFill>
                  <a:srgbClr val="252525"/>
                </a:solidFill>
                <a:latin typeface="Cambria"/>
                <a:cs typeface="Cambria"/>
              </a:rPr>
              <a:t> </a:t>
            </a:r>
            <a:r>
              <a:rPr sz="2000" spc="95" dirty="0">
                <a:solidFill>
                  <a:srgbClr val="252525"/>
                </a:solidFill>
                <a:latin typeface="Cambria"/>
                <a:cs typeface="Cambria"/>
              </a:rPr>
              <a:t>refers</a:t>
            </a:r>
            <a:r>
              <a:rPr sz="2000" spc="215" dirty="0">
                <a:solidFill>
                  <a:srgbClr val="252525"/>
                </a:solidFill>
                <a:latin typeface="Cambria"/>
                <a:cs typeface="Cambria"/>
              </a:rPr>
              <a:t> </a:t>
            </a:r>
            <a:r>
              <a:rPr sz="2000" spc="85" dirty="0">
                <a:solidFill>
                  <a:srgbClr val="252525"/>
                </a:solidFill>
                <a:latin typeface="Cambria"/>
                <a:cs typeface="Cambria"/>
              </a:rPr>
              <a:t>to</a:t>
            </a:r>
            <a:endParaRPr sz="2000">
              <a:latin typeface="Cambria"/>
              <a:cs typeface="Cambria"/>
            </a:endParaRPr>
          </a:p>
          <a:p>
            <a:pPr marL="240665" indent="-227965">
              <a:lnSpc>
                <a:spcPct val="100000"/>
              </a:lnSpc>
              <a:spcBef>
                <a:spcPts val="1800"/>
              </a:spcBef>
              <a:buClr>
                <a:srgbClr val="075A74"/>
              </a:buClr>
              <a:buSzPct val="75000"/>
              <a:buFont typeface="Wingdings"/>
              <a:buChar char=""/>
              <a:tabLst>
                <a:tab pos="240665" algn="l"/>
              </a:tabLst>
            </a:pPr>
            <a:r>
              <a:rPr sz="2000" spc="130" dirty="0">
                <a:solidFill>
                  <a:srgbClr val="252525"/>
                </a:solidFill>
                <a:latin typeface="Cambria"/>
                <a:cs typeface="Cambria"/>
              </a:rPr>
              <a:t>Stemming</a:t>
            </a:r>
            <a:r>
              <a:rPr sz="2000" spc="60" dirty="0">
                <a:solidFill>
                  <a:srgbClr val="252525"/>
                </a:solidFill>
                <a:latin typeface="Cambria"/>
                <a:cs typeface="Cambria"/>
              </a:rPr>
              <a:t>  </a:t>
            </a:r>
            <a:r>
              <a:rPr sz="2000" spc="105" dirty="0">
                <a:solidFill>
                  <a:srgbClr val="252525"/>
                </a:solidFill>
                <a:latin typeface="Cambria"/>
                <a:cs typeface="Cambria"/>
              </a:rPr>
              <a:t>is</a:t>
            </a:r>
            <a:r>
              <a:rPr sz="2000" spc="55" dirty="0">
                <a:solidFill>
                  <a:srgbClr val="252525"/>
                </a:solidFill>
                <a:latin typeface="Cambria"/>
                <a:cs typeface="Cambria"/>
              </a:rPr>
              <a:t>  a</a:t>
            </a:r>
            <a:endParaRPr sz="2000">
              <a:latin typeface="Cambria"/>
              <a:cs typeface="Cambria"/>
            </a:endParaRPr>
          </a:p>
        </p:txBody>
      </p:sp>
      <p:grpSp>
        <p:nvGrpSpPr>
          <p:cNvPr id="23" name="object 23"/>
          <p:cNvGrpSpPr/>
          <p:nvPr/>
        </p:nvGrpSpPr>
        <p:grpSpPr>
          <a:xfrm>
            <a:off x="3140075" y="3473830"/>
            <a:ext cx="3296920" cy="295910"/>
            <a:chOff x="3140075" y="3473830"/>
            <a:chExt cx="3296920" cy="295910"/>
          </a:xfrm>
        </p:grpSpPr>
        <p:pic>
          <p:nvPicPr>
            <p:cNvPr id="24" name="object 24"/>
            <p:cNvPicPr/>
            <p:nvPr/>
          </p:nvPicPr>
          <p:blipFill>
            <a:blip r:embed="rId13" cstate="print"/>
            <a:stretch>
              <a:fillRect/>
            </a:stretch>
          </p:blipFill>
          <p:spPr>
            <a:xfrm>
              <a:off x="3140075" y="3473830"/>
              <a:ext cx="2385695" cy="295656"/>
            </a:xfrm>
            <a:prstGeom prst="rect">
              <a:avLst/>
            </a:prstGeom>
          </p:spPr>
        </p:pic>
        <p:pic>
          <p:nvPicPr>
            <p:cNvPr id="25" name="object 25"/>
            <p:cNvPicPr/>
            <p:nvPr/>
          </p:nvPicPr>
          <p:blipFill>
            <a:blip r:embed="rId14" cstate="print"/>
            <a:stretch>
              <a:fillRect/>
            </a:stretch>
          </p:blipFill>
          <p:spPr>
            <a:xfrm>
              <a:off x="5397373" y="3473830"/>
              <a:ext cx="292608" cy="295656"/>
            </a:xfrm>
            <a:prstGeom prst="rect">
              <a:avLst/>
            </a:prstGeom>
          </p:spPr>
        </p:pic>
        <p:pic>
          <p:nvPicPr>
            <p:cNvPr id="26" name="object 26"/>
            <p:cNvPicPr/>
            <p:nvPr/>
          </p:nvPicPr>
          <p:blipFill>
            <a:blip r:embed="rId15" cstate="print"/>
            <a:stretch>
              <a:fillRect/>
            </a:stretch>
          </p:blipFill>
          <p:spPr>
            <a:xfrm>
              <a:off x="5543676" y="3473830"/>
              <a:ext cx="892822" cy="295656"/>
            </a:xfrm>
            <a:prstGeom prst="rect">
              <a:avLst/>
            </a:prstGeom>
          </p:spPr>
        </p:pic>
      </p:grpSp>
      <p:sp>
        <p:nvSpPr>
          <p:cNvPr id="27" name="object 27"/>
          <p:cNvSpPr txBox="1"/>
          <p:nvPr/>
        </p:nvSpPr>
        <p:spPr>
          <a:xfrm>
            <a:off x="6401561" y="2914853"/>
            <a:ext cx="4232275" cy="865505"/>
          </a:xfrm>
          <a:prstGeom prst="rect">
            <a:avLst/>
          </a:prstGeom>
        </p:spPr>
        <p:txBody>
          <a:bodyPr vert="horz" wrap="square" lIns="0" tIns="13335" rIns="0" bIns="0" rtlCol="0">
            <a:spAutoFit/>
          </a:bodyPr>
          <a:lstStyle/>
          <a:p>
            <a:pPr marL="901065">
              <a:lnSpc>
                <a:spcPct val="100000"/>
              </a:lnSpc>
              <a:spcBef>
                <a:spcPts val="105"/>
              </a:spcBef>
            </a:pPr>
            <a:r>
              <a:rPr sz="2000" spc="65" dirty="0">
                <a:solidFill>
                  <a:srgbClr val="252525"/>
                </a:solidFill>
                <a:latin typeface="Cambria"/>
                <a:cs typeface="Cambria"/>
              </a:rPr>
              <a:t>.</a:t>
            </a:r>
            <a:endParaRPr sz="2000">
              <a:latin typeface="Cambria"/>
              <a:cs typeface="Cambria"/>
            </a:endParaRPr>
          </a:p>
          <a:p>
            <a:pPr marL="12700">
              <a:lnSpc>
                <a:spcPct val="100000"/>
              </a:lnSpc>
              <a:spcBef>
                <a:spcPts val="1805"/>
              </a:spcBef>
              <a:tabLst>
                <a:tab pos="3239135" algn="l"/>
              </a:tabLst>
            </a:pPr>
            <a:r>
              <a:rPr sz="2000" spc="114" dirty="0">
                <a:solidFill>
                  <a:srgbClr val="252525"/>
                </a:solidFill>
                <a:latin typeface="Cambria"/>
                <a:cs typeface="Cambria"/>
              </a:rPr>
              <a:t>process</a:t>
            </a:r>
            <a:r>
              <a:rPr sz="2000" spc="50" dirty="0">
                <a:solidFill>
                  <a:srgbClr val="252525"/>
                </a:solidFill>
                <a:latin typeface="Cambria"/>
                <a:cs typeface="Cambria"/>
              </a:rPr>
              <a:t>  </a:t>
            </a:r>
            <a:r>
              <a:rPr sz="2000" spc="180" dirty="0">
                <a:solidFill>
                  <a:srgbClr val="252525"/>
                </a:solidFill>
                <a:latin typeface="Cambria"/>
                <a:cs typeface="Cambria"/>
              </a:rPr>
              <a:t>of</a:t>
            </a:r>
            <a:r>
              <a:rPr sz="2000" spc="60" dirty="0">
                <a:solidFill>
                  <a:srgbClr val="252525"/>
                </a:solidFill>
                <a:latin typeface="Cambria"/>
                <a:cs typeface="Cambria"/>
              </a:rPr>
              <a:t>  </a:t>
            </a:r>
            <a:r>
              <a:rPr sz="2000" spc="110" dirty="0">
                <a:solidFill>
                  <a:srgbClr val="252525"/>
                </a:solidFill>
                <a:latin typeface="Cambria"/>
                <a:cs typeface="Cambria"/>
              </a:rPr>
              <a:t>stripping</a:t>
            </a:r>
            <a:r>
              <a:rPr sz="2000" spc="55" dirty="0">
                <a:solidFill>
                  <a:srgbClr val="252525"/>
                </a:solidFill>
                <a:latin typeface="Cambria"/>
                <a:cs typeface="Cambria"/>
              </a:rPr>
              <a:t>  </a:t>
            </a:r>
            <a:r>
              <a:rPr sz="2000" spc="85" dirty="0">
                <a:solidFill>
                  <a:srgbClr val="252525"/>
                </a:solidFill>
                <a:latin typeface="Cambria"/>
                <a:cs typeface="Cambria"/>
              </a:rPr>
              <a:t>the</a:t>
            </a:r>
            <a:r>
              <a:rPr sz="2000" dirty="0">
                <a:solidFill>
                  <a:srgbClr val="252525"/>
                </a:solidFill>
                <a:latin typeface="Cambria"/>
                <a:cs typeface="Cambria"/>
              </a:rPr>
              <a:t>	</a:t>
            </a:r>
            <a:r>
              <a:rPr sz="2000" spc="135" dirty="0">
                <a:solidFill>
                  <a:srgbClr val="252525"/>
                </a:solidFill>
                <a:latin typeface="Cambria"/>
                <a:cs typeface="Cambria"/>
              </a:rPr>
              <a:t>suffixes</a:t>
            </a:r>
            <a:endParaRPr sz="2000">
              <a:latin typeface="Cambria"/>
              <a:cs typeface="Cambria"/>
            </a:endParaRPr>
          </a:p>
        </p:txBody>
      </p:sp>
      <p:grpSp>
        <p:nvGrpSpPr>
          <p:cNvPr id="28" name="object 28"/>
          <p:cNvGrpSpPr/>
          <p:nvPr/>
        </p:nvGrpSpPr>
        <p:grpSpPr>
          <a:xfrm>
            <a:off x="1184452" y="3931030"/>
            <a:ext cx="3056255" cy="295910"/>
            <a:chOff x="1184452" y="3931030"/>
            <a:chExt cx="3056255" cy="295910"/>
          </a:xfrm>
        </p:grpSpPr>
        <p:pic>
          <p:nvPicPr>
            <p:cNvPr id="29" name="object 29"/>
            <p:cNvPicPr/>
            <p:nvPr/>
          </p:nvPicPr>
          <p:blipFill>
            <a:blip r:embed="rId16" cstate="print"/>
            <a:stretch>
              <a:fillRect/>
            </a:stretch>
          </p:blipFill>
          <p:spPr>
            <a:xfrm>
              <a:off x="1184452" y="3931030"/>
              <a:ext cx="170687" cy="295656"/>
            </a:xfrm>
            <a:prstGeom prst="rect">
              <a:avLst/>
            </a:prstGeom>
          </p:spPr>
        </p:pic>
        <p:pic>
          <p:nvPicPr>
            <p:cNvPr id="30" name="object 30"/>
            <p:cNvPicPr/>
            <p:nvPr/>
          </p:nvPicPr>
          <p:blipFill>
            <a:blip r:embed="rId17" cstate="print"/>
            <a:stretch>
              <a:fillRect/>
            </a:stretch>
          </p:blipFill>
          <p:spPr>
            <a:xfrm>
              <a:off x="1269796" y="3931030"/>
              <a:ext cx="234696" cy="295656"/>
            </a:xfrm>
            <a:prstGeom prst="rect">
              <a:avLst/>
            </a:prstGeom>
          </p:spPr>
        </p:pic>
        <p:pic>
          <p:nvPicPr>
            <p:cNvPr id="31" name="object 31"/>
            <p:cNvPicPr/>
            <p:nvPr/>
          </p:nvPicPr>
          <p:blipFill>
            <a:blip r:embed="rId18" cstate="print"/>
            <a:stretch>
              <a:fillRect/>
            </a:stretch>
          </p:blipFill>
          <p:spPr>
            <a:xfrm>
              <a:off x="1387094" y="3931030"/>
              <a:ext cx="544982" cy="295656"/>
            </a:xfrm>
            <a:prstGeom prst="rect">
              <a:avLst/>
            </a:prstGeom>
          </p:spPr>
        </p:pic>
        <p:pic>
          <p:nvPicPr>
            <p:cNvPr id="32" name="object 32"/>
            <p:cNvPicPr/>
            <p:nvPr/>
          </p:nvPicPr>
          <p:blipFill>
            <a:blip r:embed="rId19" cstate="print"/>
            <a:stretch>
              <a:fillRect/>
            </a:stretch>
          </p:blipFill>
          <p:spPr>
            <a:xfrm>
              <a:off x="1795906" y="3931030"/>
              <a:ext cx="234695" cy="295656"/>
            </a:xfrm>
            <a:prstGeom prst="rect">
              <a:avLst/>
            </a:prstGeom>
          </p:spPr>
        </p:pic>
        <p:pic>
          <p:nvPicPr>
            <p:cNvPr id="33" name="object 33"/>
            <p:cNvPicPr/>
            <p:nvPr/>
          </p:nvPicPr>
          <p:blipFill>
            <a:blip r:embed="rId20" cstate="print"/>
            <a:stretch>
              <a:fillRect/>
            </a:stretch>
          </p:blipFill>
          <p:spPr>
            <a:xfrm>
              <a:off x="1913255" y="3931030"/>
              <a:ext cx="134112" cy="295656"/>
            </a:xfrm>
            <a:prstGeom prst="rect">
              <a:avLst/>
            </a:prstGeom>
          </p:spPr>
        </p:pic>
        <p:pic>
          <p:nvPicPr>
            <p:cNvPr id="34" name="object 34"/>
            <p:cNvPicPr/>
            <p:nvPr/>
          </p:nvPicPr>
          <p:blipFill>
            <a:blip r:embed="rId17" cstate="print"/>
            <a:stretch>
              <a:fillRect/>
            </a:stretch>
          </p:blipFill>
          <p:spPr>
            <a:xfrm>
              <a:off x="2058035" y="3931030"/>
              <a:ext cx="234695" cy="295656"/>
            </a:xfrm>
            <a:prstGeom prst="rect">
              <a:avLst/>
            </a:prstGeom>
          </p:spPr>
        </p:pic>
        <p:pic>
          <p:nvPicPr>
            <p:cNvPr id="35" name="object 35"/>
            <p:cNvPicPr/>
            <p:nvPr/>
          </p:nvPicPr>
          <p:blipFill>
            <a:blip r:embed="rId21" cstate="print"/>
            <a:stretch>
              <a:fillRect/>
            </a:stretch>
          </p:blipFill>
          <p:spPr>
            <a:xfrm>
              <a:off x="2175383" y="3931030"/>
              <a:ext cx="345186" cy="295656"/>
            </a:xfrm>
            <a:prstGeom prst="rect">
              <a:avLst/>
            </a:prstGeom>
          </p:spPr>
        </p:pic>
        <p:pic>
          <p:nvPicPr>
            <p:cNvPr id="36" name="object 36"/>
            <p:cNvPicPr/>
            <p:nvPr/>
          </p:nvPicPr>
          <p:blipFill>
            <a:blip r:embed="rId19" cstate="print"/>
            <a:stretch>
              <a:fillRect/>
            </a:stretch>
          </p:blipFill>
          <p:spPr>
            <a:xfrm>
              <a:off x="2405507" y="3931030"/>
              <a:ext cx="234695" cy="295656"/>
            </a:xfrm>
            <a:prstGeom prst="rect">
              <a:avLst/>
            </a:prstGeom>
          </p:spPr>
        </p:pic>
        <p:pic>
          <p:nvPicPr>
            <p:cNvPr id="37" name="object 37"/>
            <p:cNvPicPr/>
            <p:nvPr/>
          </p:nvPicPr>
          <p:blipFill>
            <a:blip r:embed="rId20" cstate="print"/>
            <a:stretch>
              <a:fillRect/>
            </a:stretch>
          </p:blipFill>
          <p:spPr>
            <a:xfrm>
              <a:off x="2522855" y="3931030"/>
              <a:ext cx="134112" cy="295656"/>
            </a:xfrm>
            <a:prstGeom prst="rect">
              <a:avLst/>
            </a:prstGeom>
          </p:spPr>
        </p:pic>
        <p:pic>
          <p:nvPicPr>
            <p:cNvPr id="38" name="object 38"/>
            <p:cNvPicPr/>
            <p:nvPr/>
          </p:nvPicPr>
          <p:blipFill>
            <a:blip r:embed="rId17" cstate="print"/>
            <a:stretch>
              <a:fillRect/>
            </a:stretch>
          </p:blipFill>
          <p:spPr>
            <a:xfrm>
              <a:off x="2669158" y="3931030"/>
              <a:ext cx="234695" cy="295656"/>
            </a:xfrm>
            <a:prstGeom prst="rect">
              <a:avLst/>
            </a:prstGeom>
          </p:spPr>
        </p:pic>
        <p:pic>
          <p:nvPicPr>
            <p:cNvPr id="39" name="object 39"/>
            <p:cNvPicPr/>
            <p:nvPr/>
          </p:nvPicPr>
          <p:blipFill>
            <a:blip r:embed="rId22" cstate="print"/>
            <a:stretch>
              <a:fillRect/>
            </a:stretch>
          </p:blipFill>
          <p:spPr>
            <a:xfrm>
              <a:off x="2786507" y="3931030"/>
              <a:ext cx="393192" cy="295656"/>
            </a:xfrm>
            <a:prstGeom prst="rect">
              <a:avLst/>
            </a:prstGeom>
          </p:spPr>
        </p:pic>
        <p:pic>
          <p:nvPicPr>
            <p:cNvPr id="40" name="object 40"/>
            <p:cNvPicPr/>
            <p:nvPr/>
          </p:nvPicPr>
          <p:blipFill>
            <a:blip r:embed="rId19" cstate="print"/>
            <a:stretch>
              <a:fillRect/>
            </a:stretch>
          </p:blipFill>
          <p:spPr>
            <a:xfrm>
              <a:off x="3048634" y="3931030"/>
              <a:ext cx="234696" cy="295656"/>
            </a:xfrm>
            <a:prstGeom prst="rect">
              <a:avLst/>
            </a:prstGeom>
          </p:spPr>
        </p:pic>
        <p:pic>
          <p:nvPicPr>
            <p:cNvPr id="41" name="object 41"/>
            <p:cNvPicPr/>
            <p:nvPr/>
          </p:nvPicPr>
          <p:blipFill>
            <a:blip r:embed="rId20" cstate="print"/>
            <a:stretch>
              <a:fillRect/>
            </a:stretch>
          </p:blipFill>
          <p:spPr>
            <a:xfrm>
              <a:off x="3165983" y="3931030"/>
              <a:ext cx="134111" cy="295656"/>
            </a:xfrm>
            <a:prstGeom prst="rect">
              <a:avLst/>
            </a:prstGeom>
          </p:spPr>
        </p:pic>
        <p:pic>
          <p:nvPicPr>
            <p:cNvPr id="42" name="object 42"/>
            <p:cNvPicPr/>
            <p:nvPr/>
          </p:nvPicPr>
          <p:blipFill>
            <a:blip r:embed="rId17" cstate="print"/>
            <a:stretch>
              <a:fillRect/>
            </a:stretch>
          </p:blipFill>
          <p:spPr>
            <a:xfrm>
              <a:off x="3312287" y="3931030"/>
              <a:ext cx="234696" cy="295656"/>
            </a:xfrm>
            <a:prstGeom prst="rect">
              <a:avLst/>
            </a:prstGeom>
          </p:spPr>
        </p:pic>
        <p:pic>
          <p:nvPicPr>
            <p:cNvPr id="43" name="object 43"/>
            <p:cNvPicPr/>
            <p:nvPr/>
          </p:nvPicPr>
          <p:blipFill>
            <a:blip r:embed="rId23" cstate="print"/>
            <a:stretch>
              <a:fillRect/>
            </a:stretch>
          </p:blipFill>
          <p:spPr>
            <a:xfrm>
              <a:off x="3429634" y="3931030"/>
              <a:ext cx="243839" cy="295656"/>
            </a:xfrm>
            <a:prstGeom prst="rect">
              <a:avLst/>
            </a:prstGeom>
          </p:spPr>
        </p:pic>
        <p:pic>
          <p:nvPicPr>
            <p:cNvPr id="44" name="object 44"/>
            <p:cNvPicPr/>
            <p:nvPr/>
          </p:nvPicPr>
          <p:blipFill>
            <a:blip r:embed="rId24" cstate="print"/>
            <a:stretch>
              <a:fillRect/>
            </a:stretch>
          </p:blipFill>
          <p:spPr>
            <a:xfrm>
              <a:off x="3551555" y="3931030"/>
              <a:ext cx="688746" cy="295656"/>
            </a:xfrm>
            <a:prstGeom prst="rect">
              <a:avLst/>
            </a:prstGeom>
          </p:spPr>
        </p:pic>
      </p:grpSp>
      <p:sp>
        <p:nvSpPr>
          <p:cNvPr id="45" name="object 45"/>
          <p:cNvSpPr txBox="1"/>
          <p:nvPr/>
        </p:nvSpPr>
        <p:spPr>
          <a:xfrm>
            <a:off x="4104513" y="3906139"/>
            <a:ext cx="1781810" cy="33083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252525"/>
                </a:solidFill>
                <a:latin typeface="Cambria"/>
                <a:cs typeface="Cambria"/>
              </a:rPr>
              <a:t>)</a:t>
            </a:r>
            <a:r>
              <a:rPr sz="2000" spc="130" dirty="0">
                <a:solidFill>
                  <a:srgbClr val="252525"/>
                </a:solidFill>
                <a:latin typeface="Cambria"/>
                <a:cs typeface="Cambria"/>
              </a:rPr>
              <a:t> </a:t>
            </a:r>
            <a:r>
              <a:rPr sz="2000" spc="140" dirty="0">
                <a:solidFill>
                  <a:srgbClr val="252525"/>
                </a:solidFill>
                <a:latin typeface="Cambria"/>
                <a:cs typeface="Cambria"/>
              </a:rPr>
              <a:t>from</a:t>
            </a:r>
            <a:r>
              <a:rPr sz="2000" spc="145" dirty="0">
                <a:solidFill>
                  <a:srgbClr val="252525"/>
                </a:solidFill>
                <a:latin typeface="Cambria"/>
                <a:cs typeface="Cambria"/>
              </a:rPr>
              <a:t> </a:t>
            </a:r>
            <a:r>
              <a:rPr sz="2000" spc="105" dirty="0">
                <a:solidFill>
                  <a:srgbClr val="252525"/>
                </a:solidFill>
                <a:latin typeface="Cambria"/>
                <a:cs typeface="Cambria"/>
              </a:rPr>
              <a:t>a</a:t>
            </a:r>
            <a:r>
              <a:rPr sz="2000" spc="135" dirty="0">
                <a:solidFill>
                  <a:srgbClr val="252525"/>
                </a:solidFill>
                <a:latin typeface="Cambria"/>
                <a:cs typeface="Cambria"/>
              </a:rPr>
              <a:t> </a:t>
            </a:r>
            <a:r>
              <a:rPr sz="2000" spc="85" dirty="0">
                <a:solidFill>
                  <a:srgbClr val="252525"/>
                </a:solidFill>
                <a:latin typeface="Cambria"/>
                <a:cs typeface="Cambria"/>
              </a:rPr>
              <a:t>word.</a:t>
            </a:r>
            <a:endParaRPr sz="2000">
              <a:latin typeface="Cambria"/>
              <a:cs typeface="Cambria"/>
            </a:endParaRPr>
          </a:p>
        </p:txBody>
      </p:sp>
      <p:sp>
        <p:nvSpPr>
          <p:cNvPr id="46" name="object 46"/>
          <p:cNvSpPr txBox="1"/>
          <p:nvPr/>
        </p:nvSpPr>
        <p:spPr>
          <a:xfrm>
            <a:off x="1171752" y="4503801"/>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47" name="object 47"/>
          <p:cNvGrpSpPr/>
          <p:nvPr/>
        </p:nvGrpSpPr>
        <p:grpSpPr>
          <a:xfrm>
            <a:off x="1413002" y="4464684"/>
            <a:ext cx="1242695" cy="295910"/>
            <a:chOff x="1413002" y="4464684"/>
            <a:chExt cx="1242695" cy="295910"/>
          </a:xfrm>
        </p:grpSpPr>
        <p:pic>
          <p:nvPicPr>
            <p:cNvPr id="48" name="object 48"/>
            <p:cNvPicPr/>
            <p:nvPr/>
          </p:nvPicPr>
          <p:blipFill>
            <a:blip r:embed="rId25" cstate="print"/>
            <a:stretch>
              <a:fillRect/>
            </a:stretch>
          </p:blipFill>
          <p:spPr>
            <a:xfrm>
              <a:off x="1413002" y="4464684"/>
              <a:ext cx="1242186" cy="295656"/>
            </a:xfrm>
            <a:prstGeom prst="rect">
              <a:avLst/>
            </a:prstGeom>
          </p:spPr>
        </p:pic>
        <p:pic>
          <p:nvPicPr>
            <p:cNvPr id="49" name="object 49"/>
            <p:cNvPicPr/>
            <p:nvPr/>
          </p:nvPicPr>
          <p:blipFill>
            <a:blip r:embed="rId26" cstate="print"/>
            <a:stretch>
              <a:fillRect/>
            </a:stretch>
          </p:blipFill>
          <p:spPr>
            <a:xfrm>
              <a:off x="2499994" y="4464684"/>
              <a:ext cx="134112" cy="295656"/>
            </a:xfrm>
            <a:prstGeom prst="rect">
              <a:avLst/>
            </a:prstGeom>
          </p:spPr>
        </p:pic>
      </p:grpSp>
      <p:sp>
        <p:nvSpPr>
          <p:cNvPr id="50" name="object 50"/>
          <p:cNvSpPr txBox="1"/>
          <p:nvPr/>
        </p:nvSpPr>
        <p:spPr>
          <a:xfrm>
            <a:off x="2630551" y="4439792"/>
            <a:ext cx="1945639" cy="330835"/>
          </a:xfrm>
          <a:prstGeom prst="rect">
            <a:avLst/>
          </a:prstGeom>
        </p:spPr>
        <p:txBody>
          <a:bodyPr vert="horz" wrap="square" lIns="0" tIns="12700" rIns="0" bIns="0" rtlCol="0">
            <a:spAutoFit/>
          </a:bodyPr>
          <a:lstStyle/>
          <a:p>
            <a:pPr marL="12700">
              <a:lnSpc>
                <a:spcPct val="100000"/>
              </a:lnSpc>
              <a:spcBef>
                <a:spcPts val="100"/>
              </a:spcBef>
            </a:pPr>
            <a:r>
              <a:rPr sz="2000" spc="65" dirty="0">
                <a:solidFill>
                  <a:srgbClr val="252525"/>
                </a:solidFill>
                <a:latin typeface="Cambria"/>
                <a:cs typeface="Cambria"/>
              </a:rPr>
              <a:t>Porter</a:t>
            </a:r>
            <a:r>
              <a:rPr sz="2000" spc="195" dirty="0">
                <a:solidFill>
                  <a:srgbClr val="252525"/>
                </a:solidFill>
                <a:latin typeface="Cambria"/>
                <a:cs typeface="Cambria"/>
              </a:rPr>
              <a:t> </a:t>
            </a:r>
            <a:r>
              <a:rPr sz="2000" spc="110" dirty="0">
                <a:solidFill>
                  <a:srgbClr val="252525"/>
                </a:solidFill>
                <a:latin typeface="Cambria"/>
                <a:cs typeface="Cambria"/>
              </a:rPr>
              <a:t>stemmer</a:t>
            </a:r>
            <a:endParaRPr sz="2000">
              <a:latin typeface="Cambria"/>
              <a:cs typeface="Cambria"/>
            </a:endParaRPr>
          </a:p>
        </p:txBody>
      </p:sp>
      <p:sp>
        <p:nvSpPr>
          <p:cNvPr id="52" name="object 52"/>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53" name="object 53"/>
          <p:cNvSpPr txBox="1"/>
          <p:nvPr/>
        </p:nvSpPr>
        <p:spPr>
          <a:xfrm>
            <a:off x="1069644" y="6569561"/>
            <a:ext cx="1163320" cy="152400"/>
          </a:xfrm>
          <a:prstGeom prst="rect">
            <a:avLst/>
          </a:prstGeom>
        </p:spPr>
        <p:txBody>
          <a:bodyPr vert="horz" wrap="square" lIns="0" tIns="0" rIns="0" bIns="0" rtlCol="0">
            <a:spAutoFit/>
          </a:bodyPr>
          <a:lstStyle/>
          <a:p>
            <a:pPr marL="12700">
              <a:lnSpc>
                <a:spcPts val="1050"/>
              </a:lnSpc>
            </a:pPr>
            <a:r>
              <a:rPr sz="1000" dirty="0">
                <a:solidFill>
                  <a:srgbClr val="BEBEBE"/>
                </a:solidFill>
                <a:latin typeface="Constantia"/>
                <a:cs typeface="Constantia"/>
              </a:rPr>
              <a:t>Rudimentary</a:t>
            </a:r>
            <a:r>
              <a:rPr sz="1000" spc="-20" dirty="0">
                <a:solidFill>
                  <a:srgbClr val="BEBEBE"/>
                </a:solidFill>
                <a:latin typeface="Constantia"/>
                <a:cs typeface="Constantia"/>
              </a:rPr>
              <a:t> </a:t>
            </a:r>
            <a:r>
              <a:rPr sz="1000" dirty="0">
                <a:solidFill>
                  <a:srgbClr val="BEBEBE"/>
                </a:solidFill>
                <a:latin typeface="Constantia"/>
                <a:cs typeface="Constantia"/>
              </a:rPr>
              <a:t>=</a:t>
            </a:r>
            <a:r>
              <a:rPr sz="1000" spc="-55" dirty="0">
                <a:solidFill>
                  <a:srgbClr val="BEBEBE"/>
                </a:solidFill>
                <a:latin typeface="Constantia"/>
                <a:cs typeface="Constantia"/>
              </a:rPr>
              <a:t> </a:t>
            </a:r>
            <a:r>
              <a:rPr sz="1000" spc="-20" dirty="0">
                <a:solidFill>
                  <a:srgbClr val="BEBEBE"/>
                </a:solidFill>
                <a:latin typeface="Constantia"/>
                <a:cs typeface="Constantia"/>
              </a:rPr>
              <a:t>Basic</a:t>
            </a:r>
            <a:endParaRPr sz="1000">
              <a:latin typeface="Constantia"/>
              <a:cs typeface="Constantia"/>
            </a:endParaRPr>
          </a:p>
        </p:txBody>
      </p:sp>
      <p:sp>
        <p:nvSpPr>
          <p:cNvPr id="51" name="object 51"/>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15</a:t>
            </a:r>
            <a:endParaRPr sz="1400">
              <a:latin typeface="Cambria"/>
              <a:cs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3" name="object 3"/>
          <p:cNvGrpSpPr/>
          <p:nvPr/>
        </p:nvGrpSpPr>
        <p:grpSpPr>
          <a:xfrm>
            <a:off x="4697095" y="4503420"/>
            <a:ext cx="2508250" cy="403860"/>
            <a:chOff x="4697095" y="4503420"/>
            <a:chExt cx="2508250" cy="403860"/>
          </a:xfrm>
        </p:grpSpPr>
        <p:sp>
          <p:nvSpPr>
            <p:cNvPr id="4" name="object 4"/>
            <p:cNvSpPr/>
            <p:nvPr/>
          </p:nvSpPr>
          <p:spPr>
            <a:xfrm>
              <a:off x="4697095" y="4503419"/>
              <a:ext cx="1480185" cy="403860"/>
            </a:xfrm>
            <a:custGeom>
              <a:avLst/>
              <a:gdLst/>
              <a:ahLst/>
              <a:cxnLst/>
              <a:rect l="l" t="t" r="r" b="b"/>
              <a:pathLst>
                <a:path w="1480185" h="403860">
                  <a:moveTo>
                    <a:pt x="1479804" y="0"/>
                  </a:moveTo>
                  <a:lnTo>
                    <a:pt x="1181100" y="0"/>
                  </a:lnTo>
                  <a:lnTo>
                    <a:pt x="0" y="0"/>
                  </a:lnTo>
                  <a:lnTo>
                    <a:pt x="0" y="403860"/>
                  </a:lnTo>
                  <a:lnTo>
                    <a:pt x="1181100" y="403860"/>
                  </a:lnTo>
                  <a:lnTo>
                    <a:pt x="1479804" y="403860"/>
                  </a:lnTo>
                  <a:lnTo>
                    <a:pt x="1479804" y="0"/>
                  </a:lnTo>
                  <a:close/>
                </a:path>
              </a:pathLst>
            </a:custGeom>
            <a:solidFill>
              <a:srgbClr val="FFFF00"/>
            </a:solidFill>
          </p:spPr>
          <p:txBody>
            <a:bodyPr wrap="square" lIns="0" tIns="0" rIns="0" bIns="0" rtlCol="0"/>
            <a:lstStyle/>
            <a:p>
              <a:endParaRPr/>
            </a:p>
          </p:txBody>
        </p:sp>
        <p:pic>
          <p:nvPicPr>
            <p:cNvPr id="5" name="object 5"/>
            <p:cNvPicPr/>
            <p:nvPr/>
          </p:nvPicPr>
          <p:blipFill>
            <a:blip r:embed="rId2" cstate="print"/>
            <a:stretch>
              <a:fillRect/>
            </a:stretch>
          </p:blipFill>
          <p:spPr>
            <a:xfrm>
              <a:off x="6176899" y="4503420"/>
              <a:ext cx="1027937" cy="403860"/>
            </a:xfrm>
            <a:prstGeom prst="rect">
              <a:avLst/>
            </a:prstGeom>
          </p:spPr>
        </p:pic>
        <p:pic>
          <p:nvPicPr>
            <p:cNvPr id="6" name="object 6"/>
            <p:cNvPicPr/>
            <p:nvPr/>
          </p:nvPicPr>
          <p:blipFill>
            <a:blip r:embed="rId3" cstate="print"/>
            <a:stretch>
              <a:fillRect/>
            </a:stretch>
          </p:blipFill>
          <p:spPr>
            <a:xfrm>
              <a:off x="4697857" y="4507433"/>
              <a:ext cx="1377950" cy="385876"/>
            </a:xfrm>
            <a:prstGeom prst="rect">
              <a:avLst/>
            </a:prstGeom>
          </p:spPr>
        </p:pic>
      </p:grpSp>
      <p:sp>
        <p:nvSpPr>
          <p:cNvPr id="7" name="object 7"/>
          <p:cNvSpPr txBox="1"/>
          <p:nvPr/>
        </p:nvSpPr>
        <p:spPr>
          <a:xfrm>
            <a:off x="743508" y="944626"/>
            <a:ext cx="182880" cy="278130"/>
          </a:xfrm>
          <a:prstGeom prst="rect">
            <a:avLst/>
          </a:prstGeom>
        </p:spPr>
        <p:txBody>
          <a:bodyPr vert="horz" wrap="square" lIns="0" tIns="13335" rIns="0" bIns="0" rtlCol="0">
            <a:spAutoFit/>
          </a:bodyPr>
          <a:lstStyle/>
          <a:p>
            <a:pPr marL="12700">
              <a:lnSpc>
                <a:spcPct val="100000"/>
              </a:lnSpc>
              <a:spcBef>
                <a:spcPts val="105"/>
              </a:spcBef>
            </a:pPr>
            <a:r>
              <a:rPr sz="1650" spc="-50" dirty="0">
                <a:solidFill>
                  <a:srgbClr val="006F57"/>
                </a:solidFill>
                <a:latin typeface="Wingdings"/>
                <a:cs typeface="Wingdings"/>
              </a:rPr>
              <a:t></a:t>
            </a:r>
            <a:endParaRPr sz="1650">
              <a:latin typeface="Wingdings"/>
              <a:cs typeface="Wingdings"/>
            </a:endParaRPr>
          </a:p>
        </p:txBody>
      </p:sp>
      <p:grpSp>
        <p:nvGrpSpPr>
          <p:cNvPr id="8" name="object 8"/>
          <p:cNvGrpSpPr/>
          <p:nvPr/>
        </p:nvGrpSpPr>
        <p:grpSpPr>
          <a:xfrm>
            <a:off x="984808" y="902461"/>
            <a:ext cx="2690495" cy="325120"/>
            <a:chOff x="984808" y="902461"/>
            <a:chExt cx="2690495" cy="325120"/>
          </a:xfrm>
        </p:grpSpPr>
        <p:pic>
          <p:nvPicPr>
            <p:cNvPr id="9" name="object 9"/>
            <p:cNvPicPr/>
            <p:nvPr/>
          </p:nvPicPr>
          <p:blipFill>
            <a:blip r:embed="rId4" cstate="print"/>
            <a:stretch>
              <a:fillRect/>
            </a:stretch>
          </p:blipFill>
          <p:spPr>
            <a:xfrm>
              <a:off x="984808" y="902461"/>
              <a:ext cx="353568" cy="324612"/>
            </a:xfrm>
            <a:prstGeom prst="rect">
              <a:avLst/>
            </a:prstGeom>
          </p:spPr>
        </p:pic>
        <p:pic>
          <p:nvPicPr>
            <p:cNvPr id="10" name="object 10"/>
            <p:cNvPicPr/>
            <p:nvPr/>
          </p:nvPicPr>
          <p:blipFill>
            <a:blip r:embed="rId5" cstate="print"/>
            <a:stretch>
              <a:fillRect/>
            </a:stretch>
          </p:blipFill>
          <p:spPr>
            <a:xfrm>
              <a:off x="1249984" y="902461"/>
              <a:ext cx="1354963" cy="324612"/>
            </a:xfrm>
            <a:prstGeom prst="rect">
              <a:avLst/>
            </a:prstGeom>
          </p:spPr>
        </p:pic>
        <p:pic>
          <p:nvPicPr>
            <p:cNvPr id="11" name="object 11"/>
            <p:cNvPicPr/>
            <p:nvPr/>
          </p:nvPicPr>
          <p:blipFill>
            <a:blip r:embed="rId6" cstate="print"/>
            <a:stretch>
              <a:fillRect/>
            </a:stretch>
          </p:blipFill>
          <p:spPr>
            <a:xfrm>
              <a:off x="2556383" y="902461"/>
              <a:ext cx="1118362" cy="324612"/>
            </a:xfrm>
            <a:prstGeom prst="rect">
              <a:avLst/>
            </a:prstGeom>
          </p:spPr>
        </p:pic>
      </p:grpSp>
      <p:sp>
        <p:nvSpPr>
          <p:cNvPr id="12" name="object 12"/>
          <p:cNvSpPr txBox="1"/>
          <p:nvPr/>
        </p:nvSpPr>
        <p:spPr>
          <a:xfrm>
            <a:off x="3590671" y="824230"/>
            <a:ext cx="3180080" cy="422275"/>
          </a:xfrm>
          <a:prstGeom prst="rect">
            <a:avLst/>
          </a:prstGeom>
        </p:spPr>
        <p:txBody>
          <a:bodyPr vert="horz" wrap="square" lIns="0" tIns="13335" rIns="0" bIns="0" rtlCol="0">
            <a:spAutoFit/>
          </a:bodyPr>
          <a:lstStyle/>
          <a:p>
            <a:pPr marL="12700">
              <a:lnSpc>
                <a:spcPct val="100000"/>
              </a:lnSpc>
              <a:spcBef>
                <a:spcPts val="105"/>
              </a:spcBef>
            </a:pPr>
            <a:r>
              <a:rPr sz="2600" spc="220" dirty="0">
                <a:solidFill>
                  <a:srgbClr val="252525"/>
                </a:solidFill>
                <a:latin typeface="Cambria"/>
                <a:cs typeface="Cambria"/>
              </a:rPr>
              <a:t>of </a:t>
            </a:r>
            <a:r>
              <a:rPr sz="2600" spc="135" dirty="0">
                <a:solidFill>
                  <a:srgbClr val="252525"/>
                </a:solidFill>
                <a:latin typeface="Cambria"/>
                <a:cs typeface="Cambria"/>
              </a:rPr>
              <a:t>words</a:t>
            </a:r>
            <a:r>
              <a:rPr sz="2600" spc="215" dirty="0">
                <a:solidFill>
                  <a:srgbClr val="252525"/>
                </a:solidFill>
                <a:latin typeface="Cambria"/>
                <a:cs typeface="Cambria"/>
              </a:rPr>
              <a:t> </a:t>
            </a:r>
            <a:r>
              <a:rPr sz="2600" spc="135" dirty="0">
                <a:solidFill>
                  <a:srgbClr val="252525"/>
                </a:solidFill>
                <a:latin typeface="Cambria"/>
                <a:cs typeface="Cambria"/>
              </a:rPr>
              <a:t>reduction,</a:t>
            </a:r>
            <a:endParaRPr sz="2600">
              <a:latin typeface="Cambria"/>
              <a:cs typeface="Cambria"/>
            </a:endParaRPr>
          </a:p>
        </p:txBody>
      </p:sp>
      <p:sp>
        <p:nvSpPr>
          <p:cNvPr id="13" name="object 13"/>
          <p:cNvSpPr txBox="1">
            <a:spLocks noGrp="1"/>
          </p:cNvSpPr>
          <p:nvPr>
            <p:ph type="title"/>
          </p:nvPr>
        </p:nvSpPr>
        <p:spPr>
          <a:xfrm>
            <a:off x="259689" y="264363"/>
            <a:ext cx="3987165" cy="574675"/>
          </a:xfrm>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25" dirty="0"/>
              <a:t>Porter</a:t>
            </a:r>
            <a:r>
              <a:rPr sz="3600" spc="335" dirty="0"/>
              <a:t> </a:t>
            </a:r>
            <a:r>
              <a:rPr sz="3600" spc="204" dirty="0"/>
              <a:t>Stemmer</a:t>
            </a:r>
            <a:endParaRPr sz="3600" dirty="0">
              <a:latin typeface="Arial Black"/>
              <a:cs typeface="Arial Black"/>
            </a:endParaRPr>
          </a:p>
        </p:txBody>
      </p:sp>
      <p:grpSp>
        <p:nvGrpSpPr>
          <p:cNvPr id="14" name="object 14"/>
          <p:cNvGrpSpPr/>
          <p:nvPr/>
        </p:nvGrpSpPr>
        <p:grpSpPr>
          <a:xfrm>
            <a:off x="6854697" y="902461"/>
            <a:ext cx="2974340" cy="325120"/>
            <a:chOff x="6854697" y="902461"/>
            <a:chExt cx="2974340" cy="325120"/>
          </a:xfrm>
        </p:grpSpPr>
        <p:pic>
          <p:nvPicPr>
            <p:cNvPr id="15" name="object 15"/>
            <p:cNvPicPr/>
            <p:nvPr/>
          </p:nvPicPr>
          <p:blipFill>
            <a:blip r:embed="rId7" cstate="print"/>
            <a:stretch>
              <a:fillRect/>
            </a:stretch>
          </p:blipFill>
          <p:spPr>
            <a:xfrm>
              <a:off x="6854697" y="902461"/>
              <a:ext cx="1187843" cy="324612"/>
            </a:xfrm>
            <a:prstGeom prst="rect">
              <a:avLst/>
            </a:prstGeom>
          </p:spPr>
        </p:pic>
        <p:pic>
          <p:nvPicPr>
            <p:cNvPr id="16" name="object 16"/>
            <p:cNvPicPr/>
            <p:nvPr/>
          </p:nvPicPr>
          <p:blipFill>
            <a:blip r:embed="rId8" cstate="print"/>
            <a:stretch>
              <a:fillRect/>
            </a:stretch>
          </p:blipFill>
          <p:spPr>
            <a:xfrm>
              <a:off x="7997697" y="902461"/>
              <a:ext cx="1831340" cy="324612"/>
            </a:xfrm>
            <a:prstGeom prst="rect">
              <a:avLst/>
            </a:prstGeom>
          </p:spPr>
        </p:pic>
      </p:grpSp>
      <p:sp>
        <p:nvSpPr>
          <p:cNvPr id="17" name="object 17"/>
          <p:cNvSpPr txBox="1"/>
          <p:nvPr/>
        </p:nvSpPr>
        <p:spPr>
          <a:xfrm>
            <a:off x="9675368" y="824230"/>
            <a:ext cx="113664" cy="422275"/>
          </a:xfrm>
          <a:prstGeom prst="rect">
            <a:avLst/>
          </a:prstGeom>
        </p:spPr>
        <p:txBody>
          <a:bodyPr vert="horz" wrap="square" lIns="0" tIns="13335" rIns="0" bIns="0" rtlCol="0">
            <a:spAutoFit/>
          </a:bodyPr>
          <a:lstStyle/>
          <a:p>
            <a:pPr marL="12700">
              <a:lnSpc>
                <a:spcPct val="100000"/>
              </a:lnSpc>
              <a:spcBef>
                <a:spcPts val="105"/>
              </a:spcBef>
            </a:pPr>
            <a:r>
              <a:rPr sz="2600" spc="100" dirty="0">
                <a:solidFill>
                  <a:srgbClr val="252525"/>
                </a:solidFill>
                <a:latin typeface="Cambria"/>
                <a:cs typeface="Cambria"/>
              </a:rPr>
              <a:t>.</a:t>
            </a:r>
            <a:endParaRPr sz="2600">
              <a:latin typeface="Cambria"/>
              <a:cs typeface="Cambria"/>
            </a:endParaRPr>
          </a:p>
        </p:txBody>
      </p:sp>
      <p:grpSp>
        <p:nvGrpSpPr>
          <p:cNvPr id="18" name="object 18"/>
          <p:cNvGrpSpPr/>
          <p:nvPr/>
        </p:nvGrpSpPr>
        <p:grpSpPr>
          <a:xfrm>
            <a:off x="984808" y="3914521"/>
            <a:ext cx="1360805" cy="325120"/>
            <a:chOff x="984808" y="3914521"/>
            <a:chExt cx="1360805" cy="325120"/>
          </a:xfrm>
        </p:grpSpPr>
        <p:pic>
          <p:nvPicPr>
            <p:cNvPr id="19" name="object 19"/>
            <p:cNvPicPr/>
            <p:nvPr/>
          </p:nvPicPr>
          <p:blipFill>
            <a:blip r:embed="rId9" cstate="print"/>
            <a:stretch>
              <a:fillRect/>
            </a:stretch>
          </p:blipFill>
          <p:spPr>
            <a:xfrm>
              <a:off x="984808" y="3914521"/>
              <a:ext cx="1360678" cy="324612"/>
            </a:xfrm>
            <a:prstGeom prst="rect">
              <a:avLst/>
            </a:prstGeom>
          </p:spPr>
        </p:pic>
        <p:pic>
          <p:nvPicPr>
            <p:cNvPr id="20" name="object 20"/>
            <p:cNvPicPr/>
            <p:nvPr/>
          </p:nvPicPr>
          <p:blipFill>
            <a:blip r:embed="rId10" cstate="print"/>
            <a:stretch>
              <a:fillRect/>
            </a:stretch>
          </p:blipFill>
          <p:spPr>
            <a:xfrm>
              <a:off x="2175383" y="3914521"/>
              <a:ext cx="149351" cy="324612"/>
            </a:xfrm>
            <a:prstGeom prst="rect">
              <a:avLst/>
            </a:prstGeom>
          </p:spPr>
        </p:pic>
      </p:grpSp>
      <p:sp>
        <p:nvSpPr>
          <p:cNvPr id="21" name="object 21"/>
          <p:cNvSpPr txBox="1"/>
          <p:nvPr/>
        </p:nvSpPr>
        <p:spPr>
          <a:xfrm>
            <a:off x="4697095" y="4503420"/>
            <a:ext cx="1492885" cy="403860"/>
          </a:xfrm>
          <a:prstGeom prst="rect">
            <a:avLst/>
          </a:prstGeom>
        </p:spPr>
        <p:txBody>
          <a:bodyPr vert="horz" wrap="square" lIns="0" tIns="0" rIns="0" bIns="0" rtlCol="0">
            <a:spAutoFit/>
          </a:bodyPr>
          <a:lstStyle/>
          <a:p>
            <a:pPr algn="r">
              <a:lnSpc>
                <a:spcPts val="3025"/>
              </a:lnSpc>
            </a:pPr>
            <a:r>
              <a:rPr sz="2600" b="1" spc="-50" dirty="0">
                <a:solidFill>
                  <a:srgbClr val="C00000"/>
                </a:solidFill>
                <a:latin typeface="Calibri"/>
                <a:cs typeface="Calibri"/>
              </a:rPr>
              <a:t>→</a:t>
            </a:r>
            <a:endParaRPr sz="2600">
              <a:latin typeface="Calibri"/>
              <a:cs typeface="Calibri"/>
            </a:endParaRPr>
          </a:p>
        </p:txBody>
      </p:sp>
      <p:sp>
        <p:nvSpPr>
          <p:cNvPr id="22" name="object 22"/>
          <p:cNvSpPr txBox="1"/>
          <p:nvPr/>
        </p:nvSpPr>
        <p:spPr>
          <a:xfrm>
            <a:off x="6986778" y="4477588"/>
            <a:ext cx="2317750" cy="422909"/>
          </a:xfrm>
          <a:prstGeom prst="rect">
            <a:avLst/>
          </a:prstGeom>
        </p:spPr>
        <p:txBody>
          <a:bodyPr vert="horz" wrap="square" lIns="0" tIns="13335" rIns="0" bIns="0" rtlCol="0">
            <a:spAutoFit/>
          </a:bodyPr>
          <a:lstStyle/>
          <a:p>
            <a:pPr marL="12700">
              <a:lnSpc>
                <a:spcPct val="100000"/>
              </a:lnSpc>
              <a:spcBef>
                <a:spcPts val="105"/>
              </a:spcBef>
              <a:tabLst>
                <a:tab pos="394970" algn="l"/>
              </a:tabLst>
            </a:pPr>
            <a:r>
              <a:rPr sz="2600" spc="100" dirty="0">
                <a:solidFill>
                  <a:srgbClr val="252525"/>
                </a:solidFill>
                <a:latin typeface="Cambria"/>
                <a:cs typeface="Cambria"/>
              </a:rPr>
              <a:t>,</a:t>
            </a:r>
            <a:r>
              <a:rPr sz="2600" dirty="0">
                <a:solidFill>
                  <a:srgbClr val="252525"/>
                </a:solidFill>
                <a:latin typeface="Cambria"/>
                <a:cs typeface="Cambria"/>
              </a:rPr>
              <a:t>	</a:t>
            </a:r>
            <a:r>
              <a:rPr sz="2600" spc="120" dirty="0">
                <a:solidFill>
                  <a:srgbClr val="252525"/>
                </a:solidFill>
                <a:latin typeface="Cambria"/>
                <a:cs typeface="Cambria"/>
              </a:rPr>
              <a:t>talked</a:t>
            </a:r>
            <a:r>
              <a:rPr sz="2600" spc="120" dirty="0">
                <a:solidFill>
                  <a:srgbClr val="252525"/>
                </a:solidFill>
                <a:latin typeface="Calibri"/>
                <a:cs typeface="Calibri"/>
              </a:rPr>
              <a:t>→</a:t>
            </a:r>
            <a:r>
              <a:rPr sz="2600" spc="120" dirty="0">
                <a:solidFill>
                  <a:srgbClr val="252525"/>
                </a:solidFill>
                <a:latin typeface="Cambria"/>
                <a:cs typeface="Cambria"/>
              </a:rPr>
              <a:t>talk</a:t>
            </a:r>
            <a:endParaRPr sz="2600">
              <a:latin typeface="Cambria"/>
              <a:cs typeface="Cambria"/>
            </a:endParaRPr>
          </a:p>
        </p:txBody>
      </p:sp>
      <p:sp>
        <p:nvSpPr>
          <p:cNvPr id="23" name="object 23"/>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16</a:t>
            </a:r>
            <a:endParaRPr sz="1400">
              <a:latin typeface="Cambria"/>
              <a:cs typeface="Cambria"/>
            </a:endParaRPr>
          </a:p>
        </p:txBody>
      </p:sp>
      <p:graphicFrame>
        <p:nvGraphicFramePr>
          <p:cNvPr id="24" name="object 24"/>
          <p:cNvGraphicFramePr>
            <a:graphicFrameLocks noGrp="1"/>
          </p:cNvGraphicFramePr>
          <p:nvPr/>
        </p:nvGraphicFramePr>
        <p:xfrm>
          <a:off x="2660650" y="1441450"/>
          <a:ext cx="6553200" cy="2479675"/>
        </p:xfrm>
        <a:graphic>
          <a:graphicData uri="http://schemas.openxmlformats.org/drawingml/2006/table">
            <a:tbl>
              <a:tblPr firstRow="1" bandRow="1">
                <a:tableStyleId>{2D5ABB26-0587-4C30-8999-92F81FD0307C}</a:tableStyleId>
              </a:tblPr>
              <a:tblGrid>
                <a:gridCol w="32766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tblGrid>
              <a:tr h="476250">
                <a:tc>
                  <a:txBody>
                    <a:bodyPr/>
                    <a:lstStyle/>
                    <a:p>
                      <a:pPr algn="ctr">
                        <a:lnSpc>
                          <a:spcPct val="100000"/>
                        </a:lnSpc>
                        <a:spcBef>
                          <a:spcPts val="229"/>
                        </a:spcBef>
                      </a:pPr>
                      <a:r>
                        <a:rPr sz="2000" b="1" spc="-20" dirty="0">
                          <a:solidFill>
                            <a:srgbClr val="FFFFFF"/>
                          </a:solidFill>
                          <a:latin typeface="Constantia"/>
                          <a:cs typeface="Constantia"/>
                        </a:rPr>
                        <a:t>Rule</a:t>
                      </a:r>
                      <a:endParaRPr sz="2000">
                        <a:latin typeface="Constantia"/>
                        <a:cs typeface="Constantia"/>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905" algn="ctr">
                        <a:lnSpc>
                          <a:spcPct val="100000"/>
                        </a:lnSpc>
                        <a:spcBef>
                          <a:spcPts val="229"/>
                        </a:spcBef>
                      </a:pPr>
                      <a:r>
                        <a:rPr sz="2000" b="1" spc="-10" dirty="0">
                          <a:solidFill>
                            <a:srgbClr val="FFFFFF"/>
                          </a:solidFill>
                          <a:latin typeface="Constantia"/>
                          <a:cs typeface="Constantia"/>
                        </a:rPr>
                        <a:t>Example</a:t>
                      </a:r>
                      <a:endParaRPr sz="2000">
                        <a:latin typeface="Constantia"/>
                        <a:cs typeface="Constantia"/>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501015">
                <a:tc>
                  <a:txBody>
                    <a:bodyPr/>
                    <a:lstStyle/>
                    <a:p>
                      <a:pPr marL="319405" indent="-227965">
                        <a:lnSpc>
                          <a:spcPct val="100000"/>
                        </a:lnSpc>
                        <a:spcBef>
                          <a:spcPts val="555"/>
                        </a:spcBef>
                        <a:buClr>
                          <a:srgbClr val="006F57"/>
                        </a:buClr>
                        <a:buSzPct val="75000"/>
                        <a:buFont typeface="Wingdings"/>
                        <a:buChar char=""/>
                        <a:tabLst>
                          <a:tab pos="319405" algn="l"/>
                        </a:tabLst>
                      </a:pPr>
                      <a:r>
                        <a:rPr sz="2400" dirty="0">
                          <a:solidFill>
                            <a:srgbClr val="252525"/>
                          </a:solidFill>
                          <a:latin typeface="Constantia"/>
                          <a:cs typeface="Constantia"/>
                        </a:rPr>
                        <a:t>SSES</a:t>
                      </a:r>
                      <a:r>
                        <a:rPr sz="2400" spc="-20" dirty="0">
                          <a:solidFill>
                            <a:srgbClr val="252525"/>
                          </a:solidFill>
                          <a:latin typeface="Constantia"/>
                          <a:cs typeface="Constantia"/>
                        </a:rPr>
                        <a:t> </a:t>
                      </a:r>
                      <a:r>
                        <a:rPr sz="2400" dirty="0">
                          <a:solidFill>
                            <a:srgbClr val="252525"/>
                          </a:solidFill>
                          <a:latin typeface="Calibri"/>
                          <a:cs typeface="Calibri"/>
                        </a:rPr>
                        <a:t>→</a:t>
                      </a:r>
                      <a:r>
                        <a:rPr sz="2400" spc="-15" dirty="0">
                          <a:solidFill>
                            <a:srgbClr val="252525"/>
                          </a:solidFill>
                          <a:latin typeface="Calibri"/>
                          <a:cs typeface="Calibri"/>
                        </a:rPr>
                        <a:t> </a:t>
                      </a:r>
                      <a:r>
                        <a:rPr sz="2400" spc="-25" dirty="0">
                          <a:solidFill>
                            <a:srgbClr val="252525"/>
                          </a:solidFill>
                          <a:latin typeface="Constantia"/>
                          <a:cs typeface="Constantia"/>
                        </a:rPr>
                        <a:t>SS</a:t>
                      </a:r>
                      <a:endParaRPr sz="2400">
                        <a:latin typeface="Constantia"/>
                        <a:cs typeface="Constantia"/>
                      </a:endParaRPr>
                    </a:p>
                  </a:txBody>
                  <a:tcPr marL="0" marR="0" marT="7048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320040" indent="-227965">
                        <a:lnSpc>
                          <a:spcPct val="100000"/>
                        </a:lnSpc>
                        <a:spcBef>
                          <a:spcPts val="555"/>
                        </a:spcBef>
                        <a:buClr>
                          <a:srgbClr val="006F57"/>
                        </a:buClr>
                        <a:buSzPct val="75000"/>
                        <a:buFont typeface="Wingdings"/>
                        <a:buChar char=""/>
                        <a:tabLst>
                          <a:tab pos="320040" algn="l"/>
                        </a:tabLst>
                      </a:pPr>
                      <a:r>
                        <a:rPr sz="2400" spc="-10" dirty="0">
                          <a:solidFill>
                            <a:srgbClr val="252525"/>
                          </a:solidFill>
                          <a:latin typeface="Constantia"/>
                          <a:cs typeface="Constantia"/>
                        </a:rPr>
                        <a:t>Caresses</a:t>
                      </a:r>
                      <a:r>
                        <a:rPr sz="2400" spc="-75" dirty="0">
                          <a:solidFill>
                            <a:srgbClr val="252525"/>
                          </a:solidFill>
                          <a:latin typeface="Constantia"/>
                          <a:cs typeface="Constantia"/>
                        </a:rPr>
                        <a:t> </a:t>
                      </a:r>
                      <a:r>
                        <a:rPr sz="2400" dirty="0">
                          <a:solidFill>
                            <a:srgbClr val="252525"/>
                          </a:solidFill>
                          <a:latin typeface="Calibri"/>
                          <a:cs typeface="Calibri"/>
                        </a:rPr>
                        <a:t>→</a:t>
                      </a:r>
                      <a:r>
                        <a:rPr sz="2400" spc="15" dirty="0">
                          <a:solidFill>
                            <a:srgbClr val="252525"/>
                          </a:solidFill>
                          <a:latin typeface="Calibri"/>
                          <a:cs typeface="Calibri"/>
                        </a:rPr>
                        <a:t> </a:t>
                      </a:r>
                      <a:r>
                        <a:rPr sz="2400" spc="-10" dirty="0">
                          <a:solidFill>
                            <a:srgbClr val="252525"/>
                          </a:solidFill>
                          <a:latin typeface="Constantia"/>
                          <a:cs typeface="Constantia"/>
                        </a:rPr>
                        <a:t>Caress</a:t>
                      </a:r>
                      <a:endParaRPr sz="2400">
                        <a:latin typeface="Constantia"/>
                        <a:cs typeface="Constantia"/>
                      </a:endParaRPr>
                    </a:p>
                  </a:txBody>
                  <a:tcPr marL="0" marR="0" marT="7048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r h="501015">
                <a:tc>
                  <a:txBody>
                    <a:bodyPr/>
                    <a:lstStyle/>
                    <a:p>
                      <a:pPr marL="319405" indent="-227965">
                        <a:lnSpc>
                          <a:spcPct val="100000"/>
                        </a:lnSpc>
                        <a:spcBef>
                          <a:spcPts val="555"/>
                        </a:spcBef>
                        <a:buClr>
                          <a:srgbClr val="006F57"/>
                        </a:buClr>
                        <a:buSzPct val="75000"/>
                        <a:buFont typeface="Wingdings"/>
                        <a:buChar char=""/>
                        <a:tabLst>
                          <a:tab pos="319405" algn="l"/>
                        </a:tabLst>
                      </a:pPr>
                      <a:r>
                        <a:rPr sz="2400" dirty="0">
                          <a:solidFill>
                            <a:srgbClr val="252525"/>
                          </a:solidFill>
                          <a:latin typeface="Constantia"/>
                          <a:cs typeface="Constantia"/>
                        </a:rPr>
                        <a:t>IES</a:t>
                      </a:r>
                      <a:r>
                        <a:rPr sz="2400" spc="-20" dirty="0">
                          <a:solidFill>
                            <a:srgbClr val="252525"/>
                          </a:solidFill>
                          <a:latin typeface="Constantia"/>
                          <a:cs typeface="Constantia"/>
                        </a:rPr>
                        <a:t> </a:t>
                      </a:r>
                      <a:r>
                        <a:rPr sz="2400" dirty="0">
                          <a:solidFill>
                            <a:srgbClr val="252525"/>
                          </a:solidFill>
                          <a:latin typeface="Calibri"/>
                          <a:cs typeface="Calibri"/>
                        </a:rPr>
                        <a:t>→</a:t>
                      </a:r>
                      <a:r>
                        <a:rPr sz="2400" spc="65" dirty="0">
                          <a:solidFill>
                            <a:srgbClr val="252525"/>
                          </a:solidFill>
                          <a:latin typeface="Calibri"/>
                          <a:cs typeface="Calibri"/>
                        </a:rPr>
                        <a:t> </a:t>
                      </a:r>
                      <a:r>
                        <a:rPr sz="2400" spc="-50" dirty="0">
                          <a:solidFill>
                            <a:srgbClr val="252525"/>
                          </a:solidFill>
                          <a:latin typeface="Constantia"/>
                          <a:cs typeface="Constantia"/>
                        </a:rPr>
                        <a:t>I</a:t>
                      </a:r>
                      <a:endParaRPr sz="2400">
                        <a:latin typeface="Constantia"/>
                        <a:cs typeface="Constantia"/>
                      </a:endParaRPr>
                    </a:p>
                  </a:txBody>
                  <a:tcPr marL="0" marR="0" marT="70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320040" indent="-227965">
                        <a:lnSpc>
                          <a:spcPct val="100000"/>
                        </a:lnSpc>
                        <a:spcBef>
                          <a:spcPts val="555"/>
                        </a:spcBef>
                        <a:buClr>
                          <a:srgbClr val="006F57"/>
                        </a:buClr>
                        <a:buSzPct val="75000"/>
                        <a:buFont typeface="Wingdings"/>
                        <a:buChar char=""/>
                        <a:tabLst>
                          <a:tab pos="320040" algn="l"/>
                        </a:tabLst>
                      </a:pPr>
                      <a:r>
                        <a:rPr sz="2400" spc="-10" dirty="0">
                          <a:solidFill>
                            <a:srgbClr val="252525"/>
                          </a:solidFill>
                          <a:latin typeface="Constantia"/>
                          <a:cs typeface="Constantia"/>
                        </a:rPr>
                        <a:t>Ponies</a:t>
                      </a:r>
                      <a:r>
                        <a:rPr sz="2400" spc="-75" dirty="0">
                          <a:solidFill>
                            <a:srgbClr val="252525"/>
                          </a:solidFill>
                          <a:latin typeface="Constantia"/>
                          <a:cs typeface="Constantia"/>
                        </a:rPr>
                        <a:t> </a:t>
                      </a:r>
                      <a:r>
                        <a:rPr sz="2400" dirty="0">
                          <a:solidFill>
                            <a:srgbClr val="252525"/>
                          </a:solidFill>
                          <a:latin typeface="Calibri"/>
                          <a:cs typeface="Calibri"/>
                        </a:rPr>
                        <a:t>→</a:t>
                      </a:r>
                      <a:r>
                        <a:rPr sz="2400" spc="-10" dirty="0">
                          <a:solidFill>
                            <a:srgbClr val="252525"/>
                          </a:solidFill>
                          <a:latin typeface="Calibri"/>
                          <a:cs typeface="Calibri"/>
                        </a:rPr>
                        <a:t> </a:t>
                      </a:r>
                      <a:r>
                        <a:rPr sz="2400" spc="-20" dirty="0">
                          <a:solidFill>
                            <a:srgbClr val="252525"/>
                          </a:solidFill>
                          <a:latin typeface="Constantia"/>
                          <a:cs typeface="Constantia"/>
                        </a:rPr>
                        <a:t>poni</a:t>
                      </a:r>
                      <a:endParaRPr sz="2400">
                        <a:latin typeface="Constantia"/>
                        <a:cs typeface="Constantia"/>
                      </a:endParaRPr>
                    </a:p>
                  </a:txBody>
                  <a:tcPr marL="0" marR="0" marT="70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2"/>
                  </a:ext>
                </a:extLst>
              </a:tr>
              <a:tr h="501015">
                <a:tc>
                  <a:txBody>
                    <a:bodyPr/>
                    <a:lstStyle/>
                    <a:p>
                      <a:pPr marL="319405" indent="-227965">
                        <a:lnSpc>
                          <a:spcPct val="100000"/>
                        </a:lnSpc>
                        <a:spcBef>
                          <a:spcPts val="555"/>
                        </a:spcBef>
                        <a:buClr>
                          <a:srgbClr val="006F57"/>
                        </a:buClr>
                        <a:buSzPct val="75000"/>
                        <a:buFont typeface="Wingdings"/>
                        <a:buChar char=""/>
                        <a:tabLst>
                          <a:tab pos="319405" algn="l"/>
                        </a:tabLst>
                      </a:pPr>
                      <a:r>
                        <a:rPr sz="2400" dirty="0">
                          <a:solidFill>
                            <a:srgbClr val="252525"/>
                          </a:solidFill>
                          <a:latin typeface="Constantia"/>
                          <a:cs typeface="Constantia"/>
                        </a:rPr>
                        <a:t>SS</a:t>
                      </a:r>
                      <a:r>
                        <a:rPr sz="2400" spc="-25" dirty="0">
                          <a:solidFill>
                            <a:srgbClr val="252525"/>
                          </a:solidFill>
                          <a:latin typeface="Constantia"/>
                          <a:cs typeface="Constantia"/>
                        </a:rPr>
                        <a:t> </a:t>
                      </a:r>
                      <a:r>
                        <a:rPr sz="2400" dirty="0">
                          <a:solidFill>
                            <a:srgbClr val="252525"/>
                          </a:solidFill>
                          <a:latin typeface="Calibri"/>
                          <a:cs typeface="Calibri"/>
                        </a:rPr>
                        <a:t>→</a:t>
                      </a:r>
                      <a:r>
                        <a:rPr sz="2400" spc="30" dirty="0">
                          <a:solidFill>
                            <a:srgbClr val="252525"/>
                          </a:solidFill>
                          <a:latin typeface="Calibri"/>
                          <a:cs typeface="Calibri"/>
                        </a:rPr>
                        <a:t> </a:t>
                      </a:r>
                      <a:r>
                        <a:rPr sz="2400" spc="-35" dirty="0">
                          <a:solidFill>
                            <a:srgbClr val="252525"/>
                          </a:solidFill>
                          <a:latin typeface="Constantia"/>
                          <a:cs typeface="Constantia"/>
                        </a:rPr>
                        <a:t>SS</a:t>
                      </a:r>
                      <a:endParaRPr sz="2400">
                        <a:latin typeface="Constantia"/>
                        <a:cs typeface="Constantia"/>
                      </a:endParaRPr>
                    </a:p>
                  </a:txBody>
                  <a:tcPr marL="0" marR="0" marT="70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320040" indent="-227965">
                        <a:lnSpc>
                          <a:spcPct val="100000"/>
                        </a:lnSpc>
                        <a:spcBef>
                          <a:spcPts val="555"/>
                        </a:spcBef>
                        <a:buClr>
                          <a:srgbClr val="006F57"/>
                        </a:buClr>
                        <a:buSzPct val="75000"/>
                        <a:buFont typeface="Wingdings"/>
                        <a:buChar char=""/>
                        <a:tabLst>
                          <a:tab pos="320040" algn="l"/>
                        </a:tabLst>
                      </a:pPr>
                      <a:r>
                        <a:rPr sz="2400" dirty="0">
                          <a:solidFill>
                            <a:srgbClr val="252525"/>
                          </a:solidFill>
                          <a:latin typeface="Constantia"/>
                          <a:cs typeface="Constantia"/>
                        </a:rPr>
                        <a:t>caress</a:t>
                      </a:r>
                      <a:r>
                        <a:rPr sz="2400" spc="-110" dirty="0">
                          <a:solidFill>
                            <a:srgbClr val="252525"/>
                          </a:solidFill>
                          <a:latin typeface="Constantia"/>
                          <a:cs typeface="Constantia"/>
                        </a:rPr>
                        <a:t> </a:t>
                      </a:r>
                      <a:r>
                        <a:rPr sz="2400" dirty="0">
                          <a:solidFill>
                            <a:srgbClr val="252525"/>
                          </a:solidFill>
                          <a:latin typeface="Calibri"/>
                          <a:cs typeface="Calibri"/>
                        </a:rPr>
                        <a:t>→</a:t>
                      </a:r>
                      <a:r>
                        <a:rPr sz="2400" spc="-65" dirty="0">
                          <a:solidFill>
                            <a:srgbClr val="252525"/>
                          </a:solidFill>
                          <a:latin typeface="Calibri"/>
                          <a:cs typeface="Calibri"/>
                        </a:rPr>
                        <a:t> </a:t>
                      </a:r>
                      <a:r>
                        <a:rPr sz="2400" spc="-10" dirty="0">
                          <a:solidFill>
                            <a:srgbClr val="252525"/>
                          </a:solidFill>
                          <a:latin typeface="Constantia"/>
                          <a:cs typeface="Constantia"/>
                        </a:rPr>
                        <a:t>caress</a:t>
                      </a:r>
                      <a:endParaRPr sz="2400">
                        <a:latin typeface="Constantia"/>
                        <a:cs typeface="Constantia"/>
                      </a:endParaRPr>
                    </a:p>
                  </a:txBody>
                  <a:tcPr marL="0" marR="0" marT="70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3"/>
                  </a:ext>
                </a:extLst>
              </a:tr>
              <a:tr h="500380">
                <a:tc>
                  <a:txBody>
                    <a:bodyPr/>
                    <a:lstStyle/>
                    <a:p>
                      <a:pPr marL="319405" indent="-227965">
                        <a:lnSpc>
                          <a:spcPct val="100000"/>
                        </a:lnSpc>
                        <a:spcBef>
                          <a:spcPts val="555"/>
                        </a:spcBef>
                        <a:buClr>
                          <a:srgbClr val="006F57"/>
                        </a:buClr>
                        <a:buSzPct val="75000"/>
                        <a:buFont typeface="Wingdings"/>
                        <a:buChar char=""/>
                        <a:tabLst>
                          <a:tab pos="319405" algn="l"/>
                        </a:tabLst>
                      </a:pPr>
                      <a:r>
                        <a:rPr sz="2400" dirty="0">
                          <a:solidFill>
                            <a:srgbClr val="252525"/>
                          </a:solidFill>
                          <a:latin typeface="Constantia"/>
                          <a:cs typeface="Constantia"/>
                        </a:rPr>
                        <a:t>S</a:t>
                      </a:r>
                      <a:r>
                        <a:rPr sz="2400" spc="-25" dirty="0">
                          <a:solidFill>
                            <a:srgbClr val="252525"/>
                          </a:solidFill>
                          <a:latin typeface="Constantia"/>
                          <a:cs typeface="Constantia"/>
                        </a:rPr>
                        <a:t> </a:t>
                      </a:r>
                      <a:r>
                        <a:rPr sz="2400" dirty="0">
                          <a:solidFill>
                            <a:srgbClr val="252525"/>
                          </a:solidFill>
                          <a:latin typeface="Calibri"/>
                          <a:cs typeface="Calibri"/>
                        </a:rPr>
                        <a:t>→</a:t>
                      </a:r>
                      <a:r>
                        <a:rPr sz="2400" spc="-20" dirty="0">
                          <a:solidFill>
                            <a:srgbClr val="252525"/>
                          </a:solidFill>
                          <a:latin typeface="Calibri"/>
                          <a:cs typeface="Calibri"/>
                        </a:rPr>
                        <a:t> </a:t>
                      </a:r>
                      <a:r>
                        <a:rPr sz="2400" spc="-50" dirty="0">
                          <a:solidFill>
                            <a:srgbClr val="252525"/>
                          </a:solidFill>
                          <a:latin typeface="Calibri"/>
                          <a:cs typeface="Calibri"/>
                        </a:rPr>
                        <a:t>_</a:t>
                      </a:r>
                      <a:endParaRPr sz="2400">
                        <a:latin typeface="Calibri"/>
                        <a:cs typeface="Calibri"/>
                      </a:endParaRPr>
                    </a:p>
                  </a:txBody>
                  <a:tcPr marL="0" marR="0" marT="70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320040" indent="-227965">
                        <a:lnSpc>
                          <a:spcPct val="100000"/>
                        </a:lnSpc>
                        <a:spcBef>
                          <a:spcPts val="555"/>
                        </a:spcBef>
                        <a:buClr>
                          <a:srgbClr val="006F57"/>
                        </a:buClr>
                        <a:buSzPct val="75000"/>
                        <a:buFont typeface="Wingdings"/>
                        <a:buChar char=""/>
                        <a:tabLst>
                          <a:tab pos="320040" algn="l"/>
                        </a:tabLst>
                      </a:pPr>
                      <a:r>
                        <a:rPr sz="2400" dirty="0">
                          <a:solidFill>
                            <a:srgbClr val="252525"/>
                          </a:solidFill>
                          <a:latin typeface="Constantia"/>
                          <a:cs typeface="Constantia"/>
                        </a:rPr>
                        <a:t>cats</a:t>
                      </a:r>
                      <a:r>
                        <a:rPr sz="2400" spc="-75" dirty="0">
                          <a:solidFill>
                            <a:srgbClr val="252525"/>
                          </a:solidFill>
                          <a:latin typeface="Constantia"/>
                          <a:cs typeface="Constantia"/>
                        </a:rPr>
                        <a:t> </a:t>
                      </a:r>
                      <a:r>
                        <a:rPr sz="2400" dirty="0">
                          <a:solidFill>
                            <a:srgbClr val="252525"/>
                          </a:solidFill>
                          <a:latin typeface="Calibri"/>
                          <a:cs typeface="Calibri"/>
                        </a:rPr>
                        <a:t>→</a:t>
                      </a:r>
                      <a:r>
                        <a:rPr sz="2400" spc="-35" dirty="0">
                          <a:solidFill>
                            <a:srgbClr val="252525"/>
                          </a:solidFill>
                          <a:latin typeface="Calibri"/>
                          <a:cs typeface="Calibri"/>
                        </a:rPr>
                        <a:t> </a:t>
                      </a:r>
                      <a:r>
                        <a:rPr sz="2400" spc="-25" dirty="0">
                          <a:solidFill>
                            <a:srgbClr val="252525"/>
                          </a:solidFill>
                          <a:latin typeface="Constantia"/>
                          <a:cs typeface="Constantia"/>
                        </a:rPr>
                        <a:t>cat</a:t>
                      </a:r>
                      <a:endParaRPr sz="2400">
                        <a:latin typeface="Constantia"/>
                        <a:cs typeface="Constantia"/>
                      </a:endParaRPr>
                    </a:p>
                  </a:txBody>
                  <a:tcPr marL="0" marR="0" marT="704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4"/>
                  </a:ext>
                </a:extLst>
              </a:tr>
            </a:tbl>
          </a:graphicData>
        </a:graphic>
      </p:graphicFrame>
      <p:sp>
        <p:nvSpPr>
          <p:cNvPr id="25" name="object 25"/>
          <p:cNvSpPr/>
          <p:nvPr/>
        </p:nvSpPr>
        <p:spPr>
          <a:xfrm>
            <a:off x="1705355" y="5777484"/>
            <a:ext cx="8030209" cy="462280"/>
          </a:xfrm>
          <a:custGeom>
            <a:avLst/>
            <a:gdLst/>
            <a:ahLst/>
            <a:cxnLst/>
            <a:rect l="l" t="t" r="r" b="b"/>
            <a:pathLst>
              <a:path w="8030209" h="462279">
                <a:moveTo>
                  <a:pt x="8029956" y="0"/>
                </a:moveTo>
                <a:lnTo>
                  <a:pt x="0" y="0"/>
                </a:lnTo>
                <a:lnTo>
                  <a:pt x="0" y="461771"/>
                </a:lnTo>
                <a:lnTo>
                  <a:pt x="8029956" y="461771"/>
                </a:lnTo>
                <a:lnTo>
                  <a:pt x="8029956" y="0"/>
                </a:lnTo>
                <a:close/>
              </a:path>
            </a:pathLst>
          </a:custGeom>
          <a:solidFill>
            <a:srgbClr val="FFC000"/>
          </a:solidFill>
        </p:spPr>
        <p:txBody>
          <a:bodyPr wrap="square" lIns="0" tIns="0" rIns="0" bIns="0" rtlCol="0"/>
          <a:lstStyle/>
          <a:p>
            <a:endParaRPr/>
          </a:p>
        </p:txBody>
      </p:sp>
      <p:sp>
        <p:nvSpPr>
          <p:cNvPr id="26" name="object 26"/>
          <p:cNvSpPr txBox="1"/>
          <p:nvPr/>
        </p:nvSpPr>
        <p:spPr>
          <a:xfrm>
            <a:off x="2013585" y="5791911"/>
            <a:ext cx="6064885" cy="391160"/>
          </a:xfrm>
          <a:prstGeom prst="rect">
            <a:avLst/>
          </a:prstGeom>
        </p:spPr>
        <p:txBody>
          <a:bodyPr vert="horz" wrap="square" lIns="0" tIns="12700" rIns="0" bIns="0" rtlCol="0">
            <a:spAutoFit/>
          </a:bodyPr>
          <a:lstStyle/>
          <a:p>
            <a:pPr marL="240665" indent="-227965">
              <a:lnSpc>
                <a:spcPct val="100000"/>
              </a:lnSpc>
              <a:spcBef>
                <a:spcPts val="100"/>
              </a:spcBef>
              <a:buClr>
                <a:srgbClr val="075A74"/>
              </a:buClr>
              <a:buSzPct val="75000"/>
              <a:buFont typeface="Wingdings"/>
              <a:buChar char=""/>
              <a:tabLst>
                <a:tab pos="240665" algn="l"/>
              </a:tabLst>
            </a:pPr>
            <a:r>
              <a:rPr sz="2400" dirty="0">
                <a:solidFill>
                  <a:srgbClr val="252525"/>
                </a:solidFill>
                <a:latin typeface="Constantia"/>
                <a:cs typeface="Constantia"/>
              </a:rPr>
              <a:t>fails</a:t>
            </a:r>
            <a:r>
              <a:rPr sz="2400" spc="-150" dirty="0">
                <a:solidFill>
                  <a:srgbClr val="252525"/>
                </a:solidFill>
                <a:latin typeface="Constantia"/>
                <a:cs typeface="Constantia"/>
              </a:rPr>
              <a:t> </a:t>
            </a:r>
            <a:r>
              <a:rPr sz="2400" dirty="0">
                <a:solidFill>
                  <a:srgbClr val="252525"/>
                </a:solidFill>
                <a:latin typeface="Constantia"/>
                <a:cs typeface="Constantia"/>
              </a:rPr>
              <a:t>on</a:t>
            </a:r>
            <a:r>
              <a:rPr sz="2400" spc="-95" dirty="0">
                <a:solidFill>
                  <a:srgbClr val="252525"/>
                </a:solidFill>
                <a:latin typeface="Constantia"/>
                <a:cs typeface="Constantia"/>
              </a:rPr>
              <a:t> </a:t>
            </a:r>
            <a:r>
              <a:rPr sz="2400" spc="-10" dirty="0">
                <a:solidFill>
                  <a:srgbClr val="252525"/>
                </a:solidFill>
                <a:latin typeface="Constantia"/>
                <a:cs typeface="Constantia"/>
              </a:rPr>
              <a:t>irregular</a:t>
            </a:r>
            <a:r>
              <a:rPr sz="2400" spc="-140" dirty="0">
                <a:solidFill>
                  <a:srgbClr val="252525"/>
                </a:solidFill>
                <a:latin typeface="Constantia"/>
                <a:cs typeface="Constantia"/>
              </a:rPr>
              <a:t> </a:t>
            </a:r>
            <a:r>
              <a:rPr sz="2400" dirty="0">
                <a:solidFill>
                  <a:srgbClr val="252525"/>
                </a:solidFill>
                <a:latin typeface="Constantia"/>
                <a:cs typeface="Constantia"/>
              </a:rPr>
              <a:t>forms,</a:t>
            </a:r>
            <a:r>
              <a:rPr sz="2400" spc="-105" dirty="0">
                <a:solidFill>
                  <a:srgbClr val="252525"/>
                </a:solidFill>
                <a:latin typeface="Constantia"/>
                <a:cs typeface="Constantia"/>
              </a:rPr>
              <a:t> </a:t>
            </a:r>
            <a:r>
              <a:rPr sz="2400" spc="-10" dirty="0">
                <a:solidFill>
                  <a:srgbClr val="252525"/>
                </a:solidFill>
                <a:latin typeface="Constantia"/>
                <a:cs typeface="Constantia"/>
              </a:rPr>
              <a:t>produces</a:t>
            </a:r>
            <a:r>
              <a:rPr sz="2400" spc="-75" dirty="0">
                <a:solidFill>
                  <a:srgbClr val="252525"/>
                </a:solidFill>
                <a:latin typeface="Constantia"/>
                <a:cs typeface="Constantia"/>
              </a:rPr>
              <a:t> </a:t>
            </a:r>
            <a:r>
              <a:rPr sz="2400" spc="-25" dirty="0">
                <a:solidFill>
                  <a:srgbClr val="252525"/>
                </a:solidFill>
                <a:latin typeface="Constantia"/>
                <a:cs typeface="Constantia"/>
              </a:rPr>
              <a:t>non-</a:t>
            </a:r>
            <a:r>
              <a:rPr sz="2400" spc="-10" dirty="0">
                <a:solidFill>
                  <a:srgbClr val="252525"/>
                </a:solidFill>
                <a:latin typeface="Constantia"/>
                <a:cs typeface="Constantia"/>
              </a:rPr>
              <a:t>words</a:t>
            </a:r>
            <a:endParaRPr sz="2400" dirty="0">
              <a:latin typeface="Constantia"/>
              <a:cs typeface="Constantia"/>
            </a:endParaRPr>
          </a:p>
        </p:txBody>
      </p:sp>
      <p:pic>
        <p:nvPicPr>
          <p:cNvPr id="27" name="object 27"/>
          <p:cNvPicPr/>
          <p:nvPr/>
        </p:nvPicPr>
        <p:blipFill>
          <a:blip r:embed="rId11" cstate="print"/>
          <a:stretch>
            <a:fillRect/>
          </a:stretch>
        </p:blipFill>
        <p:spPr>
          <a:xfrm>
            <a:off x="495393" y="5544329"/>
            <a:ext cx="1077153" cy="775680"/>
          </a:xfrm>
          <a:prstGeom prst="rect">
            <a:avLst/>
          </a:prstGeom>
        </p:spPr>
      </p:pic>
      <p:sp>
        <p:nvSpPr>
          <p:cNvPr id="28" name="object 28"/>
          <p:cNvSpPr/>
          <p:nvPr/>
        </p:nvSpPr>
        <p:spPr>
          <a:xfrm>
            <a:off x="1719072" y="5312664"/>
            <a:ext cx="2133600" cy="462280"/>
          </a:xfrm>
          <a:custGeom>
            <a:avLst/>
            <a:gdLst/>
            <a:ahLst/>
            <a:cxnLst/>
            <a:rect l="l" t="t" r="r" b="b"/>
            <a:pathLst>
              <a:path w="2133600" h="462279">
                <a:moveTo>
                  <a:pt x="2133600" y="0"/>
                </a:moveTo>
                <a:lnTo>
                  <a:pt x="0" y="0"/>
                </a:lnTo>
                <a:lnTo>
                  <a:pt x="0" y="461772"/>
                </a:lnTo>
                <a:lnTo>
                  <a:pt x="2133600" y="461772"/>
                </a:lnTo>
                <a:lnTo>
                  <a:pt x="2133600" y="0"/>
                </a:lnTo>
                <a:close/>
              </a:path>
            </a:pathLst>
          </a:custGeom>
          <a:solidFill>
            <a:srgbClr val="F1F1F1"/>
          </a:solidFill>
        </p:spPr>
        <p:txBody>
          <a:bodyPr wrap="square" lIns="0" tIns="0" rIns="0" bIns="0" rtlCol="0"/>
          <a:lstStyle/>
          <a:p>
            <a:endParaRPr/>
          </a:p>
        </p:txBody>
      </p:sp>
      <p:sp>
        <p:nvSpPr>
          <p:cNvPr id="29" name="object 29"/>
          <p:cNvSpPr txBox="1"/>
          <p:nvPr/>
        </p:nvSpPr>
        <p:spPr>
          <a:xfrm>
            <a:off x="743508" y="3956684"/>
            <a:ext cx="3667125" cy="1762125"/>
          </a:xfrm>
          <a:prstGeom prst="rect">
            <a:avLst/>
          </a:prstGeom>
        </p:spPr>
        <p:txBody>
          <a:bodyPr vert="horz" wrap="square" lIns="0" tIns="13335" rIns="0" bIns="0" rtlCol="0">
            <a:spAutoFit/>
          </a:bodyPr>
          <a:lstStyle/>
          <a:p>
            <a:pPr marL="12700">
              <a:lnSpc>
                <a:spcPct val="100000"/>
              </a:lnSpc>
              <a:spcBef>
                <a:spcPts val="105"/>
              </a:spcBef>
            </a:pPr>
            <a:r>
              <a:rPr sz="1650" spc="-50" dirty="0">
                <a:solidFill>
                  <a:srgbClr val="006F57"/>
                </a:solidFill>
                <a:latin typeface="Wingdings"/>
                <a:cs typeface="Wingdings"/>
              </a:rPr>
              <a:t></a:t>
            </a:r>
            <a:endParaRPr sz="1650">
              <a:latin typeface="Wingdings"/>
              <a:cs typeface="Wingdings"/>
            </a:endParaRPr>
          </a:p>
          <a:p>
            <a:pPr>
              <a:lnSpc>
                <a:spcPct val="100000"/>
              </a:lnSpc>
              <a:spcBef>
                <a:spcPts val="290"/>
              </a:spcBef>
            </a:pPr>
            <a:endParaRPr sz="1650">
              <a:latin typeface="Wingdings"/>
              <a:cs typeface="Wingdings"/>
            </a:endParaRPr>
          </a:p>
          <a:p>
            <a:pPr marL="240665" indent="-227965">
              <a:lnSpc>
                <a:spcPct val="100000"/>
              </a:lnSpc>
              <a:buClr>
                <a:srgbClr val="006F57"/>
              </a:buClr>
              <a:buSzPct val="75000"/>
              <a:buFont typeface="Wingdings"/>
              <a:buChar char=""/>
              <a:tabLst>
                <a:tab pos="240665" algn="l"/>
                <a:tab pos="2149475" algn="l"/>
              </a:tabLst>
            </a:pPr>
            <a:r>
              <a:rPr sz="2600" spc="120" dirty="0">
                <a:solidFill>
                  <a:srgbClr val="252525"/>
                </a:solidFill>
                <a:latin typeface="Cambria"/>
                <a:cs typeface="Cambria"/>
              </a:rPr>
              <a:t>feet</a:t>
            </a:r>
            <a:r>
              <a:rPr sz="2600" spc="120" dirty="0">
                <a:solidFill>
                  <a:srgbClr val="252525"/>
                </a:solidFill>
                <a:latin typeface="Calibri"/>
                <a:cs typeface="Calibri"/>
              </a:rPr>
              <a:t>→</a:t>
            </a:r>
            <a:r>
              <a:rPr sz="2600" spc="120" dirty="0">
                <a:solidFill>
                  <a:srgbClr val="252525"/>
                </a:solidFill>
                <a:latin typeface="Cambria"/>
                <a:cs typeface="Cambria"/>
              </a:rPr>
              <a:t>feet,</a:t>
            </a:r>
            <a:r>
              <a:rPr sz="2600" dirty="0">
                <a:solidFill>
                  <a:srgbClr val="252525"/>
                </a:solidFill>
                <a:latin typeface="Cambria"/>
                <a:cs typeface="Cambria"/>
              </a:rPr>
              <a:t>	</a:t>
            </a:r>
            <a:r>
              <a:rPr sz="2600" spc="120" dirty="0">
                <a:solidFill>
                  <a:srgbClr val="252525"/>
                </a:solidFill>
                <a:latin typeface="Cambria"/>
                <a:cs typeface="Cambria"/>
              </a:rPr>
              <a:t>cats</a:t>
            </a:r>
            <a:r>
              <a:rPr sz="2600" spc="120" dirty="0">
                <a:solidFill>
                  <a:srgbClr val="252525"/>
                </a:solidFill>
                <a:latin typeface="Calibri"/>
                <a:cs typeface="Calibri"/>
              </a:rPr>
              <a:t>→</a:t>
            </a:r>
            <a:r>
              <a:rPr sz="2600" spc="120" dirty="0">
                <a:solidFill>
                  <a:srgbClr val="252525"/>
                </a:solidFill>
                <a:latin typeface="Cambria"/>
                <a:cs typeface="Cambria"/>
              </a:rPr>
              <a:t>cat,</a:t>
            </a:r>
            <a:endParaRPr sz="2600">
              <a:latin typeface="Cambria"/>
              <a:cs typeface="Cambria"/>
            </a:endParaRPr>
          </a:p>
          <a:p>
            <a:pPr>
              <a:lnSpc>
                <a:spcPct val="100000"/>
              </a:lnSpc>
              <a:spcBef>
                <a:spcPts val="515"/>
              </a:spcBef>
            </a:pPr>
            <a:endParaRPr sz="2600">
              <a:latin typeface="Cambria"/>
              <a:cs typeface="Cambria"/>
            </a:endParaRPr>
          </a:p>
          <a:p>
            <a:pPr marL="1066165">
              <a:lnSpc>
                <a:spcPct val="100000"/>
              </a:lnSpc>
            </a:pPr>
            <a:r>
              <a:rPr sz="2400" b="1" spc="-10" dirty="0">
                <a:latin typeface="Constantia"/>
                <a:cs typeface="Constantia"/>
              </a:rPr>
              <a:t>Problem</a:t>
            </a:r>
            <a:endParaRPr sz="2400">
              <a:latin typeface="Constantia"/>
              <a:cs typeface="Constantia"/>
            </a:endParaRPr>
          </a:p>
        </p:txBody>
      </p:sp>
      <p:sp>
        <p:nvSpPr>
          <p:cNvPr id="30" name="object 30"/>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225" dirty="0"/>
              <a:t>Token</a:t>
            </a:r>
            <a:r>
              <a:rPr sz="3600" spc="320" dirty="0"/>
              <a:t> </a:t>
            </a:r>
            <a:r>
              <a:rPr sz="3600" spc="204" dirty="0"/>
              <a:t>Normalization</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43508" y="1389634"/>
            <a:ext cx="224790" cy="345440"/>
          </a:xfrm>
          <a:prstGeom prst="rect">
            <a:avLst/>
          </a:prstGeom>
        </p:spPr>
        <p:txBody>
          <a:bodyPr vert="horz" wrap="square" lIns="0" tIns="12700" rIns="0" bIns="0" rtlCol="0">
            <a:spAutoFit/>
          </a:bodyPr>
          <a:lstStyle/>
          <a:p>
            <a:pPr marL="12700">
              <a:lnSpc>
                <a:spcPct val="100000"/>
              </a:lnSpc>
              <a:spcBef>
                <a:spcPts val="100"/>
              </a:spcBef>
            </a:pPr>
            <a:r>
              <a:rPr sz="2100" spc="-50" dirty="0">
                <a:solidFill>
                  <a:srgbClr val="006F57"/>
                </a:solidFill>
                <a:latin typeface="Wingdings"/>
                <a:cs typeface="Wingdings"/>
              </a:rPr>
              <a:t></a:t>
            </a:r>
            <a:endParaRPr sz="2100">
              <a:latin typeface="Wingdings"/>
              <a:cs typeface="Wingdings"/>
            </a:endParaRPr>
          </a:p>
        </p:txBody>
      </p:sp>
      <p:pic>
        <p:nvPicPr>
          <p:cNvPr id="5" name="object 5"/>
          <p:cNvPicPr/>
          <p:nvPr/>
        </p:nvPicPr>
        <p:blipFill>
          <a:blip r:embed="rId2" cstate="print"/>
          <a:stretch>
            <a:fillRect/>
          </a:stretch>
        </p:blipFill>
        <p:spPr>
          <a:xfrm>
            <a:off x="984808" y="1330705"/>
            <a:ext cx="2861056" cy="413003"/>
          </a:xfrm>
          <a:prstGeom prst="rect">
            <a:avLst/>
          </a:prstGeom>
        </p:spPr>
      </p:pic>
      <p:pic>
        <p:nvPicPr>
          <p:cNvPr id="6" name="object 6"/>
          <p:cNvPicPr/>
          <p:nvPr/>
        </p:nvPicPr>
        <p:blipFill>
          <a:blip r:embed="rId3" cstate="print"/>
          <a:stretch>
            <a:fillRect/>
          </a:stretch>
        </p:blipFill>
        <p:spPr>
          <a:xfrm>
            <a:off x="2018029" y="2027554"/>
            <a:ext cx="1722500" cy="355091"/>
          </a:xfrm>
          <a:prstGeom prst="rect">
            <a:avLst/>
          </a:prstGeom>
        </p:spPr>
      </p:pic>
      <p:grpSp>
        <p:nvGrpSpPr>
          <p:cNvPr id="7" name="object 7"/>
          <p:cNvGrpSpPr/>
          <p:nvPr/>
        </p:nvGrpSpPr>
        <p:grpSpPr>
          <a:xfrm>
            <a:off x="3973703" y="2027554"/>
            <a:ext cx="3649979" cy="355600"/>
            <a:chOff x="3973703" y="2027554"/>
            <a:chExt cx="3649979" cy="355600"/>
          </a:xfrm>
        </p:grpSpPr>
        <p:pic>
          <p:nvPicPr>
            <p:cNvPr id="8" name="object 8"/>
            <p:cNvPicPr/>
            <p:nvPr/>
          </p:nvPicPr>
          <p:blipFill>
            <a:blip r:embed="rId4" cstate="print"/>
            <a:stretch>
              <a:fillRect/>
            </a:stretch>
          </p:blipFill>
          <p:spPr>
            <a:xfrm>
              <a:off x="3973703" y="2027554"/>
              <a:ext cx="777621" cy="355091"/>
            </a:xfrm>
            <a:prstGeom prst="rect">
              <a:avLst/>
            </a:prstGeom>
          </p:spPr>
        </p:pic>
        <p:pic>
          <p:nvPicPr>
            <p:cNvPr id="9" name="object 9"/>
            <p:cNvPicPr/>
            <p:nvPr/>
          </p:nvPicPr>
          <p:blipFill>
            <a:blip r:embed="rId5" cstate="print"/>
            <a:stretch>
              <a:fillRect/>
            </a:stretch>
          </p:blipFill>
          <p:spPr>
            <a:xfrm>
              <a:off x="4691761" y="2027554"/>
              <a:ext cx="557784" cy="355091"/>
            </a:xfrm>
            <a:prstGeom prst="rect">
              <a:avLst/>
            </a:prstGeom>
          </p:spPr>
        </p:pic>
        <p:pic>
          <p:nvPicPr>
            <p:cNvPr id="10" name="object 10"/>
            <p:cNvPicPr/>
            <p:nvPr/>
          </p:nvPicPr>
          <p:blipFill>
            <a:blip r:embed="rId6" cstate="print"/>
            <a:stretch>
              <a:fillRect/>
            </a:stretch>
          </p:blipFill>
          <p:spPr>
            <a:xfrm>
              <a:off x="5159629" y="2027554"/>
              <a:ext cx="779145" cy="355091"/>
            </a:xfrm>
            <a:prstGeom prst="rect">
              <a:avLst/>
            </a:prstGeom>
          </p:spPr>
        </p:pic>
        <p:pic>
          <p:nvPicPr>
            <p:cNvPr id="11" name="object 11"/>
            <p:cNvPicPr/>
            <p:nvPr/>
          </p:nvPicPr>
          <p:blipFill>
            <a:blip r:embed="rId7" cstate="print"/>
            <a:stretch>
              <a:fillRect/>
            </a:stretch>
          </p:blipFill>
          <p:spPr>
            <a:xfrm>
              <a:off x="5878957" y="2027554"/>
              <a:ext cx="1744471" cy="355091"/>
            </a:xfrm>
            <a:prstGeom prst="rect">
              <a:avLst/>
            </a:prstGeom>
          </p:spPr>
        </p:pic>
      </p:grpSp>
      <p:pic>
        <p:nvPicPr>
          <p:cNvPr id="12" name="object 12"/>
          <p:cNvPicPr/>
          <p:nvPr/>
        </p:nvPicPr>
        <p:blipFill>
          <a:blip r:embed="rId8" cstate="print"/>
          <a:stretch>
            <a:fillRect/>
          </a:stretch>
        </p:blipFill>
        <p:spPr>
          <a:xfrm>
            <a:off x="10020300" y="2027554"/>
            <a:ext cx="786765" cy="355091"/>
          </a:xfrm>
          <a:prstGeom prst="rect">
            <a:avLst/>
          </a:prstGeom>
        </p:spPr>
      </p:pic>
      <p:pic>
        <p:nvPicPr>
          <p:cNvPr id="13" name="object 13"/>
          <p:cNvPicPr/>
          <p:nvPr/>
        </p:nvPicPr>
        <p:blipFill>
          <a:blip r:embed="rId9" cstate="print"/>
          <a:stretch>
            <a:fillRect/>
          </a:stretch>
        </p:blipFill>
        <p:spPr>
          <a:xfrm>
            <a:off x="7125969" y="2576195"/>
            <a:ext cx="1898014" cy="355091"/>
          </a:xfrm>
          <a:prstGeom prst="rect">
            <a:avLst/>
          </a:prstGeom>
        </p:spPr>
      </p:pic>
      <p:pic>
        <p:nvPicPr>
          <p:cNvPr id="14" name="object 14"/>
          <p:cNvPicPr/>
          <p:nvPr/>
        </p:nvPicPr>
        <p:blipFill>
          <a:blip r:embed="rId10" cstate="print"/>
          <a:stretch>
            <a:fillRect/>
          </a:stretch>
        </p:blipFill>
        <p:spPr>
          <a:xfrm>
            <a:off x="5845428" y="3124530"/>
            <a:ext cx="2396490" cy="355396"/>
          </a:xfrm>
          <a:prstGeom prst="rect">
            <a:avLst/>
          </a:prstGeom>
        </p:spPr>
      </p:pic>
      <p:sp>
        <p:nvSpPr>
          <p:cNvPr id="15" name="object 15"/>
          <p:cNvSpPr txBox="1"/>
          <p:nvPr/>
        </p:nvSpPr>
        <p:spPr>
          <a:xfrm>
            <a:off x="7533893" y="1816735"/>
            <a:ext cx="3128010" cy="1671955"/>
          </a:xfrm>
          <a:prstGeom prst="rect">
            <a:avLst/>
          </a:prstGeom>
        </p:spPr>
        <p:txBody>
          <a:bodyPr vert="horz" wrap="square" lIns="0" tIns="195580" rIns="0" bIns="0" rtlCol="0">
            <a:spAutoFit/>
          </a:bodyPr>
          <a:lstStyle/>
          <a:p>
            <a:pPr marL="12700">
              <a:lnSpc>
                <a:spcPct val="100000"/>
              </a:lnSpc>
              <a:spcBef>
                <a:spcPts val="1540"/>
              </a:spcBef>
            </a:pPr>
            <a:r>
              <a:rPr sz="2400" spc="190" dirty="0">
                <a:solidFill>
                  <a:srgbClr val="252525"/>
                </a:solidFill>
                <a:latin typeface="Cambria"/>
                <a:cs typeface="Cambria"/>
              </a:rPr>
              <a:t>of</a:t>
            </a:r>
            <a:r>
              <a:rPr sz="2400" spc="265" dirty="0">
                <a:solidFill>
                  <a:srgbClr val="252525"/>
                </a:solidFill>
                <a:latin typeface="Cambria"/>
                <a:cs typeface="Cambria"/>
              </a:rPr>
              <a:t> </a:t>
            </a:r>
            <a:r>
              <a:rPr sz="2400" spc="130" dirty="0">
                <a:solidFill>
                  <a:srgbClr val="252525"/>
                </a:solidFill>
                <a:latin typeface="Cambria"/>
                <a:cs typeface="Cambria"/>
              </a:rPr>
              <a:t>obtaining</a:t>
            </a:r>
            <a:r>
              <a:rPr sz="2400" spc="250" dirty="0">
                <a:solidFill>
                  <a:srgbClr val="252525"/>
                </a:solidFill>
                <a:latin typeface="Cambria"/>
                <a:cs typeface="Cambria"/>
              </a:rPr>
              <a:t> </a:t>
            </a:r>
            <a:r>
              <a:rPr sz="2400" spc="100" dirty="0">
                <a:solidFill>
                  <a:srgbClr val="252525"/>
                </a:solidFill>
                <a:latin typeface="Cambria"/>
                <a:cs typeface="Cambria"/>
              </a:rPr>
              <a:t>the</a:t>
            </a:r>
            <a:endParaRPr sz="2400">
              <a:latin typeface="Cambria"/>
              <a:cs typeface="Cambria"/>
            </a:endParaRPr>
          </a:p>
          <a:p>
            <a:pPr marL="804545" marR="5080" indent="709930">
              <a:lnSpc>
                <a:spcPct val="150000"/>
              </a:lnSpc>
              <a:tabLst>
                <a:tab pos="2260600" algn="l"/>
              </a:tabLst>
            </a:pPr>
            <a:r>
              <a:rPr sz="2400" spc="85" dirty="0">
                <a:solidFill>
                  <a:srgbClr val="252525"/>
                </a:solidFill>
                <a:latin typeface="Cambria"/>
                <a:cs typeface="Cambria"/>
              </a:rPr>
              <a:t>(dictionary </a:t>
            </a:r>
            <a:r>
              <a:rPr sz="2400" spc="114" dirty="0">
                <a:solidFill>
                  <a:srgbClr val="252525"/>
                </a:solidFill>
                <a:latin typeface="Cambria"/>
                <a:cs typeface="Cambria"/>
              </a:rPr>
              <a:t>analysis</a:t>
            </a:r>
            <a:r>
              <a:rPr sz="2400" dirty="0">
                <a:solidFill>
                  <a:srgbClr val="252525"/>
                </a:solidFill>
                <a:latin typeface="Cambria"/>
                <a:cs typeface="Cambria"/>
              </a:rPr>
              <a:t>	</a:t>
            </a:r>
            <a:r>
              <a:rPr sz="2400" spc="40" dirty="0">
                <a:solidFill>
                  <a:srgbClr val="252525"/>
                </a:solidFill>
                <a:latin typeface="Cambria"/>
                <a:cs typeface="Cambria"/>
              </a:rPr>
              <a:t>(word</a:t>
            </a:r>
            <a:endParaRPr sz="2400">
              <a:latin typeface="Cambria"/>
              <a:cs typeface="Cambria"/>
            </a:endParaRPr>
          </a:p>
        </p:txBody>
      </p:sp>
      <p:sp>
        <p:nvSpPr>
          <p:cNvPr id="16" name="object 16"/>
          <p:cNvSpPr txBox="1"/>
          <p:nvPr/>
        </p:nvSpPr>
        <p:spPr>
          <a:xfrm>
            <a:off x="972108" y="1816735"/>
            <a:ext cx="5965825" cy="2220595"/>
          </a:xfrm>
          <a:prstGeom prst="rect">
            <a:avLst/>
          </a:prstGeom>
        </p:spPr>
        <p:txBody>
          <a:bodyPr vert="horz" wrap="square" lIns="0" tIns="195580" rIns="0" bIns="0" rtlCol="0">
            <a:spAutoFit/>
          </a:bodyPr>
          <a:lstStyle/>
          <a:p>
            <a:pPr marL="240665" indent="-227965">
              <a:lnSpc>
                <a:spcPct val="100000"/>
              </a:lnSpc>
              <a:spcBef>
                <a:spcPts val="1540"/>
              </a:spcBef>
              <a:buClr>
                <a:srgbClr val="075A74"/>
              </a:buClr>
              <a:buSzPct val="75000"/>
              <a:buFont typeface="Wingdings"/>
              <a:buChar char=""/>
              <a:tabLst>
                <a:tab pos="240665" algn="l"/>
                <a:tab pos="2691765" algn="l"/>
              </a:tabLst>
            </a:pPr>
            <a:r>
              <a:rPr sz="2400" spc="80" dirty="0">
                <a:solidFill>
                  <a:srgbClr val="252525"/>
                </a:solidFill>
                <a:latin typeface="Cambria"/>
                <a:cs typeface="Cambria"/>
              </a:rPr>
              <a:t>Is</a:t>
            </a:r>
            <a:r>
              <a:rPr sz="2400" spc="225" dirty="0">
                <a:solidFill>
                  <a:srgbClr val="252525"/>
                </a:solidFill>
                <a:latin typeface="Cambria"/>
                <a:cs typeface="Cambria"/>
              </a:rPr>
              <a:t> </a:t>
            </a:r>
            <a:r>
              <a:rPr sz="2400" spc="125" dirty="0">
                <a:solidFill>
                  <a:srgbClr val="252525"/>
                </a:solidFill>
                <a:latin typeface="Cambria"/>
                <a:cs typeface="Cambria"/>
              </a:rPr>
              <a:t>an</a:t>
            </a:r>
            <a:r>
              <a:rPr sz="2400" dirty="0">
                <a:solidFill>
                  <a:srgbClr val="252525"/>
                </a:solidFill>
                <a:latin typeface="Cambria"/>
                <a:cs typeface="Cambria"/>
              </a:rPr>
              <a:t>	</a:t>
            </a:r>
            <a:r>
              <a:rPr sz="2400" spc="-50" dirty="0">
                <a:solidFill>
                  <a:srgbClr val="252525"/>
                </a:solidFill>
                <a:latin typeface="Cambria"/>
                <a:cs typeface="Cambria"/>
              </a:rPr>
              <a:t>&amp;</a:t>
            </a:r>
            <a:endParaRPr sz="2400" dirty="0">
              <a:latin typeface="Cambria"/>
              <a:cs typeface="Cambria"/>
            </a:endParaRPr>
          </a:p>
          <a:p>
            <a:pPr marL="241300" marR="5080">
              <a:lnSpc>
                <a:spcPct val="150000"/>
              </a:lnSpc>
              <a:tabLst>
                <a:tab pos="1169670" algn="l"/>
                <a:tab pos="1673860" algn="l"/>
                <a:tab pos="2199640" algn="l"/>
                <a:tab pos="2345690" algn="l"/>
                <a:tab pos="2775585" algn="l"/>
                <a:tab pos="3380740" algn="l"/>
                <a:tab pos="3792220" algn="l"/>
                <a:tab pos="4050029" algn="l"/>
                <a:tab pos="4940300" algn="l"/>
                <a:tab pos="5647690" algn="l"/>
              </a:tabLst>
            </a:pPr>
            <a:r>
              <a:rPr sz="2400" spc="160" dirty="0">
                <a:solidFill>
                  <a:srgbClr val="252525"/>
                </a:solidFill>
                <a:latin typeface="Cambria"/>
                <a:cs typeface="Cambria"/>
              </a:rPr>
              <a:t>form</a:t>
            </a:r>
            <a:r>
              <a:rPr sz="2400" dirty="0">
                <a:solidFill>
                  <a:srgbClr val="252525"/>
                </a:solidFill>
                <a:latin typeface="Cambria"/>
                <a:cs typeface="Cambria"/>
              </a:rPr>
              <a:t>	</a:t>
            </a:r>
            <a:r>
              <a:rPr sz="2400" spc="170" dirty="0">
                <a:solidFill>
                  <a:srgbClr val="252525"/>
                </a:solidFill>
                <a:latin typeface="Cambria"/>
                <a:cs typeface="Cambria"/>
              </a:rPr>
              <a:t>of</a:t>
            </a:r>
            <a:r>
              <a:rPr sz="2400" dirty="0">
                <a:solidFill>
                  <a:srgbClr val="252525"/>
                </a:solidFill>
                <a:latin typeface="Cambria"/>
                <a:cs typeface="Cambria"/>
              </a:rPr>
              <a:t>	</a:t>
            </a:r>
            <a:r>
              <a:rPr sz="2400" spc="105" dirty="0">
                <a:solidFill>
                  <a:srgbClr val="252525"/>
                </a:solidFill>
                <a:latin typeface="Cambria"/>
                <a:cs typeface="Cambria"/>
              </a:rPr>
              <a:t>the</a:t>
            </a:r>
            <a:r>
              <a:rPr sz="2400" dirty="0">
                <a:solidFill>
                  <a:srgbClr val="252525"/>
                </a:solidFill>
                <a:latin typeface="Cambria"/>
                <a:cs typeface="Cambria"/>
              </a:rPr>
              <a:t>		</a:t>
            </a:r>
            <a:r>
              <a:rPr sz="2400" spc="95" dirty="0">
                <a:solidFill>
                  <a:srgbClr val="252525"/>
                </a:solidFill>
                <a:latin typeface="Cambria"/>
                <a:cs typeface="Cambria"/>
              </a:rPr>
              <a:t>word,</a:t>
            </a:r>
            <a:r>
              <a:rPr sz="2400" dirty="0">
                <a:solidFill>
                  <a:srgbClr val="252525"/>
                </a:solidFill>
                <a:latin typeface="Cambria"/>
                <a:cs typeface="Cambria"/>
              </a:rPr>
              <a:t>	</a:t>
            </a:r>
            <a:r>
              <a:rPr sz="2400" spc="70" dirty="0">
                <a:solidFill>
                  <a:srgbClr val="252525"/>
                </a:solidFill>
                <a:latin typeface="Cambria"/>
                <a:cs typeface="Cambria"/>
              </a:rPr>
              <a:t>it</a:t>
            </a:r>
            <a:r>
              <a:rPr sz="2400" dirty="0">
                <a:solidFill>
                  <a:srgbClr val="252525"/>
                </a:solidFill>
                <a:latin typeface="Cambria"/>
                <a:cs typeface="Cambria"/>
              </a:rPr>
              <a:t>	</a:t>
            </a:r>
            <a:r>
              <a:rPr sz="2400" spc="150" dirty="0">
                <a:solidFill>
                  <a:srgbClr val="252525"/>
                </a:solidFill>
                <a:latin typeface="Cambria"/>
                <a:cs typeface="Cambria"/>
              </a:rPr>
              <a:t>makes</a:t>
            </a:r>
            <a:r>
              <a:rPr sz="2400" dirty="0">
                <a:solidFill>
                  <a:srgbClr val="252525"/>
                </a:solidFill>
                <a:latin typeface="Cambria"/>
                <a:cs typeface="Cambria"/>
              </a:rPr>
              <a:t>	</a:t>
            </a:r>
            <a:r>
              <a:rPr sz="2400" spc="120" dirty="0">
                <a:solidFill>
                  <a:srgbClr val="252525"/>
                </a:solidFill>
                <a:latin typeface="Cambria"/>
                <a:cs typeface="Cambria"/>
              </a:rPr>
              <a:t>use</a:t>
            </a:r>
            <a:r>
              <a:rPr sz="2400" dirty="0">
                <a:solidFill>
                  <a:srgbClr val="252525"/>
                </a:solidFill>
                <a:latin typeface="Cambria"/>
                <a:cs typeface="Cambria"/>
              </a:rPr>
              <a:t>	</a:t>
            </a:r>
            <a:r>
              <a:rPr sz="2400" spc="165" dirty="0">
                <a:solidFill>
                  <a:srgbClr val="252525"/>
                </a:solidFill>
                <a:latin typeface="Cambria"/>
                <a:cs typeface="Cambria"/>
              </a:rPr>
              <a:t>of </a:t>
            </a:r>
            <a:r>
              <a:rPr sz="2400" spc="125" dirty="0">
                <a:solidFill>
                  <a:srgbClr val="252525"/>
                </a:solidFill>
                <a:latin typeface="Cambria"/>
                <a:cs typeface="Cambria"/>
              </a:rPr>
              <a:t>importance</a:t>
            </a:r>
            <a:r>
              <a:rPr sz="2400" dirty="0">
                <a:solidFill>
                  <a:srgbClr val="252525"/>
                </a:solidFill>
                <a:latin typeface="Cambria"/>
                <a:cs typeface="Cambria"/>
              </a:rPr>
              <a:t>	</a:t>
            </a:r>
            <a:r>
              <a:rPr sz="2400" spc="170" dirty="0">
                <a:solidFill>
                  <a:srgbClr val="252525"/>
                </a:solidFill>
                <a:latin typeface="Cambria"/>
                <a:cs typeface="Cambria"/>
              </a:rPr>
              <a:t>of</a:t>
            </a:r>
            <a:r>
              <a:rPr sz="2400" dirty="0">
                <a:solidFill>
                  <a:srgbClr val="252525"/>
                </a:solidFill>
                <a:latin typeface="Cambria"/>
                <a:cs typeface="Cambria"/>
              </a:rPr>
              <a:t>	</a:t>
            </a:r>
            <a:r>
              <a:rPr sz="2400" spc="60" dirty="0">
                <a:solidFill>
                  <a:srgbClr val="252525"/>
                </a:solidFill>
                <a:latin typeface="Cambria"/>
                <a:cs typeface="Cambria"/>
              </a:rPr>
              <a:t>words)</a:t>
            </a:r>
            <a:r>
              <a:rPr sz="2400" dirty="0">
                <a:solidFill>
                  <a:srgbClr val="252525"/>
                </a:solidFill>
                <a:latin typeface="Cambria"/>
                <a:cs typeface="Cambria"/>
              </a:rPr>
              <a:t>		</a:t>
            </a:r>
            <a:r>
              <a:rPr sz="2400" spc="140" dirty="0">
                <a:solidFill>
                  <a:srgbClr val="252525"/>
                </a:solidFill>
                <a:latin typeface="Cambria"/>
                <a:cs typeface="Cambria"/>
              </a:rPr>
              <a:t>and </a:t>
            </a:r>
            <a:r>
              <a:rPr sz="2400" spc="114" dirty="0">
                <a:solidFill>
                  <a:srgbClr val="252525"/>
                </a:solidFill>
                <a:latin typeface="Cambria"/>
                <a:cs typeface="Cambria"/>
              </a:rPr>
              <a:t>structure</a:t>
            </a:r>
            <a:r>
              <a:rPr sz="2400" spc="250" dirty="0">
                <a:solidFill>
                  <a:srgbClr val="252525"/>
                </a:solidFill>
                <a:latin typeface="Cambria"/>
                <a:cs typeface="Cambria"/>
              </a:rPr>
              <a:t> </a:t>
            </a:r>
            <a:r>
              <a:rPr sz="2400" spc="165" dirty="0">
                <a:solidFill>
                  <a:srgbClr val="252525"/>
                </a:solidFill>
                <a:latin typeface="Cambria"/>
                <a:cs typeface="Cambria"/>
              </a:rPr>
              <a:t>and</a:t>
            </a:r>
            <a:r>
              <a:rPr sz="2400" spc="200" dirty="0">
                <a:solidFill>
                  <a:srgbClr val="252525"/>
                </a:solidFill>
                <a:latin typeface="Cambria"/>
                <a:cs typeface="Cambria"/>
              </a:rPr>
              <a:t> </a:t>
            </a:r>
            <a:r>
              <a:rPr sz="2400" spc="145" dirty="0">
                <a:solidFill>
                  <a:srgbClr val="252525"/>
                </a:solidFill>
                <a:latin typeface="Cambria"/>
                <a:cs typeface="Cambria"/>
              </a:rPr>
              <a:t>grammar</a:t>
            </a:r>
            <a:r>
              <a:rPr sz="2400" spc="245" dirty="0">
                <a:solidFill>
                  <a:srgbClr val="252525"/>
                </a:solidFill>
                <a:latin typeface="Cambria"/>
                <a:cs typeface="Cambria"/>
              </a:rPr>
              <a:t> </a:t>
            </a:r>
            <a:r>
              <a:rPr sz="2400" spc="80" dirty="0">
                <a:solidFill>
                  <a:srgbClr val="252525"/>
                </a:solidFill>
                <a:latin typeface="Cambria"/>
                <a:cs typeface="Cambria"/>
              </a:rPr>
              <a:t>relations).</a:t>
            </a:r>
            <a:endParaRPr sz="2400" dirty="0">
              <a:latin typeface="Cambria"/>
              <a:cs typeface="Cambria"/>
            </a:endParaRPr>
          </a:p>
        </p:txBody>
      </p:sp>
      <p:grpSp>
        <p:nvGrpSpPr>
          <p:cNvPr id="17" name="object 17"/>
          <p:cNvGrpSpPr/>
          <p:nvPr/>
        </p:nvGrpSpPr>
        <p:grpSpPr>
          <a:xfrm>
            <a:off x="3030347" y="4298569"/>
            <a:ext cx="2947670" cy="355600"/>
            <a:chOff x="3030347" y="4298569"/>
            <a:chExt cx="2947670" cy="355600"/>
          </a:xfrm>
        </p:grpSpPr>
        <p:pic>
          <p:nvPicPr>
            <p:cNvPr id="18" name="object 18"/>
            <p:cNvPicPr/>
            <p:nvPr/>
          </p:nvPicPr>
          <p:blipFill>
            <a:blip r:embed="rId11" cstate="print"/>
            <a:stretch>
              <a:fillRect/>
            </a:stretch>
          </p:blipFill>
          <p:spPr>
            <a:xfrm>
              <a:off x="3030347" y="4298569"/>
              <a:ext cx="874395" cy="355092"/>
            </a:xfrm>
            <a:prstGeom prst="rect">
              <a:avLst/>
            </a:prstGeom>
          </p:spPr>
        </p:pic>
        <p:pic>
          <p:nvPicPr>
            <p:cNvPr id="19" name="object 19"/>
            <p:cNvPicPr/>
            <p:nvPr/>
          </p:nvPicPr>
          <p:blipFill>
            <a:blip r:embed="rId12" cstate="print"/>
            <a:stretch>
              <a:fillRect/>
            </a:stretch>
          </p:blipFill>
          <p:spPr>
            <a:xfrm>
              <a:off x="3824351" y="4298569"/>
              <a:ext cx="500634" cy="355092"/>
            </a:xfrm>
            <a:prstGeom prst="rect">
              <a:avLst/>
            </a:prstGeom>
          </p:spPr>
        </p:pic>
        <p:pic>
          <p:nvPicPr>
            <p:cNvPr id="20" name="object 20"/>
            <p:cNvPicPr/>
            <p:nvPr/>
          </p:nvPicPr>
          <p:blipFill>
            <a:blip r:embed="rId13" cstate="print"/>
            <a:stretch>
              <a:fillRect/>
            </a:stretch>
          </p:blipFill>
          <p:spPr>
            <a:xfrm>
              <a:off x="4252594" y="4298569"/>
              <a:ext cx="1725295" cy="355092"/>
            </a:xfrm>
            <a:prstGeom prst="rect">
              <a:avLst/>
            </a:prstGeom>
          </p:spPr>
        </p:pic>
      </p:grpSp>
      <p:sp>
        <p:nvSpPr>
          <p:cNvPr id="21" name="object 21"/>
          <p:cNvSpPr txBox="1"/>
          <p:nvPr/>
        </p:nvSpPr>
        <p:spPr>
          <a:xfrm>
            <a:off x="972108" y="4270629"/>
            <a:ext cx="7269480" cy="391160"/>
          </a:xfrm>
          <a:prstGeom prst="rect">
            <a:avLst/>
          </a:prstGeom>
        </p:spPr>
        <p:txBody>
          <a:bodyPr vert="horz" wrap="square" lIns="0" tIns="12700" rIns="0" bIns="0" rtlCol="0">
            <a:spAutoFit/>
          </a:bodyPr>
          <a:lstStyle/>
          <a:p>
            <a:pPr marL="240665" indent="-227965">
              <a:lnSpc>
                <a:spcPct val="100000"/>
              </a:lnSpc>
              <a:spcBef>
                <a:spcPts val="100"/>
              </a:spcBef>
              <a:buClr>
                <a:srgbClr val="075A74"/>
              </a:buClr>
              <a:buSzPct val="75000"/>
              <a:buFont typeface="Wingdings"/>
              <a:buChar char=""/>
              <a:tabLst>
                <a:tab pos="240665" algn="l"/>
                <a:tab pos="4942840" algn="l"/>
              </a:tabLst>
            </a:pPr>
            <a:r>
              <a:rPr sz="2400" spc="125" dirty="0">
                <a:solidFill>
                  <a:srgbClr val="252525"/>
                </a:solidFill>
                <a:latin typeface="Cambria"/>
                <a:cs typeface="Cambria"/>
              </a:rPr>
              <a:t>Returns</a:t>
            </a:r>
            <a:r>
              <a:rPr sz="2400" spc="204" dirty="0">
                <a:solidFill>
                  <a:srgbClr val="252525"/>
                </a:solidFill>
                <a:latin typeface="Cambria"/>
                <a:cs typeface="Cambria"/>
              </a:rPr>
              <a:t> </a:t>
            </a:r>
            <a:r>
              <a:rPr sz="2400" spc="100" dirty="0">
                <a:solidFill>
                  <a:srgbClr val="252525"/>
                </a:solidFill>
                <a:latin typeface="Cambria"/>
                <a:cs typeface="Cambria"/>
              </a:rPr>
              <a:t>the</a:t>
            </a:r>
            <a:r>
              <a:rPr sz="2400" dirty="0">
                <a:solidFill>
                  <a:srgbClr val="252525"/>
                </a:solidFill>
                <a:latin typeface="Cambria"/>
                <a:cs typeface="Cambria"/>
              </a:rPr>
              <a:t>	</a:t>
            </a:r>
            <a:r>
              <a:rPr sz="2400" spc="170" dirty="0">
                <a:solidFill>
                  <a:srgbClr val="252525"/>
                </a:solidFill>
                <a:latin typeface="Cambria"/>
                <a:cs typeface="Cambria"/>
              </a:rPr>
              <a:t>form</a:t>
            </a:r>
            <a:r>
              <a:rPr sz="2400" spc="235" dirty="0">
                <a:solidFill>
                  <a:srgbClr val="252525"/>
                </a:solidFill>
                <a:latin typeface="Cambria"/>
                <a:cs typeface="Cambria"/>
              </a:rPr>
              <a:t> </a:t>
            </a:r>
            <a:r>
              <a:rPr sz="2400" spc="190" dirty="0">
                <a:solidFill>
                  <a:srgbClr val="252525"/>
                </a:solidFill>
                <a:latin typeface="Cambria"/>
                <a:cs typeface="Cambria"/>
              </a:rPr>
              <a:t>of</a:t>
            </a:r>
            <a:r>
              <a:rPr sz="2400" spc="229" dirty="0">
                <a:solidFill>
                  <a:srgbClr val="252525"/>
                </a:solidFill>
                <a:latin typeface="Cambria"/>
                <a:cs typeface="Cambria"/>
              </a:rPr>
              <a:t> </a:t>
            </a:r>
            <a:r>
              <a:rPr sz="2400" spc="114" dirty="0">
                <a:solidFill>
                  <a:srgbClr val="252525"/>
                </a:solidFill>
                <a:latin typeface="Cambria"/>
                <a:cs typeface="Cambria"/>
              </a:rPr>
              <a:t>a</a:t>
            </a:r>
            <a:r>
              <a:rPr sz="2400" spc="185" dirty="0">
                <a:solidFill>
                  <a:srgbClr val="252525"/>
                </a:solidFill>
                <a:latin typeface="Cambria"/>
                <a:cs typeface="Cambria"/>
              </a:rPr>
              <a:t> </a:t>
            </a:r>
            <a:r>
              <a:rPr sz="2400" spc="85" dirty="0">
                <a:solidFill>
                  <a:srgbClr val="252525"/>
                </a:solidFill>
                <a:latin typeface="Cambria"/>
                <a:cs typeface="Cambria"/>
              </a:rPr>
              <a:t>word,</a:t>
            </a:r>
            <a:endParaRPr sz="2400">
              <a:latin typeface="Cambria"/>
              <a:cs typeface="Cambria"/>
            </a:endParaRPr>
          </a:p>
        </p:txBody>
      </p:sp>
      <p:sp>
        <p:nvSpPr>
          <p:cNvPr id="22" name="object 22"/>
          <p:cNvSpPr txBox="1"/>
          <p:nvPr/>
        </p:nvSpPr>
        <p:spPr>
          <a:xfrm>
            <a:off x="972108" y="4895850"/>
            <a:ext cx="3571875" cy="391160"/>
          </a:xfrm>
          <a:prstGeom prst="rect">
            <a:avLst/>
          </a:prstGeom>
        </p:spPr>
        <p:txBody>
          <a:bodyPr vert="horz" wrap="square" lIns="0" tIns="12700" rIns="0" bIns="0" rtlCol="0">
            <a:spAutoFit/>
          </a:bodyPr>
          <a:lstStyle/>
          <a:p>
            <a:pPr marL="240665" indent="-227965">
              <a:lnSpc>
                <a:spcPct val="100000"/>
              </a:lnSpc>
              <a:spcBef>
                <a:spcPts val="100"/>
              </a:spcBef>
              <a:buClr>
                <a:srgbClr val="075A74"/>
              </a:buClr>
              <a:buSzPct val="75000"/>
              <a:buFont typeface="Wingdings"/>
              <a:buChar char=""/>
              <a:tabLst>
                <a:tab pos="240665" algn="l"/>
              </a:tabLst>
            </a:pPr>
            <a:r>
              <a:rPr sz="2400" spc="114" dirty="0">
                <a:solidFill>
                  <a:srgbClr val="252525"/>
                </a:solidFill>
                <a:latin typeface="Cambria"/>
                <a:cs typeface="Cambria"/>
              </a:rPr>
              <a:t>Which</a:t>
            </a:r>
            <a:r>
              <a:rPr sz="2400" spc="204" dirty="0">
                <a:solidFill>
                  <a:srgbClr val="252525"/>
                </a:solidFill>
                <a:latin typeface="Cambria"/>
                <a:cs typeface="Cambria"/>
              </a:rPr>
              <a:t> </a:t>
            </a:r>
            <a:r>
              <a:rPr sz="2400" spc="120" dirty="0">
                <a:solidFill>
                  <a:srgbClr val="252525"/>
                </a:solidFill>
                <a:latin typeface="Cambria"/>
                <a:cs typeface="Cambria"/>
              </a:rPr>
              <a:t>is</a:t>
            </a:r>
            <a:r>
              <a:rPr sz="2400" spc="200" dirty="0">
                <a:solidFill>
                  <a:srgbClr val="252525"/>
                </a:solidFill>
                <a:latin typeface="Cambria"/>
                <a:cs typeface="Cambria"/>
              </a:rPr>
              <a:t> </a:t>
            </a:r>
            <a:r>
              <a:rPr sz="2400" spc="135" dirty="0">
                <a:solidFill>
                  <a:srgbClr val="252525"/>
                </a:solidFill>
                <a:latin typeface="Cambria"/>
                <a:cs typeface="Cambria"/>
              </a:rPr>
              <a:t>known</a:t>
            </a:r>
            <a:r>
              <a:rPr sz="2400" spc="229" dirty="0">
                <a:solidFill>
                  <a:srgbClr val="252525"/>
                </a:solidFill>
                <a:latin typeface="Cambria"/>
                <a:cs typeface="Cambria"/>
              </a:rPr>
              <a:t> </a:t>
            </a:r>
            <a:r>
              <a:rPr sz="2400" spc="145" dirty="0">
                <a:solidFill>
                  <a:srgbClr val="252525"/>
                </a:solidFill>
                <a:latin typeface="Cambria"/>
                <a:cs typeface="Cambria"/>
              </a:rPr>
              <a:t>as</a:t>
            </a:r>
            <a:r>
              <a:rPr sz="2400" spc="200" dirty="0">
                <a:solidFill>
                  <a:srgbClr val="252525"/>
                </a:solidFill>
                <a:latin typeface="Cambria"/>
                <a:cs typeface="Cambria"/>
              </a:rPr>
              <a:t> </a:t>
            </a:r>
            <a:r>
              <a:rPr sz="2400" spc="100" dirty="0">
                <a:solidFill>
                  <a:srgbClr val="252525"/>
                </a:solidFill>
                <a:latin typeface="Cambria"/>
                <a:cs typeface="Cambria"/>
              </a:rPr>
              <a:t>the</a:t>
            </a:r>
            <a:endParaRPr sz="2400">
              <a:latin typeface="Cambria"/>
              <a:cs typeface="Cambria"/>
            </a:endParaRPr>
          </a:p>
        </p:txBody>
      </p:sp>
      <p:pic>
        <p:nvPicPr>
          <p:cNvPr id="23" name="object 23"/>
          <p:cNvPicPr/>
          <p:nvPr/>
        </p:nvPicPr>
        <p:blipFill>
          <a:blip r:embed="rId14" cstate="print"/>
          <a:stretch>
            <a:fillRect/>
          </a:stretch>
        </p:blipFill>
        <p:spPr>
          <a:xfrm>
            <a:off x="4624704" y="4923790"/>
            <a:ext cx="1260043" cy="355092"/>
          </a:xfrm>
          <a:prstGeom prst="rect">
            <a:avLst/>
          </a:prstGeom>
        </p:spPr>
      </p:pic>
      <p:sp>
        <p:nvSpPr>
          <p:cNvPr id="24" name="object 24"/>
          <p:cNvSpPr txBox="1"/>
          <p:nvPr/>
        </p:nvSpPr>
        <p:spPr>
          <a:xfrm>
            <a:off x="5662040" y="4946141"/>
            <a:ext cx="93345" cy="330835"/>
          </a:xfrm>
          <a:prstGeom prst="rect">
            <a:avLst/>
          </a:prstGeom>
        </p:spPr>
        <p:txBody>
          <a:bodyPr vert="horz" wrap="square" lIns="0" tIns="12700" rIns="0" bIns="0" rtlCol="0">
            <a:spAutoFit/>
          </a:bodyPr>
          <a:lstStyle/>
          <a:p>
            <a:pPr marL="12700">
              <a:lnSpc>
                <a:spcPct val="100000"/>
              </a:lnSpc>
              <a:spcBef>
                <a:spcPts val="100"/>
              </a:spcBef>
            </a:pPr>
            <a:r>
              <a:rPr sz="2000" spc="65" dirty="0">
                <a:solidFill>
                  <a:srgbClr val="252525"/>
                </a:solidFill>
                <a:latin typeface="Cambria"/>
                <a:cs typeface="Cambria"/>
              </a:rPr>
              <a:t>.</a:t>
            </a:r>
            <a:endParaRPr sz="2000">
              <a:latin typeface="Cambria"/>
              <a:cs typeface="Cambria"/>
            </a:endParaRPr>
          </a:p>
        </p:txBody>
      </p:sp>
      <p:sp>
        <p:nvSpPr>
          <p:cNvPr id="26" name="object 26"/>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25" name="object 25"/>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17</a:t>
            </a:r>
            <a:endParaRPr sz="1400">
              <a:latin typeface="Cambria"/>
              <a:cs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0" baseline="6944" dirty="0">
                <a:solidFill>
                  <a:srgbClr val="075A74"/>
                </a:solidFill>
                <a:latin typeface="Arial Black"/>
                <a:cs typeface="Arial Black"/>
              </a:rPr>
              <a:t> </a:t>
            </a:r>
            <a:r>
              <a:rPr sz="3600" spc="165" dirty="0"/>
              <a:t>WordNet</a:t>
            </a:r>
            <a:r>
              <a:rPr sz="3600" spc="340" dirty="0"/>
              <a:t> </a:t>
            </a:r>
            <a:r>
              <a:rPr sz="3600" spc="210" dirty="0"/>
              <a:t>Lemmatizer</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pic>
        <p:nvPicPr>
          <p:cNvPr id="4" name="object 4"/>
          <p:cNvPicPr/>
          <p:nvPr/>
        </p:nvPicPr>
        <p:blipFill>
          <a:blip r:embed="rId2" cstate="print"/>
          <a:stretch>
            <a:fillRect/>
          </a:stretch>
        </p:blipFill>
        <p:spPr>
          <a:xfrm>
            <a:off x="2330830" y="1310894"/>
            <a:ext cx="1522221" cy="355091"/>
          </a:xfrm>
          <a:prstGeom prst="rect">
            <a:avLst/>
          </a:prstGeom>
        </p:spPr>
      </p:pic>
      <p:grpSp>
        <p:nvGrpSpPr>
          <p:cNvPr id="5" name="object 5"/>
          <p:cNvGrpSpPr/>
          <p:nvPr/>
        </p:nvGrpSpPr>
        <p:grpSpPr>
          <a:xfrm>
            <a:off x="6500748" y="1310894"/>
            <a:ext cx="2539365" cy="355600"/>
            <a:chOff x="6500748" y="1310894"/>
            <a:chExt cx="2539365" cy="355600"/>
          </a:xfrm>
        </p:grpSpPr>
        <p:pic>
          <p:nvPicPr>
            <p:cNvPr id="6" name="object 6"/>
            <p:cNvPicPr/>
            <p:nvPr/>
          </p:nvPicPr>
          <p:blipFill>
            <a:blip r:embed="rId3" cstate="print"/>
            <a:stretch>
              <a:fillRect/>
            </a:stretch>
          </p:blipFill>
          <p:spPr>
            <a:xfrm>
              <a:off x="6500748" y="1310894"/>
              <a:ext cx="1223619" cy="355091"/>
            </a:xfrm>
            <a:prstGeom prst="rect">
              <a:avLst/>
            </a:prstGeom>
          </p:spPr>
        </p:pic>
        <p:pic>
          <p:nvPicPr>
            <p:cNvPr id="7" name="object 7"/>
            <p:cNvPicPr/>
            <p:nvPr/>
          </p:nvPicPr>
          <p:blipFill>
            <a:blip r:embed="rId4" cstate="print"/>
            <a:stretch>
              <a:fillRect/>
            </a:stretch>
          </p:blipFill>
          <p:spPr>
            <a:xfrm>
              <a:off x="7644129" y="1310894"/>
              <a:ext cx="1395729" cy="355091"/>
            </a:xfrm>
            <a:prstGeom prst="rect">
              <a:avLst/>
            </a:prstGeom>
          </p:spPr>
        </p:pic>
      </p:grpSp>
      <p:sp>
        <p:nvSpPr>
          <p:cNvPr id="8" name="object 8"/>
          <p:cNvSpPr txBox="1"/>
          <p:nvPr/>
        </p:nvSpPr>
        <p:spPr>
          <a:xfrm>
            <a:off x="8828023" y="1282953"/>
            <a:ext cx="106680" cy="391160"/>
          </a:xfrm>
          <a:prstGeom prst="rect">
            <a:avLst/>
          </a:prstGeom>
        </p:spPr>
        <p:txBody>
          <a:bodyPr vert="horz" wrap="square" lIns="0" tIns="12700" rIns="0" bIns="0" rtlCol="0">
            <a:spAutoFit/>
          </a:bodyPr>
          <a:lstStyle/>
          <a:p>
            <a:pPr marL="12700">
              <a:lnSpc>
                <a:spcPct val="100000"/>
              </a:lnSpc>
              <a:spcBef>
                <a:spcPts val="100"/>
              </a:spcBef>
            </a:pPr>
            <a:r>
              <a:rPr sz="2400" spc="95" dirty="0">
                <a:solidFill>
                  <a:srgbClr val="252525"/>
                </a:solidFill>
                <a:latin typeface="Cambria"/>
                <a:cs typeface="Cambria"/>
              </a:rPr>
              <a:t>.</a:t>
            </a:r>
            <a:endParaRPr sz="2400">
              <a:latin typeface="Cambria"/>
              <a:cs typeface="Cambria"/>
            </a:endParaRPr>
          </a:p>
        </p:txBody>
      </p:sp>
      <p:grpSp>
        <p:nvGrpSpPr>
          <p:cNvPr id="9" name="object 9"/>
          <p:cNvGrpSpPr/>
          <p:nvPr/>
        </p:nvGrpSpPr>
        <p:grpSpPr>
          <a:xfrm>
            <a:off x="984808" y="2114423"/>
            <a:ext cx="1632585" cy="355600"/>
            <a:chOff x="984808" y="2114423"/>
            <a:chExt cx="1632585" cy="355600"/>
          </a:xfrm>
        </p:grpSpPr>
        <p:pic>
          <p:nvPicPr>
            <p:cNvPr id="10" name="object 10"/>
            <p:cNvPicPr/>
            <p:nvPr/>
          </p:nvPicPr>
          <p:blipFill>
            <a:blip r:embed="rId5" cstate="print"/>
            <a:stretch>
              <a:fillRect/>
            </a:stretch>
          </p:blipFill>
          <p:spPr>
            <a:xfrm>
              <a:off x="984808" y="2114423"/>
              <a:ext cx="1632585" cy="355091"/>
            </a:xfrm>
            <a:prstGeom prst="rect">
              <a:avLst/>
            </a:prstGeom>
          </p:spPr>
        </p:pic>
        <p:pic>
          <p:nvPicPr>
            <p:cNvPr id="11" name="object 11"/>
            <p:cNvPicPr/>
            <p:nvPr/>
          </p:nvPicPr>
          <p:blipFill>
            <a:blip r:embed="rId6" cstate="print"/>
            <a:stretch>
              <a:fillRect/>
            </a:stretch>
          </p:blipFill>
          <p:spPr>
            <a:xfrm>
              <a:off x="2435986" y="2114423"/>
              <a:ext cx="161544" cy="355091"/>
            </a:xfrm>
            <a:prstGeom prst="rect">
              <a:avLst/>
            </a:prstGeom>
          </p:spPr>
        </p:pic>
      </p:grpSp>
      <p:sp>
        <p:nvSpPr>
          <p:cNvPr id="12" name="object 12"/>
          <p:cNvSpPr txBox="1"/>
          <p:nvPr/>
        </p:nvSpPr>
        <p:spPr>
          <a:xfrm>
            <a:off x="6735318" y="2888107"/>
            <a:ext cx="1784350" cy="391160"/>
          </a:xfrm>
          <a:prstGeom prst="rect">
            <a:avLst/>
          </a:prstGeom>
        </p:spPr>
        <p:txBody>
          <a:bodyPr vert="horz" wrap="square" lIns="0" tIns="12700" rIns="0" bIns="0" rtlCol="0">
            <a:spAutoFit/>
          </a:bodyPr>
          <a:lstStyle/>
          <a:p>
            <a:pPr marL="12700">
              <a:lnSpc>
                <a:spcPct val="100000"/>
              </a:lnSpc>
              <a:spcBef>
                <a:spcPts val="100"/>
              </a:spcBef>
            </a:pPr>
            <a:r>
              <a:rPr sz="2400" spc="100" dirty="0">
                <a:solidFill>
                  <a:srgbClr val="252525"/>
                </a:solidFill>
                <a:latin typeface="Cambria"/>
                <a:cs typeface="Cambria"/>
              </a:rPr>
              <a:t>talked</a:t>
            </a:r>
            <a:r>
              <a:rPr sz="2400" spc="100" dirty="0">
                <a:solidFill>
                  <a:srgbClr val="252525"/>
                </a:solidFill>
                <a:latin typeface="Calibri"/>
                <a:cs typeface="Calibri"/>
              </a:rPr>
              <a:t>→</a:t>
            </a:r>
            <a:r>
              <a:rPr sz="2400" spc="100" dirty="0">
                <a:solidFill>
                  <a:srgbClr val="252525"/>
                </a:solidFill>
                <a:latin typeface="Cambria"/>
                <a:cs typeface="Cambria"/>
              </a:rPr>
              <a:t>talk</a:t>
            </a:r>
            <a:endParaRPr sz="2400">
              <a:latin typeface="Cambria"/>
              <a:cs typeface="Cambria"/>
            </a:endParaRPr>
          </a:p>
        </p:txBody>
      </p:sp>
      <p:sp>
        <p:nvSpPr>
          <p:cNvPr id="13" name="object 13"/>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18</a:t>
            </a:r>
            <a:endParaRPr sz="1400">
              <a:latin typeface="Cambria"/>
              <a:cs typeface="Cambria"/>
            </a:endParaRPr>
          </a:p>
        </p:txBody>
      </p:sp>
      <p:grpSp>
        <p:nvGrpSpPr>
          <p:cNvPr id="14" name="object 14"/>
          <p:cNvGrpSpPr/>
          <p:nvPr/>
        </p:nvGrpSpPr>
        <p:grpSpPr>
          <a:xfrm>
            <a:off x="1473708" y="3691128"/>
            <a:ext cx="8042275" cy="929640"/>
            <a:chOff x="1473708" y="3691128"/>
            <a:chExt cx="8042275" cy="929640"/>
          </a:xfrm>
        </p:grpSpPr>
        <p:sp>
          <p:nvSpPr>
            <p:cNvPr id="15" name="object 15"/>
            <p:cNvSpPr/>
            <p:nvPr/>
          </p:nvSpPr>
          <p:spPr>
            <a:xfrm>
              <a:off x="1485900" y="4160520"/>
              <a:ext cx="8030209" cy="460375"/>
            </a:xfrm>
            <a:custGeom>
              <a:avLst/>
              <a:gdLst/>
              <a:ahLst/>
              <a:cxnLst/>
              <a:rect l="l" t="t" r="r" b="b"/>
              <a:pathLst>
                <a:path w="8030209" h="460375">
                  <a:moveTo>
                    <a:pt x="8029956" y="0"/>
                  </a:moveTo>
                  <a:lnTo>
                    <a:pt x="0" y="0"/>
                  </a:lnTo>
                  <a:lnTo>
                    <a:pt x="0" y="460247"/>
                  </a:lnTo>
                  <a:lnTo>
                    <a:pt x="8029956" y="460247"/>
                  </a:lnTo>
                  <a:lnTo>
                    <a:pt x="8029956" y="0"/>
                  </a:lnTo>
                  <a:close/>
                </a:path>
              </a:pathLst>
            </a:custGeom>
            <a:solidFill>
              <a:srgbClr val="FFC000"/>
            </a:solidFill>
          </p:spPr>
          <p:txBody>
            <a:bodyPr wrap="square" lIns="0" tIns="0" rIns="0" bIns="0" rtlCol="0"/>
            <a:lstStyle/>
            <a:p>
              <a:endParaRPr/>
            </a:p>
          </p:txBody>
        </p:sp>
        <p:sp>
          <p:nvSpPr>
            <p:cNvPr id="16" name="object 16"/>
            <p:cNvSpPr/>
            <p:nvPr/>
          </p:nvSpPr>
          <p:spPr>
            <a:xfrm>
              <a:off x="1473708" y="3691128"/>
              <a:ext cx="2133600" cy="460375"/>
            </a:xfrm>
            <a:custGeom>
              <a:avLst/>
              <a:gdLst/>
              <a:ahLst/>
              <a:cxnLst/>
              <a:rect l="l" t="t" r="r" b="b"/>
              <a:pathLst>
                <a:path w="2133600" h="460375">
                  <a:moveTo>
                    <a:pt x="2133600" y="0"/>
                  </a:moveTo>
                  <a:lnTo>
                    <a:pt x="0" y="0"/>
                  </a:lnTo>
                  <a:lnTo>
                    <a:pt x="0" y="460248"/>
                  </a:lnTo>
                  <a:lnTo>
                    <a:pt x="2133600" y="460248"/>
                  </a:lnTo>
                  <a:lnTo>
                    <a:pt x="2133600" y="0"/>
                  </a:lnTo>
                  <a:close/>
                </a:path>
              </a:pathLst>
            </a:custGeom>
            <a:solidFill>
              <a:srgbClr val="F1F1F1"/>
            </a:solidFill>
          </p:spPr>
          <p:txBody>
            <a:bodyPr wrap="square" lIns="0" tIns="0" rIns="0" bIns="0" rtlCol="0"/>
            <a:lstStyle/>
            <a:p>
              <a:endParaRPr/>
            </a:p>
          </p:txBody>
        </p:sp>
      </p:grpSp>
      <p:sp>
        <p:nvSpPr>
          <p:cNvPr id="17" name="object 17"/>
          <p:cNvSpPr txBox="1"/>
          <p:nvPr/>
        </p:nvSpPr>
        <p:spPr>
          <a:xfrm>
            <a:off x="743508" y="1282953"/>
            <a:ext cx="5733415" cy="2813050"/>
          </a:xfrm>
          <a:prstGeom prst="rect">
            <a:avLst/>
          </a:prstGeom>
        </p:spPr>
        <p:txBody>
          <a:bodyPr vert="horz" wrap="square" lIns="0" tIns="12700" rIns="0" bIns="0" rtlCol="0">
            <a:spAutoFit/>
          </a:bodyPr>
          <a:lstStyle/>
          <a:p>
            <a:pPr marL="240665" indent="-227965">
              <a:lnSpc>
                <a:spcPct val="100000"/>
              </a:lnSpc>
              <a:spcBef>
                <a:spcPts val="100"/>
              </a:spcBef>
              <a:buClr>
                <a:srgbClr val="006F57"/>
              </a:buClr>
              <a:buSzPct val="75000"/>
              <a:buFont typeface="Wingdings"/>
              <a:buChar char=""/>
              <a:tabLst>
                <a:tab pos="240665" algn="l"/>
                <a:tab pos="3011805" algn="l"/>
              </a:tabLst>
            </a:pPr>
            <a:r>
              <a:rPr sz="2400" spc="145" dirty="0">
                <a:solidFill>
                  <a:srgbClr val="252525"/>
                </a:solidFill>
                <a:latin typeface="Cambria"/>
                <a:cs typeface="Cambria"/>
              </a:rPr>
              <a:t>Uses</a:t>
            </a:r>
            <a:r>
              <a:rPr sz="2400" spc="215" dirty="0">
                <a:solidFill>
                  <a:srgbClr val="252525"/>
                </a:solidFill>
                <a:latin typeface="Cambria"/>
                <a:cs typeface="Cambria"/>
              </a:rPr>
              <a:t> </a:t>
            </a:r>
            <a:r>
              <a:rPr sz="2400" spc="100" dirty="0">
                <a:solidFill>
                  <a:srgbClr val="252525"/>
                </a:solidFill>
                <a:latin typeface="Cambria"/>
                <a:cs typeface="Cambria"/>
              </a:rPr>
              <a:t>the</a:t>
            </a:r>
            <a:r>
              <a:rPr sz="2400" dirty="0">
                <a:solidFill>
                  <a:srgbClr val="252525"/>
                </a:solidFill>
                <a:latin typeface="Cambria"/>
                <a:cs typeface="Cambria"/>
              </a:rPr>
              <a:t>	</a:t>
            </a:r>
            <a:r>
              <a:rPr sz="2400" spc="125" dirty="0">
                <a:solidFill>
                  <a:srgbClr val="252525"/>
                </a:solidFill>
                <a:latin typeface="Cambria"/>
                <a:cs typeface="Cambria"/>
              </a:rPr>
              <a:t>knowledgebase</a:t>
            </a:r>
            <a:r>
              <a:rPr sz="2400" spc="250" dirty="0">
                <a:solidFill>
                  <a:srgbClr val="252525"/>
                </a:solidFill>
                <a:latin typeface="Cambria"/>
                <a:cs typeface="Cambria"/>
              </a:rPr>
              <a:t> </a:t>
            </a:r>
            <a:r>
              <a:rPr sz="2400" spc="114" dirty="0">
                <a:solidFill>
                  <a:srgbClr val="252525"/>
                </a:solidFill>
                <a:latin typeface="Cambria"/>
                <a:cs typeface="Cambria"/>
              </a:rPr>
              <a:t>to</a:t>
            </a:r>
            <a:endParaRPr sz="2400">
              <a:latin typeface="Cambria"/>
              <a:cs typeface="Cambria"/>
            </a:endParaRPr>
          </a:p>
          <a:p>
            <a:pPr>
              <a:lnSpc>
                <a:spcPct val="100000"/>
              </a:lnSpc>
              <a:spcBef>
                <a:spcPts val="1230"/>
              </a:spcBef>
              <a:buClr>
                <a:srgbClr val="006F57"/>
              </a:buClr>
              <a:buFont typeface="Wingdings"/>
              <a:buChar char=""/>
            </a:pPr>
            <a:endParaRPr sz="2400">
              <a:latin typeface="Cambria"/>
              <a:cs typeface="Cambria"/>
            </a:endParaRPr>
          </a:p>
          <a:p>
            <a:pPr marL="12700">
              <a:lnSpc>
                <a:spcPct val="100000"/>
              </a:lnSpc>
            </a:pPr>
            <a:r>
              <a:rPr sz="1800" spc="-50" dirty="0">
                <a:solidFill>
                  <a:srgbClr val="006F57"/>
                </a:solidFill>
                <a:latin typeface="Wingdings"/>
                <a:cs typeface="Wingdings"/>
              </a:rPr>
              <a:t></a:t>
            </a:r>
            <a:endParaRPr sz="1800">
              <a:latin typeface="Wingdings"/>
              <a:cs typeface="Wingdings"/>
            </a:endParaRPr>
          </a:p>
          <a:p>
            <a:pPr>
              <a:lnSpc>
                <a:spcPct val="100000"/>
              </a:lnSpc>
              <a:spcBef>
                <a:spcPts val="1555"/>
              </a:spcBef>
            </a:pPr>
            <a:endParaRPr sz="1800">
              <a:latin typeface="Wingdings"/>
              <a:cs typeface="Wingdings"/>
            </a:endParaRPr>
          </a:p>
          <a:p>
            <a:pPr marL="240665" indent="-227965">
              <a:lnSpc>
                <a:spcPct val="100000"/>
              </a:lnSpc>
              <a:buClr>
                <a:srgbClr val="006F57"/>
              </a:buClr>
              <a:buSzPct val="75000"/>
              <a:buFont typeface="Wingdings"/>
              <a:buChar char=""/>
              <a:tabLst>
                <a:tab pos="240665" algn="l"/>
                <a:tab pos="2053589" algn="l"/>
                <a:tab pos="3719195" algn="l"/>
              </a:tabLst>
            </a:pPr>
            <a:r>
              <a:rPr sz="2400" spc="120" dirty="0">
                <a:solidFill>
                  <a:srgbClr val="252525"/>
                </a:solidFill>
                <a:latin typeface="Cambria"/>
                <a:cs typeface="Cambria"/>
              </a:rPr>
              <a:t>feet</a:t>
            </a:r>
            <a:r>
              <a:rPr sz="2400" spc="120" dirty="0">
                <a:solidFill>
                  <a:srgbClr val="252525"/>
                </a:solidFill>
                <a:latin typeface="Calibri"/>
                <a:cs typeface="Calibri"/>
              </a:rPr>
              <a:t>→</a:t>
            </a:r>
            <a:r>
              <a:rPr sz="2400" spc="120" dirty="0">
                <a:solidFill>
                  <a:srgbClr val="252525"/>
                </a:solidFill>
                <a:latin typeface="Cambria"/>
                <a:cs typeface="Cambria"/>
              </a:rPr>
              <a:t>foot,</a:t>
            </a:r>
            <a:r>
              <a:rPr sz="2400" dirty="0">
                <a:solidFill>
                  <a:srgbClr val="252525"/>
                </a:solidFill>
                <a:latin typeface="Cambria"/>
                <a:cs typeface="Cambria"/>
              </a:rPr>
              <a:t>	</a:t>
            </a:r>
            <a:r>
              <a:rPr sz="2400" spc="105" dirty="0">
                <a:solidFill>
                  <a:srgbClr val="252525"/>
                </a:solidFill>
                <a:latin typeface="Cambria"/>
                <a:cs typeface="Cambria"/>
              </a:rPr>
              <a:t>cats</a:t>
            </a:r>
            <a:r>
              <a:rPr sz="2400" spc="105" dirty="0">
                <a:solidFill>
                  <a:srgbClr val="252525"/>
                </a:solidFill>
                <a:latin typeface="Calibri"/>
                <a:cs typeface="Calibri"/>
              </a:rPr>
              <a:t>→</a:t>
            </a:r>
            <a:r>
              <a:rPr sz="2400" spc="105" dirty="0">
                <a:solidFill>
                  <a:srgbClr val="252525"/>
                </a:solidFill>
                <a:latin typeface="Cambria"/>
                <a:cs typeface="Cambria"/>
              </a:rPr>
              <a:t>cat,</a:t>
            </a:r>
            <a:r>
              <a:rPr sz="2400" dirty="0">
                <a:solidFill>
                  <a:srgbClr val="252525"/>
                </a:solidFill>
                <a:latin typeface="Cambria"/>
                <a:cs typeface="Cambria"/>
              </a:rPr>
              <a:t>	</a:t>
            </a:r>
            <a:r>
              <a:rPr sz="2400" spc="90" dirty="0">
                <a:solidFill>
                  <a:srgbClr val="252525"/>
                </a:solidFill>
                <a:latin typeface="Cambria"/>
                <a:cs typeface="Cambria"/>
              </a:rPr>
              <a:t>wolves</a:t>
            </a:r>
            <a:r>
              <a:rPr sz="2400" spc="90" dirty="0">
                <a:solidFill>
                  <a:srgbClr val="252525"/>
                </a:solidFill>
                <a:latin typeface="Calibri"/>
                <a:cs typeface="Calibri"/>
              </a:rPr>
              <a:t>→</a:t>
            </a:r>
            <a:r>
              <a:rPr sz="2400" spc="90" dirty="0">
                <a:solidFill>
                  <a:srgbClr val="252525"/>
                </a:solidFill>
                <a:latin typeface="Cambria"/>
                <a:cs typeface="Cambria"/>
              </a:rPr>
              <a:t>wolf,</a:t>
            </a:r>
            <a:endParaRPr sz="2400">
              <a:latin typeface="Cambria"/>
              <a:cs typeface="Cambria"/>
            </a:endParaRPr>
          </a:p>
          <a:p>
            <a:pPr>
              <a:lnSpc>
                <a:spcPct val="100000"/>
              </a:lnSpc>
              <a:spcBef>
                <a:spcPts val="735"/>
              </a:spcBef>
            </a:pPr>
            <a:endParaRPr sz="2400">
              <a:latin typeface="Cambria"/>
              <a:cs typeface="Cambria"/>
            </a:endParaRPr>
          </a:p>
          <a:p>
            <a:pPr marL="821055">
              <a:lnSpc>
                <a:spcPct val="100000"/>
              </a:lnSpc>
            </a:pPr>
            <a:r>
              <a:rPr sz="2400" b="1" spc="-10" dirty="0">
                <a:latin typeface="Constantia"/>
                <a:cs typeface="Constantia"/>
              </a:rPr>
              <a:t>Problem</a:t>
            </a:r>
            <a:endParaRPr sz="2400">
              <a:latin typeface="Constantia"/>
              <a:cs typeface="Constantia"/>
            </a:endParaRPr>
          </a:p>
        </p:txBody>
      </p:sp>
      <p:pic>
        <p:nvPicPr>
          <p:cNvPr id="18" name="object 18"/>
          <p:cNvPicPr/>
          <p:nvPr/>
        </p:nvPicPr>
        <p:blipFill>
          <a:blip r:embed="rId7" cstate="print"/>
          <a:stretch>
            <a:fillRect/>
          </a:stretch>
        </p:blipFill>
        <p:spPr>
          <a:xfrm>
            <a:off x="291130" y="4395233"/>
            <a:ext cx="1075786" cy="775680"/>
          </a:xfrm>
          <a:prstGeom prst="rect">
            <a:avLst/>
          </a:prstGeom>
        </p:spPr>
      </p:pic>
      <p:grpSp>
        <p:nvGrpSpPr>
          <p:cNvPr id="19" name="object 19"/>
          <p:cNvGrpSpPr/>
          <p:nvPr/>
        </p:nvGrpSpPr>
        <p:grpSpPr>
          <a:xfrm>
            <a:off x="1548383" y="4786884"/>
            <a:ext cx="10365105" cy="931544"/>
            <a:chOff x="1548383" y="4786884"/>
            <a:chExt cx="10365105" cy="931544"/>
          </a:xfrm>
        </p:grpSpPr>
        <p:sp>
          <p:nvSpPr>
            <p:cNvPr id="20" name="object 20"/>
            <p:cNvSpPr/>
            <p:nvPr/>
          </p:nvSpPr>
          <p:spPr>
            <a:xfrm>
              <a:off x="1560575" y="5256276"/>
              <a:ext cx="10353040" cy="462280"/>
            </a:xfrm>
            <a:custGeom>
              <a:avLst/>
              <a:gdLst/>
              <a:ahLst/>
              <a:cxnLst/>
              <a:rect l="l" t="t" r="r" b="b"/>
              <a:pathLst>
                <a:path w="10353040" h="462279">
                  <a:moveTo>
                    <a:pt x="10352532" y="0"/>
                  </a:moveTo>
                  <a:lnTo>
                    <a:pt x="0" y="0"/>
                  </a:lnTo>
                  <a:lnTo>
                    <a:pt x="0" y="461772"/>
                  </a:lnTo>
                  <a:lnTo>
                    <a:pt x="10352532" y="461772"/>
                  </a:lnTo>
                  <a:lnTo>
                    <a:pt x="10352532" y="0"/>
                  </a:lnTo>
                  <a:close/>
                </a:path>
              </a:pathLst>
            </a:custGeom>
            <a:solidFill>
              <a:srgbClr val="FFC000"/>
            </a:solidFill>
          </p:spPr>
          <p:txBody>
            <a:bodyPr wrap="square" lIns="0" tIns="0" rIns="0" bIns="0" rtlCol="0"/>
            <a:lstStyle/>
            <a:p>
              <a:endParaRPr/>
            </a:p>
          </p:txBody>
        </p:sp>
        <p:sp>
          <p:nvSpPr>
            <p:cNvPr id="21" name="object 21"/>
            <p:cNvSpPr/>
            <p:nvPr/>
          </p:nvSpPr>
          <p:spPr>
            <a:xfrm>
              <a:off x="1548383" y="4786884"/>
              <a:ext cx="2133600" cy="462280"/>
            </a:xfrm>
            <a:custGeom>
              <a:avLst/>
              <a:gdLst/>
              <a:ahLst/>
              <a:cxnLst/>
              <a:rect l="l" t="t" r="r" b="b"/>
              <a:pathLst>
                <a:path w="2133600" h="462279">
                  <a:moveTo>
                    <a:pt x="2133600" y="0"/>
                  </a:moveTo>
                  <a:lnTo>
                    <a:pt x="0" y="0"/>
                  </a:lnTo>
                  <a:lnTo>
                    <a:pt x="0" y="461771"/>
                  </a:lnTo>
                  <a:lnTo>
                    <a:pt x="2133600" y="461771"/>
                  </a:lnTo>
                  <a:lnTo>
                    <a:pt x="2133600" y="0"/>
                  </a:lnTo>
                  <a:close/>
                </a:path>
              </a:pathLst>
            </a:custGeom>
            <a:solidFill>
              <a:srgbClr val="F1F1F1"/>
            </a:solidFill>
          </p:spPr>
          <p:txBody>
            <a:bodyPr wrap="square" lIns="0" tIns="0" rIns="0" bIns="0" rtlCol="0"/>
            <a:lstStyle/>
            <a:p>
              <a:endParaRPr/>
            </a:p>
          </p:txBody>
        </p:sp>
      </p:grpSp>
      <p:sp>
        <p:nvSpPr>
          <p:cNvPr id="22" name="object 22"/>
          <p:cNvSpPr txBox="1"/>
          <p:nvPr/>
        </p:nvSpPr>
        <p:spPr>
          <a:xfrm>
            <a:off x="1627123" y="4173982"/>
            <a:ext cx="9877425" cy="1488440"/>
          </a:xfrm>
          <a:prstGeom prst="rect">
            <a:avLst/>
          </a:prstGeom>
        </p:spPr>
        <p:txBody>
          <a:bodyPr vert="horz" wrap="square" lIns="0" tIns="12700" rIns="0" bIns="0" rtlCol="0">
            <a:spAutoFit/>
          </a:bodyPr>
          <a:lstStyle/>
          <a:p>
            <a:pPr marL="407034" indent="-227965">
              <a:lnSpc>
                <a:spcPct val="100000"/>
              </a:lnSpc>
              <a:spcBef>
                <a:spcPts val="100"/>
              </a:spcBef>
              <a:buClr>
                <a:srgbClr val="075A74"/>
              </a:buClr>
              <a:buSzPct val="75000"/>
              <a:buFont typeface="Wingdings"/>
              <a:buChar char=""/>
              <a:tabLst>
                <a:tab pos="407034" algn="l"/>
              </a:tabLst>
            </a:pPr>
            <a:r>
              <a:rPr sz="2400" spc="-10" dirty="0">
                <a:solidFill>
                  <a:srgbClr val="252525"/>
                </a:solidFill>
                <a:latin typeface="Constantia"/>
                <a:cs typeface="Constantia"/>
              </a:rPr>
              <a:t>not</a:t>
            </a:r>
            <a:r>
              <a:rPr sz="2400" spc="-135" dirty="0">
                <a:solidFill>
                  <a:srgbClr val="252525"/>
                </a:solidFill>
                <a:latin typeface="Constantia"/>
                <a:cs typeface="Constantia"/>
              </a:rPr>
              <a:t> </a:t>
            </a:r>
            <a:r>
              <a:rPr sz="2400" dirty="0">
                <a:solidFill>
                  <a:srgbClr val="252525"/>
                </a:solidFill>
                <a:latin typeface="Constantia"/>
                <a:cs typeface="Constantia"/>
              </a:rPr>
              <a:t>all</a:t>
            </a:r>
            <a:r>
              <a:rPr sz="2400" spc="-45" dirty="0">
                <a:solidFill>
                  <a:srgbClr val="252525"/>
                </a:solidFill>
                <a:latin typeface="Constantia"/>
                <a:cs typeface="Constantia"/>
              </a:rPr>
              <a:t> </a:t>
            </a:r>
            <a:r>
              <a:rPr sz="2400" spc="-10" dirty="0">
                <a:solidFill>
                  <a:srgbClr val="252525"/>
                </a:solidFill>
                <a:latin typeface="Constantia"/>
                <a:cs typeface="Constantia"/>
              </a:rPr>
              <a:t>forms</a:t>
            </a:r>
            <a:r>
              <a:rPr sz="2400" spc="-140" dirty="0">
                <a:solidFill>
                  <a:srgbClr val="252525"/>
                </a:solidFill>
                <a:latin typeface="Constantia"/>
                <a:cs typeface="Constantia"/>
              </a:rPr>
              <a:t> </a:t>
            </a:r>
            <a:r>
              <a:rPr sz="2400" spc="-10" dirty="0">
                <a:solidFill>
                  <a:srgbClr val="252525"/>
                </a:solidFill>
                <a:latin typeface="Constantia"/>
                <a:cs typeface="Constantia"/>
              </a:rPr>
              <a:t>are</a:t>
            </a:r>
            <a:r>
              <a:rPr sz="2400" spc="-125" dirty="0">
                <a:solidFill>
                  <a:srgbClr val="252525"/>
                </a:solidFill>
                <a:latin typeface="Constantia"/>
                <a:cs typeface="Constantia"/>
              </a:rPr>
              <a:t> </a:t>
            </a:r>
            <a:r>
              <a:rPr sz="2400" spc="-10" dirty="0">
                <a:solidFill>
                  <a:srgbClr val="252525"/>
                </a:solidFill>
                <a:latin typeface="Constantia"/>
                <a:cs typeface="Constantia"/>
              </a:rPr>
              <a:t>reduced</a:t>
            </a:r>
            <a:endParaRPr sz="2400">
              <a:latin typeface="Constantia"/>
              <a:cs typeface="Constantia"/>
            </a:endParaRPr>
          </a:p>
          <a:p>
            <a:pPr marL="12700">
              <a:lnSpc>
                <a:spcPct val="100000"/>
              </a:lnSpc>
              <a:spcBef>
                <a:spcPts val="2060"/>
              </a:spcBef>
            </a:pPr>
            <a:r>
              <a:rPr sz="2400" b="1" spc="-10" dirty="0">
                <a:latin typeface="Constantia"/>
                <a:cs typeface="Constantia"/>
              </a:rPr>
              <a:t>Solution</a:t>
            </a:r>
            <a:endParaRPr sz="2400">
              <a:latin typeface="Constantia"/>
              <a:cs typeface="Constantia"/>
            </a:endParaRPr>
          </a:p>
          <a:p>
            <a:pPr marL="481330" lvl="1" indent="-227965">
              <a:lnSpc>
                <a:spcPct val="100000"/>
              </a:lnSpc>
              <a:spcBef>
                <a:spcPts val="815"/>
              </a:spcBef>
              <a:buClr>
                <a:srgbClr val="075A74"/>
              </a:buClr>
              <a:buSzPct val="75000"/>
              <a:buFont typeface="Wingdings"/>
              <a:buChar char=""/>
              <a:tabLst>
                <a:tab pos="481330" algn="l"/>
              </a:tabLst>
            </a:pPr>
            <a:r>
              <a:rPr sz="2400" spc="-110" dirty="0">
                <a:solidFill>
                  <a:srgbClr val="252525"/>
                </a:solidFill>
                <a:latin typeface="Constantia"/>
                <a:cs typeface="Constantia"/>
              </a:rPr>
              <a:t>We</a:t>
            </a:r>
            <a:r>
              <a:rPr sz="2400" spc="-60" dirty="0">
                <a:solidFill>
                  <a:srgbClr val="252525"/>
                </a:solidFill>
                <a:latin typeface="Constantia"/>
                <a:cs typeface="Constantia"/>
              </a:rPr>
              <a:t> </a:t>
            </a:r>
            <a:r>
              <a:rPr sz="2400" dirty="0">
                <a:solidFill>
                  <a:srgbClr val="252525"/>
                </a:solidFill>
                <a:latin typeface="Constantia"/>
                <a:cs typeface="Constantia"/>
              </a:rPr>
              <a:t>need</a:t>
            </a:r>
            <a:r>
              <a:rPr sz="2400" spc="-90" dirty="0">
                <a:solidFill>
                  <a:srgbClr val="252525"/>
                </a:solidFill>
                <a:latin typeface="Constantia"/>
                <a:cs typeface="Constantia"/>
              </a:rPr>
              <a:t> </a:t>
            </a:r>
            <a:r>
              <a:rPr sz="2400" dirty="0">
                <a:solidFill>
                  <a:srgbClr val="252525"/>
                </a:solidFill>
                <a:latin typeface="Constantia"/>
                <a:cs typeface="Constantia"/>
              </a:rPr>
              <a:t>to</a:t>
            </a:r>
            <a:r>
              <a:rPr sz="2400" spc="-114" dirty="0">
                <a:solidFill>
                  <a:srgbClr val="252525"/>
                </a:solidFill>
                <a:latin typeface="Constantia"/>
                <a:cs typeface="Constantia"/>
              </a:rPr>
              <a:t> </a:t>
            </a:r>
            <a:r>
              <a:rPr sz="2400" dirty="0">
                <a:solidFill>
                  <a:srgbClr val="252525"/>
                </a:solidFill>
                <a:latin typeface="Constantia"/>
                <a:cs typeface="Constantia"/>
              </a:rPr>
              <a:t>try</a:t>
            </a:r>
            <a:r>
              <a:rPr sz="2400" spc="-135" dirty="0">
                <a:solidFill>
                  <a:srgbClr val="252525"/>
                </a:solidFill>
                <a:latin typeface="Constantia"/>
                <a:cs typeface="Constantia"/>
              </a:rPr>
              <a:t> </a:t>
            </a:r>
            <a:r>
              <a:rPr sz="2400" spc="-10" dirty="0">
                <a:solidFill>
                  <a:srgbClr val="252525"/>
                </a:solidFill>
                <a:latin typeface="Constantia"/>
                <a:cs typeface="Constantia"/>
              </a:rPr>
              <a:t>stemming</a:t>
            </a:r>
            <a:r>
              <a:rPr sz="2400" spc="-95" dirty="0">
                <a:solidFill>
                  <a:srgbClr val="252525"/>
                </a:solidFill>
                <a:latin typeface="Constantia"/>
                <a:cs typeface="Constantia"/>
              </a:rPr>
              <a:t> </a:t>
            </a:r>
            <a:r>
              <a:rPr sz="2400" dirty="0">
                <a:solidFill>
                  <a:srgbClr val="252525"/>
                </a:solidFill>
                <a:latin typeface="Constantia"/>
                <a:cs typeface="Constantia"/>
              </a:rPr>
              <a:t>or</a:t>
            </a:r>
            <a:r>
              <a:rPr sz="2400" spc="-95" dirty="0">
                <a:solidFill>
                  <a:srgbClr val="252525"/>
                </a:solidFill>
                <a:latin typeface="Constantia"/>
                <a:cs typeface="Constantia"/>
              </a:rPr>
              <a:t> </a:t>
            </a:r>
            <a:r>
              <a:rPr sz="2400" spc="-10" dirty="0">
                <a:solidFill>
                  <a:srgbClr val="252525"/>
                </a:solidFill>
                <a:latin typeface="Constantia"/>
                <a:cs typeface="Constantia"/>
              </a:rPr>
              <a:t>lemmatization</a:t>
            </a:r>
            <a:r>
              <a:rPr sz="2400" spc="-130" dirty="0">
                <a:solidFill>
                  <a:srgbClr val="252525"/>
                </a:solidFill>
                <a:latin typeface="Constantia"/>
                <a:cs typeface="Constantia"/>
              </a:rPr>
              <a:t> </a:t>
            </a:r>
            <a:r>
              <a:rPr sz="2400" dirty="0">
                <a:solidFill>
                  <a:srgbClr val="252525"/>
                </a:solidFill>
                <a:latin typeface="Constantia"/>
                <a:cs typeface="Constantia"/>
              </a:rPr>
              <a:t>and</a:t>
            </a:r>
            <a:r>
              <a:rPr sz="2400" spc="-85" dirty="0">
                <a:solidFill>
                  <a:srgbClr val="252525"/>
                </a:solidFill>
                <a:latin typeface="Constantia"/>
                <a:cs typeface="Constantia"/>
              </a:rPr>
              <a:t> </a:t>
            </a:r>
            <a:r>
              <a:rPr sz="2400" dirty="0">
                <a:solidFill>
                  <a:srgbClr val="252525"/>
                </a:solidFill>
                <a:latin typeface="Constantia"/>
                <a:cs typeface="Constantia"/>
              </a:rPr>
              <a:t>choose</a:t>
            </a:r>
            <a:r>
              <a:rPr sz="2400" spc="-70" dirty="0">
                <a:solidFill>
                  <a:srgbClr val="252525"/>
                </a:solidFill>
                <a:latin typeface="Constantia"/>
                <a:cs typeface="Constantia"/>
              </a:rPr>
              <a:t> </a:t>
            </a:r>
            <a:r>
              <a:rPr sz="2400" dirty="0">
                <a:solidFill>
                  <a:srgbClr val="252525"/>
                </a:solidFill>
                <a:latin typeface="Constantia"/>
                <a:cs typeface="Constantia"/>
              </a:rPr>
              <a:t>best</a:t>
            </a:r>
            <a:r>
              <a:rPr sz="2400" spc="-100" dirty="0">
                <a:solidFill>
                  <a:srgbClr val="252525"/>
                </a:solidFill>
                <a:latin typeface="Constantia"/>
                <a:cs typeface="Constantia"/>
              </a:rPr>
              <a:t> </a:t>
            </a:r>
            <a:r>
              <a:rPr sz="2400" spc="-20" dirty="0">
                <a:solidFill>
                  <a:srgbClr val="252525"/>
                </a:solidFill>
                <a:latin typeface="Constantia"/>
                <a:cs typeface="Constantia"/>
              </a:rPr>
              <a:t>for</a:t>
            </a:r>
            <a:r>
              <a:rPr sz="2400" spc="-145" dirty="0">
                <a:solidFill>
                  <a:srgbClr val="252525"/>
                </a:solidFill>
                <a:latin typeface="Constantia"/>
                <a:cs typeface="Constantia"/>
              </a:rPr>
              <a:t> </a:t>
            </a:r>
            <a:r>
              <a:rPr sz="2400" spc="-10" dirty="0">
                <a:solidFill>
                  <a:srgbClr val="252525"/>
                </a:solidFill>
                <a:latin typeface="Constantia"/>
                <a:cs typeface="Constantia"/>
              </a:rPr>
              <a:t>our</a:t>
            </a:r>
            <a:r>
              <a:rPr sz="2400" spc="-125" dirty="0">
                <a:solidFill>
                  <a:srgbClr val="252525"/>
                </a:solidFill>
                <a:latin typeface="Constantia"/>
                <a:cs typeface="Constantia"/>
              </a:rPr>
              <a:t> </a:t>
            </a:r>
            <a:r>
              <a:rPr sz="2400" spc="-20" dirty="0">
                <a:solidFill>
                  <a:srgbClr val="252525"/>
                </a:solidFill>
                <a:latin typeface="Constantia"/>
                <a:cs typeface="Constantia"/>
              </a:rPr>
              <a:t>task</a:t>
            </a:r>
            <a:endParaRPr sz="2400">
              <a:latin typeface="Constantia"/>
              <a:cs typeface="Constantia"/>
            </a:endParaRPr>
          </a:p>
        </p:txBody>
      </p:sp>
      <p:sp>
        <p:nvSpPr>
          <p:cNvPr id="23" name="object 23"/>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0" baseline="6944" dirty="0">
                <a:solidFill>
                  <a:srgbClr val="075A74"/>
                </a:solidFill>
                <a:latin typeface="Arial Black"/>
                <a:cs typeface="Arial Black"/>
              </a:rPr>
              <a:t> </a:t>
            </a:r>
            <a:r>
              <a:rPr sz="3600" spc="220" dirty="0"/>
              <a:t>Normalizing</a:t>
            </a:r>
            <a:r>
              <a:rPr sz="3600" spc="305" dirty="0"/>
              <a:t> </a:t>
            </a:r>
            <a:r>
              <a:rPr sz="3600" spc="225" dirty="0"/>
              <a:t>Capital</a:t>
            </a:r>
            <a:r>
              <a:rPr sz="3600" spc="330" dirty="0"/>
              <a:t> </a:t>
            </a:r>
            <a:r>
              <a:rPr sz="3600" spc="135" dirty="0"/>
              <a:t>Letters</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43508" y="1173226"/>
            <a:ext cx="2078989" cy="391160"/>
          </a:xfrm>
          <a:prstGeom prst="rect">
            <a:avLst/>
          </a:prstGeom>
        </p:spPr>
        <p:txBody>
          <a:bodyPr vert="horz" wrap="square" lIns="0" tIns="12700" rIns="0" bIns="0" rtlCol="0">
            <a:spAutoFit/>
          </a:bodyPr>
          <a:lstStyle/>
          <a:p>
            <a:pPr marL="240665" indent="-227965">
              <a:lnSpc>
                <a:spcPct val="100000"/>
              </a:lnSpc>
              <a:spcBef>
                <a:spcPts val="100"/>
              </a:spcBef>
              <a:buClr>
                <a:srgbClr val="006F57"/>
              </a:buClr>
              <a:buSzPct val="75000"/>
              <a:buFont typeface="Wingdings"/>
              <a:buChar char=""/>
              <a:tabLst>
                <a:tab pos="240665" algn="l"/>
              </a:tabLst>
            </a:pPr>
            <a:r>
              <a:rPr sz="2400" spc="135" dirty="0">
                <a:solidFill>
                  <a:srgbClr val="252525"/>
                </a:solidFill>
                <a:latin typeface="Cambria"/>
                <a:cs typeface="Cambria"/>
              </a:rPr>
              <a:t>Normalizing</a:t>
            </a:r>
            <a:endParaRPr sz="2400">
              <a:latin typeface="Cambria"/>
              <a:cs typeface="Cambria"/>
            </a:endParaRPr>
          </a:p>
        </p:txBody>
      </p:sp>
      <p:grpSp>
        <p:nvGrpSpPr>
          <p:cNvPr id="5" name="object 5"/>
          <p:cNvGrpSpPr/>
          <p:nvPr/>
        </p:nvGrpSpPr>
        <p:grpSpPr>
          <a:xfrm>
            <a:off x="2906902" y="1201166"/>
            <a:ext cx="2243455" cy="355600"/>
            <a:chOff x="2906902" y="1201166"/>
            <a:chExt cx="2243455" cy="355600"/>
          </a:xfrm>
        </p:grpSpPr>
        <p:pic>
          <p:nvPicPr>
            <p:cNvPr id="6" name="object 6"/>
            <p:cNvPicPr/>
            <p:nvPr/>
          </p:nvPicPr>
          <p:blipFill>
            <a:blip r:embed="rId2" cstate="print"/>
            <a:stretch>
              <a:fillRect/>
            </a:stretch>
          </p:blipFill>
          <p:spPr>
            <a:xfrm>
              <a:off x="2906902" y="1201166"/>
              <a:ext cx="1201788" cy="355091"/>
            </a:xfrm>
            <a:prstGeom prst="rect">
              <a:avLst/>
            </a:prstGeom>
          </p:spPr>
        </p:pic>
        <p:pic>
          <p:nvPicPr>
            <p:cNvPr id="7" name="object 7"/>
            <p:cNvPicPr/>
            <p:nvPr/>
          </p:nvPicPr>
          <p:blipFill>
            <a:blip r:embed="rId3" cstate="print"/>
            <a:stretch>
              <a:fillRect/>
            </a:stretch>
          </p:blipFill>
          <p:spPr>
            <a:xfrm>
              <a:off x="4054475" y="1201166"/>
              <a:ext cx="1095883" cy="355091"/>
            </a:xfrm>
            <a:prstGeom prst="rect">
              <a:avLst/>
            </a:prstGeom>
          </p:spPr>
        </p:pic>
      </p:grpSp>
      <p:sp>
        <p:nvSpPr>
          <p:cNvPr id="8" name="object 8"/>
          <p:cNvSpPr txBox="1"/>
          <p:nvPr/>
        </p:nvSpPr>
        <p:spPr>
          <a:xfrm>
            <a:off x="972108" y="1803857"/>
            <a:ext cx="196850" cy="300355"/>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075A74"/>
                </a:solidFill>
                <a:latin typeface="Wingdings"/>
                <a:cs typeface="Wingdings"/>
              </a:rPr>
              <a:t></a:t>
            </a:r>
            <a:endParaRPr sz="1800">
              <a:latin typeface="Wingdings"/>
              <a:cs typeface="Wingdings"/>
            </a:endParaRPr>
          </a:p>
        </p:txBody>
      </p:sp>
      <p:grpSp>
        <p:nvGrpSpPr>
          <p:cNvPr id="9" name="object 9"/>
          <p:cNvGrpSpPr/>
          <p:nvPr/>
        </p:nvGrpSpPr>
        <p:grpSpPr>
          <a:xfrm>
            <a:off x="1213408" y="1755597"/>
            <a:ext cx="1112520" cy="355600"/>
            <a:chOff x="1213408" y="1755597"/>
            <a:chExt cx="1112520" cy="355600"/>
          </a:xfrm>
        </p:grpSpPr>
        <p:pic>
          <p:nvPicPr>
            <p:cNvPr id="10" name="object 10"/>
            <p:cNvPicPr/>
            <p:nvPr/>
          </p:nvPicPr>
          <p:blipFill>
            <a:blip r:embed="rId4" cstate="print"/>
            <a:stretch>
              <a:fillRect/>
            </a:stretch>
          </p:blipFill>
          <p:spPr>
            <a:xfrm>
              <a:off x="1213408" y="1755597"/>
              <a:ext cx="660399" cy="355396"/>
            </a:xfrm>
            <a:prstGeom prst="rect">
              <a:avLst/>
            </a:prstGeom>
          </p:spPr>
        </p:pic>
        <p:pic>
          <p:nvPicPr>
            <p:cNvPr id="11" name="object 11"/>
            <p:cNvPicPr/>
            <p:nvPr/>
          </p:nvPicPr>
          <p:blipFill>
            <a:blip r:embed="rId5" cstate="print"/>
            <a:stretch>
              <a:fillRect/>
            </a:stretch>
          </p:blipFill>
          <p:spPr>
            <a:xfrm>
              <a:off x="1806193" y="1755597"/>
              <a:ext cx="519379" cy="355396"/>
            </a:xfrm>
            <a:prstGeom prst="rect">
              <a:avLst/>
            </a:prstGeom>
          </p:spPr>
        </p:pic>
      </p:grpSp>
      <p:sp>
        <p:nvSpPr>
          <p:cNvPr id="12" name="object 12"/>
          <p:cNvSpPr txBox="1"/>
          <p:nvPr/>
        </p:nvSpPr>
        <p:spPr>
          <a:xfrm>
            <a:off x="972108" y="2359278"/>
            <a:ext cx="19621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075A74"/>
                </a:solidFill>
                <a:latin typeface="Wingdings"/>
                <a:cs typeface="Wingdings"/>
              </a:rPr>
              <a:t></a:t>
            </a:r>
            <a:endParaRPr sz="1800">
              <a:latin typeface="Wingdings"/>
              <a:cs typeface="Wingdings"/>
            </a:endParaRPr>
          </a:p>
        </p:txBody>
      </p:sp>
      <p:grpSp>
        <p:nvGrpSpPr>
          <p:cNvPr id="13" name="object 13"/>
          <p:cNvGrpSpPr/>
          <p:nvPr/>
        </p:nvGrpSpPr>
        <p:grpSpPr>
          <a:xfrm>
            <a:off x="1213408" y="2311019"/>
            <a:ext cx="1048385" cy="355600"/>
            <a:chOff x="1213408" y="2311019"/>
            <a:chExt cx="1048385" cy="355600"/>
          </a:xfrm>
        </p:grpSpPr>
        <p:pic>
          <p:nvPicPr>
            <p:cNvPr id="14" name="object 14"/>
            <p:cNvPicPr/>
            <p:nvPr/>
          </p:nvPicPr>
          <p:blipFill>
            <a:blip r:embed="rId6" cstate="print"/>
            <a:stretch>
              <a:fillRect/>
            </a:stretch>
          </p:blipFill>
          <p:spPr>
            <a:xfrm>
              <a:off x="1213408" y="2311019"/>
              <a:ext cx="573785" cy="355091"/>
            </a:xfrm>
            <a:prstGeom prst="rect">
              <a:avLst/>
            </a:prstGeom>
          </p:spPr>
        </p:pic>
        <p:pic>
          <p:nvPicPr>
            <p:cNvPr id="15" name="object 15"/>
            <p:cNvPicPr/>
            <p:nvPr/>
          </p:nvPicPr>
          <p:blipFill>
            <a:blip r:embed="rId7" cstate="print"/>
            <a:stretch>
              <a:fillRect/>
            </a:stretch>
          </p:blipFill>
          <p:spPr>
            <a:xfrm>
              <a:off x="1595881" y="2358263"/>
              <a:ext cx="134112" cy="295655"/>
            </a:xfrm>
            <a:prstGeom prst="rect">
              <a:avLst/>
            </a:prstGeom>
          </p:spPr>
        </p:pic>
        <p:pic>
          <p:nvPicPr>
            <p:cNvPr id="16" name="object 16"/>
            <p:cNvPicPr/>
            <p:nvPr/>
          </p:nvPicPr>
          <p:blipFill>
            <a:blip r:embed="rId8" cstate="print"/>
            <a:stretch>
              <a:fillRect/>
            </a:stretch>
          </p:blipFill>
          <p:spPr>
            <a:xfrm>
              <a:off x="1742186" y="2358263"/>
              <a:ext cx="519379" cy="295655"/>
            </a:xfrm>
            <a:prstGeom prst="rect">
              <a:avLst/>
            </a:prstGeom>
          </p:spPr>
        </p:pic>
      </p:grpSp>
      <p:sp>
        <p:nvSpPr>
          <p:cNvPr id="17" name="object 17"/>
          <p:cNvSpPr txBox="1"/>
          <p:nvPr/>
        </p:nvSpPr>
        <p:spPr>
          <a:xfrm>
            <a:off x="2155063" y="1727657"/>
            <a:ext cx="5591175" cy="936625"/>
          </a:xfrm>
          <a:prstGeom prst="rect">
            <a:avLst/>
          </a:prstGeom>
        </p:spPr>
        <p:txBody>
          <a:bodyPr vert="horz" wrap="square" lIns="0" tIns="12700" rIns="0" bIns="0" rtlCol="0">
            <a:spAutoFit/>
          </a:bodyPr>
          <a:lstStyle/>
          <a:p>
            <a:pPr marL="91440">
              <a:lnSpc>
                <a:spcPct val="100000"/>
              </a:lnSpc>
              <a:spcBef>
                <a:spcPts val="100"/>
              </a:spcBef>
            </a:pPr>
            <a:r>
              <a:rPr sz="2400" dirty="0">
                <a:solidFill>
                  <a:srgbClr val="252525"/>
                </a:solidFill>
                <a:latin typeface="Times New Roman"/>
                <a:cs typeface="Times New Roman"/>
              </a:rPr>
              <a:t>→</a:t>
            </a:r>
            <a:r>
              <a:rPr sz="2400" spc="130" dirty="0">
                <a:solidFill>
                  <a:srgbClr val="252525"/>
                </a:solidFill>
                <a:latin typeface="Times New Roman"/>
                <a:cs typeface="Times New Roman"/>
              </a:rPr>
              <a:t> </a:t>
            </a:r>
            <a:r>
              <a:rPr sz="2400" spc="170" dirty="0">
                <a:solidFill>
                  <a:srgbClr val="252525"/>
                </a:solidFill>
                <a:latin typeface="Cambria"/>
                <a:cs typeface="Cambria"/>
              </a:rPr>
              <a:t>us</a:t>
            </a:r>
            <a:r>
              <a:rPr sz="2400" spc="195" dirty="0">
                <a:solidFill>
                  <a:srgbClr val="252525"/>
                </a:solidFill>
                <a:latin typeface="Cambria"/>
                <a:cs typeface="Cambria"/>
              </a:rPr>
              <a:t> </a:t>
            </a:r>
            <a:r>
              <a:rPr sz="2400" spc="50" dirty="0">
                <a:solidFill>
                  <a:srgbClr val="252525"/>
                </a:solidFill>
                <a:latin typeface="Cambria"/>
                <a:cs typeface="Cambria"/>
              </a:rPr>
              <a:t>(if</a:t>
            </a:r>
            <a:r>
              <a:rPr sz="2400" spc="210" dirty="0">
                <a:solidFill>
                  <a:srgbClr val="252525"/>
                </a:solidFill>
                <a:latin typeface="Cambria"/>
                <a:cs typeface="Cambria"/>
              </a:rPr>
              <a:t> </a:t>
            </a:r>
            <a:r>
              <a:rPr sz="2400" spc="150" dirty="0">
                <a:solidFill>
                  <a:srgbClr val="252525"/>
                </a:solidFill>
                <a:latin typeface="Cambria"/>
                <a:cs typeface="Cambria"/>
              </a:rPr>
              <a:t>both</a:t>
            </a:r>
            <a:r>
              <a:rPr sz="2400" spc="200" dirty="0">
                <a:solidFill>
                  <a:srgbClr val="252525"/>
                </a:solidFill>
                <a:latin typeface="Cambria"/>
                <a:cs typeface="Cambria"/>
              </a:rPr>
              <a:t> </a:t>
            </a:r>
            <a:r>
              <a:rPr sz="2400" spc="85" dirty="0">
                <a:solidFill>
                  <a:srgbClr val="252525"/>
                </a:solidFill>
                <a:latin typeface="Cambria"/>
                <a:cs typeface="Cambria"/>
              </a:rPr>
              <a:t>are</a:t>
            </a:r>
            <a:r>
              <a:rPr sz="2400" spc="195" dirty="0">
                <a:solidFill>
                  <a:srgbClr val="252525"/>
                </a:solidFill>
                <a:latin typeface="Cambria"/>
                <a:cs typeface="Cambria"/>
              </a:rPr>
              <a:t> </a:t>
            </a:r>
            <a:r>
              <a:rPr sz="2400" spc="100" dirty="0">
                <a:solidFill>
                  <a:srgbClr val="252525"/>
                </a:solidFill>
                <a:latin typeface="Cambria"/>
                <a:cs typeface="Cambria"/>
              </a:rPr>
              <a:t>pronoun)</a:t>
            </a:r>
            <a:endParaRPr sz="2400" dirty="0">
              <a:latin typeface="Cambria"/>
              <a:cs typeface="Cambria"/>
            </a:endParaRPr>
          </a:p>
          <a:p>
            <a:pPr marL="12700">
              <a:lnSpc>
                <a:spcPct val="100000"/>
              </a:lnSpc>
              <a:spcBef>
                <a:spcPts val="1889"/>
              </a:spcBef>
            </a:pPr>
            <a:r>
              <a:rPr sz="2000" spc="85" dirty="0">
                <a:solidFill>
                  <a:srgbClr val="252525"/>
                </a:solidFill>
                <a:latin typeface="Cambria"/>
                <a:cs typeface="Cambria"/>
              </a:rPr>
              <a:t>(could</a:t>
            </a:r>
            <a:r>
              <a:rPr sz="2000" spc="160" dirty="0">
                <a:solidFill>
                  <a:srgbClr val="252525"/>
                </a:solidFill>
                <a:latin typeface="Cambria"/>
                <a:cs typeface="Cambria"/>
              </a:rPr>
              <a:t> </a:t>
            </a:r>
            <a:r>
              <a:rPr sz="2000" spc="95" dirty="0">
                <a:solidFill>
                  <a:srgbClr val="252525"/>
                </a:solidFill>
                <a:latin typeface="Cambria"/>
                <a:cs typeface="Cambria"/>
              </a:rPr>
              <a:t>be</a:t>
            </a:r>
            <a:r>
              <a:rPr sz="2000" spc="195" dirty="0">
                <a:solidFill>
                  <a:srgbClr val="252525"/>
                </a:solidFill>
                <a:latin typeface="Cambria"/>
                <a:cs typeface="Cambria"/>
              </a:rPr>
              <a:t> </a:t>
            </a:r>
            <a:r>
              <a:rPr sz="2000" spc="125" dirty="0">
                <a:solidFill>
                  <a:srgbClr val="FF0000"/>
                </a:solidFill>
                <a:latin typeface="Cambria"/>
                <a:cs typeface="Cambria"/>
              </a:rPr>
              <a:t>pronoun</a:t>
            </a:r>
            <a:r>
              <a:rPr sz="2000" spc="125" dirty="0">
                <a:solidFill>
                  <a:srgbClr val="252525"/>
                </a:solidFill>
                <a:latin typeface="Cambria"/>
                <a:cs typeface="Cambria"/>
              </a:rPr>
              <a:t>,</a:t>
            </a:r>
            <a:r>
              <a:rPr sz="2000" spc="175" dirty="0">
                <a:solidFill>
                  <a:srgbClr val="252525"/>
                </a:solidFill>
                <a:latin typeface="Cambria"/>
                <a:cs typeface="Cambria"/>
              </a:rPr>
              <a:t> </a:t>
            </a:r>
            <a:r>
              <a:rPr sz="2000" spc="90" dirty="0">
                <a:solidFill>
                  <a:srgbClr val="252525"/>
                </a:solidFill>
                <a:latin typeface="Cambria"/>
                <a:cs typeface="Cambria"/>
              </a:rPr>
              <a:t>or</a:t>
            </a:r>
            <a:r>
              <a:rPr sz="2000" spc="160" dirty="0">
                <a:solidFill>
                  <a:srgbClr val="252525"/>
                </a:solidFill>
                <a:latin typeface="Cambria"/>
                <a:cs typeface="Cambria"/>
              </a:rPr>
              <a:t> </a:t>
            </a:r>
            <a:r>
              <a:rPr sz="2000" spc="110" dirty="0">
                <a:solidFill>
                  <a:srgbClr val="252525"/>
                </a:solidFill>
                <a:latin typeface="Cambria"/>
                <a:cs typeface="Cambria"/>
              </a:rPr>
              <a:t>the</a:t>
            </a:r>
            <a:r>
              <a:rPr sz="2000" spc="190" dirty="0">
                <a:solidFill>
                  <a:srgbClr val="252525"/>
                </a:solidFill>
                <a:latin typeface="Cambria"/>
                <a:cs typeface="Cambria"/>
              </a:rPr>
              <a:t> </a:t>
            </a:r>
            <a:r>
              <a:rPr sz="2000" spc="135" dirty="0">
                <a:solidFill>
                  <a:srgbClr val="252525"/>
                </a:solidFill>
                <a:latin typeface="Cambria"/>
                <a:cs typeface="Cambria"/>
              </a:rPr>
              <a:t>name</a:t>
            </a:r>
            <a:r>
              <a:rPr sz="2000" spc="185" dirty="0">
                <a:solidFill>
                  <a:srgbClr val="252525"/>
                </a:solidFill>
                <a:latin typeface="Cambria"/>
                <a:cs typeface="Cambria"/>
              </a:rPr>
              <a:t> </a:t>
            </a:r>
            <a:r>
              <a:rPr sz="2000" spc="170" dirty="0">
                <a:solidFill>
                  <a:srgbClr val="252525"/>
                </a:solidFill>
                <a:latin typeface="Cambria"/>
                <a:cs typeface="Cambria"/>
              </a:rPr>
              <a:t>of</a:t>
            </a:r>
            <a:r>
              <a:rPr sz="2000" spc="155" dirty="0">
                <a:solidFill>
                  <a:srgbClr val="252525"/>
                </a:solidFill>
                <a:latin typeface="Cambria"/>
                <a:cs typeface="Cambria"/>
              </a:rPr>
              <a:t> </a:t>
            </a:r>
            <a:r>
              <a:rPr sz="2000" spc="105" dirty="0">
                <a:solidFill>
                  <a:srgbClr val="252525"/>
                </a:solidFill>
                <a:latin typeface="Cambria"/>
                <a:cs typeface="Cambria"/>
              </a:rPr>
              <a:t>a</a:t>
            </a:r>
            <a:r>
              <a:rPr sz="2000" spc="185" dirty="0">
                <a:solidFill>
                  <a:srgbClr val="252525"/>
                </a:solidFill>
                <a:latin typeface="Cambria"/>
                <a:cs typeface="Cambria"/>
              </a:rPr>
              <a:t> </a:t>
            </a:r>
            <a:r>
              <a:rPr sz="2000" spc="65" dirty="0">
                <a:solidFill>
                  <a:srgbClr val="FF0000"/>
                </a:solidFill>
                <a:latin typeface="Cambria"/>
                <a:cs typeface="Cambria"/>
              </a:rPr>
              <a:t>country</a:t>
            </a:r>
            <a:r>
              <a:rPr sz="2000" spc="65" dirty="0">
                <a:solidFill>
                  <a:srgbClr val="252525"/>
                </a:solidFill>
                <a:latin typeface="Cambria"/>
                <a:cs typeface="Cambria"/>
              </a:rPr>
              <a:t>)</a:t>
            </a:r>
            <a:endParaRPr sz="2000" dirty="0">
              <a:latin typeface="Cambria"/>
              <a:cs typeface="Cambria"/>
            </a:endParaRPr>
          </a:p>
        </p:txBody>
      </p:sp>
      <p:grpSp>
        <p:nvGrpSpPr>
          <p:cNvPr id="18" name="object 18"/>
          <p:cNvGrpSpPr/>
          <p:nvPr/>
        </p:nvGrpSpPr>
        <p:grpSpPr>
          <a:xfrm>
            <a:off x="3697859" y="3420745"/>
            <a:ext cx="4102735" cy="355600"/>
            <a:chOff x="3697859" y="3420745"/>
            <a:chExt cx="4102735" cy="355600"/>
          </a:xfrm>
        </p:grpSpPr>
        <p:pic>
          <p:nvPicPr>
            <p:cNvPr id="19" name="object 19"/>
            <p:cNvPicPr/>
            <p:nvPr/>
          </p:nvPicPr>
          <p:blipFill>
            <a:blip r:embed="rId9" cstate="print"/>
            <a:stretch>
              <a:fillRect/>
            </a:stretch>
          </p:blipFill>
          <p:spPr>
            <a:xfrm>
              <a:off x="3697859" y="3420745"/>
              <a:ext cx="1708912" cy="355091"/>
            </a:xfrm>
            <a:prstGeom prst="rect">
              <a:avLst/>
            </a:prstGeom>
          </p:spPr>
        </p:pic>
        <p:pic>
          <p:nvPicPr>
            <p:cNvPr id="20" name="object 20"/>
            <p:cNvPicPr/>
            <p:nvPr/>
          </p:nvPicPr>
          <p:blipFill>
            <a:blip r:embed="rId10" cstate="print"/>
            <a:stretch>
              <a:fillRect/>
            </a:stretch>
          </p:blipFill>
          <p:spPr>
            <a:xfrm>
              <a:off x="5330317" y="3420745"/>
              <a:ext cx="464058" cy="355091"/>
            </a:xfrm>
            <a:prstGeom prst="rect">
              <a:avLst/>
            </a:prstGeom>
          </p:spPr>
        </p:pic>
        <p:pic>
          <p:nvPicPr>
            <p:cNvPr id="21" name="object 21"/>
            <p:cNvPicPr/>
            <p:nvPr/>
          </p:nvPicPr>
          <p:blipFill>
            <a:blip r:embed="rId11" cstate="print"/>
            <a:stretch>
              <a:fillRect/>
            </a:stretch>
          </p:blipFill>
          <p:spPr>
            <a:xfrm>
              <a:off x="5735701" y="3420745"/>
              <a:ext cx="642112" cy="355091"/>
            </a:xfrm>
            <a:prstGeom prst="rect">
              <a:avLst/>
            </a:prstGeom>
          </p:spPr>
        </p:pic>
        <p:pic>
          <p:nvPicPr>
            <p:cNvPr id="22" name="object 22"/>
            <p:cNvPicPr/>
            <p:nvPr/>
          </p:nvPicPr>
          <p:blipFill>
            <a:blip r:embed="rId12" cstate="print"/>
            <a:stretch>
              <a:fillRect/>
            </a:stretch>
          </p:blipFill>
          <p:spPr>
            <a:xfrm>
              <a:off x="6311773" y="3420745"/>
              <a:ext cx="1488567" cy="355091"/>
            </a:xfrm>
            <a:prstGeom prst="rect">
              <a:avLst/>
            </a:prstGeom>
          </p:spPr>
        </p:pic>
      </p:grpSp>
      <p:sp>
        <p:nvSpPr>
          <p:cNvPr id="23" name="object 23"/>
          <p:cNvSpPr txBox="1"/>
          <p:nvPr/>
        </p:nvSpPr>
        <p:spPr>
          <a:xfrm>
            <a:off x="7622285" y="3392804"/>
            <a:ext cx="106680" cy="391160"/>
          </a:xfrm>
          <a:prstGeom prst="rect">
            <a:avLst/>
          </a:prstGeom>
        </p:spPr>
        <p:txBody>
          <a:bodyPr vert="horz" wrap="square" lIns="0" tIns="12700" rIns="0" bIns="0" rtlCol="0">
            <a:spAutoFit/>
          </a:bodyPr>
          <a:lstStyle/>
          <a:p>
            <a:pPr marL="12700">
              <a:lnSpc>
                <a:spcPct val="100000"/>
              </a:lnSpc>
              <a:spcBef>
                <a:spcPts val="100"/>
              </a:spcBef>
            </a:pPr>
            <a:r>
              <a:rPr sz="2400" spc="95" dirty="0">
                <a:solidFill>
                  <a:srgbClr val="252525"/>
                </a:solidFill>
                <a:latin typeface="Cambria"/>
                <a:cs typeface="Cambria"/>
              </a:rPr>
              <a:t>.</a:t>
            </a:r>
            <a:endParaRPr sz="2400">
              <a:latin typeface="Cambria"/>
              <a:cs typeface="Cambria"/>
            </a:endParaRPr>
          </a:p>
        </p:txBody>
      </p:sp>
      <p:sp>
        <p:nvSpPr>
          <p:cNvPr id="24" name="object 24"/>
          <p:cNvSpPr txBox="1"/>
          <p:nvPr/>
        </p:nvSpPr>
        <p:spPr>
          <a:xfrm>
            <a:off x="743508" y="2648585"/>
            <a:ext cx="3522345" cy="1690370"/>
          </a:xfrm>
          <a:prstGeom prst="rect">
            <a:avLst/>
          </a:prstGeom>
        </p:spPr>
        <p:txBody>
          <a:bodyPr vert="horz" wrap="square" lIns="0" tIns="201930" rIns="0" bIns="0" rtlCol="0">
            <a:spAutoFit/>
          </a:bodyPr>
          <a:lstStyle/>
          <a:p>
            <a:pPr marL="240665" indent="-227965">
              <a:lnSpc>
                <a:spcPct val="100000"/>
              </a:lnSpc>
              <a:spcBef>
                <a:spcPts val="1590"/>
              </a:spcBef>
              <a:buClr>
                <a:srgbClr val="006F57"/>
              </a:buClr>
              <a:buSzPct val="75000"/>
              <a:buFont typeface="Wingdings"/>
              <a:buChar char=""/>
              <a:tabLst>
                <a:tab pos="240665" algn="l"/>
              </a:tabLst>
            </a:pPr>
            <a:r>
              <a:rPr sz="2400" spc="50" dirty="0">
                <a:solidFill>
                  <a:srgbClr val="252525"/>
                </a:solidFill>
                <a:latin typeface="Cambria"/>
                <a:cs typeface="Cambria"/>
              </a:rPr>
              <a:t>We</a:t>
            </a:r>
            <a:r>
              <a:rPr sz="2400" spc="204" dirty="0">
                <a:solidFill>
                  <a:srgbClr val="252525"/>
                </a:solidFill>
                <a:latin typeface="Cambria"/>
                <a:cs typeface="Cambria"/>
              </a:rPr>
              <a:t> </a:t>
            </a:r>
            <a:r>
              <a:rPr sz="2400" spc="145" dirty="0">
                <a:solidFill>
                  <a:srgbClr val="252525"/>
                </a:solidFill>
                <a:latin typeface="Cambria"/>
                <a:cs typeface="Cambria"/>
              </a:rPr>
              <a:t>can</a:t>
            </a:r>
            <a:r>
              <a:rPr sz="2400" spc="210" dirty="0">
                <a:solidFill>
                  <a:srgbClr val="252525"/>
                </a:solidFill>
                <a:latin typeface="Cambria"/>
                <a:cs typeface="Cambria"/>
              </a:rPr>
              <a:t> </a:t>
            </a:r>
            <a:r>
              <a:rPr sz="2400" spc="140" dirty="0">
                <a:solidFill>
                  <a:srgbClr val="252525"/>
                </a:solidFill>
                <a:latin typeface="Cambria"/>
                <a:cs typeface="Cambria"/>
              </a:rPr>
              <a:t>use</a:t>
            </a:r>
            <a:r>
              <a:rPr sz="2400" spc="220" dirty="0">
                <a:solidFill>
                  <a:srgbClr val="252525"/>
                </a:solidFill>
                <a:latin typeface="Cambria"/>
                <a:cs typeface="Cambria"/>
              </a:rPr>
              <a:t> </a:t>
            </a:r>
            <a:r>
              <a:rPr sz="2400" spc="100" dirty="0">
                <a:solidFill>
                  <a:srgbClr val="252525"/>
                </a:solidFill>
                <a:latin typeface="Cambria"/>
                <a:cs typeface="Cambria"/>
              </a:rPr>
              <a:t>heuristics:</a:t>
            </a:r>
            <a:endParaRPr sz="2400">
              <a:latin typeface="Cambria"/>
              <a:cs typeface="Cambria"/>
            </a:endParaRPr>
          </a:p>
          <a:p>
            <a:pPr marL="469265" lvl="1" indent="-227965">
              <a:lnSpc>
                <a:spcPct val="100000"/>
              </a:lnSpc>
              <a:spcBef>
                <a:spcPts val="1490"/>
              </a:spcBef>
              <a:buClr>
                <a:srgbClr val="075A74"/>
              </a:buClr>
              <a:buSzPct val="75000"/>
              <a:buFont typeface="Wingdings"/>
              <a:buChar char=""/>
              <a:tabLst>
                <a:tab pos="469265" algn="l"/>
              </a:tabLst>
            </a:pPr>
            <a:r>
              <a:rPr sz="2400" spc="110" dirty="0">
                <a:solidFill>
                  <a:srgbClr val="252525"/>
                </a:solidFill>
                <a:latin typeface="Cambria"/>
                <a:cs typeface="Cambria"/>
              </a:rPr>
              <a:t>Lowercasing</a:t>
            </a:r>
            <a:r>
              <a:rPr sz="2400" spc="235" dirty="0">
                <a:solidFill>
                  <a:srgbClr val="252525"/>
                </a:solidFill>
                <a:latin typeface="Cambria"/>
                <a:cs typeface="Cambria"/>
              </a:rPr>
              <a:t> </a:t>
            </a:r>
            <a:r>
              <a:rPr sz="2400" spc="100" dirty="0">
                <a:solidFill>
                  <a:srgbClr val="252525"/>
                </a:solidFill>
                <a:latin typeface="Cambria"/>
                <a:cs typeface="Cambria"/>
              </a:rPr>
              <a:t>the</a:t>
            </a:r>
            <a:endParaRPr sz="2400">
              <a:latin typeface="Cambria"/>
              <a:cs typeface="Cambria"/>
            </a:endParaRPr>
          </a:p>
          <a:p>
            <a:pPr marL="469265" lvl="1" indent="-227965">
              <a:lnSpc>
                <a:spcPct val="100000"/>
              </a:lnSpc>
              <a:spcBef>
                <a:spcPts val="1485"/>
              </a:spcBef>
              <a:buClr>
                <a:srgbClr val="075A74"/>
              </a:buClr>
              <a:buSzPct val="75000"/>
              <a:buFont typeface="Wingdings"/>
              <a:buChar char=""/>
              <a:tabLst>
                <a:tab pos="469265" algn="l"/>
              </a:tabLst>
            </a:pPr>
            <a:r>
              <a:rPr sz="2400" spc="100" dirty="0">
                <a:solidFill>
                  <a:srgbClr val="252525"/>
                </a:solidFill>
                <a:latin typeface="Cambria"/>
                <a:cs typeface="Cambria"/>
              </a:rPr>
              <a:t>Lowercasing</a:t>
            </a:r>
            <a:endParaRPr sz="2400">
              <a:latin typeface="Cambria"/>
              <a:cs typeface="Cambria"/>
            </a:endParaRPr>
          </a:p>
        </p:txBody>
      </p:sp>
      <p:grpSp>
        <p:nvGrpSpPr>
          <p:cNvPr id="25" name="object 25"/>
          <p:cNvGrpSpPr/>
          <p:nvPr/>
        </p:nvGrpSpPr>
        <p:grpSpPr>
          <a:xfrm>
            <a:off x="3132454" y="3975480"/>
            <a:ext cx="2272030" cy="355600"/>
            <a:chOff x="3132454" y="3975480"/>
            <a:chExt cx="2272030" cy="355600"/>
          </a:xfrm>
        </p:grpSpPr>
        <p:pic>
          <p:nvPicPr>
            <p:cNvPr id="26" name="object 26"/>
            <p:cNvPicPr/>
            <p:nvPr/>
          </p:nvPicPr>
          <p:blipFill>
            <a:blip r:embed="rId13" cstate="print"/>
            <a:stretch>
              <a:fillRect/>
            </a:stretch>
          </p:blipFill>
          <p:spPr>
            <a:xfrm>
              <a:off x="3132454" y="3975480"/>
              <a:ext cx="1108252" cy="355092"/>
            </a:xfrm>
            <a:prstGeom prst="rect">
              <a:avLst/>
            </a:prstGeom>
          </p:spPr>
        </p:pic>
        <p:pic>
          <p:nvPicPr>
            <p:cNvPr id="27" name="object 27"/>
            <p:cNvPicPr/>
            <p:nvPr/>
          </p:nvPicPr>
          <p:blipFill>
            <a:blip r:embed="rId14" cstate="print"/>
            <a:stretch>
              <a:fillRect/>
            </a:stretch>
          </p:blipFill>
          <p:spPr>
            <a:xfrm>
              <a:off x="4152010" y="3975480"/>
              <a:ext cx="446227" cy="355092"/>
            </a:xfrm>
            <a:prstGeom prst="rect">
              <a:avLst/>
            </a:prstGeom>
          </p:spPr>
        </p:pic>
        <p:pic>
          <p:nvPicPr>
            <p:cNvPr id="28" name="object 28"/>
            <p:cNvPicPr/>
            <p:nvPr/>
          </p:nvPicPr>
          <p:blipFill>
            <a:blip r:embed="rId15" cstate="print"/>
            <a:stretch>
              <a:fillRect/>
            </a:stretch>
          </p:blipFill>
          <p:spPr>
            <a:xfrm>
              <a:off x="4543932" y="3975480"/>
              <a:ext cx="860551" cy="355092"/>
            </a:xfrm>
            <a:prstGeom prst="rect">
              <a:avLst/>
            </a:prstGeom>
          </p:spPr>
        </p:pic>
      </p:grpSp>
      <p:sp>
        <p:nvSpPr>
          <p:cNvPr id="41" name="object 41"/>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19</a:t>
            </a:r>
            <a:endParaRPr sz="1400">
              <a:latin typeface="Cambria"/>
              <a:cs typeface="Cambria"/>
            </a:endParaRPr>
          </a:p>
        </p:txBody>
      </p:sp>
      <p:sp>
        <p:nvSpPr>
          <p:cNvPr id="42" name="object 42"/>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50" dirty="0"/>
              <a:t>Bag</a:t>
            </a:r>
            <a:r>
              <a:rPr sz="3600" spc="315" dirty="0"/>
              <a:t> </a:t>
            </a:r>
            <a:r>
              <a:rPr sz="3600" spc="300" dirty="0"/>
              <a:t>of</a:t>
            </a:r>
            <a:r>
              <a:rPr sz="3600" spc="315" dirty="0"/>
              <a:t> </a:t>
            </a:r>
            <a:r>
              <a:rPr sz="3600" spc="190" dirty="0"/>
              <a:t>words</a:t>
            </a:r>
            <a:r>
              <a:rPr sz="3600" spc="315" dirty="0"/>
              <a:t> </a:t>
            </a:r>
            <a:r>
              <a:rPr sz="3600" spc="-10" dirty="0"/>
              <a:t>(BOW)</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930554" y="1350517"/>
            <a:ext cx="4376420" cy="355600"/>
            <a:chOff x="930554" y="1350517"/>
            <a:chExt cx="4376420" cy="355600"/>
          </a:xfrm>
        </p:grpSpPr>
        <p:pic>
          <p:nvPicPr>
            <p:cNvPr id="5" name="object 5"/>
            <p:cNvPicPr/>
            <p:nvPr/>
          </p:nvPicPr>
          <p:blipFill>
            <a:blip r:embed="rId2" cstate="print"/>
            <a:stretch>
              <a:fillRect/>
            </a:stretch>
          </p:blipFill>
          <p:spPr>
            <a:xfrm>
              <a:off x="930554" y="1350517"/>
              <a:ext cx="1393317" cy="355091"/>
            </a:xfrm>
            <a:prstGeom prst="rect">
              <a:avLst/>
            </a:prstGeom>
          </p:spPr>
        </p:pic>
        <p:pic>
          <p:nvPicPr>
            <p:cNvPr id="6" name="object 6"/>
            <p:cNvPicPr/>
            <p:nvPr/>
          </p:nvPicPr>
          <p:blipFill>
            <a:blip r:embed="rId3" cstate="print"/>
            <a:stretch>
              <a:fillRect/>
            </a:stretch>
          </p:blipFill>
          <p:spPr>
            <a:xfrm>
              <a:off x="2242693" y="1350517"/>
              <a:ext cx="1026325" cy="355091"/>
            </a:xfrm>
            <a:prstGeom prst="rect">
              <a:avLst/>
            </a:prstGeom>
          </p:spPr>
        </p:pic>
        <p:pic>
          <p:nvPicPr>
            <p:cNvPr id="7" name="object 7"/>
            <p:cNvPicPr/>
            <p:nvPr/>
          </p:nvPicPr>
          <p:blipFill>
            <a:blip r:embed="rId4" cstate="print"/>
            <a:stretch>
              <a:fillRect/>
            </a:stretch>
          </p:blipFill>
          <p:spPr>
            <a:xfrm>
              <a:off x="3192526" y="1350517"/>
              <a:ext cx="742950" cy="355091"/>
            </a:xfrm>
            <a:prstGeom prst="rect">
              <a:avLst/>
            </a:prstGeom>
          </p:spPr>
        </p:pic>
        <p:pic>
          <p:nvPicPr>
            <p:cNvPr id="8" name="object 8"/>
            <p:cNvPicPr/>
            <p:nvPr/>
          </p:nvPicPr>
          <p:blipFill>
            <a:blip r:embed="rId5" cstate="print"/>
            <a:stretch>
              <a:fillRect/>
            </a:stretch>
          </p:blipFill>
          <p:spPr>
            <a:xfrm>
              <a:off x="3881374" y="1350517"/>
              <a:ext cx="1425066" cy="355091"/>
            </a:xfrm>
            <a:prstGeom prst="rect">
              <a:avLst/>
            </a:prstGeom>
          </p:spPr>
        </p:pic>
      </p:grpSp>
      <p:grpSp>
        <p:nvGrpSpPr>
          <p:cNvPr id="9" name="object 9"/>
          <p:cNvGrpSpPr/>
          <p:nvPr/>
        </p:nvGrpSpPr>
        <p:grpSpPr>
          <a:xfrm>
            <a:off x="1922652" y="1969642"/>
            <a:ext cx="6951980" cy="355600"/>
            <a:chOff x="1922652" y="1969642"/>
            <a:chExt cx="6951980" cy="355600"/>
          </a:xfrm>
        </p:grpSpPr>
        <p:pic>
          <p:nvPicPr>
            <p:cNvPr id="10" name="object 10"/>
            <p:cNvPicPr/>
            <p:nvPr/>
          </p:nvPicPr>
          <p:blipFill>
            <a:blip r:embed="rId6" cstate="print"/>
            <a:stretch>
              <a:fillRect/>
            </a:stretch>
          </p:blipFill>
          <p:spPr>
            <a:xfrm>
              <a:off x="1922652" y="1969642"/>
              <a:ext cx="2013712" cy="355091"/>
            </a:xfrm>
            <a:prstGeom prst="rect">
              <a:avLst/>
            </a:prstGeom>
          </p:spPr>
        </p:pic>
        <p:pic>
          <p:nvPicPr>
            <p:cNvPr id="11" name="object 11"/>
            <p:cNvPicPr/>
            <p:nvPr/>
          </p:nvPicPr>
          <p:blipFill>
            <a:blip r:embed="rId7" cstate="print"/>
            <a:stretch>
              <a:fillRect/>
            </a:stretch>
          </p:blipFill>
          <p:spPr>
            <a:xfrm>
              <a:off x="3863085" y="1969642"/>
              <a:ext cx="464058" cy="355091"/>
            </a:xfrm>
            <a:prstGeom prst="rect">
              <a:avLst/>
            </a:prstGeom>
          </p:spPr>
        </p:pic>
        <p:pic>
          <p:nvPicPr>
            <p:cNvPr id="12" name="object 12"/>
            <p:cNvPicPr/>
            <p:nvPr/>
          </p:nvPicPr>
          <p:blipFill>
            <a:blip r:embed="rId8" cstate="print"/>
            <a:stretch>
              <a:fillRect/>
            </a:stretch>
          </p:blipFill>
          <p:spPr>
            <a:xfrm>
              <a:off x="4268470" y="1969642"/>
              <a:ext cx="387096" cy="355091"/>
            </a:xfrm>
            <a:prstGeom prst="rect">
              <a:avLst/>
            </a:prstGeom>
          </p:spPr>
        </p:pic>
        <p:pic>
          <p:nvPicPr>
            <p:cNvPr id="13" name="object 13"/>
            <p:cNvPicPr/>
            <p:nvPr/>
          </p:nvPicPr>
          <p:blipFill>
            <a:blip r:embed="rId9" cstate="print"/>
            <a:stretch>
              <a:fillRect/>
            </a:stretch>
          </p:blipFill>
          <p:spPr>
            <a:xfrm>
              <a:off x="4556505" y="1969642"/>
              <a:ext cx="1708530" cy="355091"/>
            </a:xfrm>
            <a:prstGeom prst="rect">
              <a:avLst/>
            </a:prstGeom>
          </p:spPr>
        </p:pic>
        <p:pic>
          <p:nvPicPr>
            <p:cNvPr id="14" name="object 14"/>
            <p:cNvPicPr/>
            <p:nvPr/>
          </p:nvPicPr>
          <p:blipFill>
            <a:blip r:embed="rId10" cstate="print"/>
            <a:stretch>
              <a:fillRect/>
            </a:stretch>
          </p:blipFill>
          <p:spPr>
            <a:xfrm>
              <a:off x="6204204" y="1969642"/>
              <a:ext cx="1026325" cy="355091"/>
            </a:xfrm>
            <a:prstGeom prst="rect">
              <a:avLst/>
            </a:prstGeom>
          </p:spPr>
        </p:pic>
        <p:pic>
          <p:nvPicPr>
            <p:cNvPr id="15" name="object 15"/>
            <p:cNvPicPr/>
            <p:nvPr/>
          </p:nvPicPr>
          <p:blipFill>
            <a:blip r:embed="rId11" cstate="print"/>
            <a:stretch>
              <a:fillRect/>
            </a:stretch>
          </p:blipFill>
          <p:spPr>
            <a:xfrm>
              <a:off x="7153910" y="1969642"/>
              <a:ext cx="445770" cy="355091"/>
            </a:xfrm>
            <a:prstGeom prst="rect">
              <a:avLst/>
            </a:prstGeom>
          </p:spPr>
        </p:pic>
        <p:pic>
          <p:nvPicPr>
            <p:cNvPr id="16" name="object 16"/>
            <p:cNvPicPr/>
            <p:nvPr/>
          </p:nvPicPr>
          <p:blipFill>
            <a:blip r:embed="rId12" cstate="print"/>
            <a:stretch>
              <a:fillRect/>
            </a:stretch>
          </p:blipFill>
          <p:spPr>
            <a:xfrm>
              <a:off x="7547101" y="1969642"/>
              <a:ext cx="711200" cy="355091"/>
            </a:xfrm>
            <a:prstGeom prst="rect">
              <a:avLst/>
            </a:prstGeom>
          </p:spPr>
        </p:pic>
        <p:pic>
          <p:nvPicPr>
            <p:cNvPr id="17" name="object 17"/>
            <p:cNvPicPr/>
            <p:nvPr/>
          </p:nvPicPr>
          <p:blipFill>
            <a:blip r:embed="rId13" cstate="print"/>
            <a:stretch>
              <a:fillRect/>
            </a:stretch>
          </p:blipFill>
          <p:spPr>
            <a:xfrm>
              <a:off x="8174989" y="1969642"/>
              <a:ext cx="699134" cy="355091"/>
            </a:xfrm>
            <a:prstGeom prst="rect">
              <a:avLst/>
            </a:prstGeom>
          </p:spPr>
        </p:pic>
      </p:grpSp>
      <p:pic>
        <p:nvPicPr>
          <p:cNvPr id="18" name="object 18"/>
          <p:cNvPicPr/>
          <p:nvPr/>
        </p:nvPicPr>
        <p:blipFill>
          <a:blip r:embed="rId13" cstate="print"/>
          <a:stretch>
            <a:fillRect/>
          </a:stretch>
        </p:blipFill>
        <p:spPr>
          <a:xfrm>
            <a:off x="10036175" y="2589910"/>
            <a:ext cx="699134" cy="355091"/>
          </a:xfrm>
          <a:prstGeom prst="rect">
            <a:avLst/>
          </a:prstGeom>
        </p:spPr>
      </p:pic>
      <p:grpSp>
        <p:nvGrpSpPr>
          <p:cNvPr id="19" name="object 19"/>
          <p:cNvGrpSpPr/>
          <p:nvPr/>
        </p:nvGrpSpPr>
        <p:grpSpPr>
          <a:xfrm>
            <a:off x="930554" y="2955670"/>
            <a:ext cx="2173605" cy="355600"/>
            <a:chOff x="930554" y="2955670"/>
            <a:chExt cx="2173605" cy="355600"/>
          </a:xfrm>
        </p:grpSpPr>
        <p:pic>
          <p:nvPicPr>
            <p:cNvPr id="20" name="object 20"/>
            <p:cNvPicPr/>
            <p:nvPr/>
          </p:nvPicPr>
          <p:blipFill>
            <a:blip r:embed="rId14" cstate="print"/>
            <a:stretch>
              <a:fillRect/>
            </a:stretch>
          </p:blipFill>
          <p:spPr>
            <a:xfrm>
              <a:off x="930554" y="2955670"/>
              <a:ext cx="2166747" cy="355091"/>
            </a:xfrm>
            <a:prstGeom prst="rect">
              <a:avLst/>
            </a:prstGeom>
          </p:spPr>
        </p:pic>
        <p:pic>
          <p:nvPicPr>
            <p:cNvPr id="21" name="object 21"/>
            <p:cNvPicPr/>
            <p:nvPr/>
          </p:nvPicPr>
          <p:blipFill>
            <a:blip r:embed="rId15" cstate="print"/>
            <a:stretch>
              <a:fillRect/>
            </a:stretch>
          </p:blipFill>
          <p:spPr>
            <a:xfrm>
              <a:off x="2942589" y="2955670"/>
              <a:ext cx="161544" cy="355091"/>
            </a:xfrm>
            <a:prstGeom prst="rect">
              <a:avLst/>
            </a:prstGeom>
          </p:spPr>
        </p:pic>
      </p:grpSp>
      <p:pic>
        <p:nvPicPr>
          <p:cNvPr id="22" name="object 22"/>
          <p:cNvPicPr/>
          <p:nvPr/>
        </p:nvPicPr>
        <p:blipFill>
          <a:blip r:embed="rId16" cstate="print"/>
          <a:stretch>
            <a:fillRect/>
          </a:stretch>
        </p:blipFill>
        <p:spPr>
          <a:xfrm>
            <a:off x="2104008" y="3510660"/>
            <a:ext cx="1708531" cy="355091"/>
          </a:xfrm>
          <a:prstGeom prst="rect">
            <a:avLst/>
          </a:prstGeom>
        </p:spPr>
      </p:pic>
      <p:pic>
        <p:nvPicPr>
          <p:cNvPr id="23" name="object 23"/>
          <p:cNvPicPr/>
          <p:nvPr/>
        </p:nvPicPr>
        <p:blipFill>
          <a:blip r:embed="rId13" cstate="print"/>
          <a:stretch>
            <a:fillRect/>
          </a:stretch>
        </p:blipFill>
        <p:spPr>
          <a:xfrm>
            <a:off x="5972555" y="3510660"/>
            <a:ext cx="699134" cy="355091"/>
          </a:xfrm>
          <a:prstGeom prst="rect">
            <a:avLst/>
          </a:prstGeom>
        </p:spPr>
      </p:pic>
      <p:pic>
        <p:nvPicPr>
          <p:cNvPr id="24" name="object 24"/>
          <p:cNvPicPr/>
          <p:nvPr/>
        </p:nvPicPr>
        <p:blipFill>
          <a:blip r:embed="rId17" cstate="print"/>
          <a:stretch>
            <a:fillRect/>
          </a:stretch>
        </p:blipFill>
        <p:spPr>
          <a:xfrm>
            <a:off x="8269478" y="3510660"/>
            <a:ext cx="1603375" cy="355091"/>
          </a:xfrm>
          <a:prstGeom prst="rect">
            <a:avLst/>
          </a:prstGeom>
        </p:spPr>
      </p:pic>
      <p:grpSp>
        <p:nvGrpSpPr>
          <p:cNvPr id="25" name="object 25"/>
          <p:cNvGrpSpPr/>
          <p:nvPr/>
        </p:nvGrpSpPr>
        <p:grpSpPr>
          <a:xfrm>
            <a:off x="2081148" y="4059301"/>
            <a:ext cx="4639310" cy="355600"/>
            <a:chOff x="2081148" y="4059301"/>
            <a:chExt cx="4639310" cy="355600"/>
          </a:xfrm>
        </p:grpSpPr>
        <p:pic>
          <p:nvPicPr>
            <p:cNvPr id="26" name="object 26"/>
            <p:cNvPicPr/>
            <p:nvPr/>
          </p:nvPicPr>
          <p:blipFill>
            <a:blip r:embed="rId18" cstate="print"/>
            <a:stretch>
              <a:fillRect/>
            </a:stretch>
          </p:blipFill>
          <p:spPr>
            <a:xfrm>
              <a:off x="2081148" y="4059301"/>
              <a:ext cx="1501648" cy="355092"/>
            </a:xfrm>
            <a:prstGeom prst="rect">
              <a:avLst/>
            </a:prstGeom>
          </p:spPr>
        </p:pic>
        <p:pic>
          <p:nvPicPr>
            <p:cNvPr id="27" name="object 27"/>
            <p:cNvPicPr/>
            <p:nvPr/>
          </p:nvPicPr>
          <p:blipFill>
            <a:blip r:embed="rId19" cstate="print"/>
            <a:stretch>
              <a:fillRect/>
            </a:stretch>
          </p:blipFill>
          <p:spPr>
            <a:xfrm>
              <a:off x="3489705" y="4059301"/>
              <a:ext cx="1461135" cy="355092"/>
            </a:xfrm>
            <a:prstGeom prst="rect">
              <a:avLst/>
            </a:prstGeom>
          </p:spPr>
        </p:pic>
        <p:pic>
          <p:nvPicPr>
            <p:cNvPr id="28" name="object 28"/>
            <p:cNvPicPr/>
            <p:nvPr/>
          </p:nvPicPr>
          <p:blipFill>
            <a:blip r:embed="rId20" cstate="print"/>
            <a:stretch>
              <a:fillRect/>
            </a:stretch>
          </p:blipFill>
          <p:spPr>
            <a:xfrm>
              <a:off x="4882895" y="4059301"/>
              <a:ext cx="1837308" cy="355092"/>
            </a:xfrm>
            <a:prstGeom prst="rect">
              <a:avLst/>
            </a:prstGeom>
          </p:spPr>
        </p:pic>
      </p:grpSp>
      <p:sp>
        <p:nvSpPr>
          <p:cNvPr id="29" name="object 29"/>
          <p:cNvSpPr txBox="1"/>
          <p:nvPr/>
        </p:nvSpPr>
        <p:spPr>
          <a:xfrm>
            <a:off x="689254" y="1398778"/>
            <a:ext cx="9917430" cy="302387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006F57"/>
                </a:solidFill>
                <a:latin typeface="Wingdings"/>
                <a:cs typeface="Wingdings"/>
              </a:rPr>
              <a:t></a:t>
            </a:r>
            <a:endParaRPr sz="1800">
              <a:latin typeface="Wingdings"/>
              <a:cs typeface="Wingdings"/>
            </a:endParaRPr>
          </a:p>
          <a:p>
            <a:pPr>
              <a:lnSpc>
                <a:spcPct val="100000"/>
              </a:lnSpc>
              <a:spcBef>
                <a:spcPts val="114"/>
              </a:spcBef>
            </a:pPr>
            <a:endParaRPr sz="1800">
              <a:latin typeface="Wingdings"/>
              <a:cs typeface="Wingdings"/>
            </a:endParaRPr>
          </a:p>
          <a:p>
            <a:pPr marL="240665" indent="-227965">
              <a:lnSpc>
                <a:spcPct val="100000"/>
              </a:lnSpc>
              <a:buClr>
                <a:srgbClr val="006F57"/>
              </a:buClr>
              <a:buSzPct val="75000"/>
              <a:buFont typeface="Wingdings"/>
              <a:buChar char=""/>
              <a:tabLst>
                <a:tab pos="240665" algn="l"/>
              </a:tabLst>
            </a:pPr>
            <a:r>
              <a:rPr sz="2400" spc="165" dirty="0">
                <a:solidFill>
                  <a:srgbClr val="252525"/>
                </a:solidFill>
                <a:latin typeface="Cambria"/>
                <a:cs typeface="Cambria"/>
              </a:rPr>
              <a:t>Count</a:t>
            </a:r>
            <a:endParaRPr sz="2400">
              <a:latin typeface="Cambria"/>
              <a:cs typeface="Cambria"/>
            </a:endParaRPr>
          </a:p>
          <a:p>
            <a:pPr marL="240665" indent="-227965">
              <a:lnSpc>
                <a:spcPct val="100000"/>
              </a:lnSpc>
              <a:spcBef>
                <a:spcPts val="2005"/>
              </a:spcBef>
              <a:buClr>
                <a:srgbClr val="006F57"/>
              </a:buClr>
              <a:buSzPct val="75000"/>
              <a:buFont typeface="Wingdings"/>
              <a:buChar char=""/>
              <a:tabLst>
                <a:tab pos="240665" algn="l"/>
              </a:tabLst>
            </a:pPr>
            <a:r>
              <a:rPr sz="2400" spc="80" dirty="0">
                <a:solidFill>
                  <a:srgbClr val="252525"/>
                </a:solidFill>
                <a:latin typeface="Cambria"/>
                <a:cs typeface="Cambria"/>
              </a:rPr>
              <a:t>For</a:t>
            </a:r>
            <a:r>
              <a:rPr sz="2400" spc="380" dirty="0">
                <a:solidFill>
                  <a:srgbClr val="252525"/>
                </a:solidFill>
                <a:latin typeface="Cambria"/>
                <a:cs typeface="Cambria"/>
              </a:rPr>
              <a:t> </a:t>
            </a:r>
            <a:r>
              <a:rPr sz="2400" spc="135" dirty="0">
                <a:solidFill>
                  <a:srgbClr val="252525"/>
                </a:solidFill>
                <a:latin typeface="Cambria"/>
                <a:cs typeface="Cambria"/>
              </a:rPr>
              <a:t>each</a:t>
            </a:r>
            <a:r>
              <a:rPr sz="2400" spc="395" dirty="0">
                <a:solidFill>
                  <a:srgbClr val="252525"/>
                </a:solidFill>
                <a:latin typeface="Cambria"/>
                <a:cs typeface="Cambria"/>
              </a:rPr>
              <a:t> </a:t>
            </a:r>
            <a:r>
              <a:rPr sz="2400" spc="140" dirty="0">
                <a:solidFill>
                  <a:srgbClr val="252525"/>
                </a:solidFill>
                <a:latin typeface="Cambria"/>
                <a:cs typeface="Cambria"/>
              </a:rPr>
              <a:t>token</a:t>
            </a:r>
            <a:r>
              <a:rPr sz="2400" spc="395" dirty="0">
                <a:solidFill>
                  <a:srgbClr val="252525"/>
                </a:solidFill>
                <a:latin typeface="Cambria"/>
                <a:cs typeface="Cambria"/>
              </a:rPr>
              <a:t> </a:t>
            </a:r>
            <a:r>
              <a:rPr sz="2400" spc="60" dirty="0">
                <a:solidFill>
                  <a:srgbClr val="252525"/>
                </a:solidFill>
                <a:latin typeface="Cambria"/>
                <a:cs typeface="Cambria"/>
              </a:rPr>
              <a:t>we</a:t>
            </a:r>
            <a:r>
              <a:rPr sz="2400" spc="409" dirty="0">
                <a:solidFill>
                  <a:srgbClr val="252525"/>
                </a:solidFill>
                <a:latin typeface="Cambria"/>
                <a:cs typeface="Cambria"/>
              </a:rPr>
              <a:t> </a:t>
            </a:r>
            <a:r>
              <a:rPr sz="2400" spc="70" dirty="0">
                <a:solidFill>
                  <a:srgbClr val="252525"/>
                </a:solidFill>
                <a:latin typeface="Cambria"/>
                <a:cs typeface="Cambria"/>
              </a:rPr>
              <a:t>will</a:t>
            </a:r>
            <a:r>
              <a:rPr sz="2400" spc="390" dirty="0">
                <a:solidFill>
                  <a:srgbClr val="252525"/>
                </a:solidFill>
                <a:latin typeface="Cambria"/>
                <a:cs typeface="Cambria"/>
              </a:rPr>
              <a:t> </a:t>
            </a:r>
            <a:r>
              <a:rPr sz="2400" spc="120" dirty="0">
                <a:solidFill>
                  <a:srgbClr val="252525"/>
                </a:solidFill>
                <a:latin typeface="Cambria"/>
                <a:cs typeface="Cambria"/>
              </a:rPr>
              <a:t>have</a:t>
            </a:r>
            <a:r>
              <a:rPr sz="2400" spc="400" dirty="0">
                <a:solidFill>
                  <a:srgbClr val="252525"/>
                </a:solidFill>
                <a:latin typeface="Cambria"/>
                <a:cs typeface="Cambria"/>
              </a:rPr>
              <a:t> </a:t>
            </a:r>
            <a:r>
              <a:rPr sz="2400" spc="114" dirty="0">
                <a:solidFill>
                  <a:srgbClr val="252525"/>
                </a:solidFill>
                <a:latin typeface="Cambria"/>
                <a:cs typeface="Cambria"/>
              </a:rPr>
              <a:t>a</a:t>
            </a:r>
            <a:r>
              <a:rPr sz="2400" spc="405" dirty="0">
                <a:solidFill>
                  <a:srgbClr val="252525"/>
                </a:solidFill>
                <a:latin typeface="Cambria"/>
                <a:cs typeface="Cambria"/>
              </a:rPr>
              <a:t> </a:t>
            </a:r>
            <a:r>
              <a:rPr sz="2400" spc="125" dirty="0">
                <a:solidFill>
                  <a:srgbClr val="252525"/>
                </a:solidFill>
                <a:latin typeface="Cambria"/>
                <a:cs typeface="Cambria"/>
              </a:rPr>
              <a:t>feature</a:t>
            </a:r>
            <a:r>
              <a:rPr sz="2400" spc="395" dirty="0">
                <a:solidFill>
                  <a:srgbClr val="252525"/>
                </a:solidFill>
                <a:latin typeface="Cambria"/>
                <a:cs typeface="Cambria"/>
              </a:rPr>
              <a:t> </a:t>
            </a:r>
            <a:r>
              <a:rPr sz="2400" spc="160" dirty="0">
                <a:solidFill>
                  <a:srgbClr val="252525"/>
                </a:solidFill>
                <a:latin typeface="Cambria"/>
                <a:cs typeface="Cambria"/>
              </a:rPr>
              <a:t>column,</a:t>
            </a:r>
            <a:r>
              <a:rPr sz="2400" spc="400" dirty="0">
                <a:solidFill>
                  <a:srgbClr val="252525"/>
                </a:solidFill>
                <a:latin typeface="Cambria"/>
                <a:cs typeface="Cambria"/>
              </a:rPr>
              <a:t> </a:t>
            </a:r>
            <a:r>
              <a:rPr sz="2400" spc="135" dirty="0">
                <a:solidFill>
                  <a:srgbClr val="252525"/>
                </a:solidFill>
                <a:latin typeface="Cambria"/>
                <a:cs typeface="Cambria"/>
              </a:rPr>
              <a:t>this</a:t>
            </a:r>
            <a:r>
              <a:rPr sz="2400" spc="395" dirty="0">
                <a:solidFill>
                  <a:srgbClr val="252525"/>
                </a:solidFill>
                <a:latin typeface="Cambria"/>
                <a:cs typeface="Cambria"/>
              </a:rPr>
              <a:t> </a:t>
            </a:r>
            <a:r>
              <a:rPr sz="2400" spc="120" dirty="0">
                <a:solidFill>
                  <a:srgbClr val="252525"/>
                </a:solidFill>
                <a:latin typeface="Cambria"/>
                <a:cs typeface="Cambria"/>
              </a:rPr>
              <a:t>is</a:t>
            </a:r>
            <a:r>
              <a:rPr sz="2400" spc="390" dirty="0">
                <a:solidFill>
                  <a:srgbClr val="252525"/>
                </a:solidFill>
                <a:latin typeface="Cambria"/>
                <a:cs typeface="Cambria"/>
              </a:rPr>
              <a:t> </a:t>
            </a:r>
            <a:r>
              <a:rPr sz="2400" spc="110" dirty="0">
                <a:solidFill>
                  <a:srgbClr val="252525"/>
                </a:solidFill>
                <a:latin typeface="Cambria"/>
                <a:cs typeface="Cambria"/>
              </a:rPr>
              <a:t>called</a:t>
            </a:r>
            <a:endParaRPr sz="2400">
              <a:latin typeface="Cambria"/>
              <a:cs typeface="Cambria"/>
            </a:endParaRPr>
          </a:p>
          <a:p>
            <a:pPr>
              <a:lnSpc>
                <a:spcPct val="100000"/>
              </a:lnSpc>
              <a:spcBef>
                <a:spcPts val="114"/>
              </a:spcBef>
              <a:buClr>
                <a:srgbClr val="006F57"/>
              </a:buClr>
              <a:buFont typeface="Wingdings"/>
              <a:buChar char=""/>
            </a:pPr>
            <a:endParaRPr sz="2400">
              <a:latin typeface="Cambria"/>
              <a:cs typeface="Cambria"/>
            </a:endParaRPr>
          </a:p>
          <a:p>
            <a:pPr marL="241300" marR="5080" indent="-228600">
              <a:lnSpc>
                <a:spcPct val="150000"/>
              </a:lnSpc>
              <a:buClr>
                <a:srgbClr val="006F57"/>
              </a:buClr>
              <a:buSzPct val="75000"/>
              <a:buFont typeface="Wingdings"/>
              <a:buChar char=""/>
              <a:tabLst>
                <a:tab pos="241300" algn="l"/>
                <a:tab pos="3094355" algn="l"/>
                <a:tab pos="5863590" algn="l"/>
                <a:tab pos="5969000" algn="l"/>
                <a:tab pos="9004935" algn="l"/>
              </a:tabLst>
            </a:pPr>
            <a:r>
              <a:rPr sz="2400" spc="70" dirty="0">
                <a:solidFill>
                  <a:srgbClr val="252525"/>
                </a:solidFill>
                <a:latin typeface="Cambria"/>
                <a:cs typeface="Cambria"/>
              </a:rPr>
              <a:t>Way</a:t>
            </a:r>
            <a:r>
              <a:rPr sz="2400" spc="475" dirty="0">
                <a:solidFill>
                  <a:srgbClr val="252525"/>
                </a:solidFill>
                <a:latin typeface="Cambria"/>
                <a:cs typeface="Cambria"/>
              </a:rPr>
              <a:t> </a:t>
            </a:r>
            <a:r>
              <a:rPr sz="2400" spc="165" dirty="0">
                <a:solidFill>
                  <a:srgbClr val="252525"/>
                </a:solidFill>
                <a:latin typeface="Cambria"/>
                <a:cs typeface="Cambria"/>
              </a:rPr>
              <a:t>of</a:t>
            </a:r>
            <a:r>
              <a:rPr sz="2400" dirty="0">
                <a:solidFill>
                  <a:srgbClr val="252525"/>
                </a:solidFill>
                <a:latin typeface="Cambria"/>
                <a:cs typeface="Cambria"/>
              </a:rPr>
              <a:t>	</a:t>
            </a:r>
            <a:r>
              <a:rPr sz="2400" spc="135" dirty="0">
                <a:solidFill>
                  <a:srgbClr val="252525"/>
                </a:solidFill>
                <a:latin typeface="Cambria"/>
                <a:cs typeface="Cambria"/>
              </a:rPr>
              <a:t>features</a:t>
            </a:r>
            <a:r>
              <a:rPr sz="2400" spc="455" dirty="0">
                <a:solidFill>
                  <a:srgbClr val="252525"/>
                </a:solidFill>
                <a:latin typeface="Cambria"/>
                <a:cs typeface="Cambria"/>
              </a:rPr>
              <a:t> </a:t>
            </a:r>
            <a:r>
              <a:rPr sz="2400" spc="160" dirty="0">
                <a:solidFill>
                  <a:srgbClr val="252525"/>
                </a:solidFill>
                <a:latin typeface="Cambria"/>
                <a:cs typeface="Cambria"/>
              </a:rPr>
              <a:t>from</a:t>
            </a:r>
            <a:r>
              <a:rPr sz="2400" dirty="0">
                <a:solidFill>
                  <a:srgbClr val="252525"/>
                </a:solidFill>
                <a:latin typeface="Cambria"/>
                <a:cs typeface="Cambria"/>
              </a:rPr>
              <a:t>		</a:t>
            </a:r>
            <a:r>
              <a:rPr sz="2400" spc="155" dirty="0">
                <a:solidFill>
                  <a:srgbClr val="252525"/>
                </a:solidFill>
                <a:latin typeface="Cambria"/>
                <a:cs typeface="Cambria"/>
              </a:rPr>
              <a:t>for</a:t>
            </a:r>
            <a:r>
              <a:rPr sz="2400" spc="455" dirty="0">
                <a:solidFill>
                  <a:srgbClr val="252525"/>
                </a:solidFill>
                <a:latin typeface="Cambria"/>
                <a:cs typeface="Cambria"/>
              </a:rPr>
              <a:t> </a:t>
            </a:r>
            <a:r>
              <a:rPr sz="2400" spc="145" dirty="0">
                <a:solidFill>
                  <a:srgbClr val="252525"/>
                </a:solidFill>
                <a:latin typeface="Cambria"/>
                <a:cs typeface="Cambria"/>
              </a:rPr>
              <a:t>use</a:t>
            </a:r>
            <a:r>
              <a:rPr sz="2400" spc="470" dirty="0">
                <a:solidFill>
                  <a:srgbClr val="252525"/>
                </a:solidFill>
                <a:latin typeface="Cambria"/>
                <a:cs typeface="Cambria"/>
              </a:rPr>
              <a:t> </a:t>
            </a:r>
            <a:r>
              <a:rPr sz="2400" spc="95" dirty="0">
                <a:solidFill>
                  <a:srgbClr val="252525"/>
                </a:solidFill>
                <a:latin typeface="Cambria"/>
                <a:cs typeface="Cambria"/>
              </a:rPr>
              <a:t>in</a:t>
            </a:r>
            <a:r>
              <a:rPr sz="2400" dirty="0">
                <a:solidFill>
                  <a:srgbClr val="252525"/>
                </a:solidFill>
                <a:latin typeface="Cambria"/>
                <a:cs typeface="Cambria"/>
              </a:rPr>
              <a:t>	</a:t>
            </a:r>
            <a:r>
              <a:rPr sz="2400" spc="145" dirty="0">
                <a:solidFill>
                  <a:srgbClr val="252525"/>
                </a:solidFill>
                <a:latin typeface="Cambria"/>
                <a:cs typeface="Cambria"/>
              </a:rPr>
              <a:t>,</a:t>
            </a:r>
            <a:r>
              <a:rPr sz="2400" spc="450" dirty="0">
                <a:solidFill>
                  <a:srgbClr val="252525"/>
                </a:solidFill>
                <a:latin typeface="Cambria"/>
                <a:cs typeface="Cambria"/>
              </a:rPr>
              <a:t> </a:t>
            </a:r>
            <a:r>
              <a:rPr sz="2400" spc="145" dirty="0">
                <a:solidFill>
                  <a:srgbClr val="252525"/>
                </a:solidFill>
                <a:latin typeface="Cambria"/>
                <a:cs typeface="Cambria"/>
              </a:rPr>
              <a:t>such as</a:t>
            </a:r>
            <a:r>
              <a:rPr sz="2400" spc="190" dirty="0">
                <a:solidFill>
                  <a:srgbClr val="252525"/>
                </a:solidFill>
                <a:latin typeface="Cambria"/>
                <a:cs typeface="Cambria"/>
              </a:rPr>
              <a:t> </a:t>
            </a:r>
            <a:r>
              <a:rPr sz="2400" spc="80" dirty="0">
                <a:solidFill>
                  <a:srgbClr val="252525"/>
                </a:solidFill>
                <a:latin typeface="Cambria"/>
                <a:cs typeface="Cambria"/>
              </a:rPr>
              <a:t>with</a:t>
            </a:r>
            <a:r>
              <a:rPr sz="2400" dirty="0">
                <a:solidFill>
                  <a:srgbClr val="252525"/>
                </a:solidFill>
                <a:latin typeface="Cambria"/>
                <a:cs typeface="Cambria"/>
              </a:rPr>
              <a:t>		</a:t>
            </a:r>
            <a:r>
              <a:rPr sz="2400" spc="95" dirty="0">
                <a:solidFill>
                  <a:srgbClr val="252525"/>
                </a:solidFill>
                <a:latin typeface="Cambria"/>
                <a:cs typeface="Cambria"/>
              </a:rPr>
              <a:t>.</a:t>
            </a:r>
            <a:endParaRPr sz="2400">
              <a:latin typeface="Cambria"/>
              <a:cs typeface="Cambria"/>
            </a:endParaRPr>
          </a:p>
        </p:txBody>
      </p:sp>
      <p:pic>
        <p:nvPicPr>
          <p:cNvPr id="30" name="object 30"/>
          <p:cNvPicPr/>
          <p:nvPr/>
        </p:nvPicPr>
        <p:blipFill>
          <a:blip r:embed="rId21" cstate="print"/>
          <a:stretch>
            <a:fillRect/>
          </a:stretch>
        </p:blipFill>
        <p:spPr>
          <a:xfrm>
            <a:off x="4398009" y="4683836"/>
            <a:ext cx="1164945" cy="355396"/>
          </a:xfrm>
          <a:prstGeom prst="rect">
            <a:avLst/>
          </a:prstGeom>
        </p:spPr>
      </p:pic>
      <p:pic>
        <p:nvPicPr>
          <p:cNvPr id="31" name="object 31"/>
          <p:cNvPicPr/>
          <p:nvPr/>
        </p:nvPicPr>
        <p:blipFill>
          <a:blip r:embed="rId22" cstate="print"/>
          <a:stretch>
            <a:fillRect/>
          </a:stretch>
        </p:blipFill>
        <p:spPr>
          <a:xfrm>
            <a:off x="6274308" y="4683836"/>
            <a:ext cx="1243355" cy="355396"/>
          </a:xfrm>
          <a:prstGeom prst="rect">
            <a:avLst/>
          </a:prstGeom>
        </p:spPr>
      </p:pic>
      <p:sp>
        <p:nvSpPr>
          <p:cNvPr id="32" name="object 32"/>
          <p:cNvSpPr txBox="1"/>
          <p:nvPr/>
        </p:nvSpPr>
        <p:spPr>
          <a:xfrm>
            <a:off x="689254" y="4472513"/>
            <a:ext cx="5436235" cy="1123950"/>
          </a:xfrm>
          <a:prstGeom prst="rect">
            <a:avLst/>
          </a:prstGeom>
        </p:spPr>
        <p:txBody>
          <a:bodyPr vert="horz" wrap="square" lIns="0" tIns="196215" rIns="0" bIns="0" rtlCol="0">
            <a:spAutoFit/>
          </a:bodyPr>
          <a:lstStyle/>
          <a:p>
            <a:pPr marL="240665" indent="-227965">
              <a:lnSpc>
                <a:spcPct val="100000"/>
              </a:lnSpc>
              <a:spcBef>
                <a:spcPts val="1545"/>
              </a:spcBef>
              <a:buClr>
                <a:srgbClr val="006F57"/>
              </a:buClr>
              <a:buSzPct val="75000"/>
              <a:buFont typeface="Wingdings"/>
              <a:buChar char=""/>
              <a:tabLst>
                <a:tab pos="240665" algn="l"/>
                <a:tab pos="958850" algn="l"/>
                <a:tab pos="2505710" algn="l"/>
                <a:tab pos="2915920" algn="l"/>
                <a:tab pos="4868545" algn="l"/>
              </a:tabLst>
            </a:pPr>
            <a:r>
              <a:rPr sz="2400" spc="114" dirty="0">
                <a:solidFill>
                  <a:srgbClr val="252525"/>
                </a:solidFill>
                <a:latin typeface="Cambria"/>
                <a:cs typeface="Cambria"/>
              </a:rPr>
              <a:t>The</a:t>
            </a:r>
            <a:r>
              <a:rPr sz="2400" dirty="0">
                <a:solidFill>
                  <a:srgbClr val="252525"/>
                </a:solidFill>
                <a:latin typeface="Cambria"/>
                <a:cs typeface="Cambria"/>
              </a:rPr>
              <a:t>	</a:t>
            </a:r>
            <a:r>
              <a:rPr sz="2400" spc="135" dirty="0">
                <a:solidFill>
                  <a:srgbClr val="252525"/>
                </a:solidFill>
                <a:latin typeface="Cambria"/>
                <a:cs typeface="Cambria"/>
              </a:rPr>
              <a:t>approach</a:t>
            </a:r>
            <a:r>
              <a:rPr sz="2400" dirty="0">
                <a:solidFill>
                  <a:srgbClr val="252525"/>
                </a:solidFill>
                <a:latin typeface="Cambria"/>
                <a:cs typeface="Cambria"/>
              </a:rPr>
              <a:t>	</a:t>
            </a:r>
            <a:r>
              <a:rPr sz="2400" spc="95" dirty="0">
                <a:solidFill>
                  <a:srgbClr val="252525"/>
                </a:solidFill>
                <a:latin typeface="Cambria"/>
                <a:cs typeface="Cambria"/>
              </a:rPr>
              <a:t>is</a:t>
            </a:r>
            <a:r>
              <a:rPr sz="2400" dirty="0">
                <a:solidFill>
                  <a:srgbClr val="252525"/>
                </a:solidFill>
                <a:latin typeface="Cambria"/>
                <a:cs typeface="Cambria"/>
              </a:rPr>
              <a:t>	</a:t>
            </a:r>
            <a:r>
              <a:rPr sz="2400" spc="70" dirty="0">
                <a:solidFill>
                  <a:srgbClr val="252525"/>
                </a:solidFill>
                <a:latin typeface="Cambria"/>
                <a:cs typeface="Cambria"/>
              </a:rPr>
              <a:t>very</a:t>
            </a:r>
            <a:r>
              <a:rPr sz="2400" dirty="0">
                <a:solidFill>
                  <a:srgbClr val="252525"/>
                </a:solidFill>
                <a:latin typeface="Cambria"/>
                <a:cs typeface="Cambria"/>
              </a:rPr>
              <a:t>	</a:t>
            </a:r>
            <a:r>
              <a:rPr sz="2400" spc="140" dirty="0">
                <a:solidFill>
                  <a:srgbClr val="252525"/>
                </a:solidFill>
                <a:latin typeface="Cambria"/>
                <a:cs typeface="Cambria"/>
              </a:rPr>
              <a:t>and</a:t>
            </a:r>
            <a:endParaRPr sz="2400">
              <a:latin typeface="Cambria"/>
              <a:cs typeface="Cambria"/>
            </a:endParaRPr>
          </a:p>
          <a:p>
            <a:pPr marL="241300">
              <a:lnSpc>
                <a:spcPct val="100000"/>
              </a:lnSpc>
              <a:spcBef>
                <a:spcPts val="1445"/>
              </a:spcBef>
            </a:pPr>
            <a:r>
              <a:rPr sz="2400" spc="160" dirty="0">
                <a:solidFill>
                  <a:srgbClr val="252525"/>
                </a:solidFill>
                <a:latin typeface="Cambria"/>
                <a:cs typeface="Cambria"/>
              </a:rPr>
              <a:t>many</a:t>
            </a:r>
            <a:r>
              <a:rPr sz="2400" spc="220" dirty="0">
                <a:solidFill>
                  <a:srgbClr val="252525"/>
                </a:solidFill>
                <a:latin typeface="Cambria"/>
                <a:cs typeface="Cambria"/>
              </a:rPr>
              <a:t> </a:t>
            </a:r>
            <a:r>
              <a:rPr sz="2400" spc="95" dirty="0">
                <a:solidFill>
                  <a:srgbClr val="252525"/>
                </a:solidFill>
                <a:latin typeface="Cambria"/>
                <a:cs typeface="Cambria"/>
              </a:rPr>
              <a:t>ways</a:t>
            </a:r>
            <a:r>
              <a:rPr sz="2400" spc="215" dirty="0">
                <a:solidFill>
                  <a:srgbClr val="252525"/>
                </a:solidFill>
                <a:latin typeface="Cambria"/>
                <a:cs typeface="Cambria"/>
              </a:rPr>
              <a:t> </a:t>
            </a:r>
            <a:r>
              <a:rPr sz="2400" spc="120" dirty="0">
                <a:solidFill>
                  <a:srgbClr val="252525"/>
                </a:solidFill>
                <a:latin typeface="Cambria"/>
                <a:cs typeface="Cambria"/>
              </a:rPr>
              <a:t>for</a:t>
            </a:r>
            <a:endParaRPr sz="2400">
              <a:latin typeface="Cambria"/>
              <a:cs typeface="Cambria"/>
            </a:endParaRPr>
          </a:p>
        </p:txBody>
      </p:sp>
      <p:grpSp>
        <p:nvGrpSpPr>
          <p:cNvPr id="33" name="object 33"/>
          <p:cNvGrpSpPr/>
          <p:nvPr/>
        </p:nvGrpSpPr>
        <p:grpSpPr>
          <a:xfrm>
            <a:off x="3192526" y="5233111"/>
            <a:ext cx="3074035" cy="355600"/>
            <a:chOff x="3192526" y="5233111"/>
            <a:chExt cx="3074035" cy="355600"/>
          </a:xfrm>
        </p:grpSpPr>
        <p:pic>
          <p:nvPicPr>
            <p:cNvPr id="34" name="object 34"/>
            <p:cNvPicPr/>
            <p:nvPr/>
          </p:nvPicPr>
          <p:blipFill>
            <a:blip r:embed="rId16" cstate="print"/>
            <a:stretch>
              <a:fillRect/>
            </a:stretch>
          </p:blipFill>
          <p:spPr>
            <a:xfrm>
              <a:off x="3192526" y="5233111"/>
              <a:ext cx="1708530" cy="355091"/>
            </a:xfrm>
            <a:prstGeom prst="rect">
              <a:avLst/>
            </a:prstGeom>
          </p:spPr>
        </p:pic>
        <p:pic>
          <p:nvPicPr>
            <p:cNvPr id="35" name="object 35"/>
            <p:cNvPicPr/>
            <p:nvPr/>
          </p:nvPicPr>
          <p:blipFill>
            <a:blip r:embed="rId23" cstate="print"/>
            <a:stretch>
              <a:fillRect/>
            </a:stretch>
          </p:blipFill>
          <p:spPr>
            <a:xfrm>
              <a:off x="4841748" y="5233111"/>
              <a:ext cx="1424686" cy="355091"/>
            </a:xfrm>
            <a:prstGeom prst="rect">
              <a:avLst/>
            </a:prstGeom>
          </p:spPr>
        </p:pic>
      </p:grpSp>
      <p:sp>
        <p:nvSpPr>
          <p:cNvPr id="36" name="object 36"/>
          <p:cNvSpPr txBox="1"/>
          <p:nvPr/>
        </p:nvSpPr>
        <p:spPr>
          <a:xfrm>
            <a:off x="6188455" y="4472513"/>
            <a:ext cx="4421505" cy="1123950"/>
          </a:xfrm>
          <a:prstGeom prst="rect">
            <a:avLst/>
          </a:prstGeom>
        </p:spPr>
        <p:txBody>
          <a:bodyPr vert="horz" wrap="square" lIns="0" tIns="196215" rIns="0" bIns="0" rtlCol="0">
            <a:spAutoFit/>
          </a:bodyPr>
          <a:lstStyle/>
          <a:p>
            <a:pPr marL="1353820">
              <a:lnSpc>
                <a:spcPct val="100000"/>
              </a:lnSpc>
              <a:spcBef>
                <a:spcPts val="1545"/>
              </a:spcBef>
              <a:tabLst>
                <a:tab pos="2068195" algn="l"/>
                <a:tab pos="2741930" algn="l"/>
                <a:tab pos="3254375" algn="l"/>
                <a:tab pos="4117340" algn="l"/>
              </a:tabLst>
            </a:pPr>
            <a:r>
              <a:rPr sz="2400" spc="140" dirty="0">
                <a:solidFill>
                  <a:srgbClr val="252525"/>
                </a:solidFill>
                <a:latin typeface="Cambria"/>
                <a:cs typeface="Cambria"/>
              </a:rPr>
              <a:t>and</a:t>
            </a:r>
            <a:r>
              <a:rPr sz="2400" dirty="0">
                <a:solidFill>
                  <a:srgbClr val="252525"/>
                </a:solidFill>
                <a:latin typeface="Cambria"/>
                <a:cs typeface="Cambria"/>
              </a:rPr>
              <a:t>	</a:t>
            </a:r>
            <a:r>
              <a:rPr sz="2400" spc="120" dirty="0">
                <a:solidFill>
                  <a:srgbClr val="252525"/>
                </a:solidFill>
                <a:latin typeface="Cambria"/>
                <a:cs typeface="Cambria"/>
              </a:rPr>
              <a:t>can</a:t>
            </a:r>
            <a:r>
              <a:rPr sz="2400" dirty="0">
                <a:solidFill>
                  <a:srgbClr val="252525"/>
                </a:solidFill>
                <a:latin typeface="Cambria"/>
                <a:cs typeface="Cambria"/>
              </a:rPr>
              <a:t>	</a:t>
            </a:r>
            <a:r>
              <a:rPr sz="2400" spc="100" dirty="0">
                <a:solidFill>
                  <a:srgbClr val="252525"/>
                </a:solidFill>
                <a:latin typeface="Cambria"/>
                <a:cs typeface="Cambria"/>
              </a:rPr>
              <a:t>be</a:t>
            </a:r>
            <a:r>
              <a:rPr sz="2400" dirty="0">
                <a:solidFill>
                  <a:srgbClr val="252525"/>
                </a:solidFill>
                <a:latin typeface="Cambria"/>
                <a:cs typeface="Cambria"/>
              </a:rPr>
              <a:t>	</a:t>
            </a:r>
            <a:r>
              <a:rPr sz="2400" spc="135" dirty="0">
                <a:solidFill>
                  <a:srgbClr val="252525"/>
                </a:solidFill>
                <a:latin typeface="Cambria"/>
                <a:cs typeface="Cambria"/>
              </a:rPr>
              <a:t>used</a:t>
            </a:r>
            <a:r>
              <a:rPr sz="2400" dirty="0">
                <a:solidFill>
                  <a:srgbClr val="252525"/>
                </a:solidFill>
                <a:latin typeface="Cambria"/>
                <a:cs typeface="Cambria"/>
              </a:rPr>
              <a:t>	</a:t>
            </a:r>
            <a:r>
              <a:rPr sz="2400" spc="110" dirty="0">
                <a:solidFill>
                  <a:srgbClr val="252525"/>
                </a:solidFill>
                <a:latin typeface="Cambria"/>
                <a:cs typeface="Cambria"/>
              </a:rPr>
              <a:t>in</a:t>
            </a:r>
            <a:endParaRPr sz="2400">
              <a:latin typeface="Cambria"/>
              <a:cs typeface="Cambria"/>
            </a:endParaRPr>
          </a:p>
          <a:p>
            <a:pPr marL="12700">
              <a:lnSpc>
                <a:spcPct val="100000"/>
              </a:lnSpc>
              <a:spcBef>
                <a:spcPts val="1445"/>
              </a:spcBef>
            </a:pPr>
            <a:r>
              <a:rPr sz="2400" spc="175" dirty="0">
                <a:solidFill>
                  <a:srgbClr val="252525"/>
                </a:solidFill>
                <a:latin typeface="Cambria"/>
                <a:cs typeface="Cambria"/>
              </a:rPr>
              <a:t>from</a:t>
            </a:r>
            <a:r>
              <a:rPr sz="2400" spc="235" dirty="0">
                <a:solidFill>
                  <a:srgbClr val="252525"/>
                </a:solidFill>
                <a:latin typeface="Cambria"/>
                <a:cs typeface="Cambria"/>
              </a:rPr>
              <a:t> </a:t>
            </a:r>
            <a:r>
              <a:rPr sz="2400" spc="145" dirty="0">
                <a:solidFill>
                  <a:srgbClr val="252525"/>
                </a:solidFill>
                <a:latin typeface="Cambria"/>
                <a:cs typeface="Cambria"/>
              </a:rPr>
              <a:t>documents.</a:t>
            </a:r>
            <a:endParaRPr sz="2400">
              <a:latin typeface="Cambria"/>
              <a:cs typeface="Cambria"/>
            </a:endParaRPr>
          </a:p>
        </p:txBody>
      </p:sp>
      <p:sp>
        <p:nvSpPr>
          <p:cNvPr id="37" name="object 37"/>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20</a:t>
            </a:r>
            <a:endParaRPr sz="1400">
              <a:latin typeface="Cambria"/>
              <a:cs typeface="Cambria"/>
            </a:endParaRPr>
          </a:p>
        </p:txBody>
      </p:sp>
      <p:pic>
        <p:nvPicPr>
          <p:cNvPr id="38" name="object 38"/>
          <p:cNvPicPr/>
          <p:nvPr/>
        </p:nvPicPr>
        <p:blipFill>
          <a:blip r:embed="rId24" cstate="print"/>
          <a:stretch>
            <a:fillRect/>
          </a:stretch>
        </p:blipFill>
        <p:spPr>
          <a:xfrm>
            <a:off x="6121908" y="156971"/>
            <a:ext cx="4704588" cy="972312"/>
          </a:xfrm>
          <a:prstGeom prst="rect">
            <a:avLst/>
          </a:prstGeom>
        </p:spPr>
      </p:pic>
      <p:sp>
        <p:nvSpPr>
          <p:cNvPr id="39" name="object 39"/>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50" dirty="0"/>
              <a:t>Bag</a:t>
            </a:r>
            <a:r>
              <a:rPr sz="3600" spc="315" dirty="0"/>
              <a:t> </a:t>
            </a:r>
            <a:r>
              <a:rPr sz="3600" spc="300" dirty="0"/>
              <a:t>of</a:t>
            </a:r>
            <a:r>
              <a:rPr sz="3600" spc="315" dirty="0"/>
              <a:t> </a:t>
            </a:r>
            <a:r>
              <a:rPr sz="3600" spc="190" dirty="0"/>
              <a:t>words</a:t>
            </a:r>
            <a:r>
              <a:rPr sz="3600" spc="315" dirty="0"/>
              <a:t> </a:t>
            </a:r>
            <a:r>
              <a:rPr sz="3600" spc="-10" dirty="0"/>
              <a:t>(BOW)</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701040" y="4688408"/>
            <a:ext cx="10281920" cy="298450"/>
            <a:chOff x="701040" y="4688408"/>
            <a:chExt cx="10281920" cy="298450"/>
          </a:xfrm>
        </p:grpSpPr>
        <p:sp>
          <p:nvSpPr>
            <p:cNvPr id="5" name="object 5"/>
            <p:cNvSpPr/>
            <p:nvPr/>
          </p:nvSpPr>
          <p:spPr>
            <a:xfrm>
              <a:off x="701040" y="4689347"/>
              <a:ext cx="10258425" cy="297180"/>
            </a:xfrm>
            <a:custGeom>
              <a:avLst/>
              <a:gdLst/>
              <a:ahLst/>
              <a:cxnLst/>
              <a:rect l="l" t="t" r="r" b="b"/>
              <a:pathLst>
                <a:path w="10258425" h="297179">
                  <a:moveTo>
                    <a:pt x="6095987" y="0"/>
                  </a:moveTo>
                  <a:lnTo>
                    <a:pt x="6095987" y="0"/>
                  </a:lnTo>
                  <a:lnTo>
                    <a:pt x="0" y="0"/>
                  </a:lnTo>
                  <a:lnTo>
                    <a:pt x="0" y="297180"/>
                  </a:lnTo>
                  <a:lnTo>
                    <a:pt x="6095987" y="297180"/>
                  </a:lnTo>
                  <a:lnTo>
                    <a:pt x="6095987" y="0"/>
                  </a:lnTo>
                  <a:close/>
                </a:path>
                <a:path w="10258425" h="297179">
                  <a:moveTo>
                    <a:pt x="8491715" y="0"/>
                  </a:moveTo>
                  <a:lnTo>
                    <a:pt x="8491715" y="0"/>
                  </a:lnTo>
                  <a:lnTo>
                    <a:pt x="6096000" y="0"/>
                  </a:lnTo>
                  <a:lnTo>
                    <a:pt x="6096000" y="297180"/>
                  </a:lnTo>
                  <a:lnTo>
                    <a:pt x="8491715" y="297180"/>
                  </a:lnTo>
                  <a:lnTo>
                    <a:pt x="8491715" y="0"/>
                  </a:lnTo>
                  <a:close/>
                </a:path>
                <a:path w="10258425" h="297179">
                  <a:moveTo>
                    <a:pt x="9976091" y="0"/>
                  </a:moveTo>
                  <a:lnTo>
                    <a:pt x="9875520" y="0"/>
                  </a:lnTo>
                  <a:lnTo>
                    <a:pt x="8491728" y="0"/>
                  </a:lnTo>
                  <a:lnTo>
                    <a:pt x="8491728" y="297180"/>
                  </a:lnTo>
                  <a:lnTo>
                    <a:pt x="9875520" y="297180"/>
                  </a:lnTo>
                  <a:lnTo>
                    <a:pt x="9976091" y="297180"/>
                  </a:lnTo>
                  <a:lnTo>
                    <a:pt x="9976091" y="0"/>
                  </a:lnTo>
                  <a:close/>
                </a:path>
                <a:path w="10258425" h="297179">
                  <a:moveTo>
                    <a:pt x="10258044" y="0"/>
                  </a:moveTo>
                  <a:lnTo>
                    <a:pt x="10178796" y="0"/>
                  </a:lnTo>
                  <a:lnTo>
                    <a:pt x="9976104" y="0"/>
                  </a:lnTo>
                  <a:lnTo>
                    <a:pt x="9976104" y="297180"/>
                  </a:lnTo>
                  <a:lnTo>
                    <a:pt x="10178796" y="297180"/>
                  </a:lnTo>
                  <a:lnTo>
                    <a:pt x="10258044" y="297180"/>
                  </a:lnTo>
                  <a:lnTo>
                    <a:pt x="10258044"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701040" y="4688408"/>
              <a:ext cx="390144" cy="295960"/>
            </a:xfrm>
            <a:prstGeom prst="rect">
              <a:avLst/>
            </a:prstGeom>
          </p:spPr>
        </p:pic>
        <p:pic>
          <p:nvPicPr>
            <p:cNvPr id="7" name="object 7"/>
            <p:cNvPicPr/>
            <p:nvPr/>
          </p:nvPicPr>
          <p:blipFill>
            <a:blip r:embed="rId3" cstate="print"/>
            <a:stretch>
              <a:fillRect/>
            </a:stretch>
          </p:blipFill>
          <p:spPr>
            <a:xfrm>
              <a:off x="995172" y="4688408"/>
              <a:ext cx="703326" cy="295960"/>
            </a:xfrm>
            <a:prstGeom prst="rect">
              <a:avLst/>
            </a:prstGeom>
          </p:spPr>
        </p:pic>
        <p:pic>
          <p:nvPicPr>
            <p:cNvPr id="8" name="object 8"/>
            <p:cNvPicPr/>
            <p:nvPr/>
          </p:nvPicPr>
          <p:blipFill>
            <a:blip r:embed="rId4" cstate="print"/>
            <a:stretch>
              <a:fillRect/>
            </a:stretch>
          </p:blipFill>
          <p:spPr>
            <a:xfrm>
              <a:off x="1658365" y="4688408"/>
              <a:ext cx="1280159" cy="295960"/>
            </a:xfrm>
            <a:prstGeom prst="rect">
              <a:avLst/>
            </a:prstGeom>
          </p:spPr>
        </p:pic>
        <p:pic>
          <p:nvPicPr>
            <p:cNvPr id="9" name="object 9"/>
            <p:cNvPicPr/>
            <p:nvPr/>
          </p:nvPicPr>
          <p:blipFill>
            <a:blip r:embed="rId5" cstate="print"/>
            <a:stretch>
              <a:fillRect/>
            </a:stretch>
          </p:blipFill>
          <p:spPr>
            <a:xfrm>
              <a:off x="2854706" y="4688408"/>
              <a:ext cx="3985387" cy="295960"/>
            </a:xfrm>
            <a:prstGeom prst="rect">
              <a:avLst/>
            </a:prstGeom>
          </p:spPr>
        </p:pic>
        <p:pic>
          <p:nvPicPr>
            <p:cNvPr id="10" name="object 10"/>
            <p:cNvPicPr/>
            <p:nvPr/>
          </p:nvPicPr>
          <p:blipFill>
            <a:blip r:embed="rId6" cstate="print"/>
            <a:stretch>
              <a:fillRect/>
            </a:stretch>
          </p:blipFill>
          <p:spPr>
            <a:xfrm>
              <a:off x="6797929" y="4688408"/>
              <a:ext cx="2459609" cy="295960"/>
            </a:xfrm>
            <a:prstGeom prst="rect">
              <a:avLst/>
            </a:prstGeom>
          </p:spPr>
        </p:pic>
        <p:pic>
          <p:nvPicPr>
            <p:cNvPr id="11" name="object 11"/>
            <p:cNvPicPr/>
            <p:nvPr/>
          </p:nvPicPr>
          <p:blipFill>
            <a:blip r:embed="rId7" cstate="print"/>
            <a:stretch>
              <a:fillRect/>
            </a:stretch>
          </p:blipFill>
          <p:spPr>
            <a:xfrm>
              <a:off x="9194037" y="4688408"/>
              <a:ext cx="1537843" cy="295960"/>
            </a:xfrm>
            <a:prstGeom prst="rect">
              <a:avLst/>
            </a:prstGeom>
          </p:spPr>
        </p:pic>
        <p:pic>
          <p:nvPicPr>
            <p:cNvPr id="12" name="object 12"/>
            <p:cNvPicPr/>
            <p:nvPr/>
          </p:nvPicPr>
          <p:blipFill>
            <a:blip r:embed="rId8" cstate="print"/>
            <a:stretch>
              <a:fillRect/>
            </a:stretch>
          </p:blipFill>
          <p:spPr>
            <a:xfrm>
              <a:off x="10678668" y="4688408"/>
              <a:ext cx="304038" cy="295960"/>
            </a:xfrm>
            <a:prstGeom prst="rect">
              <a:avLst/>
            </a:prstGeom>
          </p:spPr>
        </p:pic>
      </p:grpSp>
      <p:grpSp>
        <p:nvGrpSpPr>
          <p:cNvPr id="13" name="object 13"/>
          <p:cNvGrpSpPr/>
          <p:nvPr/>
        </p:nvGrpSpPr>
        <p:grpSpPr>
          <a:xfrm>
            <a:off x="701040" y="5146294"/>
            <a:ext cx="4604385" cy="297815"/>
            <a:chOff x="701040" y="5146294"/>
            <a:chExt cx="4604385" cy="297815"/>
          </a:xfrm>
        </p:grpSpPr>
        <p:sp>
          <p:nvSpPr>
            <p:cNvPr id="14" name="object 14"/>
            <p:cNvSpPr/>
            <p:nvPr/>
          </p:nvSpPr>
          <p:spPr>
            <a:xfrm>
              <a:off x="701040" y="5146547"/>
              <a:ext cx="4514215" cy="297180"/>
            </a:xfrm>
            <a:custGeom>
              <a:avLst/>
              <a:gdLst/>
              <a:ahLst/>
              <a:cxnLst/>
              <a:rect l="l" t="t" r="r" b="b"/>
              <a:pathLst>
                <a:path w="4514215" h="297179">
                  <a:moveTo>
                    <a:pt x="3589007" y="0"/>
                  </a:moveTo>
                  <a:lnTo>
                    <a:pt x="3589007" y="0"/>
                  </a:lnTo>
                  <a:lnTo>
                    <a:pt x="0" y="0"/>
                  </a:lnTo>
                  <a:lnTo>
                    <a:pt x="0" y="297180"/>
                  </a:lnTo>
                  <a:lnTo>
                    <a:pt x="3589007" y="297180"/>
                  </a:lnTo>
                  <a:lnTo>
                    <a:pt x="3589007" y="0"/>
                  </a:lnTo>
                  <a:close/>
                </a:path>
                <a:path w="4514215" h="297179">
                  <a:moveTo>
                    <a:pt x="4514088" y="0"/>
                  </a:moveTo>
                  <a:lnTo>
                    <a:pt x="4447032" y="0"/>
                  </a:lnTo>
                  <a:lnTo>
                    <a:pt x="3663696" y="0"/>
                  </a:lnTo>
                  <a:lnTo>
                    <a:pt x="3589020" y="0"/>
                  </a:lnTo>
                  <a:lnTo>
                    <a:pt x="3589020" y="297180"/>
                  </a:lnTo>
                  <a:lnTo>
                    <a:pt x="3663696" y="297180"/>
                  </a:lnTo>
                  <a:lnTo>
                    <a:pt x="4447032" y="297180"/>
                  </a:lnTo>
                  <a:lnTo>
                    <a:pt x="4514088" y="297180"/>
                  </a:lnTo>
                  <a:lnTo>
                    <a:pt x="4514088" y="0"/>
                  </a:lnTo>
                  <a:close/>
                </a:path>
              </a:pathLst>
            </a:custGeom>
            <a:solidFill>
              <a:srgbClr val="FFFF00"/>
            </a:solidFill>
          </p:spPr>
          <p:txBody>
            <a:bodyPr wrap="square" lIns="0" tIns="0" rIns="0" bIns="0" rtlCol="0"/>
            <a:lstStyle/>
            <a:p>
              <a:endParaRPr/>
            </a:p>
          </p:txBody>
        </p:sp>
        <p:pic>
          <p:nvPicPr>
            <p:cNvPr id="15" name="object 15"/>
            <p:cNvPicPr/>
            <p:nvPr/>
          </p:nvPicPr>
          <p:blipFill>
            <a:blip r:embed="rId9" cstate="print"/>
            <a:stretch>
              <a:fillRect/>
            </a:stretch>
          </p:blipFill>
          <p:spPr>
            <a:xfrm>
              <a:off x="701040" y="5146294"/>
              <a:ext cx="538886" cy="295656"/>
            </a:xfrm>
            <a:prstGeom prst="rect">
              <a:avLst/>
            </a:prstGeom>
          </p:spPr>
        </p:pic>
        <p:pic>
          <p:nvPicPr>
            <p:cNvPr id="16" name="object 16"/>
            <p:cNvPicPr/>
            <p:nvPr/>
          </p:nvPicPr>
          <p:blipFill>
            <a:blip r:embed="rId10" cstate="print"/>
            <a:stretch>
              <a:fillRect/>
            </a:stretch>
          </p:blipFill>
          <p:spPr>
            <a:xfrm>
              <a:off x="1182928" y="5146294"/>
              <a:ext cx="644144" cy="295656"/>
            </a:xfrm>
            <a:prstGeom prst="rect">
              <a:avLst/>
            </a:prstGeom>
          </p:spPr>
        </p:pic>
        <p:pic>
          <p:nvPicPr>
            <p:cNvPr id="17" name="object 17"/>
            <p:cNvPicPr/>
            <p:nvPr/>
          </p:nvPicPr>
          <p:blipFill>
            <a:blip r:embed="rId11" cstate="print"/>
            <a:stretch>
              <a:fillRect/>
            </a:stretch>
          </p:blipFill>
          <p:spPr>
            <a:xfrm>
              <a:off x="1665986" y="5146294"/>
              <a:ext cx="295656" cy="295656"/>
            </a:xfrm>
            <a:prstGeom prst="rect">
              <a:avLst/>
            </a:prstGeom>
          </p:spPr>
        </p:pic>
        <p:pic>
          <p:nvPicPr>
            <p:cNvPr id="18" name="object 18"/>
            <p:cNvPicPr/>
            <p:nvPr/>
          </p:nvPicPr>
          <p:blipFill>
            <a:blip r:embed="rId12" cstate="print"/>
            <a:stretch>
              <a:fillRect/>
            </a:stretch>
          </p:blipFill>
          <p:spPr>
            <a:xfrm>
              <a:off x="1813814" y="5146294"/>
              <a:ext cx="386334" cy="295656"/>
            </a:xfrm>
            <a:prstGeom prst="rect">
              <a:avLst/>
            </a:prstGeom>
          </p:spPr>
        </p:pic>
        <p:pic>
          <p:nvPicPr>
            <p:cNvPr id="19" name="object 19"/>
            <p:cNvPicPr/>
            <p:nvPr/>
          </p:nvPicPr>
          <p:blipFill>
            <a:blip r:embed="rId11" cstate="print"/>
            <a:stretch>
              <a:fillRect/>
            </a:stretch>
          </p:blipFill>
          <p:spPr>
            <a:xfrm>
              <a:off x="2071370" y="5146294"/>
              <a:ext cx="295656" cy="295656"/>
            </a:xfrm>
            <a:prstGeom prst="rect">
              <a:avLst/>
            </a:prstGeom>
          </p:spPr>
        </p:pic>
        <p:pic>
          <p:nvPicPr>
            <p:cNvPr id="20" name="object 20"/>
            <p:cNvPicPr/>
            <p:nvPr/>
          </p:nvPicPr>
          <p:blipFill>
            <a:blip r:embed="rId13" cstate="print"/>
            <a:stretch>
              <a:fillRect/>
            </a:stretch>
          </p:blipFill>
          <p:spPr>
            <a:xfrm>
              <a:off x="2219198" y="5146294"/>
              <a:ext cx="923544" cy="295656"/>
            </a:xfrm>
            <a:prstGeom prst="rect">
              <a:avLst/>
            </a:prstGeom>
          </p:spPr>
        </p:pic>
        <p:pic>
          <p:nvPicPr>
            <p:cNvPr id="21" name="object 21"/>
            <p:cNvPicPr/>
            <p:nvPr/>
          </p:nvPicPr>
          <p:blipFill>
            <a:blip r:embed="rId14" cstate="print"/>
            <a:stretch>
              <a:fillRect/>
            </a:stretch>
          </p:blipFill>
          <p:spPr>
            <a:xfrm>
              <a:off x="3063494" y="5146294"/>
              <a:ext cx="1380490" cy="295656"/>
            </a:xfrm>
            <a:prstGeom prst="rect">
              <a:avLst/>
            </a:prstGeom>
          </p:spPr>
        </p:pic>
        <p:pic>
          <p:nvPicPr>
            <p:cNvPr id="22" name="object 22"/>
            <p:cNvPicPr/>
            <p:nvPr/>
          </p:nvPicPr>
          <p:blipFill>
            <a:blip r:embed="rId15" cstate="print"/>
            <a:stretch>
              <a:fillRect/>
            </a:stretch>
          </p:blipFill>
          <p:spPr>
            <a:xfrm>
              <a:off x="4365370" y="5146294"/>
              <a:ext cx="940003" cy="295656"/>
            </a:xfrm>
            <a:prstGeom prst="rect">
              <a:avLst/>
            </a:prstGeom>
          </p:spPr>
        </p:pic>
        <p:pic>
          <p:nvPicPr>
            <p:cNvPr id="23" name="object 23"/>
            <p:cNvPicPr/>
            <p:nvPr/>
          </p:nvPicPr>
          <p:blipFill>
            <a:blip r:embed="rId16" cstate="print"/>
            <a:stretch>
              <a:fillRect/>
            </a:stretch>
          </p:blipFill>
          <p:spPr>
            <a:xfrm>
              <a:off x="5148706" y="5146294"/>
              <a:ext cx="134112" cy="295656"/>
            </a:xfrm>
            <a:prstGeom prst="rect">
              <a:avLst/>
            </a:prstGeom>
          </p:spPr>
        </p:pic>
      </p:grpSp>
      <p:grpSp>
        <p:nvGrpSpPr>
          <p:cNvPr id="24" name="object 24"/>
          <p:cNvGrpSpPr/>
          <p:nvPr/>
        </p:nvGrpSpPr>
        <p:grpSpPr>
          <a:xfrm>
            <a:off x="2048510" y="1060958"/>
            <a:ext cx="1463675" cy="295910"/>
            <a:chOff x="2048510" y="1060958"/>
            <a:chExt cx="1463675" cy="295910"/>
          </a:xfrm>
        </p:grpSpPr>
        <p:pic>
          <p:nvPicPr>
            <p:cNvPr id="25" name="object 25"/>
            <p:cNvPicPr/>
            <p:nvPr/>
          </p:nvPicPr>
          <p:blipFill>
            <a:blip r:embed="rId17" cstate="print"/>
            <a:stretch>
              <a:fillRect/>
            </a:stretch>
          </p:blipFill>
          <p:spPr>
            <a:xfrm>
              <a:off x="2048510" y="1060958"/>
              <a:ext cx="609600" cy="295656"/>
            </a:xfrm>
            <a:prstGeom prst="rect">
              <a:avLst/>
            </a:prstGeom>
          </p:spPr>
        </p:pic>
        <p:pic>
          <p:nvPicPr>
            <p:cNvPr id="26" name="object 26"/>
            <p:cNvPicPr/>
            <p:nvPr/>
          </p:nvPicPr>
          <p:blipFill>
            <a:blip r:embed="rId18" cstate="print"/>
            <a:stretch>
              <a:fillRect/>
            </a:stretch>
          </p:blipFill>
          <p:spPr>
            <a:xfrm>
              <a:off x="2584958" y="1060958"/>
              <a:ext cx="926693" cy="295656"/>
            </a:xfrm>
            <a:prstGeom prst="rect">
              <a:avLst/>
            </a:prstGeom>
          </p:spPr>
        </p:pic>
      </p:grpSp>
      <p:grpSp>
        <p:nvGrpSpPr>
          <p:cNvPr id="27" name="object 27"/>
          <p:cNvGrpSpPr/>
          <p:nvPr/>
        </p:nvGrpSpPr>
        <p:grpSpPr>
          <a:xfrm>
            <a:off x="2598673" y="2707258"/>
            <a:ext cx="833119" cy="295910"/>
            <a:chOff x="2598673" y="2707258"/>
            <a:chExt cx="833119" cy="295910"/>
          </a:xfrm>
        </p:grpSpPr>
        <p:pic>
          <p:nvPicPr>
            <p:cNvPr id="28" name="object 28"/>
            <p:cNvPicPr/>
            <p:nvPr/>
          </p:nvPicPr>
          <p:blipFill>
            <a:blip r:embed="rId19" cstate="print"/>
            <a:stretch>
              <a:fillRect/>
            </a:stretch>
          </p:blipFill>
          <p:spPr>
            <a:xfrm>
              <a:off x="2598673" y="2707258"/>
              <a:ext cx="234695" cy="295656"/>
            </a:xfrm>
            <a:prstGeom prst="rect">
              <a:avLst/>
            </a:prstGeom>
          </p:spPr>
        </p:pic>
        <p:pic>
          <p:nvPicPr>
            <p:cNvPr id="29" name="object 29"/>
            <p:cNvPicPr/>
            <p:nvPr/>
          </p:nvPicPr>
          <p:blipFill>
            <a:blip r:embed="rId20" cstate="print"/>
            <a:stretch>
              <a:fillRect/>
            </a:stretch>
          </p:blipFill>
          <p:spPr>
            <a:xfrm>
              <a:off x="2716021" y="2707258"/>
              <a:ext cx="640079" cy="295656"/>
            </a:xfrm>
            <a:prstGeom prst="rect">
              <a:avLst/>
            </a:prstGeom>
          </p:spPr>
        </p:pic>
        <p:pic>
          <p:nvPicPr>
            <p:cNvPr id="30" name="object 30"/>
            <p:cNvPicPr/>
            <p:nvPr/>
          </p:nvPicPr>
          <p:blipFill>
            <a:blip r:embed="rId21" cstate="print"/>
            <a:stretch>
              <a:fillRect/>
            </a:stretch>
          </p:blipFill>
          <p:spPr>
            <a:xfrm>
              <a:off x="3196081" y="2707258"/>
              <a:ext cx="235305" cy="295656"/>
            </a:xfrm>
            <a:prstGeom prst="rect">
              <a:avLst/>
            </a:prstGeom>
          </p:spPr>
        </p:pic>
      </p:grpSp>
      <p:pic>
        <p:nvPicPr>
          <p:cNvPr id="31" name="object 31"/>
          <p:cNvPicPr/>
          <p:nvPr/>
        </p:nvPicPr>
        <p:blipFill>
          <a:blip r:embed="rId22" cstate="print"/>
          <a:stretch>
            <a:fillRect/>
          </a:stretch>
        </p:blipFill>
        <p:spPr>
          <a:xfrm>
            <a:off x="6619620" y="2707258"/>
            <a:ext cx="1671193" cy="295656"/>
          </a:xfrm>
          <a:prstGeom prst="rect">
            <a:avLst/>
          </a:prstGeom>
        </p:spPr>
      </p:pic>
      <p:sp>
        <p:nvSpPr>
          <p:cNvPr id="32" name="object 32"/>
          <p:cNvSpPr txBox="1"/>
          <p:nvPr/>
        </p:nvSpPr>
        <p:spPr>
          <a:xfrm>
            <a:off x="8300466" y="2682367"/>
            <a:ext cx="1287780" cy="330835"/>
          </a:xfrm>
          <a:prstGeom prst="rect">
            <a:avLst/>
          </a:prstGeom>
        </p:spPr>
        <p:txBody>
          <a:bodyPr vert="horz" wrap="square" lIns="0" tIns="13335" rIns="0" bIns="0" rtlCol="0">
            <a:spAutoFit/>
          </a:bodyPr>
          <a:lstStyle/>
          <a:p>
            <a:pPr marL="12700">
              <a:lnSpc>
                <a:spcPct val="100000"/>
              </a:lnSpc>
              <a:spcBef>
                <a:spcPts val="105"/>
              </a:spcBef>
              <a:tabLst>
                <a:tab pos="880744" algn="l"/>
              </a:tabLst>
            </a:pPr>
            <a:r>
              <a:rPr sz="2000" spc="110" dirty="0">
                <a:solidFill>
                  <a:srgbClr val="252525"/>
                </a:solidFill>
                <a:latin typeface="Cambria"/>
                <a:cs typeface="Cambria"/>
              </a:rPr>
              <a:t>about</a:t>
            </a:r>
            <a:r>
              <a:rPr sz="2000"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p:txBody>
      </p:sp>
      <p:grpSp>
        <p:nvGrpSpPr>
          <p:cNvPr id="33" name="object 33"/>
          <p:cNvGrpSpPr/>
          <p:nvPr/>
        </p:nvGrpSpPr>
        <p:grpSpPr>
          <a:xfrm>
            <a:off x="9738106" y="2707258"/>
            <a:ext cx="1282065" cy="295910"/>
            <a:chOff x="9738106" y="2707258"/>
            <a:chExt cx="1282065" cy="295910"/>
          </a:xfrm>
        </p:grpSpPr>
        <p:pic>
          <p:nvPicPr>
            <p:cNvPr id="34" name="object 34"/>
            <p:cNvPicPr/>
            <p:nvPr/>
          </p:nvPicPr>
          <p:blipFill>
            <a:blip r:embed="rId23" cstate="print"/>
            <a:stretch>
              <a:fillRect/>
            </a:stretch>
          </p:blipFill>
          <p:spPr>
            <a:xfrm>
              <a:off x="9738106" y="2707258"/>
              <a:ext cx="845273" cy="295656"/>
            </a:xfrm>
            <a:prstGeom prst="rect">
              <a:avLst/>
            </a:prstGeom>
          </p:spPr>
        </p:pic>
        <p:pic>
          <p:nvPicPr>
            <p:cNvPr id="35" name="object 35"/>
            <p:cNvPicPr/>
            <p:nvPr/>
          </p:nvPicPr>
          <p:blipFill>
            <a:blip r:embed="rId24" cstate="print"/>
            <a:stretch>
              <a:fillRect/>
            </a:stretch>
          </p:blipFill>
          <p:spPr>
            <a:xfrm>
              <a:off x="10603992" y="2707258"/>
              <a:ext cx="416051" cy="295656"/>
            </a:xfrm>
            <a:prstGeom prst="rect">
              <a:avLst/>
            </a:prstGeom>
          </p:spPr>
        </p:pic>
      </p:grpSp>
      <p:pic>
        <p:nvPicPr>
          <p:cNvPr id="36" name="object 36"/>
          <p:cNvPicPr/>
          <p:nvPr/>
        </p:nvPicPr>
        <p:blipFill>
          <a:blip r:embed="rId25" cstate="print"/>
          <a:stretch>
            <a:fillRect/>
          </a:stretch>
        </p:blipFill>
        <p:spPr>
          <a:xfrm>
            <a:off x="701040" y="3164154"/>
            <a:ext cx="1302511" cy="295960"/>
          </a:xfrm>
          <a:prstGeom prst="rect">
            <a:avLst/>
          </a:prstGeom>
        </p:spPr>
      </p:pic>
      <p:pic>
        <p:nvPicPr>
          <p:cNvPr id="37" name="object 37"/>
          <p:cNvPicPr/>
          <p:nvPr/>
        </p:nvPicPr>
        <p:blipFill>
          <a:blip r:embed="rId26" cstate="print"/>
          <a:stretch>
            <a:fillRect/>
          </a:stretch>
        </p:blipFill>
        <p:spPr>
          <a:xfrm>
            <a:off x="5509895" y="3164154"/>
            <a:ext cx="1387221" cy="295960"/>
          </a:xfrm>
          <a:prstGeom prst="rect">
            <a:avLst/>
          </a:prstGeom>
        </p:spPr>
      </p:pic>
      <p:sp>
        <p:nvSpPr>
          <p:cNvPr id="38" name="object 38"/>
          <p:cNvSpPr txBox="1"/>
          <p:nvPr/>
        </p:nvSpPr>
        <p:spPr>
          <a:xfrm>
            <a:off x="6745605" y="3139262"/>
            <a:ext cx="93345" cy="331470"/>
          </a:xfrm>
          <a:prstGeom prst="rect">
            <a:avLst/>
          </a:prstGeom>
        </p:spPr>
        <p:txBody>
          <a:bodyPr vert="horz" wrap="square" lIns="0" tIns="13335" rIns="0" bIns="0" rtlCol="0">
            <a:spAutoFit/>
          </a:bodyPr>
          <a:lstStyle/>
          <a:p>
            <a:pPr marL="12700">
              <a:lnSpc>
                <a:spcPct val="100000"/>
              </a:lnSpc>
              <a:spcBef>
                <a:spcPts val="105"/>
              </a:spcBef>
            </a:pPr>
            <a:r>
              <a:rPr sz="2000" spc="65" dirty="0">
                <a:solidFill>
                  <a:srgbClr val="252525"/>
                </a:solidFill>
                <a:latin typeface="Cambria"/>
                <a:cs typeface="Cambria"/>
              </a:rPr>
              <a:t>.</a:t>
            </a:r>
            <a:endParaRPr sz="2000">
              <a:latin typeface="Cambria"/>
              <a:cs typeface="Cambria"/>
            </a:endParaRPr>
          </a:p>
        </p:txBody>
      </p:sp>
      <p:grpSp>
        <p:nvGrpSpPr>
          <p:cNvPr id="39" name="object 39"/>
          <p:cNvGrpSpPr/>
          <p:nvPr/>
        </p:nvGrpSpPr>
        <p:grpSpPr>
          <a:xfrm>
            <a:off x="5014595" y="3698113"/>
            <a:ext cx="3783329" cy="295910"/>
            <a:chOff x="5014595" y="3698113"/>
            <a:chExt cx="3783329" cy="295910"/>
          </a:xfrm>
        </p:grpSpPr>
        <p:pic>
          <p:nvPicPr>
            <p:cNvPr id="40" name="object 40"/>
            <p:cNvPicPr/>
            <p:nvPr/>
          </p:nvPicPr>
          <p:blipFill>
            <a:blip r:embed="rId27" cstate="print"/>
            <a:stretch>
              <a:fillRect/>
            </a:stretch>
          </p:blipFill>
          <p:spPr>
            <a:xfrm>
              <a:off x="5014595" y="3698113"/>
              <a:ext cx="1193419" cy="295656"/>
            </a:xfrm>
            <a:prstGeom prst="rect">
              <a:avLst/>
            </a:prstGeom>
          </p:spPr>
        </p:pic>
        <p:pic>
          <p:nvPicPr>
            <p:cNvPr id="41" name="object 41"/>
            <p:cNvPicPr/>
            <p:nvPr/>
          </p:nvPicPr>
          <p:blipFill>
            <a:blip r:embed="rId28" cstate="print"/>
            <a:stretch>
              <a:fillRect/>
            </a:stretch>
          </p:blipFill>
          <p:spPr>
            <a:xfrm>
              <a:off x="6147181" y="3698113"/>
              <a:ext cx="1024127" cy="295656"/>
            </a:xfrm>
            <a:prstGeom prst="rect">
              <a:avLst/>
            </a:prstGeom>
          </p:spPr>
        </p:pic>
        <p:pic>
          <p:nvPicPr>
            <p:cNvPr id="42" name="object 42"/>
            <p:cNvPicPr/>
            <p:nvPr/>
          </p:nvPicPr>
          <p:blipFill>
            <a:blip r:embed="rId29" cstate="print"/>
            <a:stretch>
              <a:fillRect/>
            </a:stretch>
          </p:blipFill>
          <p:spPr>
            <a:xfrm>
              <a:off x="7089013" y="3698113"/>
              <a:ext cx="923544" cy="295656"/>
            </a:xfrm>
            <a:prstGeom prst="rect">
              <a:avLst/>
            </a:prstGeom>
          </p:spPr>
        </p:pic>
        <p:pic>
          <p:nvPicPr>
            <p:cNvPr id="43" name="object 43"/>
            <p:cNvPicPr/>
            <p:nvPr/>
          </p:nvPicPr>
          <p:blipFill>
            <a:blip r:embed="rId30" cstate="print"/>
            <a:stretch>
              <a:fillRect/>
            </a:stretch>
          </p:blipFill>
          <p:spPr>
            <a:xfrm>
              <a:off x="7947405" y="3698113"/>
              <a:ext cx="850392" cy="295656"/>
            </a:xfrm>
            <a:prstGeom prst="rect">
              <a:avLst/>
            </a:prstGeom>
          </p:spPr>
        </p:pic>
      </p:grpSp>
      <p:sp>
        <p:nvSpPr>
          <p:cNvPr id="44" name="object 44"/>
          <p:cNvSpPr txBox="1"/>
          <p:nvPr/>
        </p:nvSpPr>
        <p:spPr>
          <a:xfrm>
            <a:off x="8731757" y="3673221"/>
            <a:ext cx="745490" cy="330835"/>
          </a:xfrm>
          <a:prstGeom prst="rect">
            <a:avLst/>
          </a:prstGeom>
        </p:spPr>
        <p:txBody>
          <a:bodyPr vert="horz" wrap="square" lIns="0" tIns="12700" rIns="0" bIns="0" rtlCol="0">
            <a:spAutoFit/>
          </a:bodyPr>
          <a:lstStyle/>
          <a:p>
            <a:pPr marL="12700">
              <a:lnSpc>
                <a:spcPct val="100000"/>
              </a:lnSpc>
              <a:spcBef>
                <a:spcPts val="100"/>
              </a:spcBef>
            </a:pPr>
            <a:r>
              <a:rPr sz="2000" spc="105" dirty="0">
                <a:solidFill>
                  <a:srgbClr val="252525"/>
                </a:solidFill>
                <a:latin typeface="Cambria"/>
                <a:cs typeface="Cambria"/>
              </a:rPr>
              <a:t>in</a:t>
            </a:r>
            <a:r>
              <a:rPr sz="2000" spc="240"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p:txBody>
      </p:sp>
      <p:pic>
        <p:nvPicPr>
          <p:cNvPr id="45" name="object 45"/>
          <p:cNvPicPr/>
          <p:nvPr/>
        </p:nvPicPr>
        <p:blipFill>
          <a:blip r:embed="rId31" cstate="print"/>
          <a:stretch>
            <a:fillRect/>
          </a:stretch>
        </p:blipFill>
        <p:spPr>
          <a:xfrm>
            <a:off x="9553702" y="3698113"/>
            <a:ext cx="1419986" cy="295656"/>
          </a:xfrm>
          <a:prstGeom prst="rect">
            <a:avLst/>
          </a:prstGeom>
        </p:spPr>
      </p:pic>
      <p:sp>
        <p:nvSpPr>
          <p:cNvPr id="46" name="object 46"/>
          <p:cNvSpPr txBox="1"/>
          <p:nvPr/>
        </p:nvSpPr>
        <p:spPr>
          <a:xfrm>
            <a:off x="10803128" y="3673221"/>
            <a:ext cx="93345" cy="330835"/>
          </a:xfrm>
          <a:prstGeom prst="rect">
            <a:avLst/>
          </a:prstGeom>
        </p:spPr>
        <p:txBody>
          <a:bodyPr vert="horz" wrap="square" lIns="0" tIns="12700" rIns="0" bIns="0" rtlCol="0">
            <a:spAutoFit/>
          </a:bodyPr>
          <a:lstStyle/>
          <a:p>
            <a:pPr marL="12700">
              <a:lnSpc>
                <a:spcPct val="100000"/>
              </a:lnSpc>
              <a:spcBef>
                <a:spcPts val="100"/>
              </a:spcBef>
            </a:pPr>
            <a:r>
              <a:rPr sz="2000" spc="65" dirty="0">
                <a:solidFill>
                  <a:srgbClr val="252525"/>
                </a:solidFill>
                <a:latin typeface="Cambria"/>
                <a:cs typeface="Cambria"/>
              </a:rPr>
              <a:t>,</a:t>
            </a:r>
            <a:endParaRPr sz="2000">
              <a:latin typeface="Cambria"/>
              <a:cs typeface="Cambria"/>
            </a:endParaRPr>
          </a:p>
        </p:txBody>
      </p:sp>
      <p:pic>
        <p:nvPicPr>
          <p:cNvPr id="47" name="object 47"/>
          <p:cNvPicPr/>
          <p:nvPr/>
        </p:nvPicPr>
        <p:blipFill>
          <a:blip r:embed="rId32" cstate="print"/>
          <a:stretch>
            <a:fillRect/>
          </a:stretch>
        </p:blipFill>
        <p:spPr>
          <a:xfrm>
            <a:off x="701040" y="4155313"/>
            <a:ext cx="555142" cy="295656"/>
          </a:xfrm>
          <a:prstGeom prst="rect">
            <a:avLst/>
          </a:prstGeom>
        </p:spPr>
      </p:pic>
      <p:sp>
        <p:nvSpPr>
          <p:cNvPr id="48" name="object 48"/>
          <p:cNvSpPr txBox="1"/>
          <p:nvPr/>
        </p:nvSpPr>
        <p:spPr>
          <a:xfrm>
            <a:off x="459740" y="1036065"/>
            <a:ext cx="6182360" cy="3425190"/>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 pos="2919095" algn="l"/>
              </a:tabLst>
            </a:pPr>
            <a:r>
              <a:rPr sz="2000" spc="50" dirty="0">
                <a:solidFill>
                  <a:srgbClr val="252525"/>
                </a:solidFill>
                <a:latin typeface="Cambria"/>
                <a:cs typeface="Cambria"/>
              </a:rPr>
              <a:t>It</a:t>
            </a:r>
            <a:r>
              <a:rPr sz="2000" spc="175" dirty="0">
                <a:solidFill>
                  <a:srgbClr val="252525"/>
                </a:solidFill>
                <a:latin typeface="Cambria"/>
                <a:cs typeface="Cambria"/>
              </a:rPr>
              <a:t> </a:t>
            </a:r>
            <a:r>
              <a:rPr sz="2000" spc="85" dirty="0">
                <a:solidFill>
                  <a:srgbClr val="252525"/>
                </a:solidFill>
                <a:latin typeface="Cambria"/>
                <a:cs typeface="Cambria"/>
              </a:rPr>
              <a:t>involves</a:t>
            </a:r>
            <a:r>
              <a:rPr sz="2000" dirty="0">
                <a:solidFill>
                  <a:srgbClr val="252525"/>
                </a:solidFill>
                <a:latin typeface="Cambria"/>
                <a:cs typeface="Cambria"/>
              </a:rPr>
              <a:t>	</a:t>
            </a:r>
            <a:r>
              <a:rPr sz="2000" spc="-50" dirty="0">
                <a:solidFill>
                  <a:srgbClr val="252525"/>
                </a:solidFill>
                <a:latin typeface="Cambria"/>
                <a:cs typeface="Cambria"/>
              </a:rPr>
              <a:t>:</a:t>
            </a:r>
            <a:endParaRPr sz="2000">
              <a:latin typeface="Cambria"/>
              <a:cs typeface="Cambria"/>
            </a:endParaRPr>
          </a:p>
          <a:p>
            <a:pPr marL="469265" lvl="1" indent="-227965">
              <a:lnSpc>
                <a:spcPct val="100000"/>
              </a:lnSpc>
              <a:spcBef>
                <a:spcPts val="1830"/>
              </a:spcBef>
              <a:buClr>
                <a:srgbClr val="075A74"/>
              </a:buClr>
              <a:buSzPct val="73809"/>
              <a:buFont typeface="Wingdings"/>
              <a:buChar char=""/>
              <a:tabLst>
                <a:tab pos="469265" algn="l"/>
              </a:tabLst>
            </a:pPr>
            <a:r>
              <a:rPr sz="2100" spc="245" dirty="0">
                <a:solidFill>
                  <a:srgbClr val="252525"/>
                </a:solidFill>
                <a:latin typeface="Cambria"/>
                <a:cs typeface="Cambria"/>
              </a:rPr>
              <a:t>A</a:t>
            </a:r>
            <a:r>
              <a:rPr sz="2100" spc="180" dirty="0">
                <a:solidFill>
                  <a:srgbClr val="252525"/>
                </a:solidFill>
                <a:latin typeface="Cambria"/>
                <a:cs typeface="Cambria"/>
              </a:rPr>
              <a:t> </a:t>
            </a:r>
            <a:r>
              <a:rPr sz="2100" spc="105" dirty="0">
                <a:solidFill>
                  <a:srgbClr val="252525"/>
                </a:solidFill>
                <a:latin typeface="Cambria"/>
                <a:cs typeface="Cambria"/>
              </a:rPr>
              <a:t>vocabulary</a:t>
            </a:r>
            <a:r>
              <a:rPr sz="2100" spc="225" dirty="0">
                <a:solidFill>
                  <a:srgbClr val="252525"/>
                </a:solidFill>
                <a:latin typeface="Cambria"/>
                <a:cs typeface="Cambria"/>
              </a:rPr>
              <a:t> </a:t>
            </a:r>
            <a:r>
              <a:rPr sz="2100" spc="170" dirty="0">
                <a:solidFill>
                  <a:srgbClr val="252525"/>
                </a:solidFill>
                <a:latin typeface="Cambria"/>
                <a:cs typeface="Cambria"/>
              </a:rPr>
              <a:t>of</a:t>
            </a:r>
            <a:r>
              <a:rPr sz="2100" spc="190" dirty="0">
                <a:solidFill>
                  <a:srgbClr val="252525"/>
                </a:solidFill>
                <a:latin typeface="Cambria"/>
                <a:cs typeface="Cambria"/>
              </a:rPr>
              <a:t> </a:t>
            </a:r>
            <a:r>
              <a:rPr sz="2100" spc="114" dirty="0">
                <a:solidFill>
                  <a:srgbClr val="252525"/>
                </a:solidFill>
                <a:latin typeface="Cambria"/>
                <a:cs typeface="Cambria"/>
              </a:rPr>
              <a:t>known</a:t>
            </a:r>
            <a:r>
              <a:rPr sz="2100" spc="195" dirty="0">
                <a:solidFill>
                  <a:srgbClr val="252525"/>
                </a:solidFill>
                <a:latin typeface="Cambria"/>
                <a:cs typeface="Cambria"/>
              </a:rPr>
              <a:t> </a:t>
            </a:r>
            <a:r>
              <a:rPr sz="2100" spc="100" dirty="0">
                <a:solidFill>
                  <a:srgbClr val="252525"/>
                </a:solidFill>
                <a:latin typeface="Cambria"/>
                <a:cs typeface="Cambria"/>
              </a:rPr>
              <a:t>words.</a:t>
            </a:r>
            <a:endParaRPr sz="2100">
              <a:latin typeface="Cambria"/>
              <a:cs typeface="Cambria"/>
            </a:endParaRPr>
          </a:p>
          <a:p>
            <a:pPr marL="469265" lvl="1" indent="-227965">
              <a:lnSpc>
                <a:spcPct val="100000"/>
              </a:lnSpc>
              <a:spcBef>
                <a:spcPts val="1860"/>
              </a:spcBef>
              <a:buClr>
                <a:srgbClr val="075A74"/>
              </a:buClr>
              <a:buSzPct val="73809"/>
              <a:buFont typeface="Wingdings"/>
              <a:buChar char=""/>
              <a:tabLst>
                <a:tab pos="469265" algn="l"/>
              </a:tabLst>
            </a:pPr>
            <a:r>
              <a:rPr sz="2100" spc="245" dirty="0">
                <a:solidFill>
                  <a:srgbClr val="252525"/>
                </a:solidFill>
                <a:latin typeface="Cambria"/>
                <a:cs typeface="Cambria"/>
              </a:rPr>
              <a:t>A</a:t>
            </a:r>
            <a:r>
              <a:rPr sz="2100" spc="180" dirty="0">
                <a:solidFill>
                  <a:srgbClr val="252525"/>
                </a:solidFill>
                <a:latin typeface="Cambria"/>
                <a:cs typeface="Cambria"/>
              </a:rPr>
              <a:t> </a:t>
            </a:r>
            <a:r>
              <a:rPr sz="2100" spc="120" dirty="0">
                <a:solidFill>
                  <a:srgbClr val="252525"/>
                </a:solidFill>
                <a:latin typeface="Cambria"/>
                <a:cs typeface="Cambria"/>
              </a:rPr>
              <a:t>measure</a:t>
            </a:r>
            <a:r>
              <a:rPr sz="2100" spc="195" dirty="0">
                <a:solidFill>
                  <a:srgbClr val="252525"/>
                </a:solidFill>
                <a:latin typeface="Cambria"/>
                <a:cs typeface="Cambria"/>
              </a:rPr>
              <a:t> </a:t>
            </a:r>
            <a:r>
              <a:rPr sz="2100" spc="170" dirty="0">
                <a:solidFill>
                  <a:srgbClr val="252525"/>
                </a:solidFill>
                <a:latin typeface="Cambria"/>
                <a:cs typeface="Cambria"/>
              </a:rPr>
              <a:t>of</a:t>
            </a:r>
            <a:r>
              <a:rPr sz="2100" spc="200" dirty="0">
                <a:solidFill>
                  <a:srgbClr val="252525"/>
                </a:solidFill>
                <a:latin typeface="Cambria"/>
                <a:cs typeface="Cambria"/>
              </a:rPr>
              <a:t> </a:t>
            </a:r>
            <a:r>
              <a:rPr sz="2100" spc="114" dirty="0">
                <a:solidFill>
                  <a:srgbClr val="252525"/>
                </a:solidFill>
                <a:latin typeface="Cambria"/>
                <a:cs typeface="Cambria"/>
              </a:rPr>
              <a:t>the</a:t>
            </a:r>
            <a:r>
              <a:rPr sz="2100" spc="170" dirty="0">
                <a:solidFill>
                  <a:srgbClr val="252525"/>
                </a:solidFill>
                <a:latin typeface="Cambria"/>
                <a:cs typeface="Cambria"/>
              </a:rPr>
              <a:t> </a:t>
            </a:r>
            <a:r>
              <a:rPr sz="2100" spc="105" dirty="0">
                <a:solidFill>
                  <a:srgbClr val="252525"/>
                </a:solidFill>
                <a:latin typeface="Cambria"/>
                <a:cs typeface="Cambria"/>
              </a:rPr>
              <a:t>presence</a:t>
            </a:r>
            <a:r>
              <a:rPr sz="2100" spc="210" dirty="0">
                <a:solidFill>
                  <a:srgbClr val="252525"/>
                </a:solidFill>
                <a:latin typeface="Cambria"/>
                <a:cs typeface="Cambria"/>
              </a:rPr>
              <a:t> </a:t>
            </a:r>
            <a:r>
              <a:rPr sz="2100" spc="170" dirty="0">
                <a:solidFill>
                  <a:srgbClr val="252525"/>
                </a:solidFill>
                <a:latin typeface="Cambria"/>
                <a:cs typeface="Cambria"/>
              </a:rPr>
              <a:t>of</a:t>
            </a:r>
            <a:r>
              <a:rPr sz="2100" spc="185" dirty="0">
                <a:solidFill>
                  <a:srgbClr val="252525"/>
                </a:solidFill>
                <a:latin typeface="Cambria"/>
                <a:cs typeface="Cambria"/>
              </a:rPr>
              <a:t> </a:t>
            </a:r>
            <a:r>
              <a:rPr sz="2100" spc="114" dirty="0">
                <a:solidFill>
                  <a:srgbClr val="252525"/>
                </a:solidFill>
                <a:latin typeface="Cambria"/>
                <a:cs typeface="Cambria"/>
              </a:rPr>
              <a:t>known</a:t>
            </a:r>
            <a:r>
              <a:rPr sz="2100" spc="185" dirty="0">
                <a:solidFill>
                  <a:srgbClr val="252525"/>
                </a:solidFill>
                <a:latin typeface="Cambria"/>
                <a:cs typeface="Cambria"/>
              </a:rPr>
              <a:t> </a:t>
            </a:r>
            <a:r>
              <a:rPr sz="2100" spc="100" dirty="0">
                <a:solidFill>
                  <a:srgbClr val="252525"/>
                </a:solidFill>
                <a:latin typeface="Cambria"/>
                <a:cs typeface="Cambria"/>
              </a:rPr>
              <a:t>words.</a:t>
            </a:r>
            <a:endParaRPr sz="2100">
              <a:latin typeface="Cambria"/>
              <a:cs typeface="Cambria"/>
            </a:endParaRPr>
          </a:p>
          <a:p>
            <a:pPr marL="240665" indent="-227965">
              <a:lnSpc>
                <a:spcPct val="100000"/>
              </a:lnSpc>
              <a:spcBef>
                <a:spcPts val="1830"/>
              </a:spcBef>
              <a:buClr>
                <a:srgbClr val="006F57"/>
              </a:buClr>
              <a:buSzPct val="75000"/>
              <a:buFont typeface="Wingdings"/>
              <a:buChar char=""/>
              <a:tabLst>
                <a:tab pos="240665" algn="l"/>
                <a:tab pos="583565" algn="l"/>
                <a:tab pos="951230" algn="l"/>
                <a:tab pos="1838325" algn="l"/>
                <a:tab pos="3013710" algn="l"/>
                <a:tab pos="3429635" algn="l"/>
                <a:tab pos="4415790" algn="l"/>
                <a:tab pos="5558790" algn="l"/>
              </a:tabLst>
            </a:pPr>
            <a:r>
              <a:rPr sz="2000" spc="25" dirty="0">
                <a:solidFill>
                  <a:srgbClr val="252525"/>
                </a:solidFill>
                <a:latin typeface="Cambria"/>
                <a:cs typeface="Cambria"/>
              </a:rPr>
              <a:t>It</a:t>
            </a:r>
            <a:r>
              <a:rPr sz="2000" dirty="0">
                <a:solidFill>
                  <a:srgbClr val="252525"/>
                </a:solidFill>
                <a:latin typeface="Cambria"/>
                <a:cs typeface="Cambria"/>
              </a:rPr>
              <a:t>	</a:t>
            </a:r>
            <a:r>
              <a:rPr sz="2000" spc="85" dirty="0">
                <a:solidFill>
                  <a:srgbClr val="252525"/>
                </a:solidFill>
                <a:latin typeface="Cambria"/>
                <a:cs typeface="Cambria"/>
              </a:rPr>
              <a:t>is</a:t>
            </a:r>
            <a:r>
              <a:rPr sz="2000" dirty="0">
                <a:solidFill>
                  <a:srgbClr val="252525"/>
                </a:solidFill>
                <a:latin typeface="Cambria"/>
                <a:cs typeface="Cambria"/>
              </a:rPr>
              <a:t>	</a:t>
            </a:r>
            <a:r>
              <a:rPr sz="2000" spc="95" dirty="0">
                <a:solidFill>
                  <a:srgbClr val="252525"/>
                </a:solidFill>
                <a:latin typeface="Cambria"/>
                <a:cs typeface="Cambria"/>
              </a:rPr>
              <a:t>called</a:t>
            </a:r>
            <a:r>
              <a:rPr sz="2000" dirty="0">
                <a:solidFill>
                  <a:srgbClr val="252525"/>
                </a:solidFill>
                <a:latin typeface="Cambria"/>
                <a:cs typeface="Cambria"/>
              </a:rPr>
              <a:t>	</a:t>
            </a:r>
            <a:r>
              <a:rPr sz="2000" spc="55" dirty="0">
                <a:solidFill>
                  <a:srgbClr val="252525"/>
                </a:solidFill>
                <a:latin typeface="Cambria"/>
                <a:cs typeface="Cambria"/>
              </a:rPr>
              <a:t>a</a:t>
            </a:r>
            <a:r>
              <a:rPr sz="2000" dirty="0">
                <a:solidFill>
                  <a:srgbClr val="252525"/>
                </a:solidFill>
                <a:latin typeface="Cambria"/>
                <a:cs typeface="Cambria"/>
              </a:rPr>
              <a:t>	</a:t>
            </a:r>
            <a:r>
              <a:rPr sz="2000" spc="140" dirty="0">
                <a:solidFill>
                  <a:srgbClr val="252525"/>
                </a:solidFill>
                <a:latin typeface="Cambria"/>
                <a:cs typeface="Cambria"/>
              </a:rPr>
              <a:t>of</a:t>
            </a:r>
            <a:r>
              <a:rPr sz="2000" dirty="0">
                <a:solidFill>
                  <a:srgbClr val="252525"/>
                </a:solidFill>
                <a:latin typeface="Cambria"/>
                <a:cs typeface="Cambria"/>
              </a:rPr>
              <a:t>	</a:t>
            </a:r>
            <a:r>
              <a:rPr sz="2000" spc="95" dirty="0">
                <a:solidFill>
                  <a:srgbClr val="252525"/>
                </a:solidFill>
                <a:latin typeface="Cambria"/>
                <a:cs typeface="Cambria"/>
              </a:rPr>
              <a:t>words,</a:t>
            </a:r>
            <a:r>
              <a:rPr sz="2000" dirty="0">
                <a:solidFill>
                  <a:srgbClr val="252525"/>
                </a:solidFill>
                <a:latin typeface="Cambria"/>
                <a:cs typeface="Cambria"/>
              </a:rPr>
              <a:t>	</a:t>
            </a:r>
            <a:r>
              <a:rPr sz="2000" spc="105" dirty="0">
                <a:solidFill>
                  <a:srgbClr val="252525"/>
                </a:solidFill>
                <a:latin typeface="Cambria"/>
                <a:cs typeface="Cambria"/>
              </a:rPr>
              <a:t>because</a:t>
            </a:r>
            <a:r>
              <a:rPr sz="2000" dirty="0">
                <a:solidFill>
                  <a:srgbClr val="252525"/>
                </a:solidFill>
                <a:latin typeface="Cambria"/>
                <a:cs typeface="Cambria"/>
              </a:rPr>
              <a:t>	</a:t>
            </a:r>
            <a:r>
              <a:rPr sz="2000" spc="80" dirty="0">
                <a:solidFill>
                  <a:srgbClr val="252525"/>
                </a:solidFill>
                <a:latin typeface="Cambria"/>
                <a:cs typeface="Cambria"/>
              </a:rPr>
              <a:t>any</a:t>
            </a:r>
            <a:endParaRPr sz="2000">
              <a:latin typeface="Cambria"/>
              <a:cs typeface="Cambria"/>
            </a:endParaRPr>
          </a:p>
          <a:p>
            <a:pPr marL="1490980">
              <a:lnSpc>
                <a:spcPct val="100000"/>
              </a:lnSpc>
              <a:spcBef>
                <a:spcPts val="1200"/>
              </a:spcBef>
            </a:pPr>
            <a:r>
              <a:rPr sz="2000" spc="170" dirty="0">
                <a:solidFill>
                  <a:srgbClr val="252525"/>
                </a:solidFill>
                <a:latin typeface="Cambria"/>
                <a:cs typeface="Cambria"/>
              </a:rPr>
              <a:t>of </a:t>
            </a:r>
            <a:r>
              <a:rPr sz="2000" spc="105" dirty="0">
                <a:solidFill>
                  <a:srgbClr val="252525"/>
                </a:solidFill>
                <a:latin typeface="Cambria"/>
                <a:cs typeface="Cambria"/>
              </a:rPr>
              <a:t>words</a:t>
            </a:r>
            <a:r>
              <a:rPr sz="2000" spc="160" dirty="0">
                <a:solidFill>
                  <a:srgbClr val="252525"/>
                </a:solidFill>
                <a:latin typeface="Cambria"/>
                <a:cs typeface="Cambria"/>
              </a:rPr>
              <a:t> </a:t>
            </a:r>
            <a:r>
              <a:rPr sz="2000" spc="105" dirty="0">
                <a:solidFill>
                  <a:srgbClr val="252525"/>
                </a:solidFill>
                <a:latin typeface="Cambria"/>
                <a:cs typeface="Cambria"/>
              </a:rPr>
              <a:t>in</a:t>
            </a:r>
            <a:r>
              <a:rPr sz="2000" spc="185" dirty="0">
                <a:solidFill>
                  <a:srgbClr val="252525"/>
                </a:solidFill>
                <a:latin typeface="Cambria"/>
                <a:cs typeface="Cambria"/>
              </a:rPr>
              <a:t> </a:t>
            </a:r>
            <a:r>
              <a:rPr sz="2000" spc="110" dirty="0">
                <a:solidFill>
                  <a:srgbClr val="252525"/>
                </a:solidFill>
                <a:latin typeface="Cambria"/>
                <a:cs typeface="Cambria"/>
              </a:rPr>
              <a:t>the</a:t>
            </a:r>
            <a:r>
              <a:rPr sz="2000" spc="185" dirty="0">
                <a:solidFill>
                  <a:srgbClr val="252525"/>
                </a:solidFill>
                <a:latin typeface="Cambria"/>
                <a:cs typeface="Cambria"/>
              </a:rPr>
              <a:t> </a:t>
            </a:r>
            <a:r>
              <a:rPr sz="2000" spc="140" dirty="0">
                <a:solidFill>
                  <a:srgbClr val="252525"/>
                </a:solidFill>
                <a:latin typeface="Cambria"/>
                <a:cs typeface="Cambria"/>
              </a:rPr>
              <a:t>document</a:t>
            </a:r>
            <a:r>
              <a:rPr sz="2000" spc="150" dirty="0">
                <a:solidFill>
                  <a:srgbClr val="252525"/>
                </a:solidFill>
                <a:latin typeface="Cambria"/>
                <a:cs typeface="Cambria"/>
              </a:rPr>
              <a:t> </a:t>
            </a:r>
            <a:r>
              <a:rPr sz="2000" spc="75" dirty="0">
                <a:solidFill>
                  <a:srgbClr val="252525"/>
                </a:solidFill>
                <a:latin typeface="Cambria"/>
                <a:cs typeface="Cambria"/>
              </a:rPr>
              <a:t>is</a:t>
            </a:r>
            <a:endParaRPr sz="2000">
              <a:latin typeface="Cambria"/>
              <a:cs typeface="Cambria"/>
            </a:endParaRPr>
          </a:p>
          <a:p>
            <a:pPr marL="240029" marR="1707514" indent="-227965">
              <a:lnSpc>
                <a:spcPct val="150000"/>
              </a:lnSpc>
              <a:spcBef>
                <a:spcPts val="605"/>
              </a:spcBef>
              <a:buClr>
                <a:srgbClr val="006F57"/>
              </a:buClr>
              <a:buSzPct val="75000"/>
              <a:buFont typeface="Wingdings"/>
              <a:buChar char=""/>
              <a:tabLst>
                <a:tab pos="733425" algn="l"/>
              </a:tabLst>
            </a:pPr>
            <a:r>
              <a:rPr sz="2000" spc="114" dirty="0">
                <a:solidFill>
                  <a:srgbClr val="252525"/>
                </a:solidFill>
                <a:latin typeface="Cambria"/>
                <a:cs typeface="Cambria"/>
              </a:rPr>
              <a:t>The</a:t>
            </a:r>
            <a:r>
              <a:rPr sz="2000" spc="265" dirty="0">
                <a:solidFill>
                  <a:srgbClr val="252525"/>
                </a:solidFill>
                <a:latin typeface="Cambria"/>
                <a:cs typeface="Cambria"/>
              </a:rPr>
              <a:t> </a:t>
            </a:r>
            <a:r>
              <a:rPr sz="2000" spc="135" dirty="0">
                <a:solidFill>
                  <a:srgbClr val="252525"/>
                </a:solidFill>
                <a:latin typeface="Cambria"/>
                <a:cs typeface="Cambria"/>
              </a:rPr>
              <a:t>model</a:t>
            </a:r>
            <a:r>
              <a:rPr sz="2000" spc="245" dirty="0">
                <a:solidFill>
                  <a:srgbClr val="252525"/>
                </a:solidFill>
                <a:latin typeface="Cambria"/>
                <a:cs typeface="Cambria"/>
              </a:rPr>
              <a:t> </a:t>
            </a:r>
            <a:r>
              <a:rPr sz="2000" spc="100" dirty="0">
                <a:solidFill>
                  <a:srgbClr val="252525"/>
                </a:solidFill>
                <a:latin typeface="Cambria"/>
                <a:cs typeface="Cambria"/>
              </a:rPr>
              <a:t>is</a:t>
            </a:r>
            <a:r>
              <a:rPr sz="2000" spc="245" dirty="0">
                <a:solidFill>
                  <a:srgbClr val="252525"/>
                </a:solidFill>
                <a:latin typeface="Cambria"/>
                <a:cs typeface="Cambria"/>
              </a:rPr>
              <a:t> </a:t>
            </a:r>
            <a:r>
              <a:rPr sz="2000" spc="110" dirty="0">
                <a:solidFill>
                  <a:srgbClr val="252525"/>
                </a:solidFill>
                <a:latin typeface="Cambria"/>
                <a:cs typeface="Cambria"/>
              </a:rPr>
              <a:t>only</a:t>
            </a:r>
            <a:r>
              <a:rPr sz="2000" spc="260" dirty="0">
                <a:solidFill>
                  <a:srgbClr val="252525"/>
                </a:solidFill>
                <a:latin typeface="Cambria"/>
                <a:cs typeface="Cambria"/>
              </a:rPr>
              <a:t> </a:t>
            </a:r>
            <a:r>
              <a:rPr sz="2000" spc="110" dirty="0">
                <a:solidFill>
                  <a:srgbClr val="252525"/>
                </a:solidFill>
                <a:latin typeface="Cambria"/>
                <a:cs typeface="Cambria"/>
              </a:rPr>
              <a:t>concerned</a:t>
            </a:r>
            <a:r>
              <a:rPr sz="2000" spc="265" dirty="0">
                <a:solidFill>
                  <a:srgbClr val="252525"/>
                </a:solidFill>
                <a:latin typeface="Cambria"/>
                <a:cs typeface="Cambria"/>
              </a:rPr>
              <a:t> </a:t>
            </a:r>
            <a:r>
              <a:rPr sz="2000" spc="60" dirty="0">
                <a:solidFill>
                  <a:srgbClr val="252525"/>
                </a:solidFill>
                <a:latin typeface="Cambria"/>
                <a:cs typeface="Cambria"/>
              </a:rPr>
              <a:t>with 	</a:t>
            </a:r>
            <a:r>
              <a:rPr sz="2000" spc="70" dirty="0">
                <a:solidFill>
                  <a:srgbClr val="252525"/>
                </a:solidFill>
                <a:latin typeface="Cambria"/>
                <a:cs typeface="Cambria"/>
              </a:rPr>
              <a:t>where</a:t>
            </a:r>
            <a:r>
              <a:rPr sz="2000" spc="165" dirty="0">
                <a:solidFill>
                  <a:srgbClr val="252525"/>
                </a:solidFill>
                <a:latin typeface="Cambria"/>
                <a:cs typeface="Cambria"/>
              </a:rPr>
              <a:t> </a:t>
            </a:r>
            <a:r>
              <a:rPr sz="2000" spc="105" dirty="0">
                <a:solidFill>
                  <a:srgbClr val="252525"/>
                </a:solidFill>
                <a:latin typeface="Cambria"/>
                <a:cs typeface="Cambria"/>
              </a:rPr>
              <a:t>in</a:t>
            </a:r>
            <a:r>
              <a:rPr sz="2000" spc="185" dirty="0">
                <a:solidFill>
                  <a:srgbClr val="252525"/>
                </a:solidFill>
                <a:latin typeface="Cambria"/>
                <a:cs typeface="Cambria"/>
              </a:rPr>
              <a:t> </a:t>
            </a:r>
            <a:r>
              <a:rPr sz="2000" spc="110" dirty="0">
                <a:solidFill>
                  <a:srgbClr val="252525"/>
                </a:solidFill>
                <a:latin typeface="Cambria"/>
                <a:cs typeface="Cambria"/>
              </a:rPr>
              <a:t>the</a:t>
            </a:r>
            <a:r>
              <a:rPr sz="2000" spc="185" dirty="0">
                <a:solidFill>
                  <a:srgbClr val="252525"/>
                </a:solidFill>
                <a:latin typeface="Cambria"/>
                <a:cs typeface="Cambria"/>
              </a:rPr>
              <a:t> </a:t>
            </a:r>
            <a:r>
              <a:rPr sz="2000" spc="125" dirty="0">
                <a:solidFill>
                  <a:srgbClr val="252525"/>
                </a:solidFill>
                <a:latin typeface="Cambria"/>
                <a:cs typeface="Cambria"/>
              </a:rPr>
              <a:t>document.</a:t>
            </a:r>
            <a:endParaRPr sz="2000">
              <a:latin typeface="Cambria"/>
              <a:cs typeface="Cambria"/>
            </a:endParaRPr>
          </a:p>
        </p:txBody>
      </p:sp>
      <p:sp>
        <p:nvSpPr>
          <p:cNvPr id="49" name="object 49"/>
          <p:cNvSpPr txBox="1"/>
          <p:nvPr/>
        </p:nvSpPr>
        <p:spPr>
          <a:xfrm>
            <a:off x="459740" y="4727829"/>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sp>
        <p:nvSpPr>
          <p:cNvPr id="50" name="object 50"/>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21</a:t>
            </a:r>
            <a:endParaRPr sz="1400">
              <a:latin typeface="Cambria"/>
              <a:cs typeface="Cambria"/>
            </a:endParaRPr>
          </a:p>
        </p:txBody>
      </p:sp>
      <p:pic>
        <p:nvPicPr>
          <p:cNvPr id="51" name="object 51"/>
          <p:cNvPicPr/>
          <p:nvPr/>
        </p:nvPicPr>
        <p:blipFill>
          <a:blip r:embed="rId33" cstate="print"/>
          <a:stretch>
            <a:fillRect/>
          </a:stretch>
        </p:blipFill>
        <p:spPr>
          <a:xfrm>
            <a:off x="6137147" y="225552"/>
            <a:ext cx="4704588" cy="970788"/>
          </a:xfrm>
          <a:prstGeom prst="rect">
            <a:avLst/>
          </a:prstGeom>
        </p:spPr>
      </p:pic>
      <p:sp>
        <p:nvSpPr>
          <p:cNvPr id="52" name="object 52"/>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689" y="264363"/>
            <a:ext cx="4884420" cy="574675"/>
          </a:xfrm>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50" dirty="0"/>
              <a:t>Bag</a:t>
            </a:r>
            <a:r>
              <a:rPr sz="3600" spc="315" dirty="0"/>
              <a:t> </a:t>
            </a:r>
            <a:r>
              <a:rPr sz="3600" spc="300" dirty="0"/>
              <a:t>of</a:t>
            </a:r>
            <a:r>
              <a:rPr sz="3600" spc="315" dirty="0"/>
              <a:t> </a:t>
            </a:r>
            <a:r>
              <a:rPr sz="3600" spc="190" dirty="0"/>
              <a:t>words</a:t>
            </a:r>
            <a:r>
              <a:rPr sz="3600" spc="315" dirty="0"/>
              <a:t> </a:t>
            </a:r>
            <a:r>
              <a:rPr sz="3600" spc="-10" dirty="0"/>
              <a:t>(BOW)</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22</a:t>
            </a:r>
            <a:endParaRPr sz="1400">
              <a:latin typeface="Cambria"/>
              <a:cs typeface="Cambria"/>
            </a:endParaRPr>
          </a:p>
        </p:txBody>
      </p:sp>
      <p:sp>
        <p:nvSpPr>
          <p:cNvPr id="6" name="object 6"/>
          <p:cNvSpPr txBox="1"/>
          <p:nvPr/>
        </p:nvSpPr>
        <p:spPr>
          <a:xfrm>
            <a:off x="2790444" y="838200"/>
            <a:ext cx="6096000" cy="1169035"/>
          </a:xfrm>
          <a:prstGeom prst="rect">
            <a:avLst/>
          </a:prstGeom>
          <a:solidFill>
            <a:srgbClr val="F1F1F1"/>
          </a:solidFill>
        </p:spPr>
        <p:txBody>
          <a:bodyPr vert="horz" wrap="square" lIns="0" tIns="29209" rIns="0" bIns="0" rtlCol="0">
            <a:spAutoFit/>
          </a:bodyPr>
          <a:lstStyle/>
          <a:p>
            <a:pPr marL="320040" indent="-227965">
              <a:lnSpc>
                <a:spcPct val="100000"/>
              </a:lnSpc>
              <a:spcBef>
                <a:spcPts val="229"/>
              </a:spcBef>
              <a:buClr>
                <a:srgbClr val="006F57"/>
              </a:buClr>
              <a:buSzPct val="75000"/>
              <a:buFont typeface="Wingdings"/>
              <a:buChar char=""/>
              <a:tabLst>
                <a:tab pos="320040" algn="l"/>
              </a:tabLst>
            </a:pPr>
            <a:r>
              <a:rPr sz="2000" b="1" dirty="0">
                <a:solidFill>
                  <a:srgbClr val="C00000"/>
                </a:solidFill>
                <a:latin typeface="Constantia"/>
                <a:cs typeface="Constantia"/>
              </a:rPr>
              <a:t>Review</a:t>
            </a:r>
            <a:r>
              <a:rPr sz="2000" b="1" spc="-80" dirty="0">
                <a:solidFill>
                  <a:srgbClr val="C00000"/>
                </a:solidFill>
                <a:latin typeface="Constantia"/>
                <a:cs typeface="Constantia"/>
              </a:rPr>
              <a:t> </a:t>
            </a:r>
            <a:r>
              <a:rPr sz="2000" b="1" dirty="0">
                <a:solidFill>
                  <a:srgbClr val="C00000"/>
                </a:solidFill>
                <a:latin typeface="Constantia"/>
                <a:cs typeface="Constantia"/>
              </a:rPr>
              <a:t>1:</a:t>
            </a:r>
            <a:r>
              <a:rPr sz="2000" b="1" spc="-20" dirty="0">
                <a:solidFill>
                  <a:srgbClr val="C00000"/>
                </a:solidFill>
                <a:latin typeface="Constantia"/>
                <a:cs typeface="Constantia"/>
              </a:rPr>
              <a:t> </a:t>
            </a:r>
            <a:r>
              <a:rPr sz="2000" dirty="0">
                <a:solidFill>
                  <a:srgbClr val="252525"/>
                </a:solidFill>
                <a:latin typeface="Constantia"/>
                <a:cs typeface="Constantia"/>
              </a:rPr>
              <a:t>This</a:t>
            </a:r>
            <a:r>
              <a:rPr sz="2000" spc="-65" dirty="0">
                <a:solidFill>
                  <a:srgbClr val="252525"/>
                </a:solidFill>
                <a:latin typeface="Constantia"/>
                <a:cs typeface="Constantia"/>
              </a:rPr>
              <a:t> </a:t>
            </a:r>
            <a:r>
              <a:rPr sz="2000" dirty="0">
                <a:solidFill>
                  <a:srgbClr val="252525"/>
                </a:solidFill>
                <a:latin typeface="Constantia"/>
                <a:cs typeface="Constantia"/>
              </a:rPr>
              <a:t>movie</a:t>
            </a:r>
            <a:r>
              <a:rPr sz="2000" spc="-80" dirty="0">
                <a:solidFill>
                  <a:srgbClr val="252525"/>
                </a:solidFill>
                <a:latin typeface="Constantia"/>
                <a:cs typeface="Constantia"/>
              </a:rPr>
              <a:t> </a:t>
            </a:r>
            <a:r>
              <a:rPr sz="2000" dirty="0">
                <a:solidFill>
                  <a:srgbClr val="252525"/>
                </a:solidFill>
                <a:latin typeface="Constantia"/>
                <a:cs typeface="Constantia"/>
              </a:rPr>
              <a:t>is</a:t>
            </a:r>
            <a:r>
              <a:rPr sz="2000" spc="-114" dirty="0">
                <a:solidFill>
                  <a:srgbClr val="252525"/>
                </a:solidFill>
                <a:latin typeface="Constantia"/>
                <a:cs typeface="Constantia"/>
              </a:rPr>
              <a:t> </a:t>
            </a:r>
            <a:r>
              <a:rPr sz="2000" spc="-10" dirty="0">
                <a:solidFill>
                  <a:srgbClr val="252525"/>
                </a:solidFill>
                <a:latin typeface="Constantia"/>
                <a:cs typeface="Constantia"/>
              </a:rPr>
              <a:t>very</a:t>
            </a:r>
            <a:r>
              <a:rPr sz="2000" spc="-110" dirty="0">
                <a:solidFill>
                  <a:srgbClr val="252525"/>
                </a:solidFill>
                <a:latin typeface="Constantia"/>
                <a:cs typeface="Constantia"/>
              </a:rPr>
              <a:t> </a:t>
            </a:r>
            <a:r>
              <a:rPr sz="2000" dirty="0">
                <a:solidFill>
                  <a:srgbClr val="252525"/>
                </a:solidFill>
                <a:latin typeface="Constantia"/>
                <a:cs typeface="Constantia"/>
              </a:rPr>
              <a:t>scary</a:t>
            </a:r>
            <a:r>
              <a:rPr sz="2000" spc="-110" dirty="0">
                <a:solidFill>
                  <a:srgbClr val="252525"/>
                </a:solidFill>
                <a:latin typeface="Constantia"/>
                <a:cs typeface="Constantia"/>
              </a:rPr>
              <a:t> </a:t>
            </a:r>
            <a:r>
              <a:rPr sz="2000" dirty="0">
                <a:solidFill>
                  <a:srgbClr val="252525"/>
                </a:solidFill>
                <a:latin typeface="Constantia"/>
                <a:cs typeface="Constantia"/>
              </a:rPr>
              <a:t>and</a:t>
            </a:r>
            <a:r>
              <a:rPr sz="2000" spc="-20" dirty="0">
                <a:solidFill>
                  <a:srgbClr val="252525"/>
                </a:solidFill>
                <a:latin typeface="Constantia"/>
                <a:cs typeface="Constantia"/>
              </a:rPr>
              <a:t> long</a:t>
            </a:r>
            <a:endParaRPr sz="2000">
              <a:latin typeface="Constantia"/>
              <a:cs typeface="Constantia"/>
            </a:endParaRPr>
          </a:p>
          <a:p>
            <a:pPr marL="320040" indent="-227965">
              <a:lnSpc>
                <a:spcPct val="100000"/>
              </a:lnSpc>
              <a:spcBef>
                <a:spcPts val="600"/>
              </a:spcBef>
              <a:buClr>
                <a:srgbClr val="006F57"/>
              </a:buClr>
              <a:buSzPct val="75000"/>
              <a:buFont typeface="Wingdings"/>
              <a:buChar char=""/>
              <a:tabLst>
                <a:tab pos="320040" algn="l"/>
              </a:tabLst>
            </a:pPr>
            <a:r>
              <a:rPr sz="2000" b="1" dirty="0">
                <a:solidFill>
                  <a:srgbClr val="C00000"/>
                </a:solidFill>
                <a:latin typeface="Constantia"/>
                <a:cs typeface="Constantia"/>
              </a:rPr>
              <a:t>Review</a:t>
            </a:r>
            <a:r>
              <a:rPr sz="2000" b="1" spc="-80" dirty="0">
                <a:solidFill>
                  <a:srgbClr val="C00000"/>
                </a:solidFill>
                <a:latin typeface="Constantia"/>
                <a:cs typeface="Constantia"/>
              </a:rPr>
              <a:t> </a:t>
            </a:r>
            <a:r>
              <a:rPr sz="2000" b="1" dirty="0">
                <a:solidFill>
                  <a:srgbClr val="C00000"/>
                </a:solidFill>
                <a:latin typeface="Constantia"/>
                <a:cs typeface="Constantia"/>
              </a:rPr>
              <a:t>2:</a:t>
            </a:r>
            <a:r>
              <a:rPr sz="2000" b="1" spc="-15" dirty="0">
                <a:solidFill>
                  <a:srgbClr val="C00000"/>
                </a:solidFill>
                <a:latin typeface="Constantia"/>
                <a:cs typeface="Constantia"/>
              </a:rPr>
              <a:t> </a:t>
            </a:r>
            <a:r>
              <a:rPr sz="2000" dirty="0">
                <a:solidFill>
                  <a:srgbClr val="252525"/>
                </a:solidFill>
                <a:latin typeface="Constantia"/>
                <a:cs typeface="Constantia"/>
              </a:rPr>
              <a:t>This</a:t>
            </a:r>
            <a:r>
              <a:rPr sz="2000" spc="-65" dirty="0">
                <a:solidFill>
                  <a:srgbClr val="252525"/>
                </a:solidFill>
                <a:latin typeface="Constantia"/>
                <a:cs typeface="Constantia"/>
              </a:rPr>
              <a:t> </a:t>
            </a:r>
            <a:r>
              <a:rPr sz="2000" dirty="0">
                <a:solidFill>
                  <a:srgbClr val="252525"/>
                </a:solidFill>
                <a:latin typeface="Constantia"/>
                <a:cs typeface="Constantia"/>
              </a:rPr>
              <a:t>movie</a:t>
            </a:r>
            <a:r>
              <a:rPr sz="2000" spc="-85" dirty="0">
                <a:solidFill>
                  <a:srgbClr val="252525"/>
                </a:solidFill>
                <a:latin typeface="Constantia"/>
                <a:cs typeface="Constantia"/>
              </a:rPr>
              <a:t> </a:t>
            </a:r>
            <a:r>
              <a:rPr sz="2000" dirty="0">
                <a:solidFill>
                  <a:srgbClr val="252525"/>
                </a:solidFill>
                <a:latin typeface="Constantia"/>
                <a:cs typeface="Constantia"/>
              </a:rPr>
              <a:t>is</a:t>
            </a:r>
            <a:r>
              <a:rPr sz="2000" spc="-60" dirty="0">
                <a:solidFill>
                  <a:srgbClr val="252525"/>
                </a:solidFill>
                <a:latin typeface="Constantia"/>
                <a:cs typeface="Constantia"/>
              </a:rPr>
              <a:t> </a:t>
            </a:r>
            <a:r>
              <a:rPr sz="2000" dirty="0">
                <a:solidFill>
                  <a:srgbClr val="252525"/>
                </a:solidFill>
                <a:latin typeface="Constantia"/>
                <a:cs typeface="Constantia"/>
              </a:rPr>
              <a:t>not</a:t>
            </a:r>
            <a:r>
              <a:rPr sz="2000" spc="-90" dirty="0">
                <a:solidFill>
                  <a:srgbClr val="252525"/>
                </a:solidFill>
                <a:latin typeface="Constantia"/>
                <a:cs typeface="Constantia"/>
              </a:rPr>
              <a:t> </a:t>
            </a:r>
            <a:r>
              <a:rPr sz="2000" dirty="0">
                <a:solidFill>
                  <a:srgbClr val="252525"/>
                </a:solidFill>
                <a:latin typeface="Constantia"/>
                <a:cs typeface="Constantia"/>
              </a:rPr>
              <a:t>long</a:t>
            </a:r>
            <a:r>
              <a:rPr sz="2000" spc="-80" dirty="0">
                <a:solidFill>
                  <a:srgbClr val="252525"/>
                </a:solidFill>
                <a:latin typeface="Constantia"/>
                <a:cs typeface="Constantia"/>
              </a:rPr>
              <a:t> </a:t>
            </a:r>
            <a:r>
              <a:rPr sz="2000" dirty="0">
                <a:solidFill>
                  <a:srgbClr val="252525"/>
                </a:solidFill>
                <a:latin typeface="Constantia"/>
                <a:cs typeface="Constantia"/>
              </a:rPr>
              <a:t>and</a:t>
            </a:r>
            <a:r>
              <a:rPr sz="2000" spc="-25" dirty="0">
                <a:solidFill>
                  <a:srgbClr val="252525"/>
                </a:solidFill>
                <a:latin typeface="Constantia"/>
                <a:cs typeface="Constantia"/>
              </a:rPr>
              <a:t> </a:t>
            </a:r>
            <a:r>
              <a:rPr sz="2000" dirty="0">
                <a:solidFill>
                  <a:srgbClr val="252525"/>
                </a:solidFill>
                <a:latin typeface="Constantia"/>
                <a:cs typeface="Constantia"/>
              </a:rPr>
              <a:t>is</a:t>
            </a:r>
            <a:r>
              <a:rPr sz="2000" spc="-95" dirty="0">
                <a:solidFill>
                  <a:srgbClr val="252525"/>
                </a:solidFill>
                <a:latin typeface="Constantia"/>
                <a:cs typeface="Constantia"/>
              </a:rPr>
              <a:t> </a:t>
            </a:r>
            <a:r>
              <a:rPr sz="2000" spc="-20" dirty="0">
                <a:solidFill>
                  <a:srgbClr val="252525"/>
                </a:solidFill>
                <a:latin typeface="Constantia"/>
                <a:cs typeface="Constantia"/>
              </a:rPr>
              <a:t>slow</a:t>
            </a:r>
            <a:endParaRPr sz="2000">
              <a:latin typeface="Constantia"/>
              <a:cs typeface="Constantia"/>
            </a:endParaRPr>
          </a:p>
          <a:p>
            <a:pPr marL="320040" indent="-227965">
              <a:lnSpc>
                <a:spcPct val="100000"/>
              </a:lnSpc>
              <a:spcBef>
                <a:spcPts val="600"/>
              </a:spcBef>
              <a:buClr>
                <a:srgbClr val="006F57"/>
              </a:buClr>
              <a:buSzPct val="75000"/>
              <a:buFont typeface="Wingdings"/>
              <a:buChar char=""/>
              <a:tabLst>
                <a:tab pos="320040" algn="l"/>
              </a:tabLst>
            </a:pPr>
            <a:r>
              <a:rPr sz="2000" b="1" dirty="0">
                <a:solidFill>
                  <a:srgbClr val="C00000"/>
                </a:solidFill>
                <a:latin typeface="Constantia"/>
                <a:cs typeface="Constantia"/>
              </a:rPr>
              <a:t>Review</a:t>
            </a:r>
            <a:r>
              <a:rPr sz="2000" b="1" spc="-95" dirty="0">
                <a:solidFill>
                  <a:srgbClr val="C00000"/>
                </a:solidFill>
                <a:latin typeface="Constantia"/>
                <a:cs typeface="Constantia"/>
              </a:rPr>
              <a:t> </a:t>
            </a:r>
            <a:r>
              <a:rPr sz="2000" b="1" dirty="0">
                <a:solidFill>
                  <a:srgbClr val="C00000"/>
                </a:solidFill>
                <a:latin typeface="Constantia"/>
                <a:cs typeface="Constantia"/>
              </a:rPr>
              <a:t>3:</a:t>
            </a:r>
            <a:r>
              <a:rPr sz="2000" b="1" spc="-35" dirty="0">
                <a:solidFill>
                  <a:srgbClr val="C00000"/>
                </a:solidFill>
                <a:latin typeface="Constantia"/>
                <a:cs typeface="Constantia"/>
              </a:rPr>
              <a:t> </a:t>
            </a:r>
            <a:r>
              <a:rPr sz="2000" dirty="0">
                <a:solidFill>
                  <a:srgbClr val="252525"/>
                </a:solidFill>
                <a:latin typeface="Constantia"/>
                <a:cs typeface="Constantia"/>
              </a:rPr>
              <a:t>This</a:t>
            </a:r>
            <a:r>
              <a:rPr sz="2000" spc="-80" dirty="0">
                <a:solidFill>
                  <a:srgbClr val="252525"/>
                </a:solidFill>
                <a:latin typeface="Constantia"/>
                <a:cs typeface="Constantia"/>
              </a:rPr>
              <a:t> </a:t>
            </a:r>
            <a:r>
              <a:rPr sz="2000" dirty="0">
                <a:solidFill>
                  <a:srgbClr val="252525"/>
                </a:solidFill>
                <a:latin typeface="Constantia"/>
                <a:cs typeface="Constantia"/>
              </a:rPr>
              <a:t>movie</a:t>
            </a:r>
            <a:r>
              <a:rPr sz="2000" spc="-100" dirty="0">
                <a:solidFill>
                  <a:srgbClr val="252525"/>
                </a:solidFill>
                <a:latin typeface="Constantia"/>
                <a:cs typeface="Constantia"/>
              </a:rPr>
              <a:t> </a:t>
            </a:r>
            <a:r>
              <a:rPr sz="2000" dirty="0">
                <a:solidFill>
                  <a:srgbClr val="252525"/>
                </a:solidFill>
                <a:latin typeface="Constantia"/>
                <a:cs typeface="Constantia"/>
              </a:rPr>
              <a:t>is</a:t>
            </a:r>
            <a:r>
              <a:rPr sz="2000" spc="-120" dirty="0">
                <a:solidFill>
                  <a:srgbClr val="252525"/>
                </a:solidFill>
                <a:latin typeface="Constantia"/>
                <a:cs typeface="Constantia"/>
              </a:rPr>
              <a:t> </a:t>
            </a:r>
            <a:r>
              <a:rPr sz="2000" spc="-25" dirty="0">
                <a:solidFill>
                  <a:srgbClr val="252525"/>
                </a:solidFill>
                <a:latin typeface="Constantia"/>
                <a:cs typeface="Constantia"/>
              </a:rPr>
              <a:t>spooky,</a:t>
            </a:r>
            <a:r>
              <a:rPr sz="2000" spc="-80" dirty="0">
                <a:solidFill>
                  <a:srgbClr val="252525"/>
                </a:solidFill>
                <a:latin typeface="Constantia"/>
                <a:cs typeface="Constantia"/>
              </a:rPr>
              <a:t> </a:t>
            </a:r>
            <a:r>
              <a:rPr sz="2000" dirty="0">
                <a:solidFill>
                  <a:srgbClr val="252525"/>
                </a:solidFill>
                <a:latin typeface="Constantia"/>
                <a:cs typeface="Constantia"/>
              </a:rPr>
              <a:t>good,</a:t>
            </a:r>
            <a:r>
              <a:rPr sz="2000" spc="-45" dirty="0">
                <a:solidFill>
                  <a:srgbClr val="252525"/>
                </a:solidFill>
                <a:latin typeface="Constantia"/>
                <a:cs typeface="Constantia"/>
              </a:rPr>
              <a:t> </a:t>
            </a:r>
            <a:r>
              <a:rPr sz="2000" spc="-10" dirty="0">
                <a:solidFill>
                  <a:srgbClr val="252525"/>
                </a:solidFill>
                <a:latin typeface="Constantia"/>
                <a:cs typeface="Constantia"/>
              </a:rPr>
              <a:t>long.</a:t>
            </a:r>
            <a:endParaRPr sz="2000">
              <a:latin typeface="Constantia"/>
              <a:cs typeface="Constantia"/>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7" name="object 7"/>
          <p:cNvSpPr txBox="1"/>
          <p:nvPr/>
        </p:nvSpPr>
        <p:spPr>
          <a:xfrm>
            <a:off x="2964179" y="5105400"/>
            <a:ext cx="4960620" cy="1170940"/>
          </a:xfrm>
          <a:prstGeom prst="rect">
            <a:avLst/>
          </a:prstGeom>
          <a:solidFill>
            <a:srgbClr val="F1F1F1"/>
          </a:solidFill>
        </p:spPr>
        <p:txBody>
          <a:bodyPr vert="horz" wrap="square" lIns="0" tIns="31115" rIns="0" bIns="0" rtlCol="0">
            <a:spAutoFit/>
          </a:bodyPr>
          <a:lstStyle/>
          <a:p>
            <a:pPr marL="320040" indent="-227965">
              <a:lnSpc>
                <a:spcPct val="100000"/>
              </a:lnSpc>
              <a:spcBef>
                <a:spcPts val="245"/>
              </a:spcBef>
              <a:buClr>
                <a:srgbClr val="006F57"/>
              </a:buClr>
              <a:buSzPct val="75000"/>
              <a:buFont typeface="Wingdings"/>
              <a:buChar char=""/>
              <a:tabLst>
                <a:tab pos="320040" algn="l"/>
              </a:tabLst>
            </a:pPr>
            <a:r>
              <a:rPr sz="2000" b="1" spc="-40" dirty="0">
                <a:solidFill>
                  <a:srgbClr val="C00000"/>
                </a:solidFill>
                <a:latin typeface="Constantia"/>
                <a:cs typeface="Constantia"/>
              </a:rPr>
              <a:t>Vector</a:t>
            </a:r>
            <a:r>
              <a:rPr sz="2000" b="1" spc="-140" dirty="0">
                <a:solidFill>
                  <a:srgbClr val="C00000"/>
                </a:solidFill>
                <a:latin typeface="Constantia"/>
                <a:cs typeface="Constantia"/>
              </a:rPr>
              <a:t> </a:t>
            </a:r>
            <a:r>
              <a:rPr sz="2000" b="1" dirty="0">
                <a:solidFill>
                  <a:srgbClr val="C00000"/>
                </a:solidFill>
                <a:latin typeface="Constantia"/>
                <a:cs typeface="Constantia"/>
              </a:rPr>
              <a:t>of</a:t>
            </a:r>
            <a:r>
              <a:rPr sz="2000" b="1" spc="40" dirty="0">
                <a:solidFill>
                  <a:srgbClr val="C00000"/>
                </a:solidFill>
                <a:latin typeface="Constantia"/>
                <a:cs typeface="Constantia"/>
              </a:rPr>
              <a:t> </a:t>
            </a:r>
            <a:r>
              <a:rPr sz="2000" b="1" dirty="0">
                <a:solidFill>
                  <a:srgbClr val="C00000"/>
                </a:solidFill>
                <a:latin typeface="Constantia"/>
                <a:cs typeface="Constantia"/>
              </a:rPr>
              <a:t>Review</a:t>
            </a:r>
            <a:r>
              <a:rPr sz="2000" b="1" spc="-70" dirty="0">
                <a:solidFill>
                  <a:srgbClr val="C00000"/>
                </a:solidFill>
                <a:latin typeface="Constantia"/>
                <a:cs typeface="Constantia"/>
              </a:rPr>
              <a:t> </a:t>
            </a:r>
            <a:r>
              <a:rPr sz="2000" b="1" dirty="0">
                <a:solidFill>
                  <a:srgbClr val="C00000"/>
                </a:solidFill>
                <a:latin typeface="Constantia"/>
                <a:cs typeface="Constantia"/>
              </a:rPr>
              <a:t>1:</a:t>
            </a:r>
            <a:r>
              <a:rPr sz="2000" b="1" spc="-15" dirty="0">
                <a:solidFill>
                  <a:srgbClr val="C00000"/>
                </a:solidFill>
                <a:latin typeface="Constantia"/>
                <a:cs typeface="Constantia"/>
              </a:rPr>
              <a:t> </a:t>
            </a:r>
            <a:r>
              <a:rPr sz="2000" dirty="0">
                <a:solidFill>
                  <a:srgbClr val="252525"/>
                </a:solidFill>
                <a:latin typeface="Constantia"/>
                <a:cs typeface="Constantia"/>
              </a:rPr>
              <a:t>[1</a:t>
            </a:r>
            <a:r>
              <a:rPr sz="2000" spc="-15" dirty="0">
                <a:solidFill>
                  <a:srgbClr val="252525"/>
                </a:solidFill>
                <a:latin typeface="Constantia"/>
                <a:cs typeface="Constantia"/>
              </a:rPr>
              <a:t> </a:t>
            </a:r>
            <a:r>
              <a:rPr sz="2000" dirty="0">
                <a:solidFill>
                  <a:srgbClr val="252525"/>
                </a:solidFill>
                <a:latin typeface="Constantia"/>
                <a:cs typeface="Constantia"/>
              </a:rPr>
              <a:t>1</a:t>
            </a:r>
            <a:r>
              <a:rPr sz="2000" spc="-5" dirty="0">
                <a:solidFill>
                  <a:srgbClr val="252525"/>
                </a:solidFill>
                <a:latin typeface="Constantia"/>
                <a:cs typeface="Constantia"/>
              </a:rPr>
              <a:t> </a:t>
            </a:r>
            <a:r>
              <a:rPr sz="2000" dirty="0">
                <a:solidFill>
                  <a:srgbClr val="252525"/>
                </a:solidFill>
                <a:latin typeface="Constantia"/>
                <a:cs typeface="Constantia"/>
              </a:rPr>
              <a:t>1</a:t>
            </a:r>
            <a:r>
              <a:rPr sz="2000" spc="-5" dirty="0">
                <a:solidFill>
                  <a:srgbClr val="252525"/>
                </a:solidFill>
                <a:latin typeface="Constantia"/>
                <a:cs typeface="Constantia"/>
              </a:rPr>
              <a:t> </a:t>
            </a:r>
            <a:r>
              <a:rPr sz="2000" dirty="0">
                <a:solidFill>
                  <a:srgbClr val="252525"/>
                </a:solidFill>
                <a:latin typeface="Constantia"/>
                <a:cs typeface="Constantia"/>
              </a:rPr>
              <a:t>1</a:t>
            </a:r>
            <a:r>
              <a:rPr sz="2000" spc="-20" dirty="0">
                <a:solidFill>
                  <a:srgbClr val="252525"/>
                </a:solidFill>
                <a:latin typeface="Constantia"/>
                <a:cs typeface="Constantia"/>
              </a:rPr>
              <a:t> </a:t>
            </a:r>
            <a:r>
              <a:rPr sz="2000" dirty="0">
                <a:solidFill>
                  <a:srgbClr val="252525"/>
                </a:solidFill>
                <a:latin typeface="Constantia"/>
                <a:cs typeface="Constantia"/>
              </a:rPr>
              <a:t>1</a:t>
            </a:r>
            <a:r>
              <a:rPr sz="2000" spc="-5" dirty="0">
                <a:solidFill>
                  <a:srgbClr val="252525"/>
                </a:solidFill>
                <a:latin typeface="Constantia"/>
                <a:cs typeface="Constantia"/>
              </a:rPr>
              <a:t> </a:t>
            </a:r>
            <a:r>
              <a:rPr sz="2000" dirty="0">
                <a:solidFill>
                  <a:srgbClr val="252525"/>
                </a:solidFill>
                <a:latin typeface="Constantia"/>
                <a:cs typeface="Constantia"/>
              </a:rPr>
              <a:t>1</a:t>
            </a:r>
            <a:r>
              <a:rPr sz="2000" spc="-5" dirty="0">
                <a:solidFill>
                  <a:srgbClr val="252525"/>
                </a:solidFill>
                <a:latin typeface="Constantia"/>
                <a:cs typeface="Constantia"/>
              </a:rPr>
              <a:t> </a:t>
            </a:r>
            <a:r>
              <a:rPr sz="2000" dirty="0">
                <a:solidFill>
                  <a:srgbClr val="252525"/>
                </a:solidFill>
                <a:latin typeface="Constantia"/>
                <a:cs typeface="Constantia"/>
              </a:rPr>
              <a:t>1</a:t>
            </a:r>
            <a:r>
              <a:rPr sz="2000" spc="-10"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spc="-25" dirty="0">
                <a:solidFill>
                  <a:srgbClr val="252525"/>
                </a:solidFill>
                <a:latin typeface="Constantia"/>
                <a:cs typeface="Constantia"/>
              </a:rPr>
              <a:t>0]</a:t>
            </a:r>
            <a:endParaRPr sz="2000" dirty="0">
              <a:latin typeface="Constantia"/>
              <a:cs typeface="Constantia"/>
            </a:endParaRPr>
          </a:p>
          <a:p>
            <a:pPr marL="320040" indent="-227965">
              <a:lnSpc>
                <a:spcPct val="100000"/>
              </a:lnSpc>
              <a:spcBef>
                <a:spcPts val="600"/>
              </a:spcBef>
              <a:buClr>
                <a:srgbClr val="006F57"/>
              </a:buClr>
              <a:buSzPct val="75000"/>
              <a:buFont typeface="Wingdings"/>
              <a:buChar char=""/>
              <a:tabLst>
                <a:tab pos="320040" algn="l"/>
              </a:tabLst>
            </a:pPr>
            <a:r>
              <a:rPr sz="2000" b="1" spc="-40" dirty="0">
                <a:solidFill>
                  <a:srgbClr val="C00000"/>
                </a:solidFill>
                <a:latin typeface="Constantia"/>
                <a:cs typeface="Constantia"/>
              </a:rPr>
              <a:t>Vector</a:t>
            </a:r>
            <a:r>
              <a:rPr sz="2000" b="1" spc="-140" dirty="0">
                <a:solidFill>
                  <a:srgbClr val="C00000"/>
                </a:solidFill>
                <a:latin typeface="Constantia"/>
                <a:cs typeface="Constantia"/>
              </a:rPr>
              <a:t> </a:t>
            </a:r>
            <a:r>
              <a:rPr sz="2000" b="1" dirty="0">
                <a:solidFill>
                  <a:srgbClr val="C00000"/>
                </a:solidFill>
                <a:latin typeface="Constantia"/>
                <a:cs typeface="Constantia"/>
              </a:rPr>
              <a:t>of</a:t>
            </a:r>
            <a:r>
              <a:rPr sz="2000" b="1" spc="35" dirty="0">
                <a:solidFill>
                  <a:srgbClr val="C00000"/>
                </a:solidFill>
                <a:latin typeface="Constantia"/>
                <a:cs typeface="Constantia"/>
              </a:rPr>
              <a:t> </a:t>
            </a:r>
            <a:r>
              <a:rPr sz="2000" b="1" dirty="0">
                <a:solidFill>
                  <a:srgbClr val="C00000"/>
                </a:solidFill>
                <a:latin typeface="Constantia"/>
                <a:cs typeface="Constantia"/>
              </a:rPr>
              <a:t>Review</a:t>
            </a:r>
            <a:r>
              <a:rPr sz="2000" b="1" spc="-70" dirty="0">
                <a:solidFill>
                  <a:srgbClr val="C00000"/>
                </a:solidFill>
                <a:latin typeface="Constantia"/>
                <a:cs typeface="Constantia"/>
              </a:rPr>
              <a:t> </a:t>
            </a:r>
            <a:r>
              <a:rPr sz="2000" b="1" dirty="0">
                <a:solidFill>
                  <a:srgbClr val="C00000"/>
                </a:solidFill>
                <a:latin typeface="Constantia"/>
                <a:cs typeface="Constantia"/>
              </a:rPr>
              <a:t>2:</a:t>
            </a:r>
            <a:r>
              <a:rPr sz="2000" b="1" spc="-5" dirty="0">
                <a:solidFill>
                  <a:srgbClr val="C00000"/>
                </a:solidFill>
                <a:latin typeface="Constantia"/>
                <a:cs typeface="Constantia"/>
              </a:rPr>
              <a:t> </a:t>
            </a:r>
            <a:r>
              <a:rPr sz="2000" dirty="0">
                <a:solidFill>
                  <a:srgbClr val="252525"/>
                </a:solidFill>
                <a:latin typeface="Constantia"/>
                <a:cs typeface="Constantia"/>
              </a:rPr>
              <a:t>[1</a:t>
            </a:r>
            <a:r>
              <a:rPr sz="2000" spc="-15" dirty="0">
                <a:solidFill>
                  <a:srgbClr val="252525"/>
                </a:solidFill>
                <a:latin typeface="Constantia"/>
                <a:cs typeface="Constantia"/>
              </a:rPr>
              <a:t> </a:t>
            </a:r>
            <a:r>
              <a:rPr sz="2000" dirty="0">
                <a:solidFill>
                  <a:srgbClr val="252525"/>
                </a:solidFill>
                <a:latin typeface="Constantia"/>
                <a:cs typeface="Constantia"/>
              </a:rPr>
              <a:t>1</a:t>
            </a:r>
            <a:r>
              <a:rPr sz="2000" spc="-10" dirty="0">
                <a:solidFill>
                  <a:srgbClr val="252525"/>
                </a:solidFill>
                <a:latin typeface="Constantia"/>
                <a:cs typeface="Constantia"/>
              </a:rPr>
              <a:t> </a:t>
            </a:r>
            <a:r>
              <a:rPr sz="2000" dirty="0">
                <a:solidFill>
                  <a:srgbClr val="252525"/>
                </a:solidFill>
                <a:latin typeface="Constantia"/>
                <a:cs typeface="Constantia"/>
              </a:rPr>
              <a:t>2 0</a:t>
            </a:r>
            <a:r>
              <a:rPr sz="2000" spc="-15"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dirty="0">
                <a:solidFill>
                  <a:srgbClr val="252525"/>
                </a:solidFill>
                <a:latin typeface="Constantia"/>
                <a:cs typeface="Constantia"/>
              </a:rPr>
              <a:t>1</a:t>
            </a:r>
            <a:r>
              <a:rPr sz="2000" spc="-10" dirty="0">
                <a:solidFill>
                  <a:srgbClr val="252525"/>
                </a:solidFill>
                <a:latin typeface="Constantia"/>
                <a:cs typeface="Constantia"/>
              </a:rPr>
              <a:t> </a:t>
            </a:r>
            <a:r>
              <a:rPr sz="2000" dirty="0">
                <a:solidFill>
                  <a:srgbClr val="252525"/>
                </a:solidFill>
                <a:latin typeface="Constantia"/>
                <a:cs typeface="Constantia"/>
              </a:rPr>
              <a:t>1</a:t>
            </a:r>
            <a:r>
              <a:rPr sz="2000" spc="-5"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dirty="0">
                <a:solidFill>
                  <a:srgbClr val="252525"/>
                </a:solidFill>
                <a:latin typeface="Constantia"/>
                <a:cs typeface="Constantia"/>
              </a:rPr>
              <a:t>1</a:t>
            </a:r>
            <a:r>
              <a:rPr sz="2000" spc="-10"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spc="-25" dirty="0">
                <a:solidFill>
                  <a:srgbClr val="252525"/>
                </a:solidFill>
                <a:latin typeface="Constantia"/>
                <a:cs typeface="Constantia"/>
              </a:rPr>
              <a:t>0]</a:t>
            </a:r>
            <a:endParaRPr sz="2000" dirty="0">
              <a:latin typeface="Constantia"/>
              <a:cs typeface="Constantia"/>
            </a:endParaRPr>
          </a:p>
          <a:p>
            <a:pPr marL="320040" indent="-227965">
              <a:lnSpc>
                <a:spcPct val="100000"/>
              </a:lnSpc>
              <a:spcBef>
                <a:spcPts val="600"/>
              </a:spcBef>
              <a:buClr>
                <a:srgbClr val="006F57"/>
              </a:buClr>
              <a:buSzPct val="75000"/>
              <a:buFont typeface="Wingdings"/>
              <a:buChar char=""/>
              <a:tabLst>
                <a:tab pos="320040" algn="l"/>
              </a:tabLst>
            </a:pPr>
            <a:r>
              <a:rPr sz="2000" b="1" spc="-40" dirty="0">
                <a:solidFill>
                  <a:srgbClr val="C00000"/>
                </a:solidFill>
                <a:latin typeface="Constantia"/>
                <a:cs typeface="Constantia"/>
              </a:rPr>
              <a:t>Vector</a:t>
            </a:r>
            <a:r>
              <a:rPr sz="2000" b="1" spc="-140" dirty="0">
                <a:solidFill>
                  <a:srgbClr val="C00000"/>
                </a:solidFill>
                <a:latin typeface="Constantia"/>
                <a:cs typeface="Constantia"/>
              </a:rPr>
              <a:t> </a:t>
            </a:r>
            <a:r>
              <a:rPr sz="2000" b="1" dirty="0">
                <a:solidFill>
                  <a:srgbClr val="C00000"/>
                </a:solidFill>
                <a:latin typeface="Constantia"/>
                <a:cs typeface="Constantia"/>
              </a:rPr>
              <a:t>of</a:t>
            </a:r>
            <a:r>
              <a:rPr sz="2000" b="1" spc="40" dirty="0">
                <a:solidFill>
                  <a:srgbClr val="C00000"/>
                </a:solidFill>
                <a:latin typeface="Constantia"/>
                <a:cs typeface="Constantia"/>
              </a:rPr>
              <a:t> </a:t>
            </a:r>
            <a:r>
              <a:rPr sz="2000" b="1" dirty="0">
                <a:solidFill>
                  <a:srgbClr val="C00000"/>
                </a:solidFill>
                <a:latin typeface="Constantia"/>
                <a:cs typeface="Constantia"/>
              </a:rPr>
              <a:t>Review</a:t>
            </a:r>
            <a:r>
              <a:rPr sz="2000" b="1" spc="-70" dirty="0">
                <a:solidFill>
                  <a:srgbClr val="C00000"/>
                </a:solidFill>
                <a:latin typeface="Constantia"/>
                <a:cs typeface="Constantia"/>
              </a:rPr>
              <a:t> </a:t>
            </a:r>
            <a:r>
              <a:rPr sz="2000" b="1" dirty="0">
                <a:solidFill>
                  <a:srgbClr val="C00000"/>
                </a:solidFill>
                <a:latin typeface="Constantia"/>
                <a:cs typeface="Constantia"/>
              </a:rPr>
              <a:t>3:</a:t>
            </a:r>
            <a:r>
              <a:rPr sz="2000" b="1" spc="-5" dirty="0">
                <a:solidFill>
                  <a:srgbClr val="C00000"/>
                </a:solidFill>
                <a:latin typeface="Constantia"/>
                <a:cs typeface="Constantia"/>
              </a:rPr>
              <a:t> </a:t>
            </a:r>
            <a:r>
              <a:rPr sz="2000" dirty="0">
                <a:solidFill>
                  <a:srgbClr val="252525"/>
                </a:solidFill>
                <a:latin typeface="Constantia"/>
                <a:cs typeface="Constantia"/>
              </a:rPr>
              <a:t>[1</a:t>
            </a:r>
            <a:r>
              <a:rPr sz="2000" spc="-15" dirty="0">
                <a:solidFill>
                  <a:srgbClr val="252525"/>
                </a:solidFill>
                <a:latin typeface="Constantia"/>
                <a:cs typeface="Constantia"/>
              </a:rPr>
              <a:t> </a:t>
            </a:r>
            <a:r>
              <a:rPr sz="2000" dirty="0">
                <a:solidFill>
                  <a:srgbClr val="252525"/>
                </a:solidFill>
                <a:latin typeface="Constantia"/>
                <a:cs typeface="Constantia"/>
              </a:rPr>
              <a:t>1</a:t>
            </a:r>
            <a:r>
              <a:rPr sz="2000" spc="-20" dirty="0">
                <a:solidFill>
                  <a:srgbClr val="252525"/>
                </a:solidFill>
                <a:latin typeface="Constantia"/>
                <a:cs typeface="Constantia"/>
              </a:rPr>
              <a:t> </a:t>
            </a:r>
            <a:r>
              <a:rPr sz="2000" dirty="0">
                <a:solidFill>
                  <a:srgbClr val="252525"/>
                </a:solidFill>
                <a:latin typeface="Constantia"/>
                <a:cs typeface="Constantia"/>
              </a:rPr>
              <a:t>1</a:t>
            </a:r>
            <a:r>
              <a:rPr sz="2000" spc="-5"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dirty="0">
                <a:solidFill>
                  <a:srgbClr val="252525"/>
                </a:solidFill>
                <a:latin typeface="Constantia"/>
                <a:cs typeface="Constantia"/>
              </a:rPr>
              <a:t>0</a:t>
            </a:r>
            <a:r>
              <a:rPr sz="2000" spc="-5"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dirty="0">
                <a:solidFill>
                  <a:srgbClr val="252525"/>
                </a:solidFill>
                <a:latin typeface="Constantia"/>
                <a:cs typeface="Constantia"/>
              </a:rPr>
              <a:t>1 0</a:t>
            </a:r>
            <a:r>
              <a:rPr sz="2000" spc="-15" dirty="0">
                <a:solidFill>
                  <a:srgbClr val="252525"/>
                </a:solidFill>
                <a:latin typeface="Constantia"/>
                <a:cs typeface="Constantia"/>
              </a:rPr>
              <a:t> </a:t>
            </a:r>
            <a:r>
              <a:rPr sz="2000" dirty="0">
                <a:solidFill>
                  <a:srgbClr val="252525"/>
                </a:solidFill>
                <a:latin typeface="Constantia"/>
                <a:cs typeface="Constantia"/>
              </a:rPr>
              <a:t>0</a:t>
            </a:r>
            <a:r>
              <a:rPr sz="2000" spc="-10" dirty="0">
                <a:solidFill>
                  <a:srgbClr val="252525"/>
                </a:solidFill>
                <a:latin typeface="Constantia"/>
                <a:cs typeface="Constantia"/>
              </a:rPr>
              <a:t> </a:t>
            </a:r>
            <a:r>
              <a:rPr sz="2000" dirty="0">
                <a:solidFill>
                  <a:srgbClr val="252525"/>
                </a:solidFill>
                <a:latin typeface="Constantia"/>
                <a:cs typeface="Constantia"/>
              </a:rPr>
              <a:t>1</a:t>
            </a:r>
            <a:r>
              <a:rPr sz="2000" spc="-5" dirty="0">
                <a:solidFill>
                  <a:srgbClr val="252525"/>
                </a:solidFill>
                <a:latin typeface="Constantia"/>
                <a:cs typeface="Constantia"/>
              </a:rPr>
              <a:t> </a:t>
            </a:r>
            <a:r>
              <a:rPr sz="2000" spc="-25" dirty="0">
                <a:solidFill>
                  <a:srgbClr val="252525"/>
                </a:solidFill>
                <a:latin typeface="Constantia"/>
                <a:cs typeface="Constantia"/>
              </a:rPr>
              <a:t>1]</a:t>
            </a:r>
            <a:endParaRPr sz="2000" dirty="0">
              <a:latin typeface="Constantia"/>
              <a:cs typeface="Constantia"/>
            </a:endParaRPr>
          </a:p>
        </p:txBody>
      </p:sp>
      <p:pic>
        <p:nvPicPr>
          <p:cNvPr id="10" name="Picture 9">
            <a:extLst>
              <a:ext uri="{FF2B5EF4-FFF2-40B4-BE49-F238E27FC236}">
                <a16:creationId xmlns:a16="http://schemas.microsoft.com/office/drawing/2014/main" id="{A48E74BC-C3DF-0AB6-CE35-5FA2064211BD}"/>
              </a:ext>
            </a:extLst>
          </p:cNvPr>
          <p:cNvPicPr>
            <a:picLocks noChangeAspect="1"/>
          </p:cNvPicPr>
          <p:nvPr/>
        </p:nvPicPr>
        <p:blipFill>
          <a:blip r:embed="rId2"/>
          <a:stretch>
            <a:fillRect/>
          </a:stretch>
        </p:blipFill>
        <p:spPr>
          <a:xfrm>
            <a:off x="514984" y="2185987"/>
            <a:ext cx="10658475" cy="24860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86511" y="164845"/>
            <a:ext cx="11905615" cy="6624955"/>
            <a:chOff x="286511" y="164845"/>
            <a:chExt cx="11905615" cy="6624955"/>
          </a:xfrm>
        </p:grpSpPr>
        <p:sp>
          <p:nvSpPr>
            <p:cNvPr id="3" name="object 3"/>
            <p:cNvSpPr/>
            <p:nvPr/>
          </p:nvSpPr>
          <p:spPr>
            <a:xfrm>
              <a:off x="11202161" y="177545"/>
              <a:ext cx="856615" cy="1600200"/>
            </a:xfrm>
            <a:custGeom>
              <a:avLst/>
              <a:gdLst/>
              <a:ahLst/>
              <a:cxnLst/>
              <a:rect l="l" t="t" r="r" b="b"/>
              <a:pathLst>
                <a:path w="856615" h="1600200">
                  <a:moveTo>
                    <a:pt x="0" y="1600200"/>
                  </a:moveTo>
                  <a:lnTo>
                    <a:pt x="856488" y="1600200"/>
                  </a:lnTo>
                  <a:lnTo>
                    <a:pt x="856488" y="0"/>
                  </a:lnTo>
                  <a:lnTo>
                    <a:pt x="0" y="0"/>
                  </a:lnTo>
                  <a:lnTo>
                    <a:pt x="0" y="1600200"/>
                  </a:lnTo>
                  <a:close/>
                </a:path>
              </a:pathLst>
            </a:custGeom>
            <a:ln w="25400">
              <a:solidFill>
                <a:srgbClr val="00503D"/>
              </a:solidFill>
            </a:ln>
          </p:spPr>
          <p:txBody>
            <a:bodyPr wrap="square" lIns="0" tIns="0" rIns="0" bIns="0" rtlCol="0"/>
            <a:lstStyle/>
            <a:p>
              <a:endParaRPr/>
            </a:p>
          </p:txBody>
        </p:sp>
        <p:sp>
          <p:nvSpPr>
            <p:cNvPr id="4" name="object 4"/>
            <p:cNvSpPr/>
            <p:nvPr/>
          </p:nvSpPr>
          <p:spPr>
            <a:xfrm>
              <a:off x="11042904" y="190499"/>
              <a:ext cx="121920" cy="800100"/>
            </a:xfrm>
            <a:custGeom>
              <a:avLst/>
              <a:gdLst/>
              <a:ahLst/>
              <a:cxnLst/>
              <a:rect l="l" t="t" r="r" b="b"/>
              <a:pathLst>
                <a:path w="121920" h="800100">
                  <a:moveTo>
                    <a:pt x="0" y="800100"/>
                  </a:moveTo>
                  <a:lnTo>
                    <a:pt x="121920" y="800100"/>
                  </a:lnTo>
                  <a:lnTo>
                    <a:pt x="121920" y="0"/>
                  </a:lnTo>
                  <a:lnTo>
                    <a:pt x="0" y="0"/>
                  </a:lnTo>
                  <a:lnTo>
                    <a:pt x="0" y="800100"/>
                  </a:lnTo>
                  <a:close/>
                </a:path>
              </a:pathLst>
            </a:custGeom>
            <a:solidFill>
              <a:srgbClr val="09789B"/>
            </a:solidFill>
          </p:spPr>
          <p:txBody>
            <a:bodyPr wrap="square" lIns="0" tIns="0" rIns="0" bIns="0" rtlCol="0"/>
            <a:lstStyle/>
            <a:p>
              <a:endParaRPr/>
            </a:p>
          </p:txBody>
        </p:sp>
        <p:sp>
          <p:nvSpPr>
            <p:cNvPr id="5" name="object 5"/>
            <p:cNvSpPr/>
            <p:nvPr/>
          </p:nvSpPr>
          <p:spPr>
            <a:xfrm>
              <a:off x="286511" y="990599"/>
              <a:ext cx="11905615" cy="5798820"/>
            </a:xfrm>
            <a:custGeom>
              <a:avLst/>
              <a:gdLst/>
              <a:ahLst/>
              <a:cxnLst/>
              <a:rect l="l" t="t" r="r" b="b"/>
              <a:pathLst>
                <a:path w="11905615" h="5798820">
                  <a:moveTo>
                    <a:pt x="11905488" y="0"/>
                  </a:moveTo>
                  <a:lnTo>
                    <a:pt x="0" y="0"/>
                  </a:lnTo>
                  <a:lnTo>
                    <a:pt x="0" y="5798820"/>
                  </a:lnTo>
                  <a:lnTo>
                    <a:pt x="11905488" y="5798820"/>
                  </a:lnTo>
                  <a:lnTo>
                    <a:pt x="11905488" y="0"/>
                  </a:lnTo>
                  <a:close/>
                </a:path>
              </a:pathLst>
            </a:custGeom>
            <a:solidFill>
              <a:srgbClr val="F1F1F1"/>
            </a:solidFill>
          </p:spPr>
          <p:txBody>
            <a:bodyPr wrap="square" lIns="0" tIns="0" rIns="0" bIns="0" rtlCol="0"/>
            <a:lstStyle/>
            <a:p>
              <a:endParaRPr/>
            </a:p>
          </p:txBody>
        </p:sp>
        <p:sp>
          <p:nvSpPr>
            <p:cNvPr id="6" name="object 6"/>
            <p:cNvSpPr/>
            <p:nvPr/>
          </p:nvSpPr>
          <p:spPr>
            <a:xfrm>
              <a:off x="606907" y="1046987"/>
              <a:ext cx="6703059" cy="4747260"/>
            </a:xfrm>
            <a:custGeom>
              <a:avLst/>
              <a:gdLst/>
              <a:ahLst/>
              <a:cxnLst/>
              <a:rect l="l" t="t" r="r" b="b"/>
              <a:pathLst>
                <a:path w="6703059" h="4747260">
                  <a:moveTo>
                    <a:pt x="795528" y="4450080"/>
                  </a:moveTo>
                  <a:lnTo>
                    <a:pt x="626364" y="4450080"/>
                  </a:lnTo>
                  <a:lnTo>
                    <a:pt x="550164" y="4450080"/>
                  </a:lnTo>
                  <a:lnTo>
                    <a:pt x="0" y="4450080"/>
                  </a:lnTo>
                  <a:lnTo>
                    <a:pt x="0" y="4747260"/>
                  </a:lnTo>
                  <a:lnTo>
                    <a:pt x="550164" y="4747260"/>
                  </a:lnTo>
                  <a:lnTo>
                    <a:pt x="626364" y="4747260"/>
                  </a:lnTo>
                  <a:lnTo>
                    <a:pt x="795528" y="4747260"/>
                  </a:lnTo>
                  <a:lnTo>
                    <a:pt x="795528" y="4450080"/>
                  </a:lnTo>
                  <a:close/>
                </a:path>
                <a:path w="6703059" h="4747260">
                  <a:moveTo>
                    <a:pt x="795528" y="1645920"/>
                  </a:moveTo>
                  <a:lnTo>
                    <a:pt x="626364" y="1645920"/>
                  </a:lnTo>
                  <a:lnTo>
                    <a:pt x="550164" y="1645920"/>
                  </a:lnTo>
                  <a:lnTo>
                    <a:pt x="0" y="1645920"/>
                  </a:lnTo>
                  <a:lnTo>
                    <a:pt x="0" y="1943100"/>
                  </a:lnTo>
                  <a:lnTo>
                    <a:pt x="550164" y="1943100"/>
                  </a:lnTo>
                  <a:lnTo>
                    <a:pt x="626364" y="1943100"/>
                  </a:lnTo>
                  <a:lnTo>
                    <a:pt x="795528" y="1943100"/>
                  </a:lnTo>
                  <a:lnTo>
                    <a:pt x="795528" y="1645920"/>
                  </a:lnTo>
                  <a:close/>
                </a:path>
                <a:path w="6703059" h="4747260">
                  <a:moveTo>
                    <a:pt x="795528" y="0"/>
                  </a:moveTo>
                  <a:lnTo>
                    <a:pt x="626364" y="0"/>
                  </a:lnTo>
                  <a:lnTo>
                    <a:pt x="550164" y="0"/>
                  </a:lnTo>
                  <a:lnTo>
                    <a:pt x="0" y="0"/>
                  </a:lnTo>
                  <a:lnTo>
                    <a:pt x="0" y="297180"/>
                  </a:lnTo>
                  <a:lnTo>
                    <a:pt x="550164" y="297180"/>
                  </a:lnTo>
                  <a:lnTo>
                    <a:pt x="626364" y="297180"/>
                  </a:lnTo>
                  <a:lnTo>
                    <a:pt x="795528" y="297180"/>
                  </a:lnTo>
                  <a:lnTo>
                    <a:pt x="795528" y="0"/>
                  </a:lnTo>
                  <a:close/>
                </a:path>
                <a:path w="6703059" h="4747260">
                  <a:moveTo>
                    <a:pt x="5271528" y="0"/>
                  </a:moveTo>
                  <a:lnTo>
                    <a:pt x="5271528" y="0"/>
                  </a:lnTo>
                  <a:lnTo>
                    <a:pt x="795553" y="0"/>
                  </a:lnTo>
                  <a:lnTo>
                    <a:pt x="795553" y="297180"/>
                  </a:lnTo>
                  <a:lnTo>
                    <a:pt x="5271528" y="297180"/>
                  </a:lnTo>
                  <a:lnTo>
                    <a:pt x="5271528" y="0"/>
                  </a:lnTo>
                  <a:close/>
                </a:path>
                <a:path w="6703059" h="4747260">
                  <a:moveTo>
                    <a:pt x="5372112" y="4450080"/>
                  </a:moveTo>
                  <a:lnTo>
                    <a:pt x="5372112" y="4450080"/>
                  </a:lnTo>
                  <a:lnTo>
                    <a:pt x="795553" y="4450080"/>
                  </a:lnTo>
                  <a:lnTo>
                    <a:pt x="795553" y="4747260"/>
                  </a:lnTo>
                  <a:lnTo>
                    <a:pt x="5372112" y="4747260"/>
                  </a:lnTo>
                  <a:lnTo>
                    <a:pt x="5372112" y="4450080"/>
                  </a:lnTo>
                  <a:close/>
                </a:path>
                <a:path w="6703059" h="4747260">
                  <a:moveTo>
                    <a:pt x="6702577" y="1645920"/>
                  </a:moveTo>
                  <a:lnTo>
                    <a:pt x="6702577" y="1645920"/>
                  </a:lnTo>
                  <a:lnTo>
                    <a:pt x="795553" y="1645920"/>
                  </a:lnTo>
                  <a:lnTo>
                    <a:pt x="795553" y="1943100"/>
                  </a:lnTo>
                  <a:lnTo>
                    <a:pt x="6702577" y="1943100"/>
                  </a:lnTo>
                  <a:lnTo>
                    <a:pt x="6702577" y="1645920"/>
                  </a:lnTo>
                  <a:close/>
                </a:path>
              </a:pathLst>
            </a:custGeom>
            <a:solidFill>
              <a:srgbClr val="FFFF00"/>
            </a:solidFill>
          </p:spPr>
          <p:txBody>
            <a:bodyPr wrap="square" lIns="0" tIns="0" rIns="0" bIns="0" rtlCol="0"/>
            <a:lstStyle/>
            <a:p>
              <a:endParaRPr/>
            </a:p>
          </p:txBody>
        </p:sp>
        <p:pic>
          <p:nvPicPr>
            <p:cNvPr id="7" name="object 7"/>
            <p:cNvPicPr/>
            <p:nvPr/>
          </p:nvPicPr>
          <p:blipFill>
            <a:blip r:embed="rId2" cstate="print"/>
            <a:stretch>
              <a:fillRect/>
            </a:stretch>
          </p:blipFill>
          <p:spPr>
            <a:xfrm>
              <a:off x="606856" y="1045718"/>
              <a:ext cx="688086" cy="295655"/>
            </a:xfrm>
            <a:prstGeom prst="rect">
              <a:avLst/>
            </a:prstGeom>
          </p:spPr>
        </p:pic>
        <p:pic>
          <p:nvPicPr>
            <p:cNvPr id="8" name="object 8"/>
            <p:cNvPicPr/>
            <p:nvPr/>
          </p:nvPicPr>
          <p:blipFill>
            <a:blip r:embed="rId3" cstate="print"/>
            <a:stretch>
              <a:fillRect/>
            </a:stretch>
          </p:blipFill>
          <p:spPr>
            <a:xfrm>
              <a:off x="1233525" y="1045718"/>
              <a:ext cx="338328" cy="295655"/>
            </a:xfrm>
            <a:prstGeom prst="rect">
              <a:avLst/>
            </a:prstGeom>
          </p:spPr>
        </p:pic>
        <p:pic>
          <p:nvPicPr>
            <p:cNvPr id="9" name="object 9"/>
            <p:cNvPicPr/>
            <p:nvPr/>
          </p:nvPicPr>
          <p:blipFill>
            <a:blip r:embed="rId4" cstate="print"/>
            <a:stretch>
              <a:fillRect/>
            </a:stretch>
          </p:blipFill>
          <p:spPr>
            <a:xfrm>
              <a:off x="1402714" y="1045718"/>
              <a:ext cx="316991" cy="295655"/>
            </a:xfrm>
            <a:prstGeom prst="rect">
              <a:avLst/>
            </a:prstGeom>
          </p:spPr>
        </p:pic>
        <p:pic>
          <p:nvPicPr>
            <p:cNvPr id="10" name="object 10"/>
            <p:cNvPicPr/>
            <p:nvPr/>
          </p:nvPicPr>
          <p:blipFill>
            <a:blip r:embed="rId5" cstate="print"/>
            <a:stretch>
              <a:fillRect/>
            </a:stretch>
          </p:blipFill>
          <p:spPr>
            <a:xfrm>
              <a:off x="1640459" y="1045718"/>
              <a:ext cx="1693926" cy="295655"/>
            </a:xfrm>
            <a:prstGeom prst="rect">
              <a:avLst/>
            </a:prstGeom>
          </p:spPr>
        </p:pic>
        <p:pic>
          <p:nvPicPr>
            <p:cNvPr id="11" name="object 11"/>
            <p:cNvPicPr/>
            <p:nvPr/>
          </p:nvPicPr>
          <p:blipFill>
            <a:blip r:embed="rId6" cstate="print"/>
            <a:stretch>
              <a:fillRect/>
            </a:stretch>
          </p:blipFill>
          <p:spPr>
            <a:xfrm>
              <a:off x="3268344" y="1045718"/>
              <a:ext cx="544576" cy="295655"/>
            </a:xfrm>
            <a:prstGeom prst="rect">
              <a:avLst/>
            </a:prstGeom>
          </p:spPr>
        </p:pic>
        <p:pic>
          <p:nvPicPr>
            <p:cNvPr id="12" name="object 12"/>
            <p:cNvPicPr/>
            <p:nvPr/>
          </p:nvPicPr>
          <p:blipFill>
            <a:blip r:embed="rId7" cstate="print"/>
            <a:stretch>
              <a:fillRect/>
            </a:stretch>
          </p:blipFill>
          <p:spPr>
            <a:xfrm>
              <a:off x="3756025" y="1045718"/>
              <a:ext cx="738835" cy="295655"/>
            </a:xfrm>
            <a:prstGeom prst="rect">
              <a:avLst/>
            </a:prstGeom>
          </p:spPr>
        </p:pic>
        <p:pic>
          <p:nvPicPr>
            <p:cNvPr id="13" name="object 13"/>
            <p:cNvPicPr/>
            <p:nvPr/>
          </p:nvPicPr>
          <p:blipFill>
            <a:blip r:embed="rId8" cstate="print"/>
            <a:stretch>
              <a:fillRect/>
            </a:stretch>
          </p:blipFill>
          <p:spPr>
            <a:xfrm>
              <a:off x="4447921" y="1045718"/>
              <a:ext cx="372617" cy="295655"/>
            </a:xfrm>
            <a:prstGeom prst="rect">
              <a:avLst/>
            </a:prstGeom>
          </p:spPr>
        </p:pic>
        <p:pic>
          <p:nvPicPr>
            <p:cNvPr id="14" name="object 14"/>
            <p:cNvPicPr/>
            <p:nvPr/>
          </p:nvPicPr>
          <p:blipFill>
            <a:blip r:embed="rId9" cstate="print"/>
            <a:stretch>
              <a:fillRect/>
            </a:stretch>
          </p:blipFill>
          <p:spPr>
            <a:xfrm>
              <a:off x="4775581" y="1045718"/>
              <a:ext cx="841616" cy="295655"/>
            </a:xfrm>
            <a:prstGeom prst="rect">
              <a:avLst/>
            </a:prstGeom>
          </p:spPr>
        </p:pic>
        <p:pic>
          <p:nvPicPr>
            <p:cNvPr id="15" name="object 15"/>
            <p:cNvPicPr/>
            <p:nvPr/>
          </p:nvPicPr>
          <p:blipFill>
            <a:blip r:embed="rId10" cstate="print"/>
            <a:stretch>
              <a:fillRect/>
            </a:stretch>
          </p:blipFill>
          <p:spPr>
            <a:xfrm>
              <a:off x="5556250" y="1045718"/>
              <a:ext cx="384048" cy="295655"/>
            </a:xfrm>
            <a:prstGeom prst="rect">
              <a:avLst/>
            </a:prstGeom>
          </p:spPr>
        </p:pic>
        <p:pic>
          <p:nvPicPr>
            <p:cNvPr id="16" name="object 16"/>
            <p:cNvPicPr/>
            <p:nvPr/>
          </p:nvPicPr>
          <p:blipFill>
            <a:blip r:embed="rId11" cstate="print"/>
            <a:stretch>
              <a:fillRect/>
            </a:stretch>
          </p:blipFill>
          <p:spPr>
            <a:xfrm>
              <a:off x="5812282" y="1045718"/>
              <a:ext cx="134112" cy="295655"/>
            </a:xfrm>
            <a:prstGeom prst="rect">
              <a:avLst/>
            </a:prstGeom>
          </p:spPr>
        </p:pic>
        <p:pic>
          <p:nvPicPr>
            <p:cNvPr id="17" name="object 17"/>
            <p:cNvPicPr/>
            <p:nvPr/>
          </p:nvPicPr>
          <p:blipFill>
            <a:blip r:embed="rId2" cstate="print"/>
            <a:stretch>
              <a:fillRect/>
            </a:stretch>
          </p:blipFill>
          <p:spPr>
            <a:xfrm>
              <a:off x="606856" y="2692019"/>
              <a:ext cx="688086" cy="295655"/>
            </a:xfrm>
            <a:prstGeom prst="rect">
              <a:avLst/>
            </a:prstGeom>
          </p:spPr>
        </p:pic>
        <p:pic>
          <p:nvPicPr>
            <p:cNvPr id="18" name="object 18"/>
            <p:cNvPicPr/>
            <p:nvPr/>
          </p:nvPicPr>
          <p:blipFill>
            <a:blip r:embed="rId3" cstate="print"/>
            <a:stretch>
              <a:fillRect/>
            </a:stretch>
          </p:blipFill>
          <p:spPr>
            <a:xfrm>
              <a:off x="1233525" y="2692019"/>
              <a:ext cx="338328" cy="295655"/>
            </a:xfrm>
            <a:prstGeom prst="rect">
              <a:avLst/>
            </a:prstGeom>
          </p:spPr>
        </p:pic>
        <p:pic>
          <p:nvPicPr>
            <p:cNvPr id="19" name="object 19"/>
            <p:cNvPicPr/>
            <p:nvPr/>
          </p:nvPicPr>
          <p:blipFill>
            <a:blip r:embed="rId12" cstate="print"/>
            <a:stretch>
              <a:fillRect/>
            </a:stretch>
          </p:blipFill>
          <p:spPr>
            <a:xfrm>
              <a:off x="1402714" y="2692019"/>
              <a:ext cx="316991" cy="295655"/>
            </a:xfrm>
            <a:prstGeom prst="rect">
              <a:avLst/>
            </a:prstGeom>
          </p:spPr>
        </p:pic>
        <p:pic>
          <p:nvPicPr>
            <p:cNvPr id="20" name="object 20"/>
            <p:cNvPicPr/>
            <p:nvPr/>
          </p:nvPicPr>
          <p:blipFill>
            <a:blip r:embed="rId13" cstate="print"/>
            <a:stretch>
              <a:fillRect/>
            </a:stretch>
          </p:blipFill>
          <p:spPr>
            <a:xfrm>
              <a:off x="1640459" y="2692019"/>
              <a:ext cx="1545336" cy="295655"/>
            </a:xfrm>
            <a:prstGeom prst="rect">
              <a:avLst/>
            </a:prstGeom>
          </p:spPr>
        </p:pic>
        <p:pic>
          <p:nvPicPr>
            <p:cNvPr id="21" name="object 21"/>
            <p:cNvPicPr/>
            <p:nvPr/>
          </p:nvPicPr>
          <p:blipFill>
            <a:blip r:embed="rId14" cstate="print"/>
            <a:stretch>
              <a:fillRect/>
            </a:stretch>
          </p:blipFill>
          <p:spPr>
            <a:xfrm>
              <a:off x="3125088" y="2692019"/>
              <a:ext cx="794385" cy="295655"/>
            </a:xfrm>
            <a:prstGeom prst="rect">
              <a:avLst/>
            </a:prstGeom>
          </p:spPr>
        </p:pic>
        <p:pic>
          <p:nvPicPr>
            <p:cNvPr id="22" name="object 22"/>
            <p:cNvPicPr/>
            <p:nvPr/>
          </p:nvPicPr>
          <p:blipFill>
            <a:blip r:embed="rId15" cstate="print"/>
            <a:stretch>
              <a:fillRect/>
            </a:stretch>
          </p:blipFill>
          <p:spPr>
            <a:xfrm>
              <a:off x="3839845" y="2692019"/>
              <a:ext cx="1241298" cy="295655"/>
            </a:xfrm>
            <a:prstGeom prst="rect">
              <a:avLst/>
            </a:prstGeom>
          </p:spPr>
        </p:pic>
        <p:pic>
          <p:nvPicPr>
            <p:cNvPr id="23" name="object 23"/>
            <p:cNvPicPr/>
            <p:nvPr/>
          </p:nvPicPr>
          <p:blipFill>
            <a:blip r:embed="rId16" cstate="print"/>
            <a:stretch>
              <a:fillRect/>
            </a:stretch>
          </p:blipFill>
          <p:spPr>
            <a:xfrm>
              <a:off x="5020945" y="2692019"/>
              <a:ext cx="958659" cy="295655"/>
            </a:xfrm>
            <a:prstGeom prst="rect">
              <a:avLst/>
            </a:prstGeom>
          </p:spPr>
        </p:pic>
        <p:pic>
          <p:nvPicPr>
            <p:cNvPr id="24" name="object 24"/>
            <p:cNvPicPr/>
            <p:nvPr/>
          </p:nvPicPr>
          <p:blipFill>
            <a:blip r:embed="rId8" cstate="print"/>
            <a:stretch>
              <a:fillRect/>
            </a:stretch>
          </p:blipFill>
          <p:spPr>
            <a:xfrm>
              <a:off x="5897626" y="2692019"/>
              <a:ext cx="372617" cy="295655"/>
            </a:xfrm>
            <a:prstGeom prst="rect">
              <a:avLst/>
            </a:prstGeom>
          </p:spPr>
        </p:pic>
        <p:pic>
          <p:nvPicPr>
            <p:cNvPr id="25" name="object 25"/>
            <p:cNvPicPr/>
            <p:nvPr/>
          </p:nvPicPr>
          <p:blipFill>
            <a:blip r:embed="rId17" cstate="print"/>
            <a:stretch>
              <a:fillRect/>
            </a:stretch>
          </p:blipFill>
          <p:spPr>
            <a:xfrm>
              <a:off x="6225285" y="2692019"/>
              <a:ext cx="587247" cy="295655"/>
            </a:xfrm>
            <a:prstGeom prst="rect">
              <a:avLst/>
            </a:prstGeom>
          </p:spPr>
        </p:pic>
        <p:pic>
          <p:nvPicPr>
            <p:cNvPr id="26" name="object 26"/>
            <p:cNvPicPr/>
            <p:nvPr/>
          </p:nvPicPr>
          <p:blipFill>
            <a:blip r:embed="rId18" cstate="print"/>
            <a:stretch>
              <a:fillRect/>
            </a:stretch>
          </p:blipFill>
          <p:spPr>
            <a:xfrm>
              <a:off x="6746494" y="2692019"/>
              <a:ext cx="621029" cy="295655"/>
            </a:xfrm>
            <a:prstGeom prst="rect">
              <a:avLst/>
            </a:prstGeom>
          </p:spPr>
        </p:pic>
        <p:pic>
          <p:nvPicPr>
            <p:cNvPr id="27" name="object 27"/>
            <p:cNvPicPr/>
            <p:nvPr/>
          </p:nvPicPr>
          <p:blipFill>
            <a:blip r:embed="rId19" cstate="print"/>
            <a:stretch>
              <a:fillRect/>
            </a:stretch>
          </p:blipFill>
          <p:spPr>
            <a:xfrm>
              <a:off x="7243318" y="2692019"/>
              <a:ext cx="134111" cy="295655"/>
            </a:xfrm>
            <a:prstGeom prst="rect">
              <a:avLst/>
            </a:prstGeom>
          </p:spPr>
        </p:pic>
        <p:pic>
          <p:nvPicPr>
            <p:cNvPr id="28" name="object 28"/>
            <p:cNvPicPr/>
            <p:nvPr/>
          </p:nvPicPr>
          <p:blipFill>
            <a:blip r:embed="rId2" cstate="print"/>
            <a:stretch>
              <a:fillRect/>
            </a:stretch>
          </p:blipFill>
          <p:spPr>
            <a:xfrm>
              <a:off x="606856" y="5496763"/>
              <a:ext cx="688086" cy="295656"/>
            </a:xfrm>
            <a:prstGeom prst="rect">
              <a:avLst/>
            </a:prstGeom>
          </p:spPr>
        </p:pic>
        <p:pic>
          <p:nvPicPr>
            <p:cNvPr id="29" name="object 29"/>
            <p:cNvPicPr/>
            <p:nvPr/>
          </p:nvPicPr>
          <p:blipFill>
            <a:blip r:embed="rId3" cstate="print"/>
            <a:stretch>
              <a:fillRect/>
            </a:stretch>
          </p:blipFill>
          <p:spPr>
            <a:xfrm>
              <a:off x="1233525" y="5496763"/>
              <a:ext cx="338328" cy="295656"/>
            </a:xfrm>
            <a:prstGeom prst="rect">
              <a:avLst/>
            </a:prstGeom>
          </p:spPr>
        </p:pic>
        <p:pic>
          <p:nvPicPr>
            <p:cNvPr id="30" name="object 30"/>
            <p:cNvPicPr/>
            <p:nvPr/>
          </p:nvPicPr>
          <p:blipFill>
            <a:blip r:embed="rId20" cstate="print"/>
            <a:stretch>
              <a:fillRect/>
            </a:stretch>
          </p:blipFill>
          <p:spPr>
            <a:xfrm>
              <a:off x="1402714" y="5496763"/>
              <a:ext cx="316991" cy="295656"/>
            </a:xfrm>
            <a:prstGeom prst="rect">
              <a:avLst/>
            </a:prstGeom>
          </p:spPr>
        </p:pic>
        <p:pic>
          <p:nvPicPr>
            <p:cNvPr id="31" name="object 31"/>
            <p:cNvPicPr/>
            <p:nvPr/>
          </p:nvPicPr>
          <p:blipFill>
            <a:blip r:embed="rId21" cstate="print"/>
            <a:stretch>
              <a:fillRect/>
            </a:stretch>
          </p:blipFill>
          <p:spPr>
            <a:xfrm>
              <a:off x="1640459" y="5496763"/>
              <a:ext cx="1339595" cy="295656"/>
            </a:xfrm>
            <a:prstGeom prst="rect">
              <a:avLst/>
            </a:prstGeom>
          </p:spPr>
        </p:pic>
        <p:pic>
          <p:nvPicPr>
            <p:cNvPr id="32" name="object 32"/>
            <p:cNvPicPr/>
            <p:nvPr/>
          </p:nvPicPr>
          <p:blipFill>
            <a:blip r:embed="rId6" cstate="print"/>
            <a:stretch>
              <a:fillRect/>
            </a:stretch>
          </p:blipFill>
          <p:spPr>
            <a:xfrm>
              <a:off x="2926969" y="5496763"/>
              <a:ext cx="544576" cy="295656"/>
            </a:xfrm>
            <a:prstGeom prst="rect">
              <a:avLst/>
            </a:prstGeom>
          </p:spPr>
        </p:pic>
        <p:pic>
          <p:nvPicPr>
            <p:cNvPr id="33" name="object 33"/>
            <p:cNvPicPr/>
            <p:nvPr/>
          </p:nvPicPr>
          <p:blipFill>
            <a:blip r:embed="rId22" cstate="print"/>
            <a:stretch>
              <a:fillRect/>
            </a:stretch>
          </p:blipFill>
          <p:spPr>
            <a:xfrm>
              <a:off x="3414648" y="5496763"/>
              <a:ext cx="609600" cy="295656"/>
            </a:xfrm>
            <a:prstGeom prst="rect">
              <a:avLst/>
            </a:prstGeom>
          </p:spPr>
        </p:pic>
        <p:pic>
          <p:nvPicPr>
            <p:cNvPr id="34" name="object 34"/>
            <p:cNvPicPr/>
            <p:nvPr/>
          </p:nvPicPr>
          <p:blipFill>
            <a:blip r:embed="rId23" cstate="print"/>
            <a:stretch>
              <a:fillRect/>
            </a:stretch>
          </p:blipFill>
          <p:spPr>
            <a:xfrm>
              <a:off x="3949572" y="5496763"/>
              <a:ext cx="393191" cy="295656"/>
            </a:xfrm>
            <a:prstGeom prst="rect">
              <a:avLst/>
            </a:prstGeom>
          </p:spPr>
        </p:pic>
        <p:pic>
          <p:nvPicPr>
            <p:cNvPr id="35" name="object 35"/>
            <p:cNvPicPr/>
            <p:nvPr/>
          </p:nvPicPr>
          <p:blipFill>
            <a:blip r:embed="rId24" cstate="print"/>
            <a:stretch>
              <a:fillRect/>
            </a:stretch>
          </p:blipFill>
          <p:spPr>
            <a:xfrm>
              <a:off x="4290948" y="5496763"/>
              <a:ext cx="980236" cy="295656"/>
            </a:xfrm>
            <a:prstGeom prst="rect">
              <a:avLst/>
            </a:prstGeom>
          </p:spPr>
        </p:pic>
        <p:pic>
          <p:nvPicPr>
            <p:cNvPr id="36" name="object 36"/>
            <p:cNvPicPr/>
            <p:nvPr/>
          </p:nvPicPr>
          <p:blipFill>
            <a:blip r:embed="rId25" cstate="print"/>
            <a:stretch>
              <a:fillRect/>
            </a:stretch>
          </p:blipFill>
          <p:spPr>
            <a:xfrm>
              <a:off x="5185917" y="5496763"/>
              <a:ext cx="952804" cy="295656"/>
            </a:xfrm>
            <a:prstGeom prst="rect">
              <a:avLst/>
            </a:prstGeom>
          </p:spPr>
        </p:pic>
      </p:grpSp>
      <p:sp>
        <p:nvSpPr>
          <p:cNvPr id="37" name="object 37"/>
          <p:cNvSpPr txBox="1"/>
          <p:nvPr/>
        </p:nvSpPr>
        <p:spPr>
          <a:xfrm>
            <a:off x="365556" y="995858"/>
            <a:ext cx="11750040" cy="5520690"/>
          </a:xfrm>
          <a:prstGeom prst="rect">
            <a:avLst/>
          </a:prstGeom>
        </p:spPr>
        <p:txBody>
          <a:bodyPr vert="horz" wrap="square" lIns="0" tIns="101600" rIns="0" bIns="0" rtlCol="0">
            <a:spAutoFit/>
          </a:bodyPr>
          <a:lstStyle/>
          <a:p>
            <a:pPr marL="12700">
              <a:lnSpc>
                <a:spcPct val="100000"/>
              </a:lnSpc>
              <a:spcBef>
                <a:spcPts val="800"/>
              </a:spcBef>
            </a:pPr>
            <a:r>
              <a:rPr sz="1500" spc="-50" dirty="0">
                <a:solidFill>
                  <a:srgbClr val="006F57"/>
                </a:solidFill>
                <a:latin typeface="Wingdings"/>
                <a:cs typeface="Wingdings"/>
              </a:rPr>
              <a:t></a:t>
            </a:r>
            <a:endParaRPr sz="1500">
              <a:latin typeface="Wingdings"/>
              <a:cs typeface="Wingdings"/>
            </a:endParaRPr>
          </a:p>
          <a:p>
            <a:pPr marL="469265" indent="-227965">
              <a:lnSpc>
                <a:spcPct val="100000"/>
              </a:lnSpc>
              <a:spcBef>
                <a:spcPts val="940"/>
              </a:spcBef>
              <a:buClr>
                <a:srgbClr val="075A74"/>
              </a:buClr>
              <a:buSzPct val="75000"/>
              <a:buFont typeface="Wingdings"/>
              <a:buChar char=""/>
              <a:tabLst>
                <a:tab pos="469265" algn="l"/>
              </a:tabLst>
            </a:pPr>
            <a:r>
              <a:rPr sz="2000" spc="114" dirty="0">
                <a:solidFill>
                  <a:srgbClr val="252525"/>
                </a:solidFill>
                <a:latin typeface="Cambria"/>
                <a:cs typeface="Cambria"/>
              </a:rPr>
              <a:t>Convert</a:t>
            </a:r>
            <a:r>
              <a:rPr sz="2000" spc="190" dirty="0">
                <a:solidFill>
                  <a:srgbClr val="252525"/>
                </a:solidFill>
                <a:latin typeface="Cambria"/>
                <a:cs typeface="Cambria"/>
              </a:rPr>
              <a:t> </a:t>
            </a:r>
            <a:r>
              <a:rPr sz="2000" spc="105" dirty="0">
                <a:solidFill>
                  <a:srgbClr val="252525"/>
                </a:solidFill>
                <a:latin typeface="Cambria"/>
                <a:cs typeface="Cambria"/>
              </a:rPr>
              <a:t>text</a:t>
            </a:r>
            <a:r>
              <a:rPr sz="2000" spc="180" dirty="0">
                <a:solidFill>
                  <a:srgbClr val="252525"/>
                </a:solidFill>
                <a:latin typeface="Cambria"/>
                <a:cs typeface="Cambria"/>
              </a:rPr>
              <a:t> </a:t>
            </a:r>
            <a:r>
              <a:rPr sz="2000" spc="114" dirty="0">
                <a:solidFill>
                  <a:srgbClr val="252525"/>
                </a:solidFill>
                <a:latin typeface="Cambria"/>
                <a:cs typeface="Cambria"/>
              </a:rPr>
              <a:t>to</a:t>
            </a:r>
            <a:r>
              <a:rPr sz="2000" spc="190" dirty="0">
                <a:solidFill>
                  <a:srgbClr val="252525"/>
                </a:solidFill>
                <a:latin typeface="Cambria"/>
                <a:cs typeface="Cambria"/>
              </a:rPr>
              <a:t> </a:t>
            </a:r>
            <a:r>
              <a:rPr sz="2000" spc="70" dirty="0">
                <a:solidFill>
                  <a:srgbClr val="252525"/>
                </a:solidFill>
                <a:latin typeface="Cambria"/>
                <a:cs typeface="Cambria"/>
              </a:rPr>
              <a:t>lower</a:t>
            </a:r>
            <a:r>
              <a:rPr sz="2000" spc="185" dirty="0">
                <a:solidFill>
                  <a:srgbClr val="252525"/>
                </a:solidFill>
                <a:latin typeface="Cambria"/>
                <a:cs typeface="Cambria"/>
              </a:rPr>
              <a:t> </a:t>
            </a:r>
            <a:r>
              <a:rPr sz="2000" spc="100" dirty="0">
                <a:solidFill>
                  <a:srgbClr val="252525"/>
                </a:solidFill>
                <a:latin typeface="Cambria"/>
                <a:cs typeface="Cambria"/>
              </a:rPr>
              <a:t>case.</a:t>
            </a:r>
            <a:endParaRPr sz="2000">
              <a:latin typeface="Cambria"/>
              <a:cs typeface="Cambria"/>
            </a:endParaRPr>
          </a:p>
          <a:p>
            <a:pPr marL="469900" indent="-228600">
              <a:lnSpc>
                <a:spcPct val="100000"/>
              </a:lnSpc>
              <a:spcBef>
                <a:spcPts val="840"/>
              </a:spcBef>
              <a:buClr>
                <a:srgbClr val="075A74"/>
              </a:buClr>
              <a:buSzPct val="75000"/>
              <a:buFont typeface="Wingdings"/>
              <a:buChar char=""/>
              <a:tabLst>
                <a:tab pos="469900" algn="l"/>
              </a:tabLst>
            </a:pPr>
            <a:r>
              <a:rPr sz="2000" spc="120" dirty="0">
                <a:solidFill>
                  <a:srgbClr val="252525"/>
                </a:solidFill>
                <a:latin typeface="Cambria"/>
                <a:cs typeface="Cambria"/>
              </a:rPr>
              <a:t>Remove</a:t>
            </a:r>
            <a:r>
              <a:rPr sz="2000" spc="170" dirty="0">
                <a:solidFill>
                  <a:srgbClr val="252525"/>
                </a:solidFill>
                <a:latin typeface="Cambria"/>
                <a:cs typeface="Cambria"/>
              </a:rPr>
              <a:t> </a:t>
            </a:r>
            <a:r>
              <a:rPr sz="2000" spc="85" dirty="0">
                <a:solidFill>
                  <a:srgbClr val="252525"/>
                </a:solidFill>
                <a:latin typeface="Cambria"/>
                <a:cs typeface="Cambria"/>
              </a:rPr>
              <a:t>all</a:t>
            </a:r>
            <a:r>
              <a:rPr sz="2000" spc="175" dirty="0">
                <a:solidFill>
                  <a:srgbClr val="252525"/>
                </a:solidFill>
                <a:latin typeface="Cambria"/>
                <a:cs typeface="Cambria"/>
              </a:rPr>
              <a:t> </a:t>
            </a:r>
            <a:r>
              <a:rPr sz="2000" spc="95" dirty="0">
                <a:solidFill>
                  <a:srgbClr val="252525"/>
                </a:solidFill>
                <a:latin typeface="Cambria"/>
                <a:cs typeface="Cambria"/>
              </a:rPr>
              <a:t>non-word</a:t>
            </a:r>
            <a:r>
              <a:rPr sz="2000" spc="180" dirty="0">
                <a:solidFill>
                  <a:srgbClr val="252525"/>
                </a:solidFill>
                <a:latin typeface="Cambria"/>
                <a:cs typeface="Cambria"/>
              </a:rPr>
              <a:t> </a:t>
            </a:r>
            <a:r>
              <a:rPr sz="2000" spc="90" dirty="0">
                <a:solidFill>
                  <a:srgbClr val="252525"/>
                </a:solidFill>
                <a:latin typeface="Cambria"/>
                <a:cs typeface="Cambria"/>
              </a:rPr>
              <a:t>characters.</a:t>
            </a:r>
            <a:endParaRPr sz="2000">
              <a:latin typeface="Cambria"/>
              <a:cs typeface="Cambria"/>
            </a:endParaRPr>
          </a:p>
          <a:p>
            <a:pPr marL="469265" indent="-227965">
              <a:lnSpc>
                <a:spcPct val="100000"/>
              </a:lnSpc>
              <a:spcBef>
                <a:spcPts val="840"/>
              </a:spcBef>
              <a:buClr>
                <a:srgbClr val="075A74"/>
              </a:buClr>
              <a:buSzPct val="75000"/>
              <a:buFont typeface="Wingdings"/>
              <a:buChar char=""/>
              <a:tabLst>
                <a:tab pos="469265" algn="l"/>
              </a:tabLst>
            </a:pPr>
            <a:r>
              <a:rPr sz="2000" spc="120" dirty="0">
                <a:solidFill>
                  <a:srgbClr val="252525"/>
                </a:solidFill>
                <a:latin typeface="Cambria"/>
                <a:cs typeface="Cambria"/>
              </a:rPr>
              <a:t>Remove</a:t>
            </a:r>
            <a:r>
              <a:rPr sz="2000" spc="165" dirty="0">
                <a:solidFill>
                  <a:srgbClr val="252525"/>
                </a:solidFill>
                <a:latin typeface="Cambria"/>
                <a:cs typeface="Cambria"/>
              </a:rPr>
              <a:t> </a:t>
            </a:r>
            <a:r>
              <a:rPr sz="2000" spc="85" dirty="0">
                <a:solidFill>
                  <a:srgbClr val="252525"/>
                </a:solidFill>
                <a:latin typeface="Cambria"/>
                <a:cs typeface="Cambria"/>
              </a:rPr>
              <a:t>all</a:t>
            </a:r>
            <a:r>
              <a:rPr sz="2000" spc="170" dirty="0">
                <a:solidFill>
                  <a:srgbClr val="252525"/>
                </a:solidFill>
                <a:latin typeface="Cambria"/>
                <a:cs typeface="Cambria"/>
              </a:rPr>
              <a:t> </a:t>
            </a:r>
            <a:r>
              <a:rPr sz="2000" spc="110" dirty="0">
                <a:solidFill>
                  <a:srgbClr val="252525"/>
                </a:solidFill>
                <a:latin typeface="Cambria"/>
                <a:cs typeface="Cambria"/>
              </a:rPr>
              <a:t>punctuations.</a:t>
            </a:r>
            <a:endParaRPr sz="2000">
              <a:latin typeface="Cambria"/>
              <a:cs typeface="Cambria"/>
            </a:endParaRPr>
          </a:p>
          <a:p>
            <a:pPr marL="12700">
              <a:lnSpc>
                <a:spcPct val="100000"/>
              </a:lnSpc>
              <a:spcBef>
                <a:spcPts val="1340"/>
              </a:spcBef>
            </a:pPr>
            <a:r>
              <a:rPr sz="1500" spc="-50" dirty="0">
                <a:solidFill>
                  <a:srgbClr val="006F57"/>
                </a:solidFill>
                <a:latin typeface="Wingdings"/>
                <a:cs typeface="Wingdings"/>
              </a:rPr>
              <a:t></a:t>
            </a:r>
            <a:endParaRPr sz="1500">
              <a:latin typeface="Wingdings"/>
              <a:cs typeface="Wingdings"/>
            </a:endParaRPr>
          </a:p>
          <a:p>
            <a:pPr marL="469900">
              <a:lnSpc>
                <a:spcPct val="100000"/>
              </a:lnSpc>
              <a:spcBef>
                <a:spcPts val="940"/>
              </a:spcBef>
            </a:pPr>
            <a:r>
              <a:rPr sz="2000" spc="135" dirty="0">
                <a:solidFill>
                  <a:srgbClr val="252525"/>
                </a:solidFill>
                <a:latin typeface="Cambria"/>
                <a:cs typeface="Cambria"/>
              </a:rPr>
              <a:t>Apply</a:t>
            </a:r>
            <a:r>
              <a:rPr sz="2000" spc="225" dirty="0">
                <a:solidFill>
                  <a:srgbClr val="252525"/>
                </a:solidFill>
                <a:latin typeface="Cambria"/>
                <a:cs typeface="Cambria"/>
              </a:rPr>
              <a:t> </a:t>
            </a:r>
            <a:r>
              <a:rPr sz="2000" spc="110" dirty="0">
                <a:solidFill>
                  <a:srgbClr val="252525"/>
                </a:solidFill>
                <a:latin typeface="Cambria"/>
                <a:cs typeface="Cambria"/>
              </a:rPr>
              <a:t>the</a:t>
            </a:r>
            <a:r>
              <a:rPr sz="2000" spc="195" dirty="0">
                <a:solidFill>
                  <a:srgbClr val="252525"/>
                </a:solidFill>
                <a:latin typeface="Cambria"/>
                <a:cs typeface="Cambria"/>
              </a:rPr>
              <a:t> </a:t>
            </a:r>
            <a:r>
              <a:rPr sz="2000" spc="105" dirty="0">
                <a:solidFill>
                  <a:srgbClr val="252525"/>
                </a:solidFill>
                <a:latin typeface="Cambria"/>
                <a:cs typeface="Cambria"/>
              </a:rPr>
              <a:t>following</a:t>
            </a:r>
            <a:r>
              <a:rPr sz="2000" spc="195" dirty="0">
                <a:solidFill>
                  <a:srgbClr val="252525"/>
                </a:solidFill>
                <a:latin typeface="Cambria"/>
                <a:cs typeface="Cambria"/>
              </a:rPr>
              <a:t> </a:t>
            </a:r>
            <a:r>
              <a:rPr sz="2000" spc="120" dirty="0">
                <a:solidFill>
                  <a:srgbClr val="252525"/>
                </a:solidFill>
                <a:latin typeface="Cambria"/>
                <a:cs typeface="Cambria"/>
              </a:rPr>
              <a:t>steps</a:t>
            </a:r>
            <a:r>
              <a:rPr sz="2000" spc="225" dirty="0">
                <a:solidFill>
                  <a:srgbClr val="252525"/>
                </a:solidFill>
                <a:latin typeface="Cambria"/>
                <a:cs typeface="Cambria"/>
              </a:rPr>
              <a:t> </a:t>
            </a:r>
            <a:r>
              <a:rPr sz="2000" spc="114" dirty="0">
                <a:solidFill>
                  <a:srgbClr val="252525"/>
                </a:solidFill>
                <a:latin typeface="Cambria"/>
                <a:cs typeface="Cambria"/>
              </a:rPr>
              <a:t>to</a:t>
            </a:r>
            <a:r>
              <a:rPr sz="2000" spc="185" dirty="0">
                <a:solidFill>
                  <a:srgbClr val="252525"/>
                </a:solidFill>
                <a:latin typeface="Cambria"/>
                <a:cs typeface="Cambria"/>
              </a:rPr>
              <a:t> </a:t>
            </a:r>
            <a:r>
              <a:rPr sz="2000" spc="100" dirty="0">
                <a:solidFill>
                  <a:srgbClr val="252525"/>
                </a:solidFill>
                <a:latin typeface="Cambria"/>
                <a:cs typeface="Cambria"/>
              </a:rPr>
              <a:t>generate</a:t>
            </a:r>
            <a:r>
              <a:rPr sz="2000" spc="185" dirty="0">
                <a:solidFill>
                  <a:srgbClr val="252525"/>
                </a:solidFill>
                <a:latin typeface="Cambria"/>
                <a:cs typeface="Cambria"/>
              </a:rPr>
              <a:t> </a:t>
            </a:r>
            <a:r>
              <a:rPr sz="2000" spc="120" dirty="0">
                <a:solidFill>
                  <a:srgbClr val="252525"/>
                </a:solidFill>
                <a:latin typeface="Cambria"/>
                <a:cs typeface="Cambria"/>
              </a:rPr>
              <a:t>model.</a:t>
            </a:r>
            <a:endParaRPr sz="2000">
              <a:latin typeface="Cambria"/>
              <a:cs typeface="Cambria"/>
            </a:endParaRPr>
          </a:p>
          <a:p>
            <a:pPr marL="469265" indent="-227965">
              <a:lnSpc>
                <a:spcPct val="100000"/>
              </a:lnSpc>
              <a:spcBef>
                <a:spcPts val="844"/>
              </a:spcBef>
              <a:buClr>
                <a:srgbClr val="075A74"/>
              </a:buClr>
              <a:buSzPct val="75000"/>
              <a:buFont typeface="Wingdings"/>
              <a:buChar char=""/>
              <a:tabLst>
                <a:tab pos="469265" algn="l"/>
              </a:tabLst>
            </a:pPr>
            <a:r>
              <a:rPr sz="2000" spc="100" dirty="0">
                <a:solidFill>
                  <a:srgbClr val="252525"/>
                </a:solidFill>
                <a:latin typeface="Cambria"/>
                <a:cs typeface="Cambria"/>
              </a:rPr>
              <a:t>Declare</a:t>
            </a:r>
            <a:r>
              <a:rPr sz="2000" spc="185" dirty="0">
                <a:solidFill>
                  <a:srgbClr val="252525"/>
                </a:solidFill>
                <a:latin typeface="Cambria"/>
                <a:cs typeface="Cambria"/>
              </a:rPr>
              <a:t> </a:t>
            </a:r>
            <a:r>
              <a:rPr sz="2000" spc="105" dirty="0">
                <a:solidFill>
                  <a:srgbClr val="252525"/>
                </a:solidFill>
                <a:latin typeface="Cambria"/>
                <a:cs typeface="Cambria"/>
              </a:rPr>
              <a:t>a</a:t>
            </a:r>
            <a:r>
              <a:rPr sz="2000" spc="185" dirty="0">
                <a:solidFill>
                  <a:srgbClr val="252525"/>
                </a:solidFill>
                <a:latin typeface="Cambria"/>
                <a:cs typeface="Cambria"/>
              </a:rPr>
              <a:t> </a:t>
            </a:r>
            <a:r>
              <a:rPr sz="2000" spc="100" dirty="0">
                <a:solidFill>
                  <a:srgbClr val="252525"/>
                </a:solidFill>
                <a:latin typeface="Cambria"/>
                <a:cs typeface="Cambria"/>
              </a:rPr>
              <a:t>dictionary</a:t>
            </a:r>
            <a:r>
              <a:rPr sz="2000" spc="175" dirty="0">
                <a:solidFill>
                  <a:srgbClr val="252525"/>
                </a:solidFill>
                <a:latin typeface="Cambria"/>
                <a:cs typeface="Cambria"/>
              </a:rPr>
              <a:t> </a:t>
            </a:r>
            <a:r>
              <a:rPr sz="2000" spc="114" dirty="0">
                <a:solidFill>
                  <a:srgbClr val="252525"/>
                </a:solidFill>
                <a:latin typeface="Cambria"/>
                <a:cs typeface="Cambria"/>
              </a:rPr>
              <a:t>to</a:t>
            </a:r>
            <a:r>
              <a:rPr sz="2000" spc="165" dirty="0">
                <a:solidFill>
                  <a:srgbClr val="252525"/>
                </a:solidFill>
                <a:latin typeface="Cambria"/>
                <a:cs typeface="Cambria"/>
              </a:rPr>
              <a:t> </a:t>
            </a:r>
            <a:r>
              <a:rPr sz="2000" spc="130" dirty="0">
                <a:solidFill>
                  <a:srgbClr val="252525"/>
                </a:solidFill>
                <a:latin typeface="Cambria"/>
                <a:cs typeface="Cambria"/>
              </a:rPr>
              <a:t>hold</a:t>
            </a:r>
            <a:r>
              <a:rPr sz="2000" spc="190" dirty="0">
                <a:solidFill>
                  <a:srgbClr val="252525"/>
                </a:solidFill>
                <a:latin typeface="Cambria"/>
                <a:cs typeface="Cambria"/>
              </a:rPr>
              <a:t> </a:t>
            </a:r>
            <a:r>
              <a:rPr sz="2000" spc="120" dirty="0">
                <a:solidFill>
                  <a:srgbClr val="252525"/>
                </a:solidFill>
                <a:latin typeface="Cambria"/>
                <a:cs typeface="Cambria"/>
              </a:rPr>
              <a:t>bag</a:t>
            </a:r>
            <a:r>
              <a:rPr sz="2000" spc="185" dirty="0">
                <a:solidFill>
                  <a:srgbClr val="252525"/>
                </a:solidFill>
                <a:latin typeface="Cambria"/>
                <a:cs typeface="Cambria"/>
              </a:rPr>
              <a:t> </a:t>
            </a:r>
            <a:r>
              <a:rPr sz="2000" spc="170" dirty="0">
                <a:solidFill>
                  <a:srgbClr val="252525"/>
                </a:solidFill>
                <a:latin typeface="Cambria"/>
                <a:cs typeface="Cambria"/>
              </a:rPr>
              <a:t>of</a:t>
            </a:r>
            <a:r>
              <a:rPr sz="2000" spc="165" dirty="0">
                <a:solidFill>
                  <a:srgbClr val="252525"/>
                </a:solidFill>
                <a:latin typeface="Cambria"/>
                <a:cs typeface="Cambria"/>
              </a:rPr>
              <a:t> </a:t>
            </a:r>
            <a:r>
              <a:rPr sz="2000" spc="90" dirty="0">
                <a:solidFill>
                  <a:srgbClr val="252525"/>
                </a:solidFill>
                <a:latin typeface="Cambria"/>
                <a:cs typeface="Cambria"/>
              </a:rPr>
              <a:t>words.</a:t>
            </a:r>
            <a:endParaRPr sz="2000">
              <a:latin typeface="Cambria"/>
              <a:cs typeface="Cambria"/>
            </a:endParaRPr>
          </a:p>
          <a:p>
            <a:pPr marL="469265" indent="-227965">
              <a:lnSpc>
                <a:spcPct val="100000"/>
              </a:lnSpc>
              <a:spcBef>
                <a:spcPts val="840"/>
              </a:spcBef>
              <a:buClr>
                <a:srgbClr val="075A74"/>
              </a:buClr>
              <a:buSzPct val="75000"/>
              <a:buFont typeface="Wingdings"/>
              <a:buChar char=""/>
              <a:tabLst>
                <a:tab pos="469265" algn="l"/>
              </a:tabLst>
            </a:pPr>
            <a:r>
              <a:rPr sz="2000" spc="110" dirty="0">
                <a:solidFill>
                  <a:srgbClr val="252525"/>
                </a:solidFill>
                <a:latin typeface="Cambria"/>
                <a:cs typeface="Cambria"/>
              </a:rPr>
              <a:t>Next,</a:t>
            </a:r>
            <a:r>
              <a:rPr sz="2000" spc="190" dirty="0">
                <a:solidFill>
                  <a:srgbClr val="252525"/>
                </a:solidFill>
                <a:latin typeface="Cambria"/>
                <a:cs typeface="Cambria"/>
              </a:rPr>
              <a:t> </a:t>
            </a:r>
            <a:r>
              <a:rPr sz="2000" spc="125" dirty="0">
                <a:solidFill>
                  <a:srgbClr val="252525"/>
                </a:solidFill>
                <a:latin typeface="Cambria"/>
                <a:cs typeface="Cambria"/>
              </a:rPr>
              <a:t>tokenize</a:t>
            </a:r>
            <a:r>
              <a:rPr sz="2000" spc="160" dirty="0">
                <a:solidFill>
                  <a:srgbClr val="252525"/>
                </a:solidFill>
                <a:latin typeface="Cambria"/>
                <a:cs typeface="Cambria"/>
              </a:rPr>
              <a:t> </a:t>
            </a:r>
            <a:r>
              <a:rPr sz="2000" spc="120" dirty="0">
                <a:solidFill>
                  <a:srgbClr val="252525"/>
                </a:solidFill>
                <a:latin typeface="Cambria"/>
                <a:cs typeface="Cambria"/>
              </a:rPr>
              <a:t>each</a:t>
            </a:r>
            <a:r>
              <a:rPr sz="2000" spc="160" dirty="0">
                <a:solidFill>
                  <a:srgbClr val="252525"/>
                </a:solidFill>
                <a:latin typeface="Cambria"/>
                <a:cs typeface="Cambria"/>
              </a:rPr>
              <a:t> </a:t>
            </a:r>
            <a:r>
              <a:rPr sz="2000" spc="110" dirty="0">
                <a:solidFill>
                  <a:srgbClr val="252525"/>
                </a:solidFill>
                <a:latin typeface="Cambria"/>
                <a:cs typeface="Cambria"/>
              </a:rPr>
              <a:t>sentence</a:t>
            </a:r>
            <a:r>
              <a:rPr sz="2000" spc="200" dirty="0">
                <a:solidFill>
                  <a:srgbClr val="252525"/>
                </a:solidFill>
                <a:latin typeface="Cambria"/>
                <a:cs typeface="Cambria"/>
              </a:rPr>
              <a:t> </a:t>
            </a:r>
            <a:r>
              <a:rPr sz="2000" spc="114" dirty="0">
                <a:solidFill>
                  <a:srgbClr val="252525"/>
                </a:solidFill>
                <a:latin typeface="Cambria"/>
                <a:cs typeface="Cambria"/>
              </a:rPr>
              <a:t>to</a:t>
            </a:r>
            <a:r>
              <a:rPr sz="2000" spc="190" dirty="0">
                <a:solidFill>
                  <a:srgbClr val="252525"/>
                </a:solidFill>
                <a:latin typeface="Cambria"/>
                <a:cs typeface="Cambria"/>
              </a:rPr>
              <a:t> </a:t>
            </a:r>
            <a:r>
              <a:rPr sz="2000" spc="90" dirty="0">
                <a:solidFill>
                  <a:srgbClr val="252525"/>
                </a:solidFill>
                <a:latin typeface="Cambria"/>
                <a:cs typeface="Cambria"/>
              </a:rPr>
              <a:t>words.</a:t>
            </a:r>
            <a:endParaRPr sz="2000">
              <a:latin typeface="Cambria"/>
              <a:cs typeface="Cambria"/>
            </a:endParaRPr>
          </a:p>
          <a:p>
            <a:pPr marL="469265" indent="-227965">
              <a:lnSpc>
                <a:spcPct val="100000"/>
              </a:lnSpc>
              <a:spcBef>
                <a:spcPts val="840"/>
              </a:spcBef>
              <a:buClr>
                <a:srgbClr val="075A74"/>
              </a:buClr>
              <a:buSzPct val="75000"/>
              <a:buFont typeface="Wingdings"/>
              <a:buChar char=""/>
              <a:tabLst>
                <a:tab pos="469265" algn="l"/>
              </a:tabLst>
            </a:pPr>
            <a:r>
              <a:rPr sz="2000" spc="95" dirty="0">
                <a:solidFill>
                  <a:srgbClr val="252525"/>
                </a:solidFill>
                <a:latin typeface="Cambria"/>
                <a:cs typeface="Cambria"/>
              </a:rPr>
              <a:t>Now</a:t>
            </a:r>
            <a:r>
              <a:rPr sz="2000" spc="170" dirty="0">
                <a:solidFill>
                  <a:srgbClr val="252525"/>
                </a:solidFill>
                <a:latin typeface="Cambria"/>
                <a:cs typeface="Cambria"/>
              </a:rPr>
              <a:t> </a:t>
            </a:r>
            <a:r>
              <a:rPr sz="2000" spc="120" dirty="0">
                <a:solidFill>
                  <a:srgbClr val="252525"/>
                </a:solidFill>
                <a:latin typeface="Cambria"/>
                <a:cs typeface="Cambria"/>
              </a:rPr>
              <a:t>for</a:t>
            </a:r>
            <a:r>
              <a:rPr sz="2000" spc="190" dirty="0">
                <a:solidFill>
                  <a:srgbClr val="252525"/>
                </a:solidFill>
                <a:latin typeface="Cambria"/>
                <a:cs typeface="Cambria"/>
              </a:rPr>
              <a:t> </a:t>
            </a:r>
            <a:r>
              <a:rPr sz="2000" spc="120" dirty="0">
                <a:solidFill>
                  <a:srgbClr val="252525"/>
                </a:solidFill>
                <a:latin typeface="Cambria"/>
                <a:cs typeface="Cambria"/>
              </a:rPr>
              <a:t>each</a:t>
            </a:r>
            <a:r>
              <a:rPr sz="2000" spc="165" dirty="0">
                <a:solidFill>
                  <a:srgbClr val="252525"/>
                </a:solidFill>
                <a:latin typeface="Cambria"/>
                <a:cs typeface="Cambria"/>
              </a:rPr>
              <a:t> </a:t>
            </a:r>
            <a:r>
              <a:rPr sz="2000" spc="90" dirty="0">
                <a:solidFill>
                  <a:srgbClr val="252525"/>
                </a:solidFill>
                <a:latin typeface="Cambria"/>
                <a:cs typeface="Cambria"/>
              </a:rPr>
              <a:t>word</a:t>
            </a:r>
            <a:r>
              <a:rPr sz="2000" spc="170" dirty="0">
                <a:solidFill>
                  <a:srgbClr val="252525"/>
                </a:solidFill>
                <a:latin typeface="Cambria"/>
                <a:cs typeface="Cambria"/>
              </a:rPr>
              <a:t> </a:t>
            </a:r>
            <a:r>
              <a:rPr sz="2000" spc="105" dirty="0">
                <a:solidFill>
                  <a:srgbClr val="252525"/>
                </a:solidFill>
                <a:latin typeface="Cambria"/>
                <a:cs typeface="Cambria"/>
              </a:rPr>
              <a:t>in</a:t>
            </a:r>
            <a:r>
              <a:rPr sz="2000" spc="185" dirty="0">
                <a:solidFill>
                  <a:srgbClr val="252525"/>
                </a:solidFill>
                <a:latin typeface="Cambria"/>
                <a:cs typeface="Cambria"/>
              </a:rPr>
              <a:t> </a:t>
            </a:r>
            <a:r>
              <a:rPr sz="2000" spc="110" dirty="0">
                <a:solidFill>
                  <a:srgbClr val="252525"/>
                </a:solidFill>
                <a:latin typeface="Cambria"/>
                <a:cs typeface="Cambria"/>
              </a:rPr>
              <a:t>sentence,</a:t>
            </a:r>
            <a:r>
              <a:rPr sz="2000" spc="180" dirty="0">
                <a:solidFill>
                  <a:srgbClr val="252525"/>
                </a:solidFill>
                <a:latin typeface="Cambria"/>
                <a:cs typeface="Cambria"/>
              </a:rPr>
              <a:t> </a:t>
            </a:r>
            <a:r>
              <a:rPr sz="2000" spc="125" dirty="0">
                <a:solidFill>
                  <a:srgbClr val="252525"/>
                </a:solidFill>
                <a:latin typeface="Cambria"/>
                <a:cs typeface="Cambria"/>
              </a:rPr>
              <a:t>check</a:t>
            </a:r>
            <a:r>
              <a:rPr sz="2000" spc="160" dirty="0">
                <a:solidFill>
                  <a:srgbClr val="252525"/>
                </a:solidFill>
                <a:latin typeface="Cambria"/>
                <a:cs typeface="Cambria"/>
              </a:rPr>
              <a:t> </a:t>
            </a:r>
            <a:r>
              <a:rPr sz="2000" spc="125" dirty="0">
                <a:solidFill>
                  <a:srgbClr val="252525"/>
                </a:solidFill>
                <a:latin typeface="Cambria"/>
                <a:cs typeface="Cambria"/>
              </a:rPr>
              <a:t>if</a:t>
            </a:r>
            <a:r>
              <a:rPr sz="2000" spc="185" dirty="0">
                <a:solidFill>
                  <a:srgbClr val="252525"/>
                </a:solidFill>
                <a:latin typeface="Cambria"/>
                <a:cs typeface="Cambria"/>
              </a:rPr>
              <a:t> </a:t>
            </a:r>
            <a:r>
              <a:rPr sz="2000" spc="110" dirty="0">
                <a:solidFill>
                  <a:srgbClr val="252525"/>
                </a:solidFill>
                <a:latin typeface="Cambria"/>
                <a:cs typeface="Cambria"/>
              </a:rPr>
              <a:t>the</a:t>
            </a:r>
            <a:r>
              <a:rPr sz="2000" spc="195" dirty="0">
                <a:solidFill>
                  <a:srgbClr val="252525"/>
                </a:solidFill>
                <a:latin typeface="Cambria"/>
                <a:cs typeface="Cambria"/>
              </a:rPr>
              <a:t> </a:t>
            </a:r>
            <a:r>
              <a:rPr sz="2000" spc="90" dirty="0">
                <a:solidFill>
                  <a:srgbClr val="252525"/>
                </a:solidFill>
                <a:latin typeface="Cambria"/>
                <a:cs typeface="Cambria"/>
              </a:rPr>
              <a:t>word</a:t>
            </a:r>
            <a:r>
              <a:rPr sz="2000" spc="165" dirty="0">
                <a:solidFill>
                  <a:srgbClr val="252525"/>
                </a:solidFill>
                <a:latin typeface="Cambria"/>
                <a:cs typeface="Cambria"/>
              </a:rPr>
              <a:t> </a:t>
            </a:r>
            <a:r>
              <a:rPr sz="2000" spc="110" dirty="0">
                <a:solidFill>
                  <a:srgbClr val="252525"/>
                </a:solidFill>
                <a:latin typeface="Cambria"/>
                <a:cs typeface="Cambria"/>
              </a:rPr>
              <a:t>exists</a:t>
            </a:r>
            <a:r>
              <a:rPr sz="2000" spc="200" dirty="0">
                <a:solidFill>
                  <a:srgbClr val="252525"/>
                </a:solidFill>
                <a:latin typeface="Cambria"/>
                <a:cs typeface="Cambria"/>
              </a:rPr>
              <a:t> </a:t>
            </a:r>
            <a:r>
              <a:rPr sz="2000" spc="105" dirty="0">
                <a:solidFill>
                  <a:srgbClr val="252525"/>
                </a:solidFill>
                <a:latin typeface="Cambria"/>
                <a:cs typeface="Cambria"/>
              </a:rPr>
              <a:t>in</a:t>
            </a:r>
            <a:r>
              <a:rPr sz="2000" spc="170" dirty="0">
                <a:solidFill>
                  <a:srgbClr val="252525"/>
                </a:solidFill>
                <a:latin typeface="Cambria"/>
                <a:cs typeface="Cambria"/>
              </a:rPr>
              <a:t> </a:t>
            </a:r>
            <a:r>
              <a:rPr sz="2000" spc="90" dirty="0">
                <a:solidFill>
                  <a:srgbClr val="252525"/>
                </a:solidFill>
                <a:latin typeface="Cambria"/>
                <a:cs typeface="Cambria"/>
              </a:rPr>
              <a:t>dictionary.</a:t>
            </a:r>
            <a:endParaRPr sz="2000">
              <a:latin typeface="Cambria"/>
              <a:cs typeface="Cambria"/>
            </a:endParaRPr>
          </a:p>
          <a:p>
            <a:pPr marL="469900" indent="-228600">
              <a:lnSpc>
                <a:spcPct val="100000"/>
              </a:lnSpc>
              <a:spcBef>
                <a:spcPts val="840"/>
              </a:spcBef>
              <a:buClr>
                <a:srgbClr val="075A74"/>
              </a:buClr>
              <a:buSzPct val="75000"/>
              <a:buFont typeface="Wingdings"/>
              <a:buChar char=""/>
              <a:tabLst>
                <a:tab pos="469900" algn="l"/>
              </a:tabLst>
            </a:pPr>
            <a:r>
              <a:rPr sz="2000" spc="105" dirty="0">
                <a:solidFill>
                  <a:srgbClr val="252525"/>
                </a:solidFill>
                <a:latin typeface="Cambria"/>
                <a:cs typeface="Cambria"/>
              </a:rPr>
              <a:t>If</a:t>
            </a:r>
            <a:r>
              <a:rPr sz="2000" spc="220" dirty="0">
                <a:solidFill>
                  <a:srgbClr val="252525"/>
                </a:solidFill>
                <a:latin typeface="Cambria"/>
                <a:cs typeface="Cambria"/>
              </a:rPr>
              <a:t> </a:t>
            </a:r>
            <a:r>
              <a:rPr sz="2000" spc="80" dirty="0">
                <a:solidFill>
                  <a:srgbClr val="252525"/>
                </a:solidFill>
                <a:latin typeface="Cambria"/>
                <a:cs typeface="Cambria"/>
              </a:rPr>
              <a:t>it</a:t>
            </a:r>
            <a:r>
              <a:rPr sz="2000" spc="225" dirty="0">
                <a:solidFill>
                  <a:srgbClr val="252525"/>
                </a:solidFill>
                <a:latin typeface="Cambria"/>
                <a:cs typeface="Cambria"/>
              </a:rPr>
              <a:t> </a:t>
            </a:r>
            <a:r>
              <a:rPr sz="2000" spc="120" dirty="0">
                <a:solidFill>
                  <a:srgbClr val="252525"/>
                </a:solidFill>
                <a:latin typeface="Cambria"/>
                <a:cs typeface="Cambria"/>
              </a:rPr>
              <a:t>does,</a:t>
            </a:r>
            <a:r>
              <a:rPr sz="2000" spc="229" dirty="0">
                <a:solidFill>
                  <a:srgbClr val="252525"/>
                </a:solidFill>
                <a:latin typeface="Cambria"/>
                <a:cs typeface="Cambria"/>
              </a:rPr>
              <a:t> </a:t>
            </a:r>
            <a:r>
              <a:rPr sz="2000" spc="125" dirty="0">
                <a:solidFill>
                  <a:srgbClr val="252525"/>
                </a:solidFill>
                <a:latin typeface="Cambria"/>
                <a:cs typeface="Cambria"/>
              </a:rPr>
              <a:t>then</a:t>
            </a:r>
            <a:r>
              <a:rPr sz="2000" spc="225" dirty="0">
                <a:solidFill>
                  <a:srgbClr val="252525"/>
                </a:solidFill>
                <a:latin typeface="Cambria"/>
                <a:cs typeface="Cambria"/>
              </a:rPr>
              <a:t> </a:t>
            </a:r>
            <a:r>
              <a:rPr sz="2000" spc="110" dirty="0">
                <a:solidFill>
                  <a:srgbClr val="252525"/>
                </a:solidFill>
                <a:latin typeface="Cambria"/>
                <a:cs typeface="Cambria"/>
              </a:rPr>
              <a:t>increment</a:t>
            </a:r>
            <a:r>
              <a:rPr sz="2000" spc="225" dirty="0">
                <a:solidFill>
                  <a:srgbClr val="252525"/>
                </a:solidFill>
                <a:latin typeface="Cambria"/>
                <a:cs typeface="Cambria"/>
              </a:rPr>
              <a:t> </a:t>
            </a:r>
            <a:r>
              <a:rPr sz="2000" spc="100" dirty="0">
                <a:solidFill>
                  <a:srgbClr val="252525"/>
                </a:solidFill>
                <a:latin typeface="Cambria"/>
                <a:cs typeface="Cambria"/>
              </a:rPr>
              <a:t>its</a:t>
            </a:r>
            <a:r>
              <a:rPr sz="2000" spc="229" dirty="0">
                <a:solidFill>
                  <a:srgbClr val="252525"/>
                </a:solidFill>
                <a:latin typeface="Cambria"/>
                <a:cs typeface="Cambria"/>
              </a:rPr>
              <a:t> </a:t>
            </a:r>
            <a:r>
              <a:rPr sz="2000" spc="135" dirty="0">
                <a:solidFill>
                  <a:srgbClr val="252525"/>
                </a:solidFill>
                <a:latin typeface="Cambria"/>
                <a:cs typeface="Cambria"/>
              </a:rPr>
              <a:t>count</a:t>
            </a:r>
            <a:r>
              <a:rPr sz="2000" spc="225" dirty="0">
                <a:solidFill>
                  <a:srgbClr val="252525"/>
                </a:solidFill>
                <a:latin typeface="Cambria"/>
                <a:cs typeface="Cambria"/>
              </a:rPr>
              <a:t> </a:t>
            </a:r>
            <a:r>
              <a:rPr sz="2000" spc="95" dirty="0">
                <a:solidFill>
                  <a:srgbClr val="252525"/>
                </a:solidFill>
                <a:latin typeface="Cambria"/>
                <a:cs typeface="Cambria"/>
              </a:rPr>
              <a:t>by</a:t>
            </a:r>
            <a:r>
              <a:rPr sz="2000" spc="225" dirty="0">
                <a:solidFill>
                  <a:srgbClr val="252525"/>
                </a:solidFill>
                <a:latin typeface="Cambria"/>
                <a:cs typeface="Cambria"/>
              </a:rPr>
              <a:t> </a:t>
            </a:r>
            <a:r>
              <a:rPr sz="2000" spc="105" dirty="0">
                <a:solidFill>
                  <a:srgbClr val="252525"/>
                </a:solidFill>
                <a:latin typeface="Cambria"/>
                <a:cs typeface="Cambria"/>
              </a:rPr>
              <a:t>1.</a:t>
            </a:r>
            <a:r>
              <a:rPr sz="2000" spc="229" dirty="0">
                <a:solidFill>
                  <a:srgbClr val="252525"/>
                </a:solidFill>
                <a:latin typeface="Cambria"/>
                <a:cs typeface="Cambria"/>
              </a:rPr>
              <a:t> </a:t>
            </a:r>
            <a:r>
              <a:rPr sz="2000" spc="100" dirty="0">
                <a:solidFill>
                  <a:srgbClr val="252525"/>
                </a:solidFill>
                <a:latin typeface="Cambria"/>
                <a:cs typeface="Cambria"/>
              </a:rPr>
              <a:t>If</a:t>
            </a:r>
            <a:r>
              <a:rPr sz="2000" spc="220" dirty="0">
                <a:solidFill>
                  <a:srgbClr val="252525"/>
                </a:solidFill>
                <a:latin typeface="Cambria"/>
                <a:cs typeface="Cambria"/>
              </a:rPr>
              <a:t> </a:t>
            </a:r>
            <a:r>
              <a:rPr sz="2000" spc="80" dirty="0">
                <a:solidFill>
                  <a:srgbClr val="252525"/>
                </a:solidFill>
                <a:latin typeface="Cambria"/>
                <a:cs typeface="Cambria"/>
              </a:rPr>
              <a:t>it</a:t>
            </a:r>
            <a:r>
              <a:rPr sz="2000" spc="225" dirty="0">
                <a:solidFill>
                  <a:srgbClr val="252525"/>
                </a:solidFill>
                <a:latin typeface="Cambria"/>
                <a:cs typeface="Cambria"/>
              </a:rPr>
              <a:t> </a:t>
            </a:r>
            <a:r>
              <a:rPr sz="2000" spc="80" dirty="0">
                <a:solidFill>
                  <a:srgbClr val="252525"/>
                </a:solidFill>
                <a:latin typeface="Cambria"/>
                <a:cs typeface="Cambria"/>
              </a:rPr>
              <a:t>doesn</a:t>
            </a:r>
            <a:r>
              <a:rPr sz="2000" spc="80" dirty="0">
                <a:solidFill>
                  <a:srgbClr val="252525"/>
                </a:solidFill>
                <a:latin typeface="Trebuchet MS"/>
                <a:cs typeface="Trebuchet MS"/>
              </a:rPr>
              <a:t>’</a:t>
            </a:r>
            <a:r>
              <a:rPr sz="2000" spc="80" dirty="0">
                <a:solidFill>
                  <a:srgbClr val="252525"/>
                </a:solidFill>
                <a:latin typeface="Cambria"/>
                <a:cs typeface="Cambria"/>
              </a:rPr>
              <a:t>t,</a:t>
            </a:r>
            <a:r>
              <a:rPr sz="2000" spc="240" dirty="0">
                <a:solidFill>
                  <a:srgbClr val="252525"/>
                </a:solidFill>
                <a:latin typeface="Cambria"/>
                <a:cs typeface="Cambria"/>
              </a:rPr>
              <a:t> </a:t>
            </a:r>
            <a:r>
              <a:rPr sz="2000" spc="145" dirty="0">
                <a:solidFill>
                  <a:srgbClr val="252525"/>
                </a:solidFill>
                <a:latin typeface="Cambria"/>
                <a:cs typeface="Cambria"/>
              </a:rPr>
              <a:t>add</a:t>
            </a:r>
            <a:r>
              <a:rPr sz="2000" spc="229" dirty="0">
                <a:solidFill>
                  <a:srgbClr val="252525"/>
                </a:solidFill>
                <a:latin typeface="Cambria"/>
                <a:cs typeface="Cambria"/>
              </a:rPr>
              <a:t> </a:t>
            </a:r>
            <a:r>
              <a:rPr sz="2000" spc="80" dirty="0">
                <a:solidFill>
                  <a:srgbClr val="252525"/>
                </a:solidFill>
                <a:latin typeface="Cambria"/>
                <a:cs typeface="Cambria"/>
              </a:rPr>
              <a:t>it</a:t>
            </a:r>
            <a:r>
              <a:rPr sz="2000" spc="225" dirty="0">
                <a:solidFill>
                  <a:srgbClr val="252525"/>
                </a:solidFill>
                <a:latin typeface="Cambria"/>
                <a:cs typeface="Cambria"/>
              </a:rPr>
              <a:t> </a:t>
            </a:r>
            <a:r>
              <a:rPr sz="2000" spc="120" dirty="0">
                <a:solidFill>
                  <a:srgbClr val="252525"/>
                </a:solidFill>
                <a:latin typeface="Cambria"/>
                <a:cs typeface="Cambria"/>
              </a:rPr>
              <a:t>to</a:t>
            </a:r>
            <a:r>
              <a:rPr sz="2000" spc="235" dirty="0">
                <a:solidFill>
                  <a:srgbClr val="252525"/>
                </a:solidFill>
                <a:latin typeface="Cambria"/>
                <a:cs typeface="Cambria"/>
              </a:rPr>
              <a:t> </a:t>
            </a:r>
            <a:r>
              <a:rPr sz="2000" spc="95" dirty="0">
                <a:solidFill>
                  <a:srgbClr val="252525"/>
                </a:solidFill>
                <a:latin typeface="Cambria"/>
                <a:cs typeface="Cambria"/>
              </a:rPr>
              <a:t>dictionary</a:t>
            </a:r>
            <a:r>
              <a:rPr sz="2000" spc="225" dirty="0">
                <a:solidFill>
                  <a:srgbClr val="252525"/>
                </a:solidFill>
                <a:latin typeface="Cambria"/>
                <a:cs typeface="Cambria"/>
              </a:rPr>
              <a:t> </a:t>
            </a:r>
            <a:r>
              <a:rPr sz="2000" spc="135" dirty="0">
                <a:solidFill>
                  <a:srgbClr val="252525"/>
                </a:solidFill>
                <a:latin typeface="Cambria"/>
                <a:cs typeface="Cambria"/>
              </a:rPr>
              <a:t>and</a:t>
            </a:r>
            <a:r>
              <a:rPr sz="2000" spc="225" dirty="0">
                <a:solidFill>
                  <a:srgbClr val="252525"/>
                </a:solidFill>
                <a:latin typeface="Cambria"/>
                <a:cs typeface="Cambria"/>
              </a:rPr>
              <a:t> </a:t>
            </a:r>
            <a:r>
              <a:rPr sz="2000" spc="105" dirty="0">
                <a:solidFill>
                  <a:srgbClr val="252525"/>
                </a:solidFill>
                <a:latin typeface="Cambria"/>
                <a:cs typeface="Cambria"/>
              </a:rPr>
              <a:t>set</a:t>
            </a:r>
            <a:r>
              <a:rPr sz="2000" spc="240" dirty="0">
                <a:solidFill>
                  <a:srgbClr val="252525"/>
                </a:solidFill>
                <a:latin typeface="Cambria"/>
                <a:cs typeface="Cambria"/>
              </a:rPr>
              <a:t> </a:t>
            </a:r>
            <a:r>
              <a:rPr sz="2000" spc="100" dirty="0">
                <a:solidFill>
                  <a:srgbClr val="252525"/>
                </a:solidFill>
                <a:latin typeface="Cambria"/>
                <a:cs typeface="Cambria"/>
              </a:rPr>
              <a:t>its</a:t>
            </a:r>
            <a:r>
              <a:rPr sz="2000" spc="245" dirty="0">
                <a:solidFill>
                  <a:srgbClr val="252525"/>
                </a:solidFill>
                <a:latin typeface="Cambria"/>
                <a:cs typeface="Cambria"/>
              </a:rPr>
              <a:t> </a:t>
            </a:r>
            <a:r>
              <a:rPr sz="2000" spc="110" dirty="0">
                <a:solidFill>
                  <a:srgbClr val="252525"/>
                </a:solidFill>
                <a:latin typeface="Cambria"/>
                <a:cs typeface="Cambria"/>
              </a:rPr>
              <a:t>count</a:t>
            </a:r>
            <a:endParaRPr sz="2000">
              <a:latin typeface="Cambria"/>
              <a:cs typeface="Cambria"/>
            </a:endParaRPr>
          </a:p>
          <a:p>
            <a:pPr marL="469900">
              <a:lnSpc>
                <a:spcPct val="100000"/>
              </a:lnSpc>
              <a:spcBef>
                <a:spcPts val="240"/>
              </a:spcBef>
            </a:pPr>
            <a:r>
              <a:rPr sz="2000" spc="125" dirty="0">
                <a:solidFill>
                  <a:srgbClr val="252525"/>
                </a:solidFill>
                <a:latin typeface="Cambria"/>
                <a:cs typeface="Cambria"/>
              </a:rPr>
              <a:t>as</a:t>
            </a:r>
            <a:r>
              <a:rPr sz="2000" spc="170" dirty="0">
                <a:solidFill>
                  <a:srgbClr val="252525"/>
                </a:solidFill>
                <a:latin typeface="Cambria"/>
                <a:cs typeface="Cambria"/>
              </a:rPr>
              <a:t> </a:t>
            </a:r>
            <a:r>
              <a:rPr sz="2000" spc="85" dirty="0">
                <a:solidFill>
                  <a:srgbClr val="252525"/>
                </a:solidFill>
                <a:latin typeface="Cambria"/>
                <a:cs typeface="Cambria"/>
              </a:rPr>
              <a:t>1.</a:t>
            </a:r>
            <a:endParaRPr sz="2000">
              <a:latin typeface="Cambria"/>
              <a:cs typeface="Cambria"/>
            </a:endParaRPr>
          </a:p>
          <a:p>
            <a:pPr marL="12700">
              <a:lnSpc>
                <a:spcPct val="100000"/>
              </a:lnSpc>
              <a:spcBef>
                <a:spcPts val="1340"/>
              </a:spcBef>
            </a:pPr>
            <a:r>
              <a:rPr sz="1500" spc="-50" dirty="0">
                <a:solidFill>
                  <a:srgbClr val="006F57"/>
                </a:solidFill>
                <a:latin typeface="Wingdings"/>
                <a:cs typeface="Wingdings"/>
              </a:rPr>
              <a:t></a:t>
            </a:r>
            <a:endParaRPr sz="1500">
              <a:latin typeface="Wingdings"/>
              <a:cs typeface="Wingdings"/>
            </a:endParaRPr>
          </a:p>
          <a:p>
            <a:pPr marL="227965" marR="6350" indent="-227965" algn="r">
              <a:lnSpc>
                <a:spcPct val="100000"/>
              </a:lnSpc>
              <a:spcBef>
                <a:spcPts val="920"/>
              </a:spcBef>
              <a:buClr>
                <a:srgbClr val="075A74"/>
              </a:buClr>
              <a:buSzPct val="75000"/>
              <a:buFont typeface="Wingdings"/>
              <a:buChar char=""/>
              <a:tabLst>
                <a:tab pos="227965" algn="l"/>
              </a:tabLst>
            </a:pPr>
            <a:r>
              <a:rPr sz="2000" spc="65" dirty="0">
                <a:solidFill>
                  <a:srgbClr val="252525"/>
                </a:solidFill>
                <a:latin typeface="Cambria"/>
                <a:cs typeface="Cambria"/>
              </a:rPr>
              <a:t>In</a:t>
            </a:r>
            <a:r>
              <a:rPr sz="2000" spc="50" dirty="0">
                <a:solidFill>
                  <a:srgbClr val="252525"/>
                </a:solidFill>
                <a:latin typeface="Cambria"/>
                <a:cs typeface="Cambria"/>
              </a:rPr>
              <a:t>  </a:t>
            </a:r>
            <a:r>
              <a:rPr sz="2000" spc="114" dirty="0">
                <a:solidFill>
                  <a:srgbClr val="252525"/>
                </a:solidFill>
                <a:latin typeface="Cambria"/>
                <a:cs typeface="Cambria"/>
              </a:rPr>
              <a:t>this</a:t>
            </a:r>
            <a:r>
              <a:rPr sz="2000" spc="65" dirty="0">
                <a:solidFill>
                  <a:srgbClr val="252525"/>
                </a:solidFill>
                <a:latin typeface="Cambria"/>
                <a:cs typeface="Cambria"/>
              </a:rPr>
              <a:t>  </a:t>
            </a:r>
            <a:r>
              <a:rPr sz="2000" spc="120" dirty="0">
                <a:solidFill>
                  <a:srgbClr val="252525"/>
                </a:solidFill>
                <a:latin typeface="Cambria"/>
                <a:cs typeface="Cambria"/>
              </a:rPr>
              <a:t>step</a:t>
            </a:r>
            <a:r>
              <a:rPr sz="2000" spc="50" dirty="0">
                <a:solidFill>
                  <a:srgbClr val="252525"/>
                </a:solidFill>
                <a:latin typeface="Cambria"/>
                <a:cs typeface="Cambria"/>
              </a:rPr>
              <a:t>  </a:t>
            </a:r>
            <a:r>
              <a:rPr sz="2000" spc="114" dirty="0">
                <a:solidFill>
                  <a:srgbClr val="252525"/>
                </a:solidFill>
                <a:latin typeface="Cambria"/>
                <a:cs typeface="Cambria"/>
              </a:rPr>
              <a:t>construct</a:t>
            </a:r>
            <a:r>
              <a:rPr sz="2000" spc="60" dirty="0">
                <a:solidFill>
                  <a:srgbClr val="252525"/>
                </a:solidFill>
                <a:latin typeface="Cambria"/>
                <a:cs typeface="Cambria"/>
              </a:rPr>
              <a:t>  </a:t>
            </a:r>
            <a:r>
              <a:rPr sz="2000" spc="105" dirty="0">
                <a:solidFill>
                  <a:srgbClr val="252525"/>
                </a:solidFill>
                <a:latin typeface="Cambria"/>
                <a:cs typeface="Cambria"/>
              </a:rPr>
              <a:t>a</a:t>
            </a:r>
            <a:r>
              <a:rPr sz="2000" spc="55" dirty="0">
                <a:solidFill>
                  <a:srgbClr val="252525"/>
                </a:solidFill>
                <a:latin typeface="Cambria"/>
                <a:cs typeface="Cambria"/>
              </a:rPr>
              <a:t>  </a:t>
            </a:r>
            <a:r>
              <a:rPr sz="2000" spc="95" dirty="0">
                <a:solidFill>
                  <a:srgbClr val="252525"/>
                </a:solidFill>
                <a:latin typeface="Cambria"/>
                <a:cs typeface="Cambria"/>
              </a:rPr>
              <a:t>vector,</a:t>
            </a:r>
            <a:r>
              <a:rPr sz="2000" spc="55" dirty="0">
                <a:solidFill>
                  <a:srgbClr val="252525"/>
                </a:solidFill>
                <a:latin typeface="Cambria"/>
                <a:cs typeface="Cambria"/>
              </a:rPr>
              <a:t>  </a:t>
            </a:r>
            <a:r>
              <a:rPr sz="2000" spc="100" dirty="0">
                <a:solidFill>
                  <a:srgbClr val="252525"/>
                </a:solidFill>
                <a:latin typeface="Cambria"/>
                <a:cs typeface="Cambria"/>
              </a:rPr>
              <a:t>which</a:t>
            </a:r>
            <a:r>
              <a:rPr sz="2000" spc="55" dirty="0">
                <a:solidFill>
                  <a:srgbClr val="252525"/>
                </a:solidFill>
                <a:latin typeface="Cambria"/>
                <a:cs typeface="Cambria"/>
              </a:rPr>
              <a:t>  </a:t>
            </a:r>
            <a:r>
              <a:rPr sz="2000" spc="110" dirty="0">
                <a:solidFill>
                  <a:srgbClr val="252525"/>
                </a:solidFill>
                <a:latin typeface="Cambria"/>
                <a:cs typeface="Cambria"/>
              </a:rPr>
              <a:t>would</a:t>
            </a:r>
            <a:r>
              <a:rPr sz="2000" spc="60" dirty="0">
                <a:solidFill>
                  <a:srgbClr val="252525"/>
                </a:solidFill>
                <a:latin typeface="Cambria"/>
                <a:cs typeface="Cambria"/>
              </a:rPr>
              <a:t>  </a:t>
            </a:r>
            <a:r>
              <a:rPr sz="2000" spc="85" dirty="0">
                <a:solidFill>
                  <a:srgbClr val="252525"/>
                </a:solidFill>
                <a:latin typeface="Cambria"/>
                <a:cs typeface="Cambria"/>
              </a:rPr>
              <a:t>tell</a:t>
            </a:r>
            <a:r>
              <a:rPr sz="2000" spc="50" dirty="0">
                <a:solidFill>
                  <a:srgbClr val="252525"/>
                </a:solidFill>
                <a:latin typeface="Cambria"/>
                <a:cs typeface="Cambria"/>
              </a:rPr>
              <a:t>  </a:t>
            </a:r>
            <a:r>
              <a:rPr sz="2000" spc="90" dirty="0">
                <a:solidFill>
                  <a:srgbClr val="252525"/>
                </a:solidFill>
                <a:latin typeface="Cambria"/>
                <a:cs typeface="Cambria"/>
              </a:rPr>
              <a:t>whether</a:t>
            </a:r>
            <a:r>
              <a:rPr sz="2000" spc="55" dirty="0">
                <a:solidFill>
                  <a:srgbClr val="252525"/>
                </a:solidFill>
                <a:latin typeface="Cambria"/>
                <a:cs typeface="Cambria"/>
              </a:rPr>
              <a:t>  </a:t>
            </a:r>
            <a:r>
              <a:rPr sz="2000" spc="105" dirty="0">
                <a:solidFill>
                  <a:srgbClr val="252525"/>
                </a:solidFill>
                <a:latin typeface="Cambria"/>
                <a:cs typeface="Cambria"/>
              </a:rPr>
              <a:t>a</a:t>
            </a:r>
            <a:r>
              <a:rPr sz="2000" spc="65" dirty="0">
                <a:solidFill>
                  <a:srgbClr val="252525"/>
                </a:solidFill>
                <a:latin typeface="Cambria"/>
                <a:cs typeface="Cambria"/>
              </a:rPr>
              <a:t>  </a:t>
            </a:r>
            <a:r>
              <a:rPr sz="2000" spc="90" dirty="0">
                <a:solidFill>
                  <a:srgbClr val="252525"/>
                </a:solidFill>
                <a:latin typeface="Cambria"/>
                <a:cs typeface="Cambria"/>
              </a:rPr>
              <a:t>word</a:t>
            </a:r>
            <a:r>
              <a:rPr sz="2000" spc="55" dirty="0">
                <a:solidFill>
                  <a:srgbClr val="252525"/>
                </a:solidFill>
                <a:latin typeface="Cambria"/>
                <a:cs typeface="Cambria"/>
              </a:rPr>
              <a:t>  </a:t>
            </a:r>
            <a:r>
              <a:rPr sz="2000" spc="105" dirty="0">
                <a:solidFill>
                  <a:srgbClr val="252525"/>
                </a:solidFill>
                <a:latin typeface="Cambria"/>
                <a:cs typeface="Cambria"/>
              </a:rPr>
              <a:t>in</a:t>
            </a:r>
            <a:r>
              <a:rPr sz="2000" spc="55" dirty="0">
                <a:solidFill>
                  <a:srgbClr val="252525"/>
                </a:solidFill>
                <a:latin typeface="Cambria"/>
                <a:cs typeface="Cambria"/>
              </a:rPr>
              <a:t>  </a:t>
            </a:r>
            <a:r>
              <a:rPr sz="2000" spc="120" dirty="0">
                <a:solidFill>
                  <a:srgbClr val="252525"/>
                </a:solidFill>
                <a:latin typeface="Cambria"/>
                <a:cs typeface="Cambria"/>
              </a:rPr>
              <a:t>each</a:t>
            </a:r>
            <a:r>
              <a:rPr sz="2000" spc="50" dirty="0">
                <a:solidFill>
                  <a:srgbClr val="252525"/>
                </a:solidFill>
                <a:latin typeface="Cambria"/>
                <a:cs typeface="Cambria"/>
              </a:rPr>
              <a:t>  </a:t>
            </a:r>
            <a:r>
              <a:rPr sz="2000" spc="105" dirty="0">
                <a:solidFill>
                  <a:srgbClr val="252525"/>
                </a:solidFill>
                <a:latin typeface="Cambria"/>
                <a:cs typeface="Cambria"/>
              </a:rPr>
              <a:t>sentence</a:t>
            </a:r>
            <a:r>
              <a:rPr sz="2000" spc="55" dirty="0">
                <a:solidFill>
                  <a:srgbClr val="252525"/>
                </a:solidFill>
                <a:latin typeface="Cambria"/>
                <a:cs typeface="Cambria"/>
              </a:rPr>
              <a:t>  </a:t>
            </a:r>
            <a:r>
              <a:rPr sz="2000" spc="105" dirty="0">
                <a:solidFill>
                  <a:srgbClr val="252525"/>
                </a:solidFill>
                <a:latin typeface="Cambria"/>
                <a:cs typeface="Cambria"/>
              </a:rPr>
              <a:t>is</a:t>
            </a:r>
            <a:r>
              <a:rPr sz="2000" spc="65"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a:p>
            <a:pPr marR="74295" algn="r">
              <a:lnSpc>
                <a:spcPct val="100000"/>
              </a:lnSpc>
            </a:pPr>
            <a:r>
              <a:rPr sz="2000" spc="114" dirty="0">
                <a:solidFill>
                  <a:srgbClr val="252525"/>
                </a:solidFill>
                <a:latin typeface="Cambria"/>
                <a:cs typeface="Cambria"/>
              </a:rPr>
              <a:t>frequent</a:t>
            </a:r>
            <a:r>
              <a:rPr sz="2000" spc="170" dirty="0">
                <a:solidFill>
                  <a:srgbClr val="252525"/>
                </a:solidFill>
                <a:latin typeface="Cambria"/>
                <a:cs typeface="Cambria"/>
              </a:rPr>
              <a:t> </a:t>
            </a:r>
            <a:r>
              <a:rPr sz="2000" spc="95" dirty="0">
                <a:solidFill>
                  <a:srgbClr val="252525"/>
                </a:solidFill>
                <a:latin typeface="Cambria"/>
                <a:cs typeface="Cambria"/>
              </a:rPr>
              <a:t>word</a:t>
            </a:r>
            <a:r>
              <a:rPr sz="2000" spc="165" dirty="0">
                <a:solidFill>
                  <a:srgbClr val="252525"/>
                </a:solidFill>
                <a:latin typeface="Cambria"/>
                <a:cs typeface="Cambria"/>
              </a:rPr>
              <a:t> </a:t>
            </a:r>
            <a:r>
              <a:rPr sz="2000" spc="90" dirty="0">
                <a:solidFill>
                  <a:srgbClr val="252525"/>
                </a:solidFill>
                <a:latin typeface="Cambria"/>
                <a:cs typeface="Cambria"/>
              </a:rPr>
              <a:t>or</a:t>
            </a:r>
            <a:r>
              <a:rPr sz="2000" spc="165" dirty="0">
                <a:solidFill>
                  <a:srgbClr val="252525"/>
                </a:solidFill>
                <a:latin typeface="Cambria"/>
                <a:cs typeface="Cambria"/>
              </a:rPr>
              <a:t> </a:t>
            </a:r>
            <a:r>
              <a:rPr sz="2000" spc="120" dirty="0">
                <a:solidFill>
                  <a:srgbClr val="252525"/>
                </a:solidFill>
                <a:latin typeface="Cambria"/>
                <a:cs typeface="Cambria"/>
              </a:rPr>
              <a:t>not.</a:t>
            </a:r>
            <a:r>
              <a:rPr sz="2000" spc="170" dirty="0">
                <a:solidFill>
                  <a:srgbClr val="252525"/>
                </a:solidFill>
                <a:latin typeface="Cambria"/>
                <a:cs typeface="Cambria"/>
              </a:rPr>
              <a:t> </a:t>
            </a:r>
            <a:r>
              <a:rPr sz="2000" spc="100" dirty="0">
                <a:solidFill>
                  <a:srgbClr val="252525"/>
                </a:solidFill>
                <a:latin typeface="Cambria"/>
                <a:cs typeface="Cambria"/>
              </a:rPr>
              <a:t>If</a:t>
            </a:r>
            <a:r>
              <a:rPr sz="2000" spc="185" dirty="0">
                <a:solidFill>
                  <a:srgbClr val="252525"/>
                </a:solidFill>
                <a:latin typeface="Cambria"/>
                <a:cs typeface="Cambria"/>
              </a:rPr>
              <a:t> </a:t>
            </a:r>
            <a:r>
              <a:rPr sz="2000" spc="105" dirty="0">
                <a:solidFill>
                  <a:srgbClr val="252525"/>
                </a:solidFill>
                <a:latin typeface="Cambria"/>
                <a:cs typeface="Cambria"/>
              </a:rPr>
              <a:t>a</a:t>
            </a:r>
            <a:r>
              <a:rPr sz="2000" spc="180" dirty="0">
                <a:solidFill>
                  <a:srgbClr val="252525"/>
                </a:solidFill>
                <a:latin typeface="Cambria"/>
                <a:cs typeface="Cambria"/>
              </a:rPr>
              <a:t> </a:t>
            </a:r>
            <a:r>
              <a:rPr sz="2000" spc="95" dirty="0">
                <a:solidFill>
                  <a:srgbClr val="252525"/>
                </a:solidFill>
                <a:latin typeface="Cambria"/>
                <a:cs typeface="Cambria"/>
              </a:rPr>
              <a:t>word</a:t>
            </a:r>
            <a:r>
              <a:rPr sz="2000" spc="165" dirty="0">
                <a:solidFill>
                  <a:srgbClr val="252525"/>
                </a:solidFill>
                <a:latin typeface="Cambria"/>
                <a:cs typeface="Cambria"/>
              </a:rPr>
              <a:t> </a:t>
            </a:r>
            <a:r>
              <a:rPr sz="2000" spc="105" dirty="0">
                <a:solidFill>
                  <a:srgbClr val="252525"/>
                </a:solidFill>
                <a:latin typeface="Cambria"/>
                <a:cs typeface="Cambria"/>
              </a:rPr>
              <a:t>in</a:t>
            </a:r>
            <a:r>
              <a:rPr sz="2000" spc="165" dirty="0">
                <a:solidFill>
                  <a:srgbClr val="252525"/>
                </a:solidFill>
                <a:latin typeface="Cambria"/>
                <a:cs typeface="Cambria"/>
              </a:rPr>
              <a:t> </a:t>
            </a:r>
            <a:r>
              <a:rPr sz="2000" spc="105" dirty="0">
                <a:solidFill>
                  <a:srgbClr val="252525"/>
                </a:solidFill>
                <a:latin typeface="Cambria"/>
                <a:cs typeface="Cambria"/>
              </a:rPr>
              <a:t>a</a:t>
            </a:r>
            <a:r>
              <a:rPr sz="2000" spc="185" dirty="0">
                <a:solidFill>
                  <a:srgbClr val="252525"/>
                </a:solidFill>
                <a:latin typeface="Cambria"/>
                <a:cs typeface="Cambria"/>
              </a:rPr>
              <a:t> </a:t>
            </a:r>
            <a:r>
              <a:rPr sz="2000" spc="110" dirty="0">
                <a:solidFill>
                  <a:srgbClr val="252525"/>
                </a:solidFill>
                <a:latin typeface="Cambria"/>
                <a:cs typeface="Cambria"/>
              </a:rPr>
              <a:t>sentence</a:t>
            </a:r>
            <a:r>
              <a:rPr sz="2000" spc="190" dirty="0">
                <a:solidFill>
                  <a:srgbClr val="252525"/>
                </a:solidFill>
                <a:latin typeface="Cambria"/>
                <a:cs typeface="Cambria"/>
              </a:rPr>
              <a:t> </a:t>
            </a:r>
            <a:r>
              <a:rPr sz="2000" spc="100" dirty="0">
                <a:solidFill>
                  <a:srgbClr val="252525"/>
                </a:solidFill>
                <a:latin typeface="Cambria"/>
                <a:cs typeface="Cambria"/>
              </a:rPr>
              <a:t>is</a:t>
            </a:r>
            <a:r>
              <a:rPr sz="2000" spc="175" dirty="0">
                <a:solidFill>
                  <a:srgbClr val="252525"/>
                </a:solidFill>
                <a:latin typeface="Cambria"/>
                <a:cs typeface="Cambria"/>
              </a:rPr>
              <a:t> </a:t>
            </a:r>
            <a:r>
              <a:rPr sz="2000" spc="105" dirty="0">
                <a:solidFill>
                  <a:srgbClr val="252525"/>
                </a:solidFill>
                <a:latin typeface="Cambria"/>
                <a:cs typeface="Cambria"/>
              </a:rPr>
              <a:t>a</a:t>
            </a:r>
            <a:r>
              <a:rPr sz="2000" spc="175" dirty="0">
                <a:solidFill>
                  <a:srgbClr val="252525"/>
                </a:solidFill>
                <a:latin typeface="Cambria"/>
                <a:cs typeface="Cambria"/>
              </a:rPr>
              <a:t> </a:t>
            </a:r>
            <a:r>
              <a:rPr sz="2000" spc="114" dirty="0">
                <a:solidFill>
                  <a:srgbClr val="252525"/>
                </a:solidFill>
                <a:latin typeface="Cambria"/>
                <a:cs typeface="Cambria"/>
              </a:rPr>
              <a:t>frequent</a:t>
            </a:r>
            <a:r>
              <a:rPr sz="2000" spc="180" dirty="0">
                <a:solidFill>
                  <a:srgbClr val="252525"/>
                </a:solidFill>
                <a:latin typeface="Cambria"/>
                <a:cs typeface="Cambria"/>
              </a:rPr>
              <a:t> </a:t>
            </a:r>
            <a:r>
              <a:rPr sz="2000" spc="100" dirty="0">
                <a:solidFill>
                  <a:srgbClr val="252525"/>
                </a:solidFill>
                <a:latin typeface="Cambria"/>
                <a:cs typeface="Cambria"/>
              </a:rPr>
              <a:t>word,</a:t>
            </a:r>
            <a:r>
              <a:rPr sz="2000" spc="160" dirty="0">
                <a:solidFill>
                  <a:srgbClr val="252525"/>
                </a:solidFill>
                <a:latin typeface="Cambria"/>
                <a:cs typeface="Cambria"/>
              </a:rPr>
              <a:t> </a:t>
            </a:r>
            <a:r>
              <a:rPr sz="2000" spc="105" dirty="0">
                <a:solidFill>
                  <a:srgbClr val="252525"/>
                </a:solidFill>
                <a:latin typeface="Cambria"/>
                <a:cs typeface="Cambria"/>
              </a:rPr>
              <a:t>set</a:t>
            </a:r>
            <a:r>
              <a:rPr sz="2000" spc="200" dirty="0">
                <a:solidFill>
                  <a:srgbClr val="252525"/>
                </a:solidFill>
                <a:latin typeface="Cambria"/>
                <a:cs typeface="Cambria"/>
              </a:rPr>
              <a:t> </a:t>
            </a:r>
            <a:r>
              <a:rPr sz="2000" spc="80" dirty="0">
                <a:solidFill>
                  <a:srgbClr val="252525"/>
                </a:solidFill>
                <a:latin typeface="Cambria"/>
                <a:cs typeface="Cambria"/>
              </a:rPr>
              <a:t>it</a:t>
            </a:r>
            <a:r>
              <a:rPr sz="2000" spc="165" dirty="0">
                <a:solidFill>
                  <a:srgbClr val="252525"/>
                </a:solidFill>
                <a:latin typeface="Cambria"/>
                <a:cs typeface="Cambria"/>
              </a:rPr>
              <a:t> </a:t>
            </a:r>
            <a:r>
              <a:rPr sz="2000" spc="130" dirty="0">
                <a:solidFill>
                  <a:srgbClr val="252525"/>
                </a:solidFill>
                <a:latin typeface="Cambria"/>
                <a:cs typeface="Cambria"/>
              </a:rPr>
              <a:t>as</a:t>
            </a:r>
            <a:r>
              <a:rPr sz="2000" spc="175" dirty="0">
                <a:solidFill>
                  <a:srgbClr val="252525"/>
                </a:solidFill>
                <a:latin typeface="Cambria"/>
                <a:cs typeface="Cambria"/>
              </a:rPr>
              <a:t> </a:t>
            </a:r>
            <a:r>
              <a:rPr sz="2000" spc="105" dirty="0">
                <a:solidFill>
                  <a:srgbClr val="252525"/>
                </a:solidFill>
                <a:latin typeface="Cambria"/>
                <a:cs typeface="Cambria"/>
              </a:rPr>
              <a:t>1,</a:t>
            </a:r>
            <a:r>
              <a:rPr sz="2000" spc="165" dirty="0">
                <a:solidFill>
                  <a:srgbClr val="252525"/>
                </a:solidFill>
                <a:latin typeface="Cambria"/>
                <a:cs typeface="Cambria"/>
              </a:rPr>
              <a:t> </a:t>
            </a:r>
            <a:r>
              <a:rPr sz="2000" spc="90" dirty="0">
                <a:solidFill>
                  <a:srgbClr val="252525"/>
                </a:solidFill>
                <a:latin typeface="Cambria"/>
                <a:cs typeface="Cambria"/>
              </a:rPr>
              <a:t>else</a:t>
            </a:r>
            <a:r>
              <a:rPr sz="2000" spc="204" dirty="0">
                <a:solidFill>
                  <a:srgbClr val="252525"/>
                </a:solidFill>
                <a:latin typeface="Cambria"/>
                <a:cs typeface="Cambria"/>
              </a:rPr>
              <a:t> </a:t>
            </a:r>
            <a:r>
              <a:rPr sz="2000" spc="105" dirty="0">
                <a:solidFill>
                  <a:srgbClr val="252525"/>
                </a:solidFill>
                <a:latin typeface="Cambria"/>
                <a:cs typeface="Cambria"/>
              </a:rPr>
              <a:t>set</a:t>
            </a:r>
            <a:r>
              <a:rPr sz="2000" spc="190" dirty="0">
                <a:solidFill>
                  <a:srgbClr val="252525"/>
                </a:solidFill>
                <a:latin typeface="Cambria"/>
                <a:cs typeface="Cambria"/>
              </a:rPr>
              <a:t> </a:t>
            </a:r>
            <a:r>
              <a:rPr sz="2000" spc="80" dirty="0">
                <a:solidFill>
                  <a:srgbClr val="252525"/>
                </a:solidFill>
                <a:latin typeface="Cambria"/>
                <a:cs typeface="Cambria"/>
              </a:rPr>
              <a:t>it</a:t>
            </a:r>
            <a:r>
              <a:rPr sz="2000" spc="185" dirty="0">
                <a:solidFill>
                  <a:srgbClr val="252525"/>
                </a:solidFill>
                <a:latin typeface="Cambria"/>
                <a:cs typeface="Cambria"/>
              </a:rPr>
              <a:t> </a:t>
            </a:r>
            <a:r>
              <a:rPr sz="2000" spc="125" dirty="0">
                <a:solidFill>
                  <a:srgbClr val="252525"/>
                </a:solidFill>
                <a:latin typeface="Cambria"/>
                <a:cs typeface="Cambria"/>
              </a:rPr>
              <a:t>as</a:t>
            </a:r>
            <a:r>
              <a:rPr sz="2000" spc="175" dirty="0">
                <a:solidFill>
                  <a:srgbClr val="252525"/>
                </a:solidFill>
                <a:latin typeface="Cambria"/>
                <a:cs typeface="Cambria"/>
              </a:rPr>
              <a:t> </a:t>
            </a:r>
            <a:r>
              <a:rPr sz="2000" spc="85" dirty="0">
                <a:solidFill>
                  <a:srgbClr val="252525"/>
                </a:solidFill>
                <a:latin typeface="Cambria"/>
                <a:cs typeface="Cambria"/>
              </a:rPr>
              <a:t>0.</a:t>
            </a:r>
            <a:endParaRPr sz="2000">
              <a:latin typeface="Cambria"/>
              <a:cs typeface="Cambria"/>
            </a:endParaRPr>
          </a:p>
        </p:txBody>
      </p:sp>
      <p:sp>
        <p:nvSpPr>
          <p:cNvPr id="40" name="object 40"/>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38" name="object 38"/>
          <p:cNvSpPr txBox="1">
            <a:spLocks noGrp="1"/>
          </p:cNvSpPr>
          <p:nvPr>
            <p:ph type="title"/>
          </p:nvPr>
        </p:nvSpPr>
        <p:spPr>
          <a:xfrm>
            <a:off x="285089" y="186944"/>
            <a:ext cx="8265159" cy="574040"/>
          </a:xfrm>
          <a:prstGeom prst="rect">
            <a:avLst/>
          </a:prstGeom>
        </p:spPr>
        <p:txBody>
          <a:bodyPr vert="horz" wrap="square" lIns="0" tIns="12700" rIns="0" bIns="0" rtlCol="0">
            <a:spAutoFit/>
          </a:bodyPr>
          <a:lstStyle/>
          <a:p>
            <a:pPr marL="12700">
              <a:lnSpc>
                <a:spcPct val="100000"/>
              </a:lnSpc>
              <a:spcBef>
                <a:spcPts val="100"/>
              </a:spcBef>
            </a:pPr>
            <a:r>
              <a:rPr sz="5400" baseline="-2314" dirty="0">
                <a:solidFill>
                  <a:srgbClr val="075A74"/>
                </a:solidFill>
                <a:latin typeface="Arial Black"/>
                <a:cs typeface="Arial Black"/>
              </a:rPr>
              <a:t>+</a:t>
            </a:r>
            <a:r>
              <a:rPr sz="5400" spc="-97" baseline="-2314" dirty="0">
                <a:solidFill>
                  <a:srgbClr val="075A74"/>
                </a:solidFill>
                <a:latin typeface="Arial Black"/>
                <a:cs typeface="Arial Black"/>
              </a:rPr>
              <a:t> </a:t>
            </a:r>
            <a:r>
              <a:rPr sz="3600" spc="215" dirty="0"/>
              <a:t>Steps</a:t>
            </a:r>
            <a:r>
              <a:rPr sz="3600" spc="315" dirty="0"/>
              <a:t> </a:t>
            </a:r>
            <a:r>
              <a:rPr sz="3600" spc="215" dirty="0"/>
              <a:t>to</a:t>
            </a:r>
            <a:r>
              <a:rPr sz="3600" spc="325" dirty="0"/>
              <a:t> </a:t>
            </a:r>
            <a:r>
              <a:rPr sz="3600" spc="155" dirty="0"/>
              <a:t>create</a:t>
            </a:r>
            <a:r>
              <a:rPr sz="3600" spc="325" dirty="0"/>
              <a:t> </a:t>
            </a:r>
            <a:r>
              <a:rPr sz="3600" spc="150" dirty="0"/>
              <a:t>Bag</a:t>
            </a:r>
            <a:r>
              <a:rPr sz="3600" spc="310" dirty="0"/>
              <a:t> </a:t>
            </a:r>
            <a:r>
              <a:rPr sz="3600" spc="300" dirty="0"/>
              <a:t>of</a:t>
            </a:r>
            <a:r>
              <a:rPr sz="3600" spc="315" dirty="0"/>
              <a:t> </a:t>
            </a:r>
            <a:r>
              <a:rPr sz="3600" spc="190" dirty="0"/>
              <a:t>words</a:t>
            </a:r>
            <a:r>
              <a:rPr sz="3600" spc="310" dirty="0"/>
              <a:t> </a:t>
            </a:r>
            <a:r>
              <a:rPr sz="3600" spc="-10" dirty="0"/>
              <a:t>(BOW)</a:t>
            </a:r>
            <a:endParaRPr sz="3600">
              <a:latin typeface="Arial Black"/>
              <a:cs typeface="Arial Black"/>
            </a:endParaRPr>
          </a:p>
        </p:txBody>
      </p:sp>
      <p:sp>
        <p:nvSpPr>
          <p:cNvPr id="39" name="object 39"/>
          <p:cNvSpPr txBox="1"/>
          <p:nvPr/>
        </p:nvSpPr>
        <p:spPr>
          <a:xfrm>
            <a:off x="11202161" y="177545"/>
            <a:ext cx="856615" cy="813435"/>
          </a:xfrm>
          <a:prstGeom prst="rect">
            <a:avLst/>
          </a:prstGeom>
          <a:solidFill>
            <a:srgbClr val="006F57"/>
          </a:solidFill>
        </p:spPr>
        <p:txBody>
          <a:bodyPr vert="horz" wrap="square" lIns="0" tIns="58419" rIns="0" bIns="0" rtlCol="0">
            <a:spAutoFit/>
          </a:bodyPr>
          <a:lstStyle/>
          <a:p>
            <a:pPr marL="490855">
              <a:lnSpc>
                <a:spcPct val="100000"/>
              </a:lnSpc>
              <a:spcBef>
                <a:spcPts val="459"/>
              </a:spcBef>
            </a:pPr>
            <a:r>
              <a:rPr sz="1400" spc="45" dirty="0">
                <a:solidFill>
                  <a:srgbClr val="FFFFFF"/>
                </a:solidFill>
                <a:latin typeface="Cambria"/>
                <a:cs typeface="Cambria"/>
              </a:rPr>
              <a:t>23</a:t>
            </a:r>
            <a:endParaRPr sz="1400">
              <a:latin typeface="Cambria"/>
              <a:cs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180" dirty="0"/>
              <a:t>Limitations</a:t>
            </a:r>
            <a:r>
              <a:rPr sz="3600" spc="300" dirty="0"/>
              <a:t> of</a:t>
            </a:r>
            <a:r>
              <a:rPr sz="3600" spc="325" dirty="0"/>
              <a:t> </a:t>
            </a:r>
            <a:r>
              <a:rPr sz="3600" spc="105" dirty="0"/>
              <a:t>BOW</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496620" y="1287907"/>
            <a:ext cx="1000125" cy="330835"/>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 pos="591185" algn="l"/>
              </a:tabLst>
            </a:pPr>
            <a:r>
              <a:rPr sz="2000" spc="75" dirty="0">
                <a:solidFill>
                  <a:srgbClr val="252525"/>
                </a:solidFill>
                <a:latin typeface="Cambria"/>
                <a:cs typeface="Cambria"/>
              </a:rPr>
              <a:t>If</a:t>
            </a:r>
            <a:r>
              <a:rPr sz="2000" dirty="0">
                <a:solidFill>
                  <a:srgbClr val="252525"/>
                </a:solidFill>
                <a:latin typeface="Cambria"/>
                <a:cs typeface="Cambria"/>
              </a:rPr>
              <a:t>	</a:t>
            </a:r>
            <a:r>
              <a:rPr sz="2000" spc="85" dirty="0">
                <a:solidFill>
                  <a:srgbClr val="252525"/>
                </a:solidFill>
                <a:latin typeface="Cambria"/>
                <a:cs typeface="Cambria"/>
              </a:rPr>
              <a:t>the</a:t>
            </a:r>
            <a:endParaRPr sz="2000">
              <a:latin typeface="Cambria"/>
              <a:cs typeface="Cambria"/>
            </a:endParaRPr>
          </a:p>
        </p:txBody>
      </p:sp>
      <p:pic>
        <p:nvPicPr>
          <p:cNvPr id="5" name="object 5"/>
          <p:cNvPicPr/>
          <p:nvPr/>
        </p:nvPicPr>
        <p:blipFill>
          <a:blip r:embed="rId2" cstate="print"/>
          <a:stretch>
            <a:fillRect/>
          </a:stretch>
        </p:blipFill>
        <p:spPr>
          <a:xfrm>
            <a:off x="1650745" y="1312799"/>
            <a:ext cx="2044700" cy="295655"/>
          </a:xfrm>
          <a:prstGeom prst="rect">
            <a:avLst/>
          </a:prstGeom>
        </p:spPr>
      </p:pic>
      <p:pic>
        <p:nvPicPr>
          <p:cNvPr id="6" name="object 6"/>
          <p:cNvPicPr/>
          <p:nvPr/>
        </p:nvPicPr>
        <p:blipFill>
          <a:blip r:embed="rId3" cstate="print"/>
          <a:stretch>
            <a:fillRect/>
          </a:stretch>
        </p:blipFill>
        <p:spPr>
          <a:xfrm>
            <a:off x="4807584" y="1312799"/>
            <a:ext cx="1606600" cy="295655"/>
          </a:xfrm>
          <a:prstGeom prst="rect">
            <a:avLst/>
          </a:prstGeom>
        </p:spPr>
      </p:pic>
      <p:grpSp>
        <p:nvGrpSpPr>
          <p:cNvPr id="7" name="object 7"/>
          <p:cNvGrpSpPr/>
          <p:nvPr/>
        </p:nvGrpSpPr>
        <p:grpSpPr>
          <a:xfrm>
            <a:off x="7214361" y="1312799"/>
            <a:ext cx="2822575" cy="295910"/>
            <a:chOff x="7214361" y="1312799"/>
            <a:chExt cx="2822575" cy="295910"/>
          </a:xfrm>
        </p:grpSpPr>
        <p:pic>
          <p:nvPicPr>
            <p:cNvPr id="8" name="object 8"/>
            <p:cNvPicPr/>
            <p:nvPr/>
          </p:nvPicPr>
          <p:blipFill>
            <a:blip r:embed="rId4" cstate="print"/>
            <a:stretch>
              <a:fillRect/>
            </a:stretch>
          </p:blipFill>
          <p:spPr>
            <a:xfrm>
              <a:off x="7214361" y="1312799"/>
              <a:ext cx="2192401" cy="295655"/>
            </a:xfrm>
            <a:prstGeom prst="rect">
              <a:avLst/>
            </a:prstGeom>
          </p:spPr>
        </p:pic>
        <p:pic>
          <p:nvPicPr>
            <p:cNvPr id="9" name="object 9"/>
            <p:cNvPicPr/>
            <p:nvPr/>
          </p:nvPicPr>
          <p:blipFill>
            <a:blip r:embed="rId5" cstate="print"/>
            <a:stretch>
              <a:fillRect/>
            </a:stretch>
          </p:blipFill>
          <p:spPr>
            <a:xfrm>
              <a:off x="9428988" y="1312799"/>
              <a:ext cx="607695" cy="295655"/>
            </a:xfrm>
            <a:prstGeom prst="rect">
              <a:avLst/>
            </a:prstGeom>
          </p:spPr>
        </p:pic>
      </p:grpSp>
      <p:sp>
        <p:nvSpPr>
          <p:cNvPr id="10" name="object 10"/>
          <p:cNvSpPr txBox="1"/>
          <p:nvPr/>
        </p:nvSpPr>
        <p:spPr>
          <a:xfrm>
            <a:off x="10068559" y="1287907"/>
            <a:ext cx="781685" cy="330835"/>
          </a:xfrm>
          <a:prstGeom prst="rect">
            <a:avLst/>
          </a:prstGeom>
        </p:spPr>
        <p:txBody>
          <a:bodyPr vert="horz" wrap="square" lIns="0" tIns="13335" rIns="0" bIns="0" rtlCol="0">
            <a:spAutoFit/>
          </a:bodyPr>
          <a:lstStyle/>
          <a:p>
            <a:pPr marL="12700">
              <a:lnSpc>
                <a:spcPct val="100000"/>
              </a:lnSpc>
              <a:spcBef>
                <a:spcPts val="105"/>
              </a:spcBef>
            </a:pPr>
            <a:r>
              <a:rPr sz="2000" spc="95" dirty="0">
                <a:solidFill>
                  <a:srgbClr val="252525"/>
                </a:solidFill>
                <a:latin typeface="Cambria"/>
                <a:cs typeface="Cambria"/>
              </a:rPr>
              <a:t>would</a:t>
            </a:r>
            <a:endParaRPr sz="2000">
              <a:latin typeface="Cambria"/>
              <a:cs typeface="Cambria"/>
            </a:endParaRPr>
          </a:p>
        </p:txBody>
      </p:sp>
      <p:pic>
        <p:nvPicPr>
          <p:cNvPr id="11" name="object 11"/>
          <p:cNvPicPr/>
          <p:nvPr/>
        </p:nvPicPr>
        <p:blipFill>
          <a:blip r:embed="rId6" cstate="print"/>
          <a:stretch>
            <a:fillRect/>
          </a:stretch>
        </p:blipFill>
        <p:spPr>
          <a:xfrm>
            <a:off x="737920" y="1739214"/>
            <a:ext cx="1205293" cy="295960"/>
          </a:xfrm>
          <a:prstGeom prst="rect">
            <a:avLst/>
          </a:prstGeom>
        </p:spPr>
      </p:pic>
      <p:sp>
        <p:nvSpPr>
          <p:cNvPr id="12" name="object 12"/>
          <p:cNvSpPr txBox="1"/>
          <p:nvPr/>
        </p:nvSpPr>
        <p:spPr>
          <a:xfrm>
            <a:off x="1871217" y="1167046"/>
            <a:ext cx="2783840" cy="878840"/>
          </a:xfrm>
          <a:prstGeom prst="rect">
            <a:avLst/>
          </a:prstGeom>
        </p:spPr>
        <p:txBody>
          <a:bodyPr vert="horz" wrap="square" lIns="0" tIns="133985" rIns="0" bIns="0" rtlCol="0">
            <a:spAutoFit/>
          </a:bodyPr>
          <a:lstStyle/>
          <a:p>
            <a:pPr marL="1852295">
              <a:lnSpc>
                <a:spcPct val="100000"/>
              </a:lnSpc>
              <a:spcBef>
                <a:spcPts val="1055"/>
              </a:spcBef>
            </a:pPr>
            <a:r>
              <a:rPr sz="2000" spc="100" dirty="0">
                <a:solidFill>
                  <a:srgbClr val="252525"/>
                </a:solidFill>
                <a:latin typeface="Cambria"/>
                <a:cs typeface="Cambria"/>
              </a:rPr>
              <a:t>contain</a:t>
            </a:r>
            <a:endParaRPr sz="2000">
              <a:latin typeface="Cambria"/>
              <a:cs typeface="Cambria"/>
            </a:endParaRPr>
          </a:p>
          <a:p>
            <a:pPr marL="12700">
              <a:lnSpc>
                <a:spcPct val="100000"/>
              </a:lnSpc>
              <a:spcBef>
                <a:spcPts val="960"/>
              </a:spcBef>
            </a:pPr>
            <a:r>
              <a:rPr sz="2000" spc="135" dirty="0">
                <a:solidFill>
                  <a:srgbClr val="252525"/>
                </a:solidFill>
                <a:latin typeface="Cambria"/>
                <a:cs typeface="Cambria"/>
              </a:rPr>
              <a:t>and</a:t>
            </a:r>
            <a:r>
              <a:rPr sz="2000" spc="165" dirty="0">
                <a:solidFill>
                  <a:srgbClr val="252525"/>
                </a:solidFill>
                <a:latin typeface="Cambria"/>
                <a:cs typeface="Cambria"/>
              </a:rPr>
              <a:t> </a:t>
            </a:r>
            <a:r>
              <a:rPr sz="2000" spc="95" dirty="0">
                <a:solidFill>
                  <a:srgbClr val="252525"/>
                </a:solidFill>
                <a:latin typeface="Cambria"/>
                <a:cs typeface="Cambria"/>
              </a:rPr>
              <a:t>thereby,</a:t>
            </a:r>
            <a:r>
              <a:rPr sz="2000" spc="200" dirty="0">
                <a:solidFill>
                  <a:srgbClr val="252525"/>
                </a:solidFill>
                <a:latin typeface="Cambria"/>
                <a:cs typeface="Cambria"/>
              </a:rPr>
              <a:t> </a:t>
            </a:r>
            <a:r>
              <a:rPr sz="2000" spc="85" dirty="0">
                <a:solidFill>
                  <a:srgbClr val="252525"/>
                </a:solidFill>
                <a:latin typeface="Cambria"/>
                <a:cs typeface="Cambria"/>
              </a:rPr>
              <a:t>the</a:t>
            </a:r>
            <a:endParaRPr sz="2000">
              <a:latin typeface="Cambria"/>
              <a:cs typeface="Cambria"/>
            </a:endParaRPr>
          </a:p>
        </p:txBody>
      </p:sp>
      <p:pic>
        <p:nvPicPr>
          <p:cNvPr id="13" name="object 13"/>
          <p:cNvPicPr/>
          <p:nvPr/>
        </p:nvPicPr>
        <p:blipFill>
          <a:blip r:embed="rId7" cstate="print"/>
          <a:stretch>
            <a:fillRect/>
          </a:stretch>
        </p:blipFill>
        <p:spPr>
          <a:xfrm>
            <a:off x="3978275" y="1739214"/>
            <a:ext cx="948029" cy="295960"/>
          </a:xfrm>
          <a:prstGeom prst="rect">
            <a:avLst/>
          </a:prstGeom>
        </p:spPr>
      </p:pic>
      <p:sp>
        <p:nvSpPr>
          <p:cNvPr id="14" name="object 14"/>
          <p:cNvSpPr txBox="1"/>
          <p:nvPr/>
        </p:nvSpPr>
        <p:spPr>
          <a:xfrm>
            <a:off x="4851272" y="1714322"/>
            <a:ext cx="753745" cy="331470"/>
          </a:xfrm>
          <a:prstGeom prst="rect">
            <a:avLst/>
          </a:prstGeom>
        </p:spPr>
        <p:txBody>
          <a:bodyPr vert="horz" wrap="square" lIns="0" tIns="13335" rIns="0" bIns="0" rtlCol="0">
            <a:spAutoFit/>
          </a:bodyPr>
          <a:lstStyle/>
          <a:p>
            <a:pPr marL="12700">
              <a:lnSpc>
                <a:spcPct val="100000"/>
              </a:lnSpc>
              <a:spcBef>
                <a:spcPts val="105"/>
              </a:spcBef>
            </a:pPr>
            <a:r>
              <a:rPr sz="2000" spc="170" dirty="0">
                <a:solidFill>
                  <a:srgbClr val="252525"/>
                </a:solidFill>
                <a:latin typeface="Cambria"/>
                <a:cs typeface="Cambria"/>
              </a:rPr>
              <a:t>of </a:t>
            </a:r>
            <a:r>
              <a:rPr sz="2000" spc="85" dirty="0">
                <a:solidFill>
                  <a:srgbClr val="252525"/>
                </a:solidFill>
                <a:latin typeface="Cambria"/>
                <a:cs typeface="Cambria"/>
              </a:rPr>
              <a:t>the</a:t>
            </a:r>
            <a:endParaRPr sz="2000">
              <a:latin typeface="Cambria"/>
              <a:cs typeface="Cambria"/>
            </a:endParaRPr>
          </a:p>
        </p:txBody>
      </p:sp>
      <p:pic>
        <p:nvPicPr>
          <p:cNvPr id="15" name="object 15"/>
          <p:cNvPicPr/>
          <p:nvPr/>
        </p:nvPicPr>
        <p:blipFill>
          <a:blip r:embed="rId8" cstate="print"/>
          <a:stretch>
            <a:fillRect/>
          </a:stretch>
        </p:blipFill>
        <p:spPr>
          <a:xfrm>
            <a:off x="5670169" y="1739214"/>
            <a:ext cx="1050251" cy="295960"/>
          </a:xfrm>
          <a:prstGeom prst="rect">
            <a:avLst/>
          </a:prstGeom>
        </p:spPr>
      </p:pic>
      <p:sp>
        <p:nvSpPr>
          <p:cNvPr id="16" name="object 16"/>
          <p:cNvSpPr txBox="1"/>
          <p:nvPr/>
        </p:nvSpPr>
        <p:spPr>
          <a:xfrm>
            <a:off x="6247257" y="1167046"/>
            <a:ext cx="1191260" cy="878840"/>
          </a:xfrm>
          <a:prstGeom prst="rect">
            <a:avLst/>
          </a:prstGeom>
        </p:spPr>
        <p:txBody>
          <a:bodyPr vert="horz" wrap="square" lIns="0" tIns="133985" rIns="0" bIns="0" rtlCol="0">
            <a:spAutoFit/>
          </a:bodyPr>
          <a:lstStyle/>
          <a:p>
            <a:pPr marL="12700">
              <a:lnSpc>
                <a:spcPct val="100000"/>
              </a:lnSpc>
              <a:spcBef>
                <a:spcPts val="1055"/>
              </a:spcBef>
              <a:tabLst>
                <a:tab pos="245745" algn="l"/>
              </a:tabLst>
            </a:pPr>
            <a:r>
              <a:rPr sz="2000" spc="65" dirty="0">
                <a:solidFill>
                  <a:srgbClr val="252525"/>
                </a:solidFill>
                <a:latin typeface="Cambria"/>
                <a:cs typeface="Cambria"/>
              </a:rPr>
              <a:t>,</a:t>
            </a:r>
            <a:r>
              <a:rPr sz="2000" dirty="0">
                <a:solidFill>
                  <a:srgbClr val="252525"/>
                </a:solidFill>
                <a:latin typeface="Cambria"/>
                <a:cs typeface="Cambria"/>
              </a:rPr>
              <a:t>	</a:t>
            </a:r>
            <a:r>
              <a:rPr sz="2000" spc="95" dirty="0">
                <a:solidFill>
                  <a:srgbClr val="252525"/>
                </a:solidFill>
                <a:latin typeface="Cambria"/>
                <a:cs typeface="Cambria"/>
              </a:rPr>
              <a:t>then</a:t>
            </a:r>
            <a:endParaRPr sz="2000">
              <a:latin typeface="Cambria"/>
              <a:cs typeface="Cambria"/>
            </a:endParaRPr>
          </a:p>
          <a:p>
            <a:pPr marL="417830">
              <a:lnSpc>
                <a:spcPct val="100000"/>
              </a:lnSpc>
              <a:spcBef>
                <a:spcPts val="960"/>
              </a:spcBef>
            </a:pPr>
            <a:r>
              <a:rPr sz="2000" spc="95" dirty="0">
                <a:solidFill>
                  <a:srgbClr val="252525"/>
                </a:solidFill>
                <a:latin typeface="Cambria"/>
                <a:cs typeface="Cambria"/>
              </a:rPr>
              <a:t>would</a:t>
            </a:r>
            <a:endParaRPr sz="2000">
              <a:latin typeface="Cambria"/>
              <a:cs typeface="Cambria"/>
            </a:endParaRPr>
          </a:p>
        </p:txBody>
      </p:sp>
      <p:grpSp>
        <p:nvGrpSpPr>
          <p:cNvPr id="17" name="object 17"/>
          <p:cNvGrpSpPr/>
          <p:nvPr/>
        </p:nvGrpSpPr>
        <p:grpSpPr>
          <a:xfrm>
            <a:off x="7499350" y="1739214"/>
            <a:ext cx="1684020" cy="296545"/>
            <a:chOff x="7499350" y="1739214"/>
            <a:chExt cx="1684020" cy="296545"/>
          </a:xfrm>
        </p:grpSpPr>
        <p:pic>
          <p:nvPicPr>
            <p:cNvPr id="18" name="object 18"/>
            <p:cNvPicPr/>
            <p:nvPr/>
          </p:nvPicPr>
          <p:blipFill>
            <a:blip r:embed="rId6" cstate="print"/>
            <a:stretch>
              <a:fillRect/>
            </a:stretch>
          </p:blipFill>
          <p:spPr>
            <a:xfrm>
              <a:off x="7499350" y="1739214"/>
              <a:ext cx="1205293" cy="295960"/>
            </a:xfrm>
            <a:prstGeom prst="rect">
              <a:avLst/>
            </a:prstGeom>
          </p:spPr>
        </p:pic>
        <p:pic>
          <p:nvPicPr>
            <p:cNvPr id="19" name="object 19"/>
            <p:cNvPicPr/>
            <p:nvPr/>
          </p:nvPicPr>
          <p:blipFill>
            <a:blip r:embed="rId9" cstate="print"/>
            <a:stretch>
              <a:fillRect/>
            </a:stretch>
          </p:blipFill>
          <p:spPr>
            <a:xfrm>
              <a:off x="8648446" y="1739214"/>
              <a:ext cx="534822" cy="295960"/>
            </a:xfrm>
            <a:prstGeom prst="rect">
              <a:avLst/>
            </a:prstGeom>
          </p:spPr>
        </p:pic>
      </p:grpSp>
      <p:sp>
        <p:nvSpPr>
          <p:cNvPr id="20" name="object 20"/>
          <p:cNvSpPr txBox="1"/>
          <p:nvPr/>
        </p:nvSpPr>
        <p:spPr>
          <a:xfrm>
            <a:off x="9036557" y="1714322"/>
            <a:ext cx="93345" cy="331470"/>
          </a:xfrm>
          <a:prstGeom prst="rect">
            <a:avLst/>
          </a:prstGeom>
        </p:spPr>
        <p:txBody>
          <a:bodyPr vert="horz" wrap="square" lIns="0" tIns="13335" rIns="0" bIns="0" rtlCol="0">
            <a:spAutoFit/>
          </a:bodyPr>
          <a:lstStyle/>
          <a:p>
            <a:pPr marL="12700">
              <a:lnSpc>
                <a:spcPct val="100000"/>
              </a:lnSpc>
              <a:spcBef>
                <a:spcPts val="105"/>
              </a:spcBef>
            </a:pPr>
            <a:r>
              <a:rPr sz="2000" spc="65" dirty="0">
                <a:solidFill>
                  <a:srgbClr val="252525"/>
                </a:solidFill>
                <a:latin typeface="Cambria"/>
                <a:cs typeface="Cambria"/>
              </a:rPr>
              <a:t>.</a:t>
            </a:r>
            <a:endParaRPr sz="2000">
              <a:latin typeface="Cambria"/>
              <a:cs typeface="Cambria"/>
            </a:endParaRPr>
          </a:p>
        </p:txBody>
      </p:sp>
      <p:sp>
        <p:nvSpPr>
          <p:cNvPr id="21" name="object 21"/>
          <p:cNvSpPr txBox="1"/>
          <p:nvPr/>
        </p:nvSpPr>
        <p:spPr>
          <a:xfrm>
            <a:off x="496620" y="2460116"/>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22" name="object 22"/>
          <p:cNvGrpSpPr/>
          <p:nvPr/>
        </p:nvGrpSpPr>
        <p:grpSpPr>
          <a:xfrm>
            <a:off x="737920" y="2421001"/>
            <a:ext cx="1629410" cy="295910"/>
            <a:chOff x="737920" y="2421001"/>
            <a:chExt cx="1629410" cy="295910"/>
          </a:xfrm>
        </p:grpSpPr>
        <p:pic>
          <p:nvPicPr>
            <p:cNvPr id="23" name="object 23"/>
            <p:cNvPicPr/>
            <p:nvPr/>
          </p:nvPicPr>
          <p:blipFill>
            <a:blip r:embed="rId10" cstate="print"/>
            <a:stretch>
              <a:fillRect/>
            </a:stretch>
          </p:blipFill>
          <p:spPr>
            <a:xfrm>
              <a:off x="737920" y="2421001"/>
              <a:ext cx="1629410" cy="295656"/>
            </a:xfrm>
            <a:prstGeom prst="rect">
              <a:avLst/>
            </a:prstGeom>
          </p:spPr>
        </p:pic>
        <p:pic>
          <p:nvPicPr>
            <p:cNvPr id="24" name="object 24"/>
            <p:cNvPicPr/>
            <p:nvPr/>
          </p:nvPicPr>
          <p:blipFill>
            <a:blip r:embed="rId11" cstate="print"/>
            <a:stretch>
              <a:fillRect/>
            </a:stretch>
          </p:blipFill>
          <p:spPr>
            <a:xfrm>
              <a:off x="2219198" y="2421001"/>
              <a:ext cx="134112" cy="295656"/>
            </a:xfrm>
            <a:prstGeom prst="rect">
              <a:avLst/>
            </a:prstGeom>
          </p:spPr>
        </p:pic>
      </p:grpSp>
      <p:pic>
        <p:nvPicPr>
          <p:cNvPr id="25" name="object 25"/>
          <p:cNvPicPr/>
          <p:nvPr/>
        </p:nvPicPr>
        <p:blipFill>
          <a:blip r:embed="rId12" cstate="print"/>
          <a:stretch>
            <a:fillRect/>
          </a:stretch>
        </p:blipFill>
        <p:spPr>
          <a:xfrm>
            <a:off x="4109339" y="2923920"/>
            <a:ext cx="1987041" cy="295655"/>
          </a:xfrm>
          <a:prstGeom prst="rect">
            <a:avLst/>
          </a:prstGeom>
        </p:spPr>
      </p:pic>
      <p:pic>
        <p:nvPicPr>
          <p:cNvPr id="26" name="object 26"/>
          <p:cNvPicPr/>
          <p:nvPr/>
        </p:nvPicPr>
        <p:blipFill>
          <a:blip r:embed="rId13" cstate="print"/>
          <a:stretch>
            <a:fillRect/>
          </a:stretch>
        </p:blipFill>
        <p:spPr>
          <a:xfrm>
            <a:off x="6859269" y="2923920"/>
            <a:ext cx="1550289" cy="295655"/>
          </a:xfrm>
          <a:prstGeom prst="rect">
            <a:avLst/>
          </a:prstGeom>
        </p:spPr>
      </p:pic>
      <p:pic>
        <p:nvPicPr>
          <p:cNvPr id="27" name="object 27"/>
          <p:cNvPicPr/>
          <p:nvPr/>
        </p:nvPicPr>
        <p:blipFill>
          <a:blip r:embed="rId14" cstate="print"/>
          <a:stretch>
            <a:fillRect/>
          </a:stretch>
        </p:blipFill>
        <p:spPr>
          <a:xfrm>
            <a:off x="1438910" y="3350336"/>
            <a:ext cx="609600" cy="295960"/>
          </a:xfrm>
          <a:prstGeom prst="rect">
            <a:avLst/>
          </a:prstGeom>
        </p:spPr>
      </p:pic>
      <p:pic>
        <p:nvPicPr>
          <p:cNvPr id="28" name="object 28"/>
          <p:cNvPicPr/>
          <p:nvPr/>
        </p:nvPicPr>
        <p:blipFill>
          <a:blip r:embed="rId15" cstate="print"/>
          <a:stretch>
            <a:fillRect/>
          </a:stretch>
        </p:blipFill>
        <p:spPr>
          <a:xfrm>
            <a:off x="2877947" y="3350336"/>
            <a:ext cx="1146048" cy="295960"/>
          </a:xfrm>
          <a:prstGeom prst="rect">
            <a:avLst/>
          </a:prstGeom>
        </p:spPr>
      </p:pic>
      <p:pic>
        <p:nvPicPr>
          <p:cNvPr id="29" name="object 29"/>
          <p:cNvPicPr/>
          <p:nvPr/>
        </p:nvPicPr>
        <p:blipFill>
          <a:blip r:embed="rId16" cstate="print"/>
          <a:stretch>
            <a:fillRect/>
          </a:stretch>
        </p:blipFill>
        <p:spPr>
          <a:xfrm>
            <a:off x="4423573" y="3350336"/>
            <a:ext cx="1149057" cy="295960"/>
          </a:xfrm>
          <a:prstGeom prst="rect">
            <a:avLst/>
          </a:prstGeom>
        </p:spPr>
      </p:pic>
      <p:sp>
        <p:nvSpPr>
          <p:cNvPr id="30" name="object 30"/>
          <p:cNvSpPr txBox="1"/>
          <p:nvPr/>
        </p:nvSpPr>
        <p:spPr>
          <a:xfrm>
            <a:off x="5512689" y="2778168"/>
            <a:ext cx="5338445" cy="878840"/>
          </a:xfrm>
          <a:prstGeom prst="rect">
            <a:avLst/>
          </a:prstGeom>
        </p:spPr>
        <p:txBody>
          <a:bodyPr vert="horz" wrap="square" lIns="0" tIns="133985" rIns="0" bIns="0" rtlCol="0">
            <a:spAutoFit/>
          </a:bodyPr>
          <a:lstStyle/>
          <a:p>
            <a:pPr marL="445134">
              <a:lnSpc>
                <a:spcPct val="100000"/>
              </a:lnSpc>
              <a:spcBef>
                <a:spcPts val="1055"/>
              </a:spcBef>
              <a:tabLst>
                <a:tab pos="2884170" algn="l"/>
              </a:tabLst>
            </a:pPr>
            <a:r>
              <a:rPr sz="2000" spc="114" dirty="0">
                <a:solidFill>
                  <a:srgbClr val="252525"/>
                </a:solidFill>
                <a:latin typeface="Cambria"/>
                <a:cs typeface="Cambria"/>
              </a:rPr>
              <a:t>,</a:t>
            </a:r>
            <a:r>
              <a:rPr sz="2000" spc="390" dirty="0">
                <a:solidFill>
                  <a:srgbClr val="252525"/>
                </a:solidFill>
                <a:latin typeface="Cambria"/>
                <a:cs typeface="Cambria"/>
              </a:rPr>
              <a:t> </a:t>
            </a:r>
            <a:r>
              <a:rPr sz="2000" spc="130" dirty="0">
                <a:solidFill>
                  <a:srgbClr val="252525"/>
                </a:solidFill>
                <a:latin typeface="Cambria"/>
                <a:cs typeface="Cambria"/>
              </a:rPr>
              <a:t>most</a:t>
            </a:r>
            <a:r>
              <a:rPr sz="2000" dirty="0">
                <a:solidFill>
                  <a:srgbClr val="252525"/>
                </a:solidFill>
                <a:latin typeface="Cambria"/>
                <a:cs typeface="Cambria"/>
              </a:rPr>
              <a:t>	</a:t>
            </a:r>
            <a:r>
              <a:rPr sz="2000" spc="105" dirty="0">
                <a:solidFill>
                  <a:srgbClr val="252525"/>
                </a:solidFill>
                <a:latin typeface="Cambria"/>
                <a:cs typeface="Cambria"/>
              </a:rPr>
              <a:t>in</a:t>
            </a:r>
            <a:r>
              <a:rPr sz="2000" spc="390" dirty="0">
                <a:solidFill>
                  <a:srgbClr val="252525"/>
                </a:solidFill>
                <a:latin typeface="Cambria"/>
                <a:cs typeface="Cambria"/>
              </a:rPr>
              <a:t> </a:t>
            </a:r>
            <a:r>
              <a:rPr sz="2000" spc="90" dirty="0">
                <a:solidFill>
                  <a:srgbClr val="252525"/>
                </a:solidFill>
                <a:latin typeface="Cambria"/>
                <a:cs typeface="Cambria"/>
              </a:rPr>
              <a:t>order</a:t>
            </a:r>
            <a:r>
              <a:rPr sz="2000" spc="405" dirty="0">
                <a:solidFill>
                  <a:srgbClr val="252525"/>
                </a:solidFill>
                <a:latin typeface="Cambria"/>
                <a:cs typeface="Cambria"/>
              </a:rPr>
              <a:t> </a:t>
            </a:r>
            <a:r>
              <a:rPr sz="2000" spc="114" dirty="0">
                <a:solidFill>
                  <a:srgbClr val="252525"/>
                </a:solidFill>
                <a:latin typeface="Cambria"/>
                <a:cs typeface="Cambria"/>
              </a:rPr>
              <a:t>to</a:t>
            </a:r>
            <a:r>
              <a:rPr sz="2000" spc="415" dirty="0">
                <a:solidFill>
                  <a:srgbClr val="252525"/>
                </a:solidFill>
                <a:latin typeface="Cambria"/>
                <a:cs typeface="Cambria"/>
              </a:rPr>
              <a:t> </a:t>
            </a:r>
            <a:r>
              <a:rPr sz="2000" spc="120" dirty="0">
                <a:solidFill>
                  <a:srgbClr val="252525"/>
                </a:solidFill>
                <a:latin typeface="Cambria"/>
                <a:cs typeface="Cambria"/>
              </a:rPr>
              <a:t>manage</a:t>
            </a:r>
            <a:endParaRPr sz="2000" dirty="0">
              <a:latin typeface="Cambria"/>
              <a:cs typeface="Cambria"/>
            </a:endParaRPr>
          </a:p>
          <a:p>
            <a:pPr marL="12700">
              <a:lnSpc>
                <a:spcPct val="100000"/>
              </a:lnSpc>
              <a:spcBef>
                <a:spcPts val="960"/>
              </a:spcBef>
            </a:pPr>
            <a:r>
              <a:rPr sz="2000" spc="170" dirty="0">
                <a:solidFill>
                  <a:srgbClr val="252525"/>
                </a:solidFill>
                <a:latin typeface="Cambria"/>
                <a:cs typeface="Cambria"/>
              </a:rPr>
              <a:t>of</a:t>
            </a:r>
            <a:r>
              <a:rPr sz="2000" spc="160" dirty="0">
                <a:solidFill>
                  <a:srgbClr val="252525"/>
                </a:solidFill>
                <a:latin typeface="Cambria"/>
                <a:cs typeface="Cambria"/>
              </a:rPr>
              <a:t> </a:t>
            </a:r>
            <a:r>
              <a:rPr sz="2000" spc="110" dirty="0">
                <a:solidFill>
                  <a:srgbClr val="252525"/>
                </a:solidFill>
                <a:latin typeface="Cambria"/>
                <a:cs typeface="Cambria"/>
              </a:rPr>
              <a:t>the</a:t>
            </a:r>
            <a:r>
              <a:rPr sz="2000" spc="195" dirty="0">
                <a:solidFill>
                  <a:srgbClr val="252525"/>
                </a:solidFill>
                <a:latin typeface="Cambria"/>
                <a:cs typeface="Cambria"/>
              </a:rPr>
              <a:t> </a:t>
            </a:r>
            <a:r>
              <a:rPr sz="2000" spc="140" dirty="0">
                <a:solidFill>
                  <a:srgbClr val="252525"/>
                </a:solidFill>
                <a:latin typeface="Cambria"/>
                <a:cs typeface="Cambria"/>
              </a:rPr>
              <a:t>document</a:t>
            </a:r>
            <a:r>
              <a:rPr sz="2000" spc="150" dirty="0">
                <a:solidFill>
                  <a:srgbClr val="252525"/>
                </a:solidFill>
                <a:latin typeface="Cambria"/>
                <a:cs typeface="Cambria"/>
              </a:rPr>
              <a:t> </a:t>
            </a:r>
            <a:r>
              <a:rPr sz="2000" spc="90" dirty="0">
                <a:solidFill>
                  <a:srgbClr val="252525"/>
                </a:solidFill>
                <a:latin typeface="Cambria"/>
                <a:cs typeface="Cambria"/>
              </a:rPr>
              <a:t>representations.</a:t>
            </a:r>
            <a:r>
              <a:rPr lang="en-US" sz="2000" spc="90" dirty="0">
                <a:solidFill>
                  <a:srgbClr val="252525"/>
                </a:solidFill>
                <a:latin typeface="Cambria"/>
                <a:cs typeface="Cambria"/>
              </a:rPr>
              <a:t> </a:t>
            </a:r>
            <a:endParaRPr sz="2000" dirty="0">
              <a:latin typeface="Cambria"/>
              <a:cs typeface="Cambria"/>
            </a:endParaRPr>
          </a:p>
        </p:txBody>
      </p:sp>
      <p:sp>
        <p:nvSpPr>
          <p:cNvPr id="31" name="object 31"/>
          <p:cNvSpPr txBox="1"/>
          <p:nvPr/>
        </p:nvSpPr>
        <p:spPr>
          <a:xfrm>
            <a:off x="496620" y="4069842"/>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pic>
        <p:nvPicPr>
          <p:cNvPr id="32" name="object 32"/>
          <p:cNvPicPr/>
          <p:nvPr/>
        </p:nvPicPr>
        <p:blipFill>
          <a:blip r:embed="rId17" cstate="print"/>
          <a:stretch>
            <a:fillRect/>
          </a:stretch>
        </p:blipFill>
        <p:spPr>
          <a:xfrm>
            <a:off x="737920" y="4030726"/>
            <a:ext cx="1179575" cy="295656"/>
          </a:xfrm>
          <a:prstGeom prst="rect">
            <a:avLst/>
          </a:prstGeom>
        </p:spPr>
      </p:pic>
      <p:sp>
        <p:nvSpPr>
          <p:cNvPr id="33" name="object 33"/>
          <p:cNvSpPr txBox="1"/>
          <p:nvPr/>
        </p:nvSpPr>
        <p:spPr>
          <a:xfrm>
            <a:off x="725220" y="2778168"/>
            <a:ext cx="3637279" cy="2084545"/>
          </a:xfrm>
          <a:prstGeom prst="rect">
            <a:avLst/>
          </a:prstGeom>
        </p:spPr>
        <p:txBody>
          <a:bodyPr vert="horz" wrap="square" lIns="0" tIns="133985" rIns="0" bIns="0" rtlCol="0">
            <a:spAutoFit/>
          </a:bodyPr>
          <a:lstStyle/>
          <a:p>
            <a:pPr marL="240665" indent="-227965">
              <a:lnSpc>
                <a:spcPct val="100000"/>
              </a:lnSpc>
              <a:spcBef>
                <a:spcPts val="1055"/>
              </a:spcBef>
              <a:buClr>
                <a:srgbClr val="075A74"/>
              </a:buClr>
              <a:buSzPct val="75000"/>
              <a:buFont typeface="Wingdings"/>
              <a:buChar char=""/>
              <a:tabLst>
                <a:tab pos="240665" algn="l"/>
              </a:tabLst>
            </a:pPr>
            <a:r>
              <a:rPr sz="2000" spc="114" dirty="0">
                <a:solidFill>
                  <a:srgbClr val="252525"/>
                </a:solidFill>
                <a:latin typeface="Cambria"/>
                <a:cs typeface="Cambria"/>
              </a:rPr>
              <a:t>The</a:t>
            </a:r>
            <a:r>
              <a:rPr sz="2000" spc="420" dirty="0">
                <a:solidFill>
                  <a:srgbClr val="252525"/>
                </a:solidFill>
                <a:latin typeface="Cambria"/>
                <a:cs typeface="Cambria"/>
              </a:rPr>
              <a:t> </a:t>
            </a:r>
            <a:r>
              <a:rPr sz="2000" spc="100" dirty="0">
                <a:solidFill>
                  <a:srgbClr val="252525"/>
                </a:solidFill>
                <a:latin typeface="Cambria"/>
                <a:cs typeface="Cambria"/>
              </a:rPr>
              <a:t>vocabulary</a:t>
            </a:r>
            <a:r>
              <a:rPr sz="2000" spc="430" dirty="0">
                <a:solidFill>
                  <a:srgbClr val="252525"/>
                </a:solidFill>
                <a:latin typeface="Cambria"/>
                <a:cs typeface="Cambria"/>
              </a:rPr>
              <a:t> </a:t>
            </a:r>
            <a:r>
              <a:rPr sz="2000" spc="75" dirty="0">
                <a:solidFill>
                  <a:srgbClr val="252525"/>
                </a:solidFill>
                <a:latin typeface="Cambria"/>
                <a:cs typeface="Cambria"/>
              </a:rPr>
              <a:t>requires</a:t>
            </a:r>
            <a:endParaRPr sz="2000" dirty="0">
              <a:latin typeface="Cambria"/>
              <a:cs typeface="Cambria"/>
            </a:endParaRPr>
          </a:p>
          <a:p>
            <a:pPr marL="241300">
              <a:lnSpc>
                <a:spcPct val="100000"/>
              </a:lnSpc>
              <a:spcBef>
                <a:spcPts val="960"/>
              </a:spcBef>
              <a:tabLst>
                <a:tab pos="1200785" algn="l"/>
                <a:tab pos="3229610" algn="l"/>
              </a:tabLst>
            </a:pPr>
            <a:r>
              <a:rPr sz="2000" spc="85" dirty="0">
                <a:solidFill>
                  <a:srgbClr val="252525"/>
                </a:solidFill>
                <a:latin typeface="Cambria"/>
                <a:cs typeface="Cambria"/>
              </a:rPr>
              <a:t>the</a:t>
            </a:r>
            <a:r>
              <a:rPr sz="2000" dirty="0">
                <a:solidFill>
                  <a:srgbClr val="252525"/>
                </a:solidFill>
                <a:latin typeface="Cambria"/>
                <a:cs typeface="Cambria"/>
              </a:rPr>
              <a:t>	</a:t>
            </a:r>
            <a:r>
              <a:rPr sz="2000" spc="114" dirty="0">
                <a:solidFill>
                  <a:srgbClr val="252525"/>
                </a:solidFill>
                <a:latin typeface="Cambria"/>
                <a:cs typeface="Cambria"/>
              </a:rPr>
              <a:t>,</a:t>
            </a:r>
            <a:r>
              <a:rPr sz="2000" spc="165" dirty="0">
                <a:solidFill>
                  <a:srgbClr val="252525"/>
                </a:solidFill>
                <a:latin typeface="Cambria"/>
                <a:cs typeface="Cambria"/>
              </a:rPr>
              <a:t> </a:t>
            </a:r>
            <a:r>
              <a:rPr sz="2000" spc="95" dirty="0">
                <a:solidFill>
                  <a:srgbClr val="252525"/>
                </a:solidFill>
                <a:latin typeface="Cambria"/>
                <a:cs typeface="Cambria"/>
              </a:rPr>
              <a:t>which</a:t>
            </a:r>
            <a:r>
              <a:rPr sz="2000" dirty="0">
                <a:solidFill>
                  <a:srgbClr val="252525"/>
                </a:solidFill>
                <a:latin typeface="Cambria"/>
                <a:cs typeface="Cambria"/>
              </a:rPr>
              <a:t>	</a:t>
            </a:r>
            <a:r>
              <a:rPr sz="2000" spc="85" dirty="0">
                <a:solidFill>
                  <a:srgbClr val="252525"/>
                </a:solidFill>
                <a:latin typeface="Cambria"/>
                <a:cs typeface="Cambria"/>
              </a:rPr>
              <a:t>the</a:t>
            </a:r>
            <a:endParaRPr sz="2000" dirty="0">
              <a:latin typeface="Cambria"/>
              <a:cs typeface="Cambria"/>
            </a:endParaRPr>
          </a:p>
          <a:p>
            <a:pPr>
              <a:lnSpc>
                <a:spcPct val="100000"/>
              </a:lnSpc>
              <a:spcBef>
                <a:spcPts val="610"/>
              </a:spcBef>
            </a:pPr>
            <a:endParaRPr sz="2000" dirty="0">
              <a:latin typeface="Cambria"/>
              <a:cs typeface="Cambria"/>
            </a:endParaRPr>
          </a:p>
          <a:p>
            <a:pPr marL="1061085">
              <a:lnSpc>
                <a:spcPct val="100000"/>
              </a:lnSpc>
            </a:pPr>
            <a:r>
              <a:rPr sz="2000" spc="-50" dirty="0">
                <a:solidFill>
                  <a:srgbClr val="252525"/>
                </a:solidFill>
                <a:latin typeface="Cambria"/>
                <a:cs typeface="Cambria"/>
              </a:rPr>
              <a:t>:</a:t>
            </a:r>
            <a:r>
              <a:rPr lang="ar-EG" sz="2000" spc="-50" dirty="0">
                <a:solidFill>
                  <a:srgbClr val="252525"/>
                </a:solidFill>
                <a:latin typeface="Cambria"/>
                <a:cs typeface="Cambria"/>
              </a:rPr>
              <a:t> القلة فى الظهور </a:t>
            </a:r>
            <a:endParaRPr sz="2000" dirty="0">
              <a:latin typeface="Cambria"/>
              <a:cs typeface="Cambria"/>
            </a:endParaRPr>
          </a:p>
          <a:p>
            <a:pPr marL="240665" indent="-227965">
              <a:lnSpc>
                <a:spcPct val="100000"/>
              </a:lnSpc>
              <a:spcBef>
                <a:spcPts val="1560"/>
              </a:spcBef>
              <a:buClr>
                <a:srgbClr val="075A74"/>
              </a:buClr>
              <a:buSzPct val="75000"/>
              <a:buFont typeface="Wingdings"/>
              <a:buChar char=""/>
              <a:tabLst>
                <a:tab pos="240665" algn="l"/>
              </a:tabLst>
            </a:pPr>
            <a:r>
              <a:rPr sz="2000" spc="95" dirty="0">
                <a:solidFill>
                  <a:srgbClr val="252525"/>
                </a:solidFill>
                <a:latin typeface="Cambria"/>
                <a:cs typeface="Cambria"/>
              </a:rPr>
              <a:t>Sparse</a:t>
            </a:r>
            <a:r>
              <a:rPr sz="2000" spc="45" dirty="0">
                <a:solidFill>
                  <a:srgbClr val="252525"/>
                </a:solidFill>
                <a:latin typeface="Cambria"/>
                <a:cs typeface="Cambria"/>
              </a:rPr>
              <a:t>  </a:t>
            </a:r>
            <a:r>
              <a:rPr sz="2000" spc="100" dirty="0">
                <a:solidFill>
                  <a:srgbClr val="252525"/>
                </a:solidFill>
                <a:latin typeface="Cambria"/>
                <a:cs typeface="Cambria"/>
              </a:rPr>
              <a:t>representations</a:t>
            </a:r>
            <a:r>
              <a:rPr sz="2000" spc="40" dirty="0">
                <a:solidFill>
                  <a:srgbClr val="252525"/>
                </a:solidFill>
                <a:latin typeface="Cambria"/>
                <a:cs typeface="Cambria"/>
              </a:rPr>
              <a:t>  </a:t>
            </a:r>
            <a:r>
              <a:rPr sz="2000" spc="50" dirty="0">
                <a:solidFill>
                  <a:srgbClr val="252525"/>
                </a:solidFill>
                <a:latin typeface="Cambria"/>
                <a:cs typeface="Cambria"/>
              </a:rPr>
              <a:t>are</a:t>
            </a:r>
            <a:endParaRPr sz="2000" dirty="0">
              <a:latin typeface="Cambria"/>
              <a:cs typeface="Cambria"/>
            </a:endParaRPr>
          </a:p>
        </p:txBody>
      </p:sp>
      <p:pic>
        <p:nvPicPr>
          <p:cNvPr id="34" name="object 34"/>
          <p:cNvPicPr/>
          <p:nvPr/>
        </p:nvPicPr>
        <p:blipFill>
          <a:blip r:embed="rId18" cstate="print"/>
          <a:stretch>
            <a:fillRect/>
          </a:stretch>
        </p:blipFill>
        <p:spPr>
          <a:xfrm>
            <a:off x="4453763" y="4533646"/>
            <a:ext cx="1026261" cy="295656"/>
          </a:xfrm>
          <a:prstGeom prst="rect">
            <a:avLst/>
          </a:prstGeom>
        </p:spPr>
      </p:pic>
      <p:sp>
        <p:nvSpPr>
          <p:cNvPr id="35" name="object 35"/>
          <p:cNvSpPr txBox="1"/>
          <p:nvPr/>
        </p:nvSpPr>
        <p:spPr>
          <a:xfrm>
            <a:off x="5436489" y="4508753"/>
            <a:ext cx="2336800" cy="330835"/>
          </a:xfrm>
          <a:prstGeom prst="rect">
            <a:avLst/>
          </a:prstGeom>
        </p:spPr>
        <p:txBody>
          <a:bodyPr vert="horz" wrap="square" lIns="0" tIns="12700" rIns="0" bIns="0" rtlCol="0">
            <a:spAutoFit/>
          </a:bodyPr>
          <a:lstStyle/>
          <a:p>
            <a:pPr marL="12700">
              <a:lnSpc>
                <a:spcPct val="100000"/>
              </a:lnSpc>
              <a:spcBef>
                <a:spcPts val="100"/>
              </a:spcBef>
            </a:pPr>
            <a:r>
              <a:rPr sz="2000" spc="114" dirty="0">
                <a:solidFill>
                  <a:srgbClr val="252525"/>
                </a:solidFill>
                <a:latin typeface="Cambria"/>
                <a:cs typeface="Cambria"/>
              </a:rPr>
              <a:t>to</a:t>
            </a:r>
            <a:r>
              <a:rPr sz="2000" spc="484" dirty="0">
                <a:solidFill>
                  <a:srgbClr val="252525"/>
                </a:solidFill>
                <a:latin typeface="Cambria"/>
                <a:cs typeface="Cambria"/>
              </a:rPr>
              <a:t> </a:t>
            </a:r>
            <a:r>
              <a:rPr sz="2000" spc="135" dirty="0">
                <a:solidFill>
                  <a:srgbClr val="252525"/>
                </a:solidFill>
                <a:latin typeface="Cambria"/>
                <a:cs typeface="Cambria"/>
              </a:rPr>
              <a:t>model</a:t>
            </a:r>
            <a:r>
              <a:rPr sz="2000" spc="470" dirty="0">
                <a:solidFill>
                  <a:srgbClr val="252525"/>
                </a:solidFill>
                <a:latin typeface="Cambria"/>
                <a:cs typeface="Cambria"/>
              </a:rPr>
              <a:t> </a:t>
            </a:r>
            <a:r>
              <a:rPr sz="2000" spc="130" dirty="0">
                <a:solidFill>
                  <a:srgbClr val="252525"/>
                </a:solidFill>
                <a:latin typeface="Cambria"/>
                <a:cs typeface="Cambria"/>
              </a:rPr>
              <a:t>both</a:t>
            </a:r>
            <a:r>
              <a:rPr sz="2000" spc="484" dirty="0">
                <a:solidFill>
                  <a:srgbClr val="252525"/>
                </a:solidFill>
                <a:latin typeface="Cambria"/>
                <a:cs typeface="Cambria"/>
              </a:rPr>
              <a:t> </a:t>
            </a:r>
            <a:r>
              <a:rPr sz="2000" spc="95" dirty="0">
                <a:solidFill>
                  <a:srgbClr val="252525"/>
                </a:solidFill>
                <a:latin typeface="Cambria"/>
                <a:cs typeface="Cambria"/>
              </a:rPr>
              <a:t>for</a:t>
            </a:r>
            <a:endParaRPr sz="2000">
              <a:latin typeface="Cambria"/>
              <a:cs typeface="Cambria"/>
            </a:endParaRPr>
          </a:p>
        </p:txBody>
      </p:sp>
      <p:pic>
        <p:nvPicPr>
          <p:cNvPr id="36" name="object 36"/>
          <p:cNvPicPr/>
          <p:nvPr/>
        </p:nvPicPr>
        <p:blipFill>
          <a:blip r:embed="rId19" cstate="print"/>
          <a:stretch>
            <a:fillRect/>
          </a:stretch>
        </p:blipFill>
        <p:spPr>
          <a:xfrm>
            <a:off x="7875778" y="4533646"/>
            <a:ext cx="3102686" cy="295656"/>
          </a:xfrm>
          <a:prstGeom prst="rect">
            <a:avLst/>
          </a:prstGeom>
        </p:spPr>
      </p:pic>
      <p:grpSp>
        <p:nvGrpSpPr>
          <p:cNvPr id="37" name="object 37"/>
          <p:cNvGrpSpPr/>
          <p:nvPr/>
        </p:nvGrpSpPr>
        <p:grpSpPr>
          <a:xfrm>
            <a:off x="6631813" y="4960620"/>
            <a:ext cx="2823210" cy="295910"/>
            <a:chOff x="6631813" y="4960620"/>
            <a:chExt cx="2823210" cy="295910"/>
          </a:xfrm>
        </p:grpSpPr>
        <p:pic>
          <p:nvPicPr>
            <p:cNvPr id="38" name="object 38"/>
            <p:cNvPicPr/>
            <p:nvPr/>
          </p:nvPicPr>
          <p:blipFill>
            <a:blip r:embed="rId20" cstate="print"/>
            <a:stretch>
              <a:fillRect/>
            </a:stretch>
          </p:blipFill>
          <p:spPr>
            <a:xfrm>
              <a:off x="6631813" y="4960620"/>
              <a:ext cx="1674495" cy="295656"/>
            </a:xfrm>
            <a:prstGeom prst="rect">
              <a:avLst/>
            </a:prstGeom>
          </p:spPr>
        </p:pic>
        <p:pic>
          <p:nvPicPr>
            <p:cNvPr id="39" name="object 39"/>
            <p:cNvPicPr/>
            <p:nvPr/>
          </p:nvPicPr>
          <p:blipFill>
            <a:blip r:embed="rId21" cstate="print"/>
            <a:stretch>
              <a:fillRect/>
            </a:stretch>
          </p:blipFill>
          <p:spPr>
            <a:xfrm>
              <a:off x="8323833" y="4960620"/>
              <a:ext cx="1130719" cy="295656"/>
            </a:xfrm>
            <a:prstGeom prst="rect">
              <a:avLst/>
            </a:prstGeom>
          </p:spPr>
        </p:pic>
      </p:grpSp>
      <p:pic>
        <p:nvPicPr>
          <p:cNvPr id="40" name="object 40"/>
          <p:cNvPicPr/>
          <p:nvPr/>
        </p:nvPicPr>
        <p:blipFill>
          <a:blip r:embed="rId22" cstate="print"/>
          <a:stretch>
            <a:fillRect/>
          </a:stretch>
        </p:blipFill>
        <p:spPr>
          <a:xfrm>
            <a:off x="966520" y="5387340"/>
            <a:ext cx="1364869" cy="295656"/>
          </a:xfrm>
          <a:prstGeom prst="rect">
            <a:avLst/>
          </a:prstGeom>
        </p:spPr>
      </p:pic>
      <p:pic>
        <p:nvPicPr>
          <p:cNvPr id="41" name="object 41"/>
          <p:cNvPicPr/>
          <p:nvPr/>
        </p:nvPicPr>
        <p:blipFill>
          <a:blip r:embed="rId23" cstate="print"/>
          <a:stretch>
            <a:fillRect/>
          </a:stretch>
        </p:blipFill>
        <p:spPr>
          <a:xfrm>
            <a:off x="3626230" y="5387340"/>
            <a:ext cx="1054353" cy="295656"/>
          </a:xfrm>
          <a:prstGeom prst="rect">
            <a:avLst/>
          </a:prstGeom>
        </p:spPr>
      </p:pic>
      <p:pic>
        <p:nvPicPr>
          <p:cNvPr id="42" name="object 42"/>
          <p:cNvPicPr/>
          <p:nvPr/>
        </p:nvPicPr>
        <p:blipFill>
          <a:blip r:embed="rId24" cstate="print"/>
          <a:stretch>
            <a:fillRect/>
          </a:stretch>
        </p:blipFill>
        <p:spPr>
          <a:xfrm>
            <a:off x="5014848" y="5387340"/>
            <a:ext cx="1146048" cy="295656"/>
          </a:xfrm>
          <a:prstGeom prst="rect">
            <a:avLst/>
          </a:prstGeom>
        </p:spPr>
      </p:pic>
      <p:grpSp>
        <p:nvGrpSpPr>
          <p:cNvPr id="43" name="object 43"/>
          <p:cNvGrpSpPr/>
          <p:nvPr/>
        </p:nvGrpSpPr>
        <p:grpSpPr>
          <a:xfrm>
            <a:off x="6529705" y="5387340"/>
            <a:ext cx="2363470" cy="295910"/>
            <a:chOff x="6529705" y="5387340"/>
            <a:chExt cx="2363470" cy="295910"/>
          </a:xfrm>
        </p:grpSpPr>
        <p:pic>
          <p:nvPicPr>
            <p:cNvPr id="44" name="object 44"/>
            <p:cNvPicPr/>
            <p:nvPr/>
          </p:nvPicPr>
          <p:blipFill>
            <a:blip r:embed="rId25" cstate="print"/>
            <a:stretch>
              <a:fillRect/>
            </a:stretch>
          </p:blipFill>
          <p:spPr>
            <a:xfrm>
              <a:off x="6529705" y="5387340"/>
              <a:ext cx="670661" cy="295656"/>
            </a:xfrm>
            <a:prstGeom prst="rect">
              <a:avLst/>
            </a:prstGeom>
          </p:spPr>
        </p:pic>
        <p:pic>
          <p:nvPicPr>
            <p:cNvPr id="45" name="object 45"/>
            <p:cNvPicPr/>
            <p:nvPr/>
          </p:nvPicPr>
          <p:blipFill>
            <a:blip r:embed="rId26" cstate="print"/>
            <a:stretch>
              <a:fillRect/>
            </a:stretch>
          </p:blipFill>
          <p:spPr>
            <a:xfrm>
              <a:off x="7220458" y="5387340"/>
              <a:ext cx="1672463" cy="295656"/>
            </a:xfrm>
            <a:prstGeom prst="rect">
              <a:avLst/>
            </a:prstGeom>
          </p:spPr>
        </p:pic>
      </p:grpSp>
      <p:sp>
        <p:nvSpPr>
          <p:cNvPr id="46" name="object 46"/>
          <p:cNvSpPr txBox="1"/>
          <p:nvPr/>
        </p:nvSpPr>
        <p:spPr>
          <a:xfrm>
            <a:off x="8856726" y="4814417"/>
            <a:ext cx="1991360" cy="878840"/>
          </a:xfrm>
          <a:prstGeom prst="rect">
            <a:avLst/>
          </a:prstGeom>
        </p:spPr>
        <p:txBody>
          <a:bodyPr vert="horz" wrap="square" lIns="0" tIns="12700" rIns="0" bIns="0" rtlCol="0">
            <a:spAutoFit/>
          </a:bodyPr>
          <a:lstStyle/>
          <a:p>
            <a:pPr marL="12700" marR="5080" indent="443230">
              <a:lnSpc>
                <a:spcPct val="140000"/>
              </a:lnSpc>
              <a:spcBef>
                <a:spcPts val="100"/>
              </a:spcBef>
              <a:tabLst>
                <a:tab pos="681355" algn="l"/>
                <a:tab pos="1582420" algn="l"/>
              </a:tabLst>
            </a:pPr>
            <a:r>
              <a:rPr sz="2000" spc="65" dirty="0">
                <a:solidFill>
                  <a:srgbClr val="252525"/>
                </a:solidFill>
                <a:latin typeface="Cambria"/>
                <a:cs typeface="Cambria"/>
              </a:rPr>
              <a:t>,</a:t>
            </a:r>
            <a:r>
              <a:rPr sz="2000" dirty="0">
                <a:solidFill>
                  <a:srgbClr val="252525"/>
                </a:solidFill>
                <a:latin typeface="Cambria"/>
                <a:cs typeface="Cambria"/>
              </a:rPr>
              <a:t>	</a:t>
            </a:r>
            <a:r>
              <a:rPr sz="2000" spc="55" dirty="0">
                <a:solidFill>
                  <a:srgbClr val="252525"/>
                </a:solidFill>
                <a:latin typeface="Cambria"/>
                <a:cs typeface="Cambria"/>
              </a:rPr>
              <a:t>where</a:t>
            </a:r>
            <a:r>
              <a:rPr sz="2000" dirty="0">
                <a:solidFill>
                  <a:srgbClr val="252525"/>
                </a:solidFill>
                <a:latin typeface="Cambria"/>
                <a:cs typeface="Cambria"/>
              </a:rPr>
              <a:t>	</a:t>
            </a:r>
            <a:r>
              <a:rPr sz="2000" spc="90" dirty="0">
                <a:solidFill>
                  <a:srgbClr val="252525"/>
                </a:solidFill>
                <a:latin typeface="Cambria"/>
                <a:cs typeface="Cambria"/>
              </a:rPr>
              <a:t>the </a:t>
            </a:r>
            <a:r>
              <a:rPr sz="2000" spc="105" dirty="0">
                <a:solidFill>
                  <a:srgbClr val="252525"/>
                </a:solidFill>
                <a:latin typeface="Cambria"/>
                <a:cs typeface="Cambria"/>
              </a:rPr>
              <a:t>in</a:t>
            </a:r>
            <a:r>
              <a:rPr sz="2000" spc="470" dirty="0">
                <a:solidFill>
                  <a:srgbClr val="252525"/>
                </a:solidFill>
                <a:latin typeface="Cambria"/>
                <a:cs typeface="Cambria"/>
              </a:rPr>
              <a:t> </a:t>
            </a:r>
            <a:r>
              <a:rPr sz="2000" spc="145" dirty="0">
                <a:solidFill>
                  <a:srgbClr val="252525"/>
                </a:solidFill>
                <a:latin typeface="Cambria"/>
                <a:cs typeface="Cambria"/>
              </a:rPr>
              <a:t>such</a:t>
            </a:r>
            <a:r>
              <a:rPr sz="2000" spc="470"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p:txBody>
      </p:sp>
      <p:pic>
        <p:nvPicPr>
          <p:cNvPr id="47" name="object 47"/>
          <p:cNvPicPr/>
          <p:nvPr/>
        </p:nvPicPr>
        <p:blipFill>
          <a:blip r:embed="rId27" cstate="print"/>
          <a:stretch>
            <a:fillRect/>
          </a:stretch>
        </p:blipFill>
        <p:spPr>
          <a:xfrm>
            <a:off x="10172700" y="5387340"/>
            <a:ext cx="797356" cy="295656"/>
          </a:xfrm>
          <a:prstGeom prst="rect">
            <a:avLst/>
          </a:prstGeom>
        </p:spPr>
      </p:pic>
      <p:grpSp>
        <p:nvGrpSpPr>
          <p:cNvPr id="48" name="object 48"/>
          <p:cNvGrpSpPr/>
          <p:nvPr/>
        </p:nvGrpSpPr>
        <p:grpSpPr>
          <a:xfrm>
            <a:off x="966520" y="5814059"/>
            <a:ext cx="3056890" cy="295910"/>
            <a:chOff x="966520" y="5814059"/>
            <a:chExt cx="3056890" cy="295910"/>
          </a:xfrm>
        </p:grpSpPr>
        <p:pic>
          <p:nvPicPr>
            <p:cNvPr id="49" name="object 49"/>
            <p:cNvPicPr/>
            <p:nvPr/>
          </p:nvPicPr>
          <p:blipFill>
            <a:blip r:embed="rId28" cstate="print"/>
            <a:stretch>
              <a:fillRect/>
            </a:stretch>
          </p:blipFill>
          <p:spPr>
            <a:xfrm>
              <a:off x="966520" y="5814059"/>
              <a:ext cx="2249424" cy="295656"/>
            </a:xfrm>
            <a:prstGeom prst="rect">
              <a:avLst/>
            </a:prstGeom>
          </p:spPr>
        </p:pic>
        <p:pic>
          <p:nvPicPr>
            <p:cNvPr id="50" name="object 50"/>
            <p:cNvPicPr/>
            <p:nvPr/>
          </p:nvPicPr>
          <p:blipFill>
            <a:blip r:embed="rId29" cstate="print"/>
            <a:stretch>
              <a:fillRect/>
            </a:stretch>
          </p:blipFill>
          <p:spPr>
            <a:xfrm>
              <a:off x="3159886" y="5814059"/>
              <a:ext cx="863193" cy="295656"/>
            </a:xfrm>
            <a:prstGeom prst="rect">
              <a:avLst/>
            </a:prstGeom>
          </p:spPr>
        </p:pic>
      </p:grpSp>
      <p:sp>
        <p:nvSpPr>
          <p:cNvPr id="51" name="object 51"/>
          <p:cNvSpPr txBox="1"/>
          <p:nvPr/>
        </p:nvSpPr>
        <p:spPr>
          <a:xfrm>
            <a:off x="953820" y="4814417"/>
            <a:ext cx="5534025" cy="1305560"/>
          </a:xfrm>
          <a:prstGeom prst="rect">
            <a:avLst/>
          </a:prstGeom>
        </p:spPr>
        <p:txBody>
          <a:bodyPr vert="horz" wrap="square" lIns="0" tIns="12700" rIns="0" bIns="0" rtlCol="0">
            <a:spAutoFit/>
          </a:bodyPr>
          <a:lstStyle/>
          <a:p>
            <a:pPr marL="1356995" marR="5080" indent="-1344930">
              <a:lnSpc>
                <a:spcPct val="140000"/>
              </a:lnSpc>
              <a:spcBef>
                <a:spcPts val="100"/>
              </a:spcBef>
              <a:tabLst>
                <a:tab pos="944880" algn="l"/>
                <a:tab pos="1567180" algn="l"/>
                <a:tab pos="2277110" algn="l"/>
                <a:tab pos="3691890" algn="l"/>
                <a:tab pos="3876040" algn="l"/>
                <a:tab pos="4496435" algn="l"/>
                <a:tab pos="5154930" algn="l"/>
                <a:tab pos="5179060" algn="l"/>
              </a:tabLst>
            </a:pPr>
            <a:r>
              <a:rPr sz="2000" spc="65" dirty="0">
                <a:solidFill>
                  <a:srgbClr val="252525"/>
                </a:solidFill>
                <a:latin typeface="Cambria"/>
                <a:cs typeface="Cambria"/>
              </a:rPr>
              <a:t>(space</a:t>
            </a:r>
            <a:r>
              <a:rPr sz="2000" dirty="0">
                <a:solidFill>
                  <a:srgbClr val="252525"/>
                </a:solidFill>
                <a:latin typeface="Cambria"/>
                <a:cs typeface="Cambria"/>
              </a:rPr>
              <a:t>	</a:t>
            </a:r>
            <a:r>
              <a:rPr sz="2000" spc="110" dirty="0">
                <a:solidFill>
                  <a:srgbClr val="252525"/>
                </a:solidFill>
                <a:latin typeface="Cambria"/>
                <a:cs typeface="Cambria"/>
              </a:rPr>
              <a:t>and</a:t>
            </a:r>
            <a:r>
              <a:rPr sz="2000" dirty="0">
                <a:solidFill>
                  <a:srgbClr val="252525"/>
                </a:solidFill>
                <a:latin typeface="Cambria"/>
                <a:cs typeface="Cambria"/>
              </a:rPr>
              <a:t>	</a:t>
            </a:r>
            <a:r>
              <a:rPr sz="2000" spc="90" dirty="0">
                <a:solidFill>
                  <a:srgbClr val="252525"/>
                </a:solidFill>
                <a:latin typeface="Cambria"/>
                <a:cs typeface="Cambria"/>
              </a:rPr>
              <a:t>time</a:t>
            </a:r>
            <a:r>
              <a:rPr sz="2000" dirty="0">
                <a:solidFill>
                  <a:srgbClr val="252525"/>
                </a:solidFill>
                <a:latin typeface="Cambria"/>
                <a:cs typeface="Cambria"/>
              </a:rPr>
              <a:t>	</a:t>
            </a:r>
            <a:r>
              <a:rPr sz="2000" spc="85" dirty="0">
                <a:solidFill>
                  <a:srgbClr val="252525"/>
                </a:solidFill>
                <a:latin typeface="Cambria"/>
                <a:cs typeface="Cambria"/>
              </a:rPr>
              <a:t>complexity)</a:t>
            </a:r>
            <a:r>
              <a:rPr sz="2000" dirty="0">
                <a:solidFill>
                  <a:srgbClr val="252525"/>
                </a:solidFill>
                <a:latin typeface="Cambria"/>
                <a:cs typeface="Cambria"/>
              </a:rPr>
              <a:t>		</a:t>
            </a:r>
            <a:r>
              <a:rPr sz="2000" spc="110" dirty="0">
                <a:solidFill>
                  <a:srgbClr val="252525"/>
                </a:solidFill>
                <a:latin typeface="Cambria"/>
                <a:cs typeface="Cambria"/>
              </a:rPr>
              <a:t>and</a:t>
            </a:r>
            <a:r>
              <a:rPr sz="2000" dirty="0">
                <a:solidFill>
                  <a:srgbClr val="252525"/>
                </a:solidFill>
                <a:latin typeface="Cambria"/>
                <a:cs typeface="Cambria"/>
              </a:rPr>
              <a:t>	</a:t>
            </a:r>
            <a:r>
              <a:rPr sz="2000" spc="90" dirty="0">
                <a:solidFill>
                  <a:srgbClr val="252525"/>
                </a:solidFill>
                <a:latin typeface="Cambria"/>
                <a:cs typeface="Cambria"/>
              </a:rPr>
              <a:t>also</a:t>
            </a:r>
            <a:r>
              <a:rPr sz="2000" dirty="0">
                <a:solidFill>
                  <a:srgbClr val="252525"/>
                </a:solidFill>
                <a:latin typeface="Cambria"/>
                <a:cs typeface="Cambria"/>
              </a:rPr>
              <a:t>	</a:t>
            </a:r>
            <a:r>
              <a:rPr sz="2000" spc="95" dirty="0">
                <a:solidFill>
                  <a:srgbClr val="252525"/>
                </a:solidFill>
                <a:latin typeface="Cambria"/>
                <a:cs typeface="Cambria"/>
              </a:rPr>
              <a:t>for </a:t>
            </a:r>
            <a:r>
              <a:rPr sz="2000" spc="100" dirty="0">
                <a:solidFill>
                  <a:srgbClr val="252525"/>
                </a:solidFill>
                <a:latin typeface="Cambria"/>
                <a:cs typeface="Cambria"/>
              </a:rPr>
              <a:t>is</a:t>
            </a:r>
            <a:r>
              <a:rPr sz="2000" spc="480" dirty="0">
                <a:solidFill>
                  <a:srgbClr val="252525"/>
                </a:solidFill>
                <a:latin typeface="Cambria"/>
                <a:cs typeface="Cambria"/>
              </a:rPr>
              <a:t> </a:t>
            </a:r>
            <a:r>
              <a:rPr sz="2000" spc="120" dirty="0">
                <a:solidFill>
                  <a:srgbClr val="252525"/>
                </a:solidFill>
                <a:latin typeface="Cambria"/>
                <a:cs typeface="Cambria"/>
              </a:rPr>
              <a:t>for</a:t>
            </a:r>
            <a:r>
              <a:rPr sz="2000" spc="475" dirty="0">
                <a:solidFill>
                  <a:srgbClr val="252525"/>
                </a:solidFill>
                <a:latin typeface="Cambria"/>
                <a:cs typeface="Cambria"/>
              </a:rPr>
              <a:t> </a:t>
            </a:r>
            <a:r>
              <a:rPr sz="2000" spc="85" dirty="0">
                <a:solidFill>
                  <a:srgbClr val="252525"/>
                </a:solidFill>
                <a:latin typeface="Cambria"/>
                <a:cs typeface="Cambria"/>
              </a:rPr>
              <a:t>the</a:t>
            </a:r>
            <a:r>
              <a:rPr sz="2000" dirty="0">
                <a:solidFill>
                  <a:srgbClr val="252525"/>
                </a:solidFill>
                <a:latin typeface="Cambria"/>
                <a:cs typeface="Cambria"/>
              </a:rPr>
              <a:t>	</a:t>
            </a:r>
            <a:r>
              <a:rPr sz="2000" spc="90" dirty="0">
                <a:solidFill>
                  <a:srgbClr val="252525"/>
                </a:solidFill>
                <a:latin typeface="Cambria"/>
                <a:cs typeface="Cambria"/>
              </a:rPr>
              <a:t>to</a:t>
            </a:r>
            <a:r>
              <a:rPr sz="2000" dirty="0">
                <a:solidFill>
                  <a:srgbClr val="252525"/>
                </a:solidFill>
                <a:latin typeface="Cambria"/>
                <a:cs typeface="Cambria"/>
              </a:rPr>
              <a:t>			</a:t>
            </a:r>
            <a:r>
              <a:rPr sz="2000" spc="100" dirty="0">
                <a:solidFill>
                  <a:srgbClr val="252525"/>
                </a:solidFill>
                <a:latin typeface="Cambria"/>
                <a:cs typeface="Cambria"/>
              </a:rPr>
              <a:t>so</a:t>
            </a:r>
            <a:endParaRPr sz="2000" dirty="0">
              <a:latin typeface="Cambria"/>
              <a:cs typeface="Cambria"/>
            </a:endParaRPr>
          </a:p>
          <a:p>
            <a:pPr marL="2924810">
              <a:lnSpc>
                <a:spcPct val="100000"/>
              </a:lnSpc>
              <a:spcBef>
                <a:spcPts val="960"/>
              </a:spcBef>
            </a:pPr>
            <a:r>
              <a:rPr sz="2000" spc="65" dirty="0">
                <a:solidFill>
                  <a:srgbClr val="252525"/>
                </a:solidFill>
                <a:latin typeface="Cambria"/>
                <a:cs typeface="Cambria"/>
              </a:rPr>
              <a:t>.</a:t>
            </a:r>
            <a:endParaRPr sz="2000" dirty="0">
              <a:latin typeface="Cambria"/>
              <a:cs typeface="Cambria"/>
            </a:endParaRPr>
          </a:p>
        </p:txBody>
      </p:sp>
      <p:sp>
        <p:nvSpPr>
          <p:cNvPr id="53" name="object 53"/>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52" name="object 52"/>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24</a:t>
            </a:r>
            <a:endParaRPr sz="1400">
              <a:latin typeface="Cambria"/>
              <a:cs typeface="Cambr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180" dirty="0"/>
              <a:t>Limitations</a:t>
            </a:r>
            <a:r>
              <a:rPr sz="3600" spc="300" dirty="0"/>
              <a:t> of</a:t>
            </a:r>
            <a:r>
              <a:rPr sz="3600" spc="325" dirty="0"/>
              <a:t> </a:t>
            </a:r>
            <a:r>
              <a:rPr sz="3600" spc="105" dirty="0"/>
              <a:t>BOW</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43508" y="132867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pic>
        <p:nvPicPr>
          <p:cNvPr id="5" name="object 5"/>
          <p:cNvPicPr/>
          <p:nvPr/>
        </p:nvPicPr>
        <p:blipFill>
          <a:blip r:embed="rId2" cstate="print"/>
          <a:stretch>
            <a:fillRect/>
          </a:stretch>
        </p:blipFill>
        <p:spPr>
          <a:xfrm>
            <a:off x="984808" y="1289558"/>
            <a:ext cx="1271778" cy="295656"/>
          </a:xfrm>
          <a:prstGeom prst="rect">
            <a:avLst/>
          </a:prstGeom>
        </p:spPr>
      </p:pic>
      <p:sp>
        <p:nvSpPr>
          <p:cNvPr id="6" name="object 6"/>
          <p:cNvSpPr txBox="1"/>
          <p:nvPr/>
        </p:nvSpPr>
        <p:spPr>
          <a:xfrm>
            <a:off x="2084958" y="1264665"/>
            <a:ext cx="93345" cy="330835"/>
          </a:xfrm>
          <a:prstGeom prst="rect">
            <a:avLst/>
          </a:prstGeom>
        </p:spPr>
        <p:txBody>
          <a:bodyPr vert="horz" wrap="square" lIns="0" tIns="13335" rIns="0" bIns="0" rtlCol="0">
            <a:spAutoFit/>
          </a:bodyPr>
          <a:lstStyle/>
          <a:p>
            <a:pPr marL="12700">
              <a:lnSpc>
                <a:spcPct val="100000"/>
              </a:lnSpc>
              <a:spcBef>
                <a:spcPts val="105"/>
              </a:spcBef>
            </a:pPr>
            <a:r>
              <a:rPr sz="2000" spc="-50" dirty="0">
                <a:solidFill>
                  <a:srgbClr val="252525"/>
                </a:solidFill>
                <a:latin typeface="Cambria"/>
                <a:cs typeface="Cambria"/>
              </a:rPr>
              <a:t>:</a:t>
            </a:r>
            <a:endParaRPr sz="2000">
              <a:latin typeface="Cambria"/>
              <a:cs typeface="Cambria"/>
            </a:endParaRPr>
          </a:p>
        </p:txBody>
      </p:sp>
      <p:sp>
        <p:nvSpPr>
          <p:cNvPr id="7" name="object 7"/>
          <p:cNvSpPr txBox="1"/>
          <p:nvPr/>
        </p:nvSpPr>
        <p:spPr>
          <a:xfrm>
            <a:off x="972108" y="1861769"/>
            <a:ext cx="16827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75A74"/>
                </a:solidFill>
                <a:latin typeface="Wingdings"/>
                <a:cs typeface="Wingdings"/>
              </a:rPr>
              <a:t></a:t>
            </a:r>
            <a:endParaRPr sz="1500">
              <a:latin typeface="Wingdings"/>
              <a:cs typeface="Wingdings"/>
            </a:endParaRPr>
          </a:p>
        </p:txBody>
      </p:sp>
      <p:grpSp>
        <p:nvGrpSpPr>
          <p:cNvPr id="8" name="object 8"/>
          <p:cNvGrpSpPr/>
          <p:nvPr/>
        </p:nvGrpSpPr>
        <p:grpSpPr>
          <a:xfrm>
            <a:off x="1213408" y="1822653"/>
            <a:ext cx="3090545" cy="296545"/>
            <a:chOff x="1213408" y="1822653"/>
            <a:chExt cx="3090545" cy="296545"/>
          </a:xfrm>
        </p:grpSpPr>
        <p:pic>
          <p:nvPicPr>
            <p:cNvPr id="9" name="object 9"/>
            <p:cNvPicPr/>
            <p:nvPr/>
          </p:nvPicPr>
          <p:blipFill>
            <a:blip r:embed="rId3" cstate="print"/>
            <a:stretch>
              <a:fillRect/>
            </a:stretch>
          </p:blipFill>
          <p:spPr>
            <a:xfrm>
              <a:off x="1213408" y="1822653"/>
              <a:ext cx="1539240" cy="295960"/>
            </a:xfrm>
            <a:prstGeom prst="rect">
              <a:avLst/>
            </a:prstGeom>
          </p:spPr>
        </p:pic>
        <p:pic>
          <p:nvPicPr>
            <p:cNvPr id="10" name="object 10"/>
            <p:cNvPicPr/>
            <p:nvPr/>
          </p:nvPicPr>
          <p:blipFill>
            <a:blip r:embed="rId4" cstate="print"/>
            <a:stretch>
              <a:fillRect/>
            </a:stretch>
          </p:blipFill>
          <p:spPr>
            <a:xfrm>
              <a:off x="2710306" y="1822653"/>
              <a:ext cx="811530" cy="295960"/>
            </a:xfrm>
            <a:prstGeom prst="rect">
              <a:avLst/>
            </a:prstGeom>
          </p:spPr>
        </p:pic>
        <p:pic>
          <p:nvPicPr>
            <p:cNvPr id="11" name="object 11"/>
            <p:cNvPicPr/>
            <p:nvPr/>
          </p:nvPicPr>
          <p:blipFill>
            <a:blip r:embed="rId5" cstate="print"/>
            <a:stretch>
              <a:fillRect/>
            </a:stretch>
          </p:blipFill>
          <p:spPr>
            <a:xfrm>
              <a:off x="3458590" y="1822653"/>
              <a:ext cx="844905" cy="295960"/>
            </a:xfrm>
            <a:prstGeom prst="rect">
              <a:avLst/>
            </a:prstGeom>
          </p:spPr>
        </p:pic>
      </p:grpSp>
      <p:sp>
        <p:nvSpPr>
          <p:cNvPr id="12" name="object 12"/>
          <p:cNvSpPr txBox="1"/>
          <p:nvPr/>
        </p:nvSpPr>
        <p:spPr>
          <a:xfrm>
            <a:off x="1200708" y="1645468"/>
            <a:ext cx="4476115" cy="941069"/>
          </a:xfrm>
          <a:prstGeom prst="rect">
            <a:avLst/>
          </a:prstGeom>
        </p:spPr>
        <p:txBody>
          <a:bodyPr vert="horz" wrap="square" lIns="0" tIns="165735" rIns="0" bIns="0" rtlCol="0">
            <a:spAutoFit/>
          </a:bodyPr>
          <a:lstStyle/>
          <a:p>
            <a:pPr marR="5080" algn="r">
              <a:lnSpc>
                <a:spcPct val="100000"/>
              </a:lnSpc>
              <a:spcBef>
                <a:spcPts val="1305"/>
              </a:spcBef>
            </a:pPr>
            <a:r>
              <a:rPr sz="2000" spc="105" dirty="0">
                <a:solidFill>
                  <a:srgbClr val="252525"/>
                </a:solidFill>
                <a:latin typeface="Cambria"/>
                <a:cs typeface="Cambria"/>
              </a:rPr>
              <a:t>ignores</a:t>
            </a:r>
            <a:r>
              <a:rPr sz="2000" spc="335" dirty="0">
                <a:solidFill>
                  <a:srgbClr val="252525"/>
                </a:solidFill>
                <a:latin typeface="Cambria"/>
                <a:cs typeface="Cambria"/>
              </a:rPr>
              <a:t> </a:t>
            </a:r>
            <a:r>
              <a:rPr sz="2000" spc="85" dirty="0">
                <a:solidFill>
                  <a:srgbClr val="252525"/>
                </a:solidFill>
                <a:latin typeface="Cambria"/>
                <a:cs typeface="Cambria"/>
              </a:rPr>
              <a:t>the</a:t>
            </a:r>
            <a:endParaRPr sz="2000">
              <a:latin typeface="Cambria"/>
              <a:cs typeface="Cambria"/>
            </a:endParaRPr>
          </a:p>
          <a:p>
            <a:pPr marL="12700">
              <a:lnSpc>
                <a:spcPct val="100000"/>
              </a:lnSpc>
              <a:spcBef>
                <a:spcPts val="1200"/>
              </a:spcBef>
            </a:pPr>
            <a:r>
              <a:rPr sz="2000" spc="105" dirty="0">
                <a:solidFill>
                  <a:srgbClr val="252525"/>
                </a:solidFill>
                <a:latin typeface="Cambria"/>
                <a:cs typeface="Cambria"/>
              </a:rPr>
              <a:t>in</a:t>
            </a:r>
            <a:r>
              <a:rPr sz="2000" spc="160" dirty="0">
                <a:solidFill>
                  <a:srgbClr val="252525"/>
                </a:solidFill>
                <a:latin typeface="Cambria"/>
                <a:cs typeface="Cambria"/>
              </a:rPr>
              <a:t> </a:t>
            </a:r>
            <a:r>
              <a:rPr sz="2000" spc="110" dirty="0">
                <a:solidFill>
                  <a:srgbClr val="252525"/>
                </a:solidFill>
                <a:latin typeface="Cambria"/>
                <a:cs typeface="Cambria"/>
              </a:rPr>
              <a:t>the</a:t>
            </a:r>
            <a:r>
              <a:rPr sz="2000" spc="190" dirty="0">
                <a:solidFill>
                  <a:srgbClr val="252525"/>
                </a:solidFill>
                <a:latin typeface="Cambria"/>
                <a:cs typeface="Cambria"/>
              </a:rPr>
              <a:t> </a:t>
            </a:r>
            <a:r>
              <a:rPr sz="2000" spc="145" dirty="0">
                <a:solidFill>
                  <a:srgbClr val="252525"/>
                </a:solidFill>
                <a:latin typeface="Cambria"/>
                <a:cs typeface="Cambria"/>
              </a:rPr>
              <a:t>document</a:t>
            </a:r>
            <a:r>
              <a:rPr sz="2000" spc="130" dirty="0">
                <a:solidFill>
                  <a:srgbClr val="252525"/>
                </a:solidFill>
                <a:latin typeface="Cambria"/>
                <a:cs typeface="Cambria"/>
              </a:rPr>
              <a:t> </a:t>
            </a:r>
            <a:r>
              <a:rPr sz="2000" spc="65" dirty="0">
                <a:solidFill>
                  <a:srgbClr val="252525"/>
                </a:solidFill>
                <a:latin typeface="Cambria"/>
                <a:cs typeface="Cambria"/>
              </a:rPr>
              <a:t>(semantics).</a:t>
            </a:r>
            <a:endParaRPr sz="2000">
              <a:latin typeface="Cambria"/>
              <a:cs typeface="Cambria"/>
            </a:endParaRPr>
          </a:p>
        </p:txBody>
      </p:sp>
      <p:pic>
        <p:nvPicPr>
          <p:cNvPr id="13" name="object 13"/>
          <p:cNvPicPr/>
          <p:nvPr/>
        </p:nvPicPr>
        <p:blipFill>
          <a:blip r:embed="rId6" cstate="print"/>
          <a:stretch>
            <a:fillRect/>
          </a:stretch>
        </p:blipFill>
        <p:spPr>
          <a:xfrm>
            <a:off x="5764657" y="1822653"/>
            <a:ext cx="1050607" cy="295960"/>
          </a:xfrm>
          <a:prstGeom prst="rect">
            <a:avLst/>
          </a:prstGeom>
        </p:spPr>
      </p:pic>
      <p:sp>
        <p:nvSpPr>
          <p:cNvPr id="14" name="object 14"/>
          <p:cNvSpPr txBox="1"/>
          <p:nvPr/>
        </p:nvSpPr>
        <p:spPr>
          <a:xfrm>
            <a:off x="6671309" y="1797761"/>
            <a:ext cx="3989704" cy="331470"/>
          </a:xfrm>
          <a:prstGeom prst="rect">
            <a:avLst/>
          </a:prstGeom>
        </p:spPr>
        <p:txBody>
          <a:bodyPr vert="horz" wrap="square" lIns="0" tIns="13335" rIns="0" bIns="0" rtlCol="0">
            <a:spAutoFit/>
          </a:bodyPr>
          <a:lstStyle/>
          <a:p>
            <a:pPr marL="12700">
              <a:lnSpc>
                <a:spcPct val="100000"/>
              </a:lnSpc>
              <a:spcBef>
                <a:spcPts val="105"/>
              </a:spcBef>
            </a:pPr>
            <a:r>
              <a:rPr sz="2000" spc="114" dirty="0">
                <a:solidFill>
                  <a:srgbClr val="252525"/>
                </a:solidFill>
                <a:latin typeface="Cambria"/>
                <a:cs typeface="Cambria"/>
              </a:rPr>
              <a:t>,</a:t>
            </a:r>
            <a:r>
              <a:rPr sz="2000" spc="330" dirty="0">
                <a:solidFill>
                  <a:srgbClr val="252525"/>
                </a:solidFill>
                <a:latin typeface="Cambria"/>
                <a:cs typeface="Cambria"/>
              </a:rPr>
              <a:t> </a:t>
            </a:r>
            <a:r>
              <a:rPr sz="2000" spc="135" dirty="0">
                <a:solidFill>
                  <a:srgbClr val="252525"/>
                </a:solidFill>
                <a:latin typeface="Cambria"/>
                <a:cs typeface="Cambria"/>
              </a:rPr>
              <a:t>and</a:t>
            </a:r>
            <a:r>
              <a:rPr sz="2000" spc="320" dirty="0">
                <a:solidFill>
                  <a:srgbClr val="252525"/>
                </a:solidFill>
                <a:latin typeface="Cambria"/>
                <a:cs typeface="Cambria"/>
              </a:rPr>
              <a:t> </a:t>
            </a:r>
            <a:r>
              <a:rPr sz="2000" spc="105" dirty="0">
                <a:solidFill>
                  <a:srgbClr val="252525"/>
                </a:solidFill>
                <a:latin typeface="Cambria"/>
                <a:cs typeface="Cambria"/>
              </a:rPr>
              <a:t>in</a:t>
            </a:r>
            <a:r>
              <a:rPr sz="2000" spc="345" dirty="0">
                <a:solidFill>
                  <a:srgbClr val="252525"/>
                </a:solidFill>
                <a:latin typeface="Cambria"/>
                <a:cs typeface="Cambria"/>
              </a:rPr>
              <a:t> </a:t>
            </a:r>
            <a:r>
              <a:rPr sz="2000" spc="110" dirty="0">
                <a:solidFill>
                  <a:srgbClr val="252525"/>
                </a:solidFill>
                <a:latin typeface="Cambria"/>
                <a:cs typeface="Cambria"/>
              </a:rPr>
              <a:t>turn</a:t>
            </a:r>
            <a:r>
              <a:rPr sz="2000" spc="345" dirty="0">
                <a:solidFill>
                  <a:srgbClr val="252525"/>
                </a:solidFill>
                <a:latin typeface="Cambria"/>
                <a:cs typeface="Cambria"/>
              </a:rPr>
              <a:t> </a:t>
            </a:r>
            <a:r>
              <a:rPr sz="2000" spc="125" dirty="0">
                <a:solidFill>
                  <a:srgbClr val="252525"/>
                </a:solidFill>
                <a:latin typeface="Cambria"/>
                <a:cs typeface="Cambria"/>
              </a:rPr>
              <a:t>meaning</a:t>
            </a:r>
            <a:r>
              <a:rPr sz="2000" spc="340" dirty="0">
                <a:solidFill>
                  <a:srgbClr val="252525"/>
                </a:solidFill>
                <a:latin typeface="Cambria"/>
                <a:cs typeface="Cambria"/>
              </a:rPr>
              <a:t> </a:t>
            </a:r>
            <a:r>
              <a:rPr sz="2000" spc="170" dirty="0">
                <a:solidFill>
                  <a:srgbClr val="252525"/>
                </a:solidFill>
                <a:latin typeface="Cambria"/>
                <a:cs typeface="Cambria"/>
              </a:rPr>
              <a:t>of</a:t>
            </a:r>
            <a:r>
              <a:rPr sz="2000" spc="330" dirty="0">
                <a:solidFill>
                  <a:srgbClr val="252525"/>
                </a:solidFill>
                <a:latin typeface="Cambria"/>
                <a:cs typeface="Cambria"/>
              </a:rPr>
              <a:t> </a:t>
            </a:r>
            <a:r>
              <a:rPr sz="2000" spc="95" dirty="0">
                <a:solidFill>
                  <a:srgbClr val="252525"/>
                </a:solidFill>
                <a:latin typeface="Cambria"/>
                <a:cs typeface="Cambria"/>
              </a:rPr>
              <a:t>words</a:t>
            </a:r>
            <a:endParaRPr sz="2000">
              <a:latin typeface="Cambria"/>
              <a:cs typeface="Cambria"/>
            </a:endParaRPr>
          </a:p>
        </p:txBody>
      </p:sp>
      <p:sp>
        <p:nvSpPr>
          <p:cNvPr id="15" name="object 15"/>
          <p:cNvSpPr txBox="1"/>
          <p:nvPr/>
        </p:nvSpPr>
        <p:spPr>
          <a:xfrm>
            <a:off x="972108" y="2637742"/>
            <a:ext cx="9692640" cy="939800"/>
          </a:xfrm>
          <a:prstGeom prst="rect">
            <a:avLst/>
          </a:prstGeom>
        </p:spPr>
        <p:txBody>
          <a:bodyPr vert="horz" wrap="square" lIns="0" tIns="164465" rIns="0" bIns="0" rtlCol="0">
            <a:spAutoFit/>
          </a:bodyPr>
          <a:lstStyle/>
          <a:p>
            <a:pPr marL="240665" indent="-227965">
              <a:lnSpc>
                <a:spcPct val="100000"/>
              </a:lnSpc>
              <a:spcBef>
                <a:spcPts val="1295"/>
              </a:spcBef>
              <a:buClr>
                <a:srgbClr val="075A74"/>
              </a:buClr>
              <a:buSzPct val="75000"/>
              <a:buFont typeface="Wingdings"/>
              <a:buChar char=""/>
              <a:tabLst>
                <a:tab pos="240665" algn="l"/>
              </a:tabLst>
            </a:pPr>
            <a:r>
              <a:rPr sz="2000" spc="135" dirty="0">
                <a:solidFill>
                  <a:srgbClr val="252525"/>
                </a:solidFill>
                <a:latin typeface="Cambria"/>
                <a:cs typeface="Cambria"/>
              </a:rPr>
              <a:t>Context</a:t>
            </a:r>
            <a:r>
              <a:rPr sz="2000" spc="204" dirty="0">
                <a:solidFill>
                  <a:srgbClr val="252525"/>
                </a:solidFill>
                <a:latin typeface="Cambria"/>
                <a:cs typeface="Cambria"/>
              </a:rPr>
              <a:t> </a:t>
            </a:r>
            <a:r>
              <a:rPr sz="2000" spc="135" dirty="0">
                <a:solidFill>
                  <a:srgbClr val="252525"/>
                </a:solidFill>
                <a:latin typeface="Cambria"/>
                <a:cs typeface="Cambria"/>
              </a:rPr>
              <a:t>and</a:t>
            </a:r>
            <a:r>
              <a:rPr sz="2000" spc="210" dirty="0">
                <a:solidFill>
                  <a:srgbClr val="252525"/>
                </a:solidFill>
                <a:latin typeface="Cambria"/>
                <a:cs typeface="Cambria"/>
              </a:rPr>
              <a:t> </a:t>
            </a:r>
            <a:r>
              <a:rPr sz="2000" spc="125" dirty="0">
                <a:solidFill>
                  <a:srgbClr val="252525"/>
                </a:solidFill>
                <a:latin typeface="Cambria"/>
                <a:cs typeface="Cambria"/>
              </a:rPr>
              <a:t>meaning</a:t>
            </a:r>
            <a:r>
              <a:rPr sz="2000" spc="200" dirty="0">
                <a:solidFill>
                  <a:srgbClr val="252525"/>
                </a:solidFill>
                <a:latin typeface="Cambria"/>
                <a:cs typeface="Cambria"/>
              </a:rPr>
              <a:t> </a:t>
            </a:r>
            <a:r>
              <a:rPr sz="2000" spc="125" dirty="0">
                <a:solidFill>
                  <a:srgbClr val="252525"/>
                </a:solidFill>
                <a:latin typeface="Cambria"/>
                <a:cs typeface="Cambria"/>
              </a:rPr>
              <a:t>can</a:t>
            </a:r>
            <a:r>
              <a:rPr sz="2000" spc="210" dirty="0">
                <a:solidFill>
                  <a:srgbClr val="252525"/>
                </a:solidFill>
                <a:latin typeface="Cambria"/>
                <a:cs typeface="Cambria"/>
              </a:rPr>
              <a:t> </a:t>
            </a:r>
            <a:r>
              <a:rPr sz="2000" spc="130" dirty="0">
                <a:solidFill>
                  <a:srgbClr val="252525"/>
                </a:solidFill>
                <a:latin typeface="Cambria"/>
                <a:cs typeface="Cambria"/>
              </a:rPr>
              <a:t>offer</a:t>
            </a:r>
            <a:r>
              <a:rPr sz="2000" spc="204" dirty="0">
                <a:solidFill>
                  <a:srgbClr val="252525"/>
                </a:solidFill>
                <a:latin typeface="Cambria"/>
                <a:cs typeface="Cambria"/>
              </a:rPr>
              <a:t> </a:t>
            </a:r>
            <a:r>
              <a:rPr sz="2000" spc="105" dirty="0">
                <a:solidFill>
                  <a:srgbClr val="252525"/>
                </a:solidFill>
                <a:latin typeface="Cambria"/>
                <a:cs typeface="Cambria"/>
              </a:rPr>
              <a:t>a</a:t>
            </a:r>
            <a:r>
              <a:rPr sz="2000" spc="220" dirty="0">
                <a:solidFill>
                  <a:srgbClr val="252525"/>
                </a:solidFill>
                <a:latin typeface="Cambria"/>
                <a:cs typeface="Cambria"/>
              </a:rPr>
              <a:t> </a:t>
            </a:r>
            <a:r>
              <a:rPr sz="2000" spc="100" dirty="0">
                <a:solidFill>
                  <a:srgbClr val="252525"/>
                </a:solidFill>
                <a:latin typeface="Cambria"/>
                <a:cs typeface="Cambria"/>
              </a:rPr>
              <a:t>lot</a:t>
            </a:r>
            <a:r>
              <a:rPr sz="2000" spc="215" dirty="0">
                <a:solidFill>
                  <a:srgbClr val="252525"/>
                </a:solidFill>
                <a:latin typeface="Cambria"/>
                <a:cs typeface="Cambria"/>
              </a:rPr>
              <a:t> </a:t>
            </a:r>
            <a:r>
              <a:rPr sz="2000" spc="114" dirty="0">
                <a:solidFill>
                  <a:srgbClr val="252525"/>
                </a:solidFill>
                <a:latin typeface="Cambria"/>
                <a:cs typeface="Cambria"/>
              </a:rPr>
              <a:t>to</a:t>
            </a:r>
            <a:r>
              <a:rPr sz="2000" spc="215" dirty="0">
                <a:solidFill>
                  <a:srgbClr val="252525"/>
                </a:solidFill>
                <a:latin typeface="Cambria"/>
                <a:cs typeface="Cambria"/>
              </a:rPr>
              <a:t> </a:t>
            </a:r>
            <a:r>
              <a:rPr sz="2000" spc="110" dirty="0">
                <a:solidFill>
                  <a:srgbClr val="252525"/>
                </a:solidFill>
                <a:latin typeface="Cambria"/>
                <a:cs typeface="Cambria"/>
              </a:rPr>
              <a:t>the</a:t>
            </a:r>
            <a:r>
              <a:rPr sz="2000" spc="225" dirty="0">
                <a:solidFill>
                  <a:srgbClr val="252525"/>
                </a:solidFill>
                <a:latin typeface="Cambria"/>
                <a:cs typeface="Cambria"/>
              </a:rPr>
              <a:t> </a:t>
            </a:r>
            <a:r>
              <a:rPr sz="2000" spc="125" dirty="0">
                <a:solidFill>
                  <a:srgbClr val="252525"/>
                </a:solidFill>
                <a:latin typeface="Cambria"/>
                <a:cs typeface="Cambria"/>
              </a:rPr>
              <a:t>model,</a:t>
            </a:r>
            <a:r>
              <a:rPr sz="2000" spc="204" dirty="0">
                <a:solidFill>
                  <a:srgbClr val="252525"/>
                </a:solidFill>
                <a:latin typeface="Cambria"/>
                <a:cs typeface="Cambria"/>
              </a:rPr>
              <a:t> </a:t>
            </a:r>
            <a:r>
              <a:rPr sz="2000" spc="114" dirty="0">
                <a:solidFill>
                  <a:srgbClr val="252525"/>
                </a:solidFill>
                <a:latin typeface="Cambria"/>
                <a:cs typeface="Cambria"/>
              </a:rPr>
              <a:t>that</a:t>
            </a:r>
            <a:r>
              <a:rPr sz="2000" spc="210" dirty="0">
                <a:solidFill>
                  <a:srgbClr val="252525"/>
                </a:solidFill>
                <a:latin typeface="Cambria"/>
                <a:cs typeface="Cambria"/>
              </a:rPr>
              <a:t> </a:t>
            </a:r>
            <a:r>
              <a:rPr sz="2000" spc="130" dirty="0">
                <a:solidFill>
                  <a:srgbClr val="252525"/>
                </a:solidFill>
                <a:latin typeface="Cambria"/>
                <a:cs typeface="Cambria"/>
              </a:rPr>
              <a:t>if</a:t>
            </a:r>
            <a:r>
              <a:rPr sz="2000" spc="210" dirty="0">
                <a:solidFill>
                  <a:srgbClr val="252525"/>
                </a:solidFill>
                <a:latin typeface="Cambria"/>
                <a:cs typeface="Cambria"/>
              </a:rPr>
              <a:t> </a:t>
            </a:r>
            <a:r>
              <a:rPr sz="2000" spc="135" dirty="0">
                <a:solidFill>
                  <a:srgbClr val="252525"/>
                </a:solidFill>
                <a:latin typeface="Cambria"/>
                <a:cs typeface="Cambria"/>
              </a:rPr>
              <a:t>modeled</a:t>
            </a:r>
            <a:r>
              <a:rPr sz="2000" spc="210" dirty="0">
                <a:solidFill>
                  <a:srgbClr val="252525"/>
                </a:solidFill>
                <a:latin typeface="Cambria"/>
                <a:cs typeface="Cambria"/>
              </a:rPr>
              <a:t> </a:t>
            </a:r>
            <a:r>
              <a:rPr sz="2000" spc="130" dirty="0">
                <a:solidFill>
                  <a:srgbClr val="252525"/>
                </a:solidFill>
                <a:latin typeface="Cambria"/>
                <a:cs typeface="Cambria"/>
              </a:rPr>
              <a:t>could</a:t>
            </a:r>
            <a:r>
              <a:rPr sz="2000" spc="200" dirty="0">
                <a:solidFill>
                  <a:srgbClr val="252525"/>
                </a:solidFill>
                <a:latin typeface="Cambria"/>
                <a:cs typeface="Cambria"/>
              </a:rPr>
              <a:t> </a:t>
            </a:r>
            <a:r>
              <a:rPr sz="2000" spc="65" dirty="0">
                <a:solidFill>
                  <a:srgbClr val="252525"/>
                </a:solidFill>
                <a:latin typeface="Cambria"/>
                <a:cs typeface="Cambria"/>
              </a:rPr>
              <a:t>tell</a:t>
            </a:r>
            <a:endParaRPr sz="2000">
              <a:latin typeface="Cambria"/>
              <a:cs typeface="Cambria"/>
            </a:endParaRPr>
          </a:p>
          <a:p>
            <a:pPr marL="241300">
              <a:lnSpc>
                <a:spcPct val="100000"/>
              </a:lnSpc>
              <a:spcBef>
                <a:spcPts val="1200"/>
              </a:spcBef>
            </a:pPr>
            <a:r>
              <a:rPr sz="2000" spc="110" dirty="0">
                <a:solidFill>
                  <a:srgbClr val="252525"/>
                </a:solidFill>
                <a:latin typeface="Cambria"/>
                <a:cs typeface="Cambria"/>
              </a:rPr>
              <a:t>the</a:t>
            </a:r>
            <a:r>
              <a:rPr sz="2000" spc="180" dirty="0">
                <a:solidFill>
                  <a:srgbClr val="252525"/>
                </a:solidFill>
                <a:latin typeface="Cambria"/>
                <a:cs typeface="Cambria"/>
              </a:rPr>
              <a:t> </a:t>
            </a:r>
            <a:r>
              <a:rPr sz="2000" spc="114" dirty="0">
                <a:solidFill>
                  <a:srgbClr val="252525"/>
                </a:solidFill>
                <a:latin typeface="Cambria"/>
                <a:cs typeface="Cambria"/>
              </a:rPr>
              <a:t>difference</a:t>
            </a:r>
            <a:r>
              <a:rPr sz="2000" spc="215" dirty="0">
                <a:solidFill>
                  <a:srgbClr val="252525"/>
                </a:solidFill>
                <a:latin typeface="Cambria"/>
                <a:cs typeface="Cambria"/>
              </a:rPr>
              <a:t> </a:t>
            </a:r>
            <a:r>
              <a:rPr sz="2000" spc="95" dirty="0">
                <a:solidFill>
                  <a:srgbClr val="252525"/>
                </a:solidFill>
                <a:latin typeface="Cambria"/>
                <a:cs typeface="Cambria"/>
              </a:rPr>
              <a:t>between</a:t>
            </a:r>
            <a:r>
              <a:rPr sz="2000" spc="170" dirty="0">
                <a:solidFill>
                  <a:srgbClr val="252525"/>
                </a:solidFill>
                <a:latin typeface="Cambria"/>
                <a:cs typeface="Cambria"/>
              </a:rPr>
              <a:t> </a:t>
            </a:r>
            <a:r>
              <a:rPr sz="2000" spc="110" dirty="0">
                <a:solidFill>
                  <a:srgbClr val="252525"/>
                </a:solidFill>
                <a:latin typeface="Cambria"/>
                <a:cs typeface="Cambria"/>
              </a:rPr>
              <a:t>the</a:t>
            </a:r>
            <a:r>
              <a:rPr sz="2000" spc="200" dirty="0">
                <a:solidFill>
                  <a:srgbClr val="252525"/>
                </a:solidFill>
                <a:latin typeface="Cambria"/>
                <a:cs typeface="Cambria"/>
              </a:rPr>
              <a:t> </a:t>
            </a:r>
            <a:r>
              <a:rPr sz="2000" spc="135" dirty="0">
                <a:solidFill>
                  <a:srgbClr val="252525"/>
                </a:solidFill>
                <a:latin typeface="Cambria"/>
                <a:cs typeface="Cambria"/>
              </a:rPr>
              <a:t>same</a:t>
            </a:r>
            <a:r>
              <a:rPr sz="2000" spc="195" dirty="0">
                <a:solidFill>
                  <a:srgbClr val="252525"/>
                </a:solidFill>
                <a:latin typeface="Cambria"/>
                <a:cs typeface="Cambria"/>
              </a:rPr>
              <a:t> </a:t>
            </a:r>
            <a:r>
              <a:rPr sz="2000" spc="105" dirty="0">
                <a:solidFill>
                  <a:srgbClr val="252525"/>
                </a:solidFill>
                <a:latin typeface="Cambria"/>
                <a:cs typeface="Cambria"/>
              </a:rPr>
              <a:t>words</a:t>
            </a:r>
            <a:r>
              <a:rPr sz="2000" spc="160" dirty="0">
                <a:solidFill>
                  <a:srgbClr val="252525"/>
                </a:solidFill>
                <a:latin typeface="Cambria"/>
                <a:cs typeface="Cambria"/>
              </a:rPr>
              <a:t> </a:t>
            </a:r>
            <a:r>
              <a:rPr sz="2000" spc="110" dirty="0">
                <a:solidFill>
                  <a:srgbClr val="252525"/>
                </a:solidFill>
                <a:latin typeface="Cambria"/>
                <a:cs typeface="Cambria"/>
              </a:rPr>
              <a:t>differently</a:t>
            </a:r>
            <a:r>
              <a:rPr sz="2000" spc="240" dirty="0">
                <a:solidFill>
                  <a:srgbClr val="252525"/>
                </a:solidFill>
                <a:latin typeface="Cambria"/>
                <a:cs typeface="Cambria"/>
              </a:rPr>
              <a:t> </a:t>
            </a:r>
            <a:r>
              <a:rPr sz="2000" spc="90" dirty="0">
                <a:solidFill>
                  <a:srgbClr val="252525"/>
                </a:solidFill>
                <a:latin typeface="Cambria"/>
                <a:cs typeface="Cambria"/>
              </a:rPr>
              <a:t>arranged.</a:t>
            </a:r>
            <a:endParaRPr sz="2000">
              <a:latin typeface="Cambria"/>
              <a:cs typeface="Cambria"/>
            </a:endParaRPr>
          </a:p>
        </p:txBody>
      </p:sp>
      <p:grpSp>
        <p:nvGrpSpPr>
          <p:cNvPr id="16" name="object 16"/>
          <p:cNvGrpSpPr/>
          <p:nvPr/>
        </p:nvGrpSpPr>
        <p:grpSpPr>
          <a:xfrm>
            <a:off x="1638554" y="3804792"/>
            <a:ext cx="2446655" cy="295910"/>
            <a:chOff x="1638554" y="3804792"/>
            <a:chExt cx="2446655" cy="295910"/>
          </a:xfrm>
        </p:grpSpPr>
        <p:pic>
          <p:nvPicPr>
            <p:cNvPr id="17" name="object 17"/>
            <p:cNvPicPr/>
            <p:nvPr/>
          </p:nvPicPr>
          <p:blipFill>
            <a:blip r:embed="rId7" cstate="print"/>
            <a:stretch>
              <a:fillRect/>
            </a:stretch>
          </p:blipFill>
          <p:spPr>
            <a:xfrm>
              <a:off x="1638554" y="3804792"/>
              <a:ext cx="583311" cy="295656"/>
            </a:xfrm>
            <a:prstGeom prst="rect">
              <a:avLst/>
            </a:prstGeom>
          </p:spPr>
        </p:pic>
        <p:pic>
          <p:nvPicPr>
            <p:cNvPr id="18" name="object 18"/>
            <p:cNvPicPr/>
            <p:nvPr/>
          </p:nvPicPr>
          <p:blipFill>
            <a:blip r:embed="rId8" cstate="print"/>
            <a:stretch>
              <a:fillRect/>
            </a:stretch>
          </p:blipFill>
          <p:spPr>
            <a:xfrm>
              <a:off x="2245487" y="3804792"/>
              <a:ext cx="304038" cy="295656"/>
            </a:xfrm>
            <a:prstGeom prst="rect">
              <a:avLst/>
            </a:prstGeom>
          </p:spPr>
        </p:pic>
        <p:pic>
          <p:nvPicPr>
            <p:cNvPr id="19" name="object 19"/>
            <p:cNvPicPr/>
            <p:nvPr/>
          </p:nvPicPr>
          <p:blipFill>
            <a:blip r:embed="rId9" cstate="print"/>
            <a:stretch>
              <a:fillRect/>
            </a:stretch>
          </p:blipFill>
          <p:spPr>
            <a:xfrm>
              <a:off x="2588387" y="3804792"/>
              <a:ext cx="1496314" cy="295656"/>
            </a:xfrm>
            <a:prstGeom prst="rect">
              <a:avLst/>
            </a:prstGeom>
          </p:spPr>
        </p:pic>
      </p:grpSp>
      <p:grpSp>
        <p:nvGrpSpPr>
          <p:cNvPr id="20" name="object 20"/>
          <p:cNvGrpSpPr/>
          <p:nvPr/>
        </p:nvGrpSpPr>
        <p:grpSpPr>
          <a:xfrm>
            <a:off x="4737480" y="3804792"/>
            <a:ext cx="2446020" cy="295910"/>
            <a:chOff x="4737480" y="3804792"/>
            <a:chExt cx="2446020" cy="295910"/>
          </a:xfrm>
        </p:grpSpPr>
        <p:pic>
          <p:nvPicPr>
            <p:cNvPr id="21" name="object 21"/>
            <p:cNvPicPr/>
            <p:nvPr/>
          </p:nvPicPr>
          <p:blipFill>
            <a:blip r:embed="rId8" cstate="print"/>
            <a:stretch>
              <a:fillRect/>
            </a:stretch>
          </p:blipFill>
          <p:spPr>
            <a:xfrm>
              <a:off x="4737480" y="3804792"/>
              <a:ext cx="304038" cy="295656"/>
            </a:xfrm>
            <a:prstGeom prst="rect">
              <a:avLst/>
            </a:prstGeom>
          </p:spPr>
        </p:pic>
        <p:pic>
          <p:nvPicPr>
            <p:cNvPr id="22" name="object 22"/>
            <p:cNvPicPr/>
            <p:nvPr/>
          </p:nvPicPr>
          <p:blipFill>
            <a:blip r:embed="rId7" cstate="print"/>
            <a:stretch>
              <a:fillRect/>
            </a:stretch>
          </p:blipFill>
          <p:spPr>
            <a:xfrm>
              <a:off x="5080380" y="3804792"/>
              <a:ext cx="582929" cy="295656"/>
            </a:xfrm>
            <a:prstGeom prst="rect">
              <a:avLst/>
            </a:prstGeom>
          </p:spPr>
        </p:pic>
        <p:pic>
          <p:nvPicPr>
            <p:cNvPr id="23" name="object 23"/>
            <p:cNvPicPr/>
            <p:nvPr/>
          </p:nvPicPr>
          <p:blipFill>
            <a:blip r:embed="rId10" cstate="print"/>
            <a:stretch>
              <a:fillRect/>
            </a:stretch>
          </p:blipFill>
          <p:spPr>
            <a:xfrm>
              <a:off x="5686933" y="3804792"/>
              <a:ext cx="1496567" cy="295656"/>
            </a:xfrm>
            <a:prstGeom prst="rect">
              <a:avLst/>
            </a:prstGeom>
          </p:spPr>
        </p:pic>
      </p:grpSp>
      <p:grpSp>
        <p:nvGrpSpPr>
          <p:cNvPr id="24" name="object 24"/>
          <p:cNvGrpSpPr/>
          <p:nvPr/>
        </p:nvGrpSpPr>
        <p:grpSpPr>
          <a:xfrm>
            <a:off x="8849868" y="3804792"/>
            <a:ext cx="1414145" cy="295910"/>
            <a:chOff x="8849868" y="3804792"/>
            <a:chExt cx="1414145" cy="295910"/>
          </a:xfrm>
        </p:grpSpPr>
        <p:pic>
          <p:nvPicPr>
            <p:cNvPr id="25" name="object 25"/>
            <p:cNvPicPr/>
            <p:nvPr/>
          </p:nvPicPr>
          <p:blipFill>
            <a:blip r:embed="rId11" cstate="print"/>
            <a:stretch>
              <a:fillRect/>
            </a:stretch>
          </p:blipFill>
          <p:spPr>
            <a:xfrm>
              <a:off x="8849868" y="3804792"/>
              <a:ext cx="173735" cy="295656"/>
            </a:xfrm>
            <a:prstGeom prst="rect">
              <a:avLst/>
            </a:prstGeom>
          </p:spPr>
        </p:pic>
        <p:pic>
          <p:nvPicPr>
            <p:cNvPr id="26" name="object 26"/>
            <p:cNvPicPr/>
            <p:nvPr/>
          </p:nvPicPr>
          <p:blipFill>
            <a:blip r:embed="rId12" cstate="print"/>
            <a:stretch>
              <a:fillRect/>
            </a:stretch>
          </p:blipFill>
          <p:spPr>
            <a:xfrm>
              <a:off x="8936736" y="3804792"/>
              <a:ext cx="234696" cy="295656"/>
            </a:xfrm>
            <a:prstGeom prst="rect">
              <a:avLst/>
            </a:prstGeom>
          </p:spPr>
        </p:pic>
        <p:pic>
          <p:nvPicPr>
            <p:cNvPr id="27" name="object 27"/>
            <p:cNvPicPr/>
            <p:nvPr/>
          </p:nvPicPr>
          <p:blipFill>
            <a:blip r:embed="rId13" cstate="print"/>
            <a:stretch>
              <a:fillRect/>
            </a:stretch>
          </p:blipFill>
          <p:spPr>
            <a:xfrm>
              <a:off x="9054084" y="3804792"/>
              <a:ext cx="1209675" cy="295656"/>
            </a:xfrm>
            <a:prstGeom prst="rect">
              <a:avLst/>
            </a:prstGeom>
          </p:spPr>
        </p:pic>
      </p:grpSp>
      <p:sp>
        <p:nvSpPr>
          <p:cNvPr id="28" name="object 28"/>
          <p:cNvSpPr txBox="1"/>
          <p:nvPr/>
        </p:nvSpPr>
        <p:spPr>
          <a:xfrm>
            <a:off x="1200708" y="3628110"/>
            <a:ext cx="451484" cy="939800"/>
          </a:xfrm>
          <a:prstGeom prst="rect">
            <a:avLst/>
          </a:prstGeom>
        </p:spPr>
        <p:txBody>
          <a:bodyPr vert="horz" wrap="square" lIns="0" tIns="12700" rIns="0" bIns="0" rtlCol="0">
            <a:spAutoFit/>
          </a:bodyPr>
          <a:lstStyle/>
          <a:p>
            <a:pPr marL="239395" marR="5080" indent="-227329">
              <a:lnSpc>
                <a:spcPct val="150000"/>
              </a:lnSpc>
              <a:spcBef>
                <a:spcPts val="100"/>
              </a:spcBef>
              <a:buClr>
                <a:srgbClr val="006F57"/>
              </a:buClr>
              <a:buSzPct val="75000"/>
              <a:buFont typeface="Wingdings"/>
              <a:buChar char=""/>
              <a:tabLst>
                <a:tab pos="240665" algn="l"/>
              </a:tabLst>
            </a:pPr>
            <a:r>
              <a:rPr sz="2000" spc="-150" dirty="0">
                <a:solidFill>
                  <a:srgbClr val="252525"/>
                </a:solidFill>
                <a:latin typeface="Cambria"/>
                <a:cs typeface="Cambria"/>
              </a:rPr>
              <a:t>(</a:t>
            </a:r>
            <a:r>
              <a:rPr sz="2000" spc="-150" dirty="0">
                <a:solidFill>
                  <a:srgbClr val="252525"/>
                </a:solidFill>
                <a:latin typeface="Trebuchet MS"/>
                <a:cs typeface="Trebuchet MS"/>
              </a:rPr>
              <a:t>“ 	</a:t>
            </a:r>
            <a:r>
              <a:rPr sz="2000" spc="-50" dirty="0">
                <a:solidFill>
                  <a:srgbClr val="252525"/>
                </a:solidFill>
                <a:latin typeface="Trebuchet MS"/>
                <a:cs typeface="Trebuchet MS"/>
              </a:rPr>
              <a:t>“</a:t>
            </a:r>
            <a:endParaRPr sz="2000">
              <a:latin typeface="Trebuchet MS"/>
              <a:cs typeface="Trebuchet MS"/>
            </a:endParaRPr>
          </a:p>
        </p:txBody>
      </p:sp>
      <p:grpSp>
        <p:nvGrpSpPr>
          <p:cNvPr id="29" name="object 29"/>
          <p:cNvGrpSpPr/>
          <p:nvPr/>
        </p:nvGrpSpPr>
        <p:grpSpPr>
          <a:xfrm>
            <a:off x="1557782" y="4261992"/>
            <a:ext cx="1348105" cy="295910"/>
            <a:chOff x="1557782" y="4261992"/>
            <a:chExt cx="1348105" cy="295910"/>
          </a:xfrm>
        </p:grpSpPr>
        <p:pic>
          <p:nvPicPr>
            <p:cNvPr id="30" name="object 30"/>
            <p:cNvPicPr/>
            <p:nvPr/>
          </p:nvPicPr>
          <p:blipFill>
            <a:blip r:embed="rId14" cstate="print"/>
            <a:stretch>
              <a:fillRect/>
            </a:stretch>
          </p:blipFill>
          <p:spPr>
            <a:xfrm>
              <a:off x="1557782" y="4261992"/>
              <a:ext cx="737616" cy="295656"/>
            </a:xfrm>
            <a:prstGeom prst="rect">
              <a:avLst/>
            </a:prstGeom>
          </p:spPr>
        </p:pic>
        <p:pic>
          <p:nvPicPr>
            <p:cNvPr id="31" name="object 31"/>
            <p:cNvPicPr/>
            <p:nvPr/>
          </p:nvPicPr>
          <p:blipFill>
            <a:blip r:embed="rId15" cstate="print"/>
            <a:stretch>
              <a:fillRect/>
            </a:stretch>
          </p:blipFill>
          <p:spPr>
            <a:xfrm>
              <a:off x="2227199" y="4261992"/>
              <a:ext cx="678180" cy="295656"/>
            </a:xfrm>
            <a:prstGeom prst="rect">
              <a:avLst/>
            </a:prstGeom>
          </p:spPr>
        </p:pic>
      </p:grpSp>
      <p:sp>
        <p:nvSpPr>
          <p:cNvPr id="32" name="object 32"/>
          <p:cNvSpPr txBox="1"/>
          <p:nvPr/>
        </p:nvSpPr>
        <p:spPr>
          <a:xfrm>
            <a:off x="2757042" y="3628110"/>
            <a:ext cx="7905750" cy="939800"/>
          </a:xfrm>
          <a:prstGeom prst="rect">
            <a:avLst/>
          </a:prstGeom>
        </p:spPr>
        <p:txBody>
          <a:bodyPr vert="horz" wrap="square" lIns="0" tIns="165100" rIns="0" bIns="0" rtlCol="0">
            <a:spAutoFit/>
          </a:bodyPr>
          <a:lstStyle/>
          <a:p>
            <a:pPr marL="1202690">
              <a:lnSpc>
                <a:spcPct val="100000"/>
              </a:lnSpc>
              <a:spcBef>
                <a:spcPts val="1300"/>
              </a:spcBef>
              <a:tabLst>
                <a:tab pos="1457325" algn="l"/>
                <a:tab pos="1864360" algn="l"/>
                <a:tab pos="4301490" algn="l"/>
                <a:tab pos="4704080" algn="l"/>
                <a:tab pos="7371080" algn="l"/>
                <a:tab pos="7625715" algn="l"/>
              </a:tabLst>
            </a:pPr>
            <a:r>
              <a:rPr sz="2000" spc="-50" dirty="0">
                <a:solidFill>
                  <a:srgbClr val="252525"/>
                </a:solidFill>
                <a:latin typeface="Trebuchet MS"/>
                <a:cs typeface="Trebuchet MS"/>
              </a:rPr>
              <a:t>”</a:t>
            </a:r>
            <a:r>
              <a:rPr sz="2000" dirty="0">
                <a:solidFill>
                  <a:srgbClr val="252525"/>
                </a:solidFill>
                <a:latin typeface="Trebuchet MS"/>
                <a:cs typeface="Trebuchet MS"/>
              </a:rPr>
              <a:t>	</a:t>
            </a:r>
            <a:r>
              <a:rPr sz="2000" spc="85" dirty="0">
                <a:solidFill>
                  <a:srgbClr val="252525"/>
                </a:solidFill>
                <a:latin typeface="Cambria"/>
                <a:cs typeface="Cambria"/>
              </a:rPr>
              <a:t>vs</a:t>
            </a:r>
            <a:r>
              <a:rPr sz="2000" dirty="0">
                <a:solidFill>
                  <a:srgbClr val="252525"/>
                </a:solidFill>
                <a:latin typeface="Cambria"/>
                <a:cs typeface="Cambria"/>
              </a:rPr>
              <a:t>	</a:t>
            </a:r>
            <a:r>
              <a:rPr sz="2000" spc="-50" dirty="0">
                <a:solidFill>
                  <a:srgbClr val="252525"/>
                </a:solidFill>
                <a:latin typeface="Trebuchet MS"/>
                <a:cs typeface="Trebuchet MS"/>
              </a:rPr>
              <a:t>“</a:t>
            </a:r>
            <a:r>
              <a:rPr sz="2000" dirty="0">
                <a:solidFill>
                  <a:srgbClr val="252525"/>
                </a:solidFill>
                <a:latin typeface="Trebuchet MS"/>
                <a:cs typeface="Trebuchet MS"/>
              </a:rPr>
              <a:t>	</a:t>
            </a:r>
            <a:r>
              <a:rPr sz="2000" spc="-25" dirty="0">
                <a:solidFill>
                  <a:srgbClr val="252525"/>
                </a:solidFill>
                <a:latin typeface="Trebuchet MS"/>
                <a:cs typeface="Trebuchet MS"/>
              </a:rPr>
              <a:t>”</a:t>
            </a:r>
            <a:r>
              <a:rPr sz="2000" spc="-25" dirty="0">
                <a:solidFill>
                  <a:srgbClr val="252525"/>
                </a:solidFill>
                <a:latin typeface="Cambria"/>
                <a:cs typeface="Cambria"/>
              </a:rPr>
              <a:t>),</a:t>
            </a:r>
            <a:r>
              <a:rPr sz="2000" dirty="0">
                <a:solidFill>
                  <a:srgbClr val="252525"/>
                </a:solidFill>
                <a:latin typeface="Cambria"/>
                <a:cs typeface="Cambria"/>
              </a:rPr>
              <a:t>	</a:t>
            </a:r>
            <a:r>
              <a:rPr sz="2000" spc="125" dirty="0">
                <a:solidFill>
                  <a:srgbClr val="252525"/>
                </a:solidFill>
                <a:latin typeface="Cambria"/>
                <a:cs typeface="Cambria"/>
              </a:rPr>
              <a:t>synonyms</a:t>
            </a:r>
            <a:r>
              <a:rPr sz="2000" dirty="0">
                <a:solidFill>
                  <a:srgbClr val="252525"/>
                </a:solidFill>
                <a:latin typeface="Cambria"/>
                <a:cs typeface="Cambria"/>
              </a:rPr>
              <a:t>	</a:t>
            </a:r>
            <a:r>
              <a:rPr sz="2000" spc="-50" dirty="0">
                <a:solidFill>
                  <a:srgbClr val="252525"/>
                </a:solidFill>
                <a:latin typeface="Trebuchet MS"/>
                <a:cs typeface="Trebuchet MS"/>
              </a:rPr>
              <a:t>”</a:t>
            </a:r>
            <a:r>
              <a:rPr sz="2000" dirty="0">
                <a:solidFill>
                  <a:srgbClr val="252525"/>
                </a:solidFill>
                <a:latin typeface="Trebuchet MS"/>
                <a:cs typeface="Trebuchet MS"/>
              </a:rPr>
              <a:t>	</a:t>
            </a:r>
            <a:r>
              <a:rPr sz="2000" spc="85" dirty="0">
                <a:solidFill>
                  <a:srgbClr val="252525"/>
                </a:solidFill>
                <a:latin typeface="Cambria"/>
                <a:cs typeface="Cambria"/>
              </a:rPr>
              <a:t>vs</a:t>
            </a:r>
            <a:endParaRPr sz="2000">
              <a:latin typeface="Cambria"/>
              <a:cs typeface="Cambria"/>
            </a:endParaRPr>
          </a:p>
          <a:p>
            <a:pPr marL="12700">
              <a:lnSpc>
                <a:spcPct val="100000"/>
              </a:lnSpc>
              <a:spcBef>
                <a:spcPts val="1200"/>
              </a:spcBef>
            </a:pPr>
            <a:r>
              <a:rPr sz="2000" dirty="0">
                <a:solidFill>
                  <a:srgbClr val="252525"/>
                </a:solidFill>
                <a:latin typeface="Trebuchet MS"/>
                <a:cs typeface="Trebuchet MS"/>
              </a:rPr>
              <a:t>”</a:t>
            </a:r>
            <a:r>
              <a:rPr sz="2000" dirty="0">
                <a:solidFill>
                  <a:srgbClr val="252525"/>
                </a:solidFill>
                <a:latin typeface="Cambria"/>
                <a:cs typeface="Cambria"/>
              </a:rPr>
              <a:t>),</a:t>
            </a:r>
            <a:r>
              <a:rPr sz="2000" spc="95" dirty="0">
                <a:solidFill>
                  <a:srgbClr val="252525"/>
                </a:solidFill>
                <a:latin typeface="Cambria"/>
                <a:cs typeface="Cambria"/>
              </a:rPr>
              <a:t> </a:t>
            </a:r>
            <a:r>
              <a:rPr sz="2000" spc="135" dirty="0">
                <a:solidFill>
                  <a:srgbClr val="252525"/>
                </a:solidFill>
                <a:latin typeface="Cambria"/>
                <a:cs typeface="Cambria"/>
              </a:rPr>
              <a:t>and</a:t>
            </a:r>
            <a:r>
              <a:rPr sz="2000" spc="110" dirty="0">
                <a:solidFill>
                  <a:srgbClr val="252525"/>
                </a:solidFill>
                <a:latin typeface="Cambria"/>
                <a:cs typeface="Cambria"/>
              </a:rPr>
              <a:t> </a:t>
            </a:r>
            <a:r>
              <a:rPr sz="2000" spc="165" dirty="0">
                <a:solidFill>
                  <a:srgbClr val="252525"/>
                </a:solidFill>
                <a:latin typeface="Cambria"/>
                <a:cs typeface="Cambria"/>
              </a:rPr>
              <a:t>much</a:t>
            </a:r>
            <a:r>
              <a:rPr sz="2000" spc="114" dirty="0">
                <a:solidFill>
                  <a:srgbClr val="252525"/>
                </a:solidFill>
                <a:latin typeface="Cambria"/>
                <a:cs typeface="Cambria"/>
              </a:rPr>
              <a:t> </a:t>
            </a:r>
            <a:r>
              <a:rPr sz="2000" spc="105" dirty="0">
                <a:solidFill>
                  <a:srgbClr val="252525"/>
                </a:solidFill>
                <a:latin typeface="Cambria"/>
                <a:cs typeface="Cambria"/>
              </a:rPr>
              <a:t>more.</a:t>
            </a:r>
            <a:endParaRPr sz="2000">
              <a:latin typeface="Cambria"/>
              <a:cs typeface="Cambria"/>
            </a:endParaRPr>
          </a:p>
        </p:txBody>
      </p:sp>
      <p:sp>
        <p:nvSpPr>
          <p:cNvPr id="34" name="object 34"/>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33" name="object 33"/>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25</a:t>
            </a:r>
            <a:endParaRPr sz="1400">
              <a:latin typeface="Cambria"/>
              <a:cs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50" dirty="0"/>
              <a:t>Bag</a:t>
            </a:r>
            <a:r>
              <a:rPr sz="3600" spc="315" dirty="0"/>
              <a:t> </a:t>
            </a:r>
            <a:r>
              <a:rPr sz="3600" spc="300" dirty="0"/>
              <a:t>of</a:t>
            </a:r>
            <a:r>
              <a:rPr sz="3600" spc="315" dirty="0"/>
              <a:t> </a:t>
            </a:r>
            <a:r>
              <a:rPr sz="3600" spc="190" dirty="0"/>
              <a:t>words</a:t>
            </a:r>
            <a:r>
              <a:rPr sz="3600" spc="315" dirty="0"/>
              <a:t> </a:t>
            </a:r>
            <a:r>
              <a:rPr sz="3600" spc="-10" dirty="0"/>
              <a:t>(BOW)</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43508" y="1255521"/>
            <a:ext cx="6167120" cy="3511550"/>
          </a:xfrm>
          <a:prstGeom prst="rect">
            <a:avLst/>
          </a:prstGeom>
        </p:spPr>
        <p:txBody>
          <a:bodyPr vert="horz" wrap="square" lIns="0" tIns="12700" rIns="0" bIns="0" rtlCol="0">
            <a:spAutoFit/>
          </a:bodyPr>
          <a:lstStyle/>
          <a:p>
            <a:pPr marL="240665" indent="-227965">
              <a:lnSpc>
                <a:spcPct val="100000"/>
              </a:lnSpc>
              <a:spcBef>
                <a:spcPts val="100"/>
              </a:spcBef>
              <a:buClr>
                <a:srgbClr val="006F57"/>
              </a:buClr>
              <a:buSzPct val="75000"/>
              <a:buFont typeface="Wingdings"/>
              <a:buChar char=""/>
              <a:tabLst>
                <a:tab pos="240665" algn="l"/>
              </a:tabLst>
            </a:pPr>
            <a:r>
              <a:rPr sz="2400" dirty="0">
                <a:solidFill>
                  <a:srgbClr val="252525"/>
                </a:solidFill>
                <a:latin typeface="Cambria"/>
                <a:cs typeface="Cambria"/>
              </a:rPr>
              <a:t>Let</a:t>
            </a:r>
            <a:r>
              <a:rPr sz="2400" dirty="0">
                <a:solidFill>
                  <a:srgbClr val="252525"/>
                </a:solidFill>
                <a:latin typeface="Trebuchet MS"/>
                <a:cs typeface="Trebuchet MS"/>
              </a:rPr>
              <a:t>’</a:t>
            </a:r>
            <a:r>
              <a:rPr sz="2400" dirty="0">
                <a:solidFill>
                  <a:srgbClr val="252525"/>
                </a:solidFill>
                <a:latin typeface="Cambria"/>
                <a:cs typeface="Cambria"/>
              </a:rPr>
              <a:t>s</a:t>
            </a:r>
            <a:r>
              <a:rPr sz="2400" spc="245" dirty="0">
                <a:solidFill>
                  <a:srgbClr val="252525"/>
                </a:solidFill>
                <a:latin typeface="Cambria"/>
                <a:cs typeface="Cambria"/>
              </a:rPr>
              <a:t> </a:t>
            </a:r>
            <a:r>
              <a:rPr sz="2400" spc="95" dirty="0">
                <a:solidFill>
                  <a:srgbClr val="252525"/>
                </a:solidFill>
                <a:latin typeface="Cambria"/>
                <a:cs typeface="Cambria"/>
              </a:rPr>
              <a:t>preserve</a:t>
            </a:r>
            <a:r>
              <a:rPr sz="2400" spc="320" dirty="0">
                <a:solidFill>
                  <a:srgbClr val="252525"/>
                </a:solidFill>
                <a:latin typeface="Cambria"/>
                <a:cs typeface="Cambria"/>
              </a:rPr>
              <a:t> </a:t>
            </a:r>
            <a:r>
              <a:rPr sz="2400" spc="160" dirty="0">
                <a:solidFill>
                  <a:srgbClr val="252525"/>
                </a:solidFill>
                <a:latin typeface="Cambria"/>
                <a:cs typeface="Cambria"/>
              </a:rPr>
              <a:t>some</a:t>
            </a:r>
            <a:r>
              <a:rPr sz="2400" spc="315" dirty="0">
                <a:solidFill>
                  <a:srgbClr val="252525"/>
                </a:solidFill>
                <a:latin typeface="Cambria"/>
                <a:cs typeface="Cambria"/>
              </a:rPr>
              <a:t> </a:t>
            </a:r>
            <a:r>
              <a:rPr sz="2400" spc="105" dirty="0">
                <a:solidFill>
                  <a:srgbClr val="252525"/>
                </a:solidFill>
                <a:latin typeface="Cambria"/>
                <a:cs typeface="Cambria"/>
              </a:rPr>
              <a:t>ordering</a:t>
            </a:r>
            <a:endParaRPr sz="2400">
              <a:latin typeface="Cambria"/>
              <a:cs typeface="Cambria"/>
            </a:endParaRPr>
          </a:p>
          <a:p>
            <a:pPr marL="469265" lvl="1" indent="-227965">
              <a:lnSpc>
                <a:spcPct val="100000"/>
              </a:lnSpc>
              <a:spcBef>
                <a:spcPts val="1750"/>
              </a:spcBef>
              <a:buClr>
                <a:srgbClr val="075A74"/>
              </a:buClr>
              <a:buSzPct val="75000"/>
              <a:buFont typeface="Wingdings"/>
              <a:buChar char=""/>
              <a:tabLst>
                <a:tab pos="469265" algn="l"/>
              </a:tabLst>
            </a:pPr>
            <a:r>
              <a:rPr sz="2400" dirty="0">
                <a:solidFill>
                  <a:srgbClr val="252525"/>
                </a:solidFill>
                <a:latin typeface="Cambria"/>
                <a:cs typeface="Cambria"/>
              </a:rPr>
              <a:t>We</a:t>
            </a:r>
            <a:r>
              <a:rPr sz="2400" spc="220" dirty="0">
                <a:solidFill>
                  <a:srgbClr val="252525"/>
                </a:solidFill>
                <a:latin typeface="Cambria"/>
                <a:cs typeface="Cambria"/>
              </a:rPr>
              <a:t> </a:t>
            </a:r>
            <a:r>
              <a:rPr sz="2400" spc="145" dirty="0">
                <a:solidFill>
                  <a:srgbClr val="252525"/>
                </a:solidFill>
                <a:latin typeface="Cambria"/>
                <a:cs typeface="Cambria"/>
              </a:rPr>
              <a:t>can</a:t>
            </a:r>
            <a:r>
              <a:rPr sz="2400" spc="225" dirty="0">
                <a:solidFill>
                  <a:srgbClr val="252525"/>
                </a:solidFill>
                <a:latin typeface="Cambria"/>
                <a:cs typeface="Cambria"/>
              </a:rPr>
              <a:t> </a:t>
            </a:r>
            <a:r>
              <a:rPr sz="2400" spc="150" dirty="0">
                <a:solidFill>
                  <a:srgbClr val="252525"/>
                </a:solidFill>
                <a:latin typeface="Cambria"/>
                <a:cs typeface="Cambria"/>
              </a:rPr>
              <a:t>count</a:t>
            </a:r>
            <a:r>
              <a:rPr sz="2400" spc="260" dirty="0">
                <a:solidFill>
                  <a:srgbClr val="252525"/>
                </a:solidFill>
                <a:latin typeface="Cambria"/>
                <a:cs typeface="Cambria"/>
              </a:rPr>
              <a:t> </a:t>
            </a:r>
            <a:r>
              <a:rPr sz="2400" spc="140" dirty="0">
                <a:solidFill>
                  <a:srgbClr val="252525"/>
                </a:solidFill>
                <a:latin typeface="Cambria"/>
                <a:cs typeface="Cambria"/>
              </a:rPr>
              <a:t>token</a:t>
            </a:r>
            <a:r>
              <a:rPr sz="2400" spc="229" dirty="0">
                <a:solidFill>
                  <a:srgbClr val="252525"/>
                </a:solidFill>
                <a:latin typeface="Cambria"/>
                <a:cs typeface="Cambria"/>
              </a:rPr>
              <a:t> </a:t>
            </a:r>
            <a:r>
              <a:rPr sz="2400" spc="120" dirty="0">
                <a:solidFill>
                  <a:srgbClr val="252525"/>
                </a:solidFill>
                <a:latin typeface="Cambria"/>
                <a:cs typeface="Cambria"/>
              </a:rPr>
              <a:t>pairs,</a:t>
            </a:r>
            <a:r>
              <a:rPr sz="2400" spc="245" dirty="0">
                <a:solidFill>
                  <a:srgbClr val="252525"/>
                </a:solidFill>
                <a:latin typeface="Cambria"/>
                <a:cs typeface="Cambria"/>
              </a:rPr>
              <a:t> </a:t>
            </a:r>
            <a:r>
              <a:rPr sz="2400" spc="110" dirty="0">
                <a:solidFill>
                  <a:srgbClr val="252525"/>
                </a:solidFill>
                <a:latin typeface="Cambria"/>
                <a:cs typeface="Cambria"/>
              </a:rPr>
              <a:t>triplets,</a:t>
            </a:r>
            <a:r>
              <a:rPr sz="2400" spc="270" dirty="0">
                <a:solidFill>
                  <a:srgbClr val="252525"/>
                </a:solidFill>
                <a:latin typeface="Cambria"/>
                <a:cs typeface="Cambria"/>
              </a:rPr>
              <a:t> </a:t>
            </a:r>
            <a:r>
              <a:rPr sz="2400" spc="100" dirty="0">
                <a:solidFill>
                  <a:srgbClr val="252525"/>
                </a:solidFill>
                <a:latin typeface="Cambria"/>
                <a:cs typeface="Cambria"/>
              </a:rPr>
              <a:t>etc.</a:t>
            </a:r>
            <a:endParaRPr sz="2400">
              <a:latin typeface="Cambria"/>
              <a:cs typeface="Cambria"/>
            </a:endParaRPr>
          </a:p>
          <a:p>
            <a:pPr marL="469265" lvl="1" indent="-227965">
              <a:lnSpc>
                <a:spcPct val="100000"/>
              </a:lnSpc>
              <a:spcBef>
                <a:spcPts val="1755"/>
              </a:spcBef>
              <a:buClr>
                <a:srgbClr val="075A74"/>
              </a:buClr>
              <a:buSzPct val="75000"/>
              <a:buFont typeface="Wingdings"/>
              <a:buChar char=""/>
              <a:tabLst>
                <a:tab pos="469265" algn="l"/>
              </a:tabLst>
            </a:pPr>
            <a:r>
              <a:rPr sz="2400" spc="170" dirty="0">
                <a:solidFill>
                  <a:srgbClr val="252525"/>
                </a:solidFill>
                <a:latin typeface="Cambria"/>
                <a:cs typeface="Cambria"/>
              </a:rPr>
              <a:t>Also</a:t>
            </a:r>
            <a:r>
              <a:rPr sz="2400" spc="220" dirty="0">
                <a:solidFill>
                  <a:srgbClr val="252525"/>
                </a:solidFill>
                <a:latin typeface="Cambria"/>
                <a:cs typeface="Cambria"/>
              </a:rPr>
              <a:t> </a:t>
            </a:r>
            <a:r>
              <a:rPr sz="2400" spc="140" dirty="0">
                <a:solidFill>
                  <a:srgbClr val="252525"/>
                </a:solidFill>
                <a:latin typeface="Cambria"/>
                <a:cs typeface="Cambria"/>
              </a:rPr>
              <a:t>known</a:t>
            </a:r>
            <a:r>
              <a:rPr sz="2400" spc="210" dirty="0">
                <a:solidFill>
                  <a:srgbClr val="252525"/>
                </a:solidFill>
                <a:latin typeface="Cambria"/>
                <a:cs typeface="Cambria"/>
              </a:rPr>
              <a:t> </a:t>
            </a:r>
            <a:r>
              <a:rPr sz="2400" spc="145" dirty="0">
                <a:solidFill>
                  <a:srgbClr val="252525"/>
                </a:solidFill>
                <a:latin typeface="Cambria"/>
                <a:cs typeface="Cambria"/>
              </a:rPr>
              <a:t>as</a:t>
            </a:r>
            <a:r>
              <a:rPr sz="2400" spc="195" dirty="0">
                <a:solidFill>
                  <a:srgbClr val="252525"/>
                </a:solidFill>
                <a:latin typeface="Cambria"/>
                <a:cs typeface="Cambria"/>
              </a:rPr>
              <a:t> </a:t>
            </a:r>
            <a:r>
              <a:rPr sz="2400" spc="55" dirty="0">
                <a:solidFill>
                  <a:srgbClr val="252525"/>
                </a:solidFill>
                <a:latin typeface="Cambria"/>
                <a:cs typeface="Cambria"/>
              </a:rPr>
              <a:t>n-</a:t>
            </a:r>
            <a:r>
              <a:rPr sz="2400" spc="140" dirty="0">
                <a:solidFill>
                  <a:srgbClr val="252525"/>
                </a:solidFill>
                <a:latin typeface="Cambria"/>
                <a:cs typeface="Cambria"/>
              </a:rPr>
              <a:t>grams</a:t>
            </a:r>
            <a:endParaRPr sz="2400">
              <a:latin typeface="Cambria"/>
              <a:cs typeface="Cambria"/>
            </a:endParaRPr>
          </a:p>
          <a:p>
            <a:pPr marL="469265" lvl="1" indent="-227965">
              <a:lnSpc>
                <a:spcPct val="100000"/>
              </a:lnSpc>
              <a:spcBef>
                <a:spcPts val="1755"/>
              </a:spcBef>
              <a:buClr>
                <a:srgbClr val="075A74"/>
              </a:buClr>
              <a:buSzPct val="75000"/>
              <a:buFont typeface="Wingdings"/>
              <a:buChar char=""/>
              <a:tabLst>
                <a:tab pos="469265" algn="l"/>
              </a:tabLst>
            </a:pPr>
            <a:r>
              <a:rPr sz="2400" dirty="0">
                <a:solidFill>
                  <a:srgbClr val="252525"/>
                </a:solidFill>
                <a:latin typeface="Cambria"/>
                <a:cs typeface="Cambria"/>
              </a:rPr>
              <a:t>1-</a:t>
            </a:r>
            <a:r>
              <a:rPr sz="2400" spc="180" dirty="0">
                <a:solidFill>
                  <a:srgbClr val="252525"/>
                </a:solidFill>
                <a:latin typeface="Cambria"/>
                <a:cs typeface="Cambria"/>
              </a:rPr>
              <a:t>Gram</a:t>
            </a:r>
            <a:r>
              <a:rPr sz="2400" spc="260" dirty="0">
                <a:solidFill>
                  <a:srgbClr val="252525"/>
                </a:solidFill>
                <a:latin typeface="Cambria"/>
                <a:cs typeface="Cambria"/>
              </a:rPr>
              <a:t> </a:t>
            </a:r>
            <a:r>
              <a:rPr sz="2400" spc="145" dirty="0">
                <a:solidFill>
                  <a:srgbClr val="252525"/>
                </a:solidFill>
                <a:latin typeface="Cambria"/>
                <a:cs typeface="Cambria"/>
              </a:rPr>
              <a:t>for</a:t>
            </a:r>
            <a:r>
              <a:rPr sz="2400" spc="265" dirty="0">
                <a:solidFill>
                  <a:srgbClr val="252525"/>
                </a:solidFill>
                <a:latin typeface="Cambria"/>
                <a:cs typeface="Cambria"/>
              </a:rPr>
              <a:t> </a:t>
            </a:r>
            <a:r>
              <a:rPr sz="2400" spc="130" dirty="0">
                <a:solidFill>
                  <a:srgbClr val="252525"/>
                </a:solidFill>
                <a:latin typeface="Cambria"/>
                <a:cs typeface="Cambria"/>
              </a:rPr>
              <a:t>tokens</a:t>
            </a:r>
            <a:endParaRPr sz="2400">
              <a:latin typeface="Cambria"/>
              <a:cs typeface="Cambria"/>
            </a:endParaRPr>
          </a:p>
          <a:p>
            <a:pPr marL="469265" lvl="1" indent="-227965">
              <a:lnSpc>
                <a:spcPct val="100000"/>
              </a:lnSpc>
              <a:spcBef>
                <a:spcPts val="1750"/>
              </a:spcBef>
              <a:buClr>
                <a:srgbClr val="075A74"/>
              </a:buClr>
              <a:buSzPct val="75000"/>
              <a:buFont typeface="Wingdings"/>
              <a:buChar char=""/>
              <a:tabLst>
                <a:tab pos="469265" algn="l"/>
              </a:tabLst>
            </a:pPr>
            <a:r>
              <a:rPr sz="2400" dirty="0">
                <a:solidFill>
                  <a:srgbClr val="252525"/>
                </a:solidFill>
                <a:latin typeface="Cambria"/>
                <a:cs typeface="Cambria"/>
              </a:rPr>
              <a:t>2-</a:t>
            </a:r>
            <a:r>
              <a:rPr sz="2400" spc="175" dirty="0">
                <a:solidFill>
                  <a:srgbClr val="252525"/>
                </a:solidFill>
                <a:latin typeface="Cambria"/>
                <a:cs typeface="Cambria"/>
              </a:rPr>
              <a:t>Grams</a:t>
            </a:r>
            <a:r>
              <a:rPr sz="2400" spc="265" dirty="0">
                <a:solidFill>
                  <a:srgbClr val="252525"/>
                </a:solidFill>
                <a:latin typeface="Cambria"/>
                <a:cs typeface="Cambria"/>
              </a:rPr>
              <a:t> </a:t>
            </a:r>
            <a:r>
              <a:rPr sz="2400" spc="145" dirty="0">
                <a:solidFill>
                  <a:srgbClr val="252525"/>
                </a:solidFill>
                <a:latin typeface="Cambria"/>
                <a:cs typeface="Cambria"/>
              </a:rPr>
              <a:t>for</a:t>
            </a:r>
            <a:r>
              <a:rPr sz="2400" spc="250" dirty="0">
                <a:solidFill>
                  <a:srgbClr val="252525"/>
                </a:solidFill>
                <a:latin typeface="Cambria"/>
                <a:cs typeface="Cambria"/>
              </a:rPr>
              <a:t> </a:t>
            </a:r>
            <a:r>
              <a:rPr sz="2400" spc="140" dirty="0">
                <a:solidFill>
                  <a:srgbClr val="252525"/>
                </a:solidFill>
                <a:latin typeface="Cambria"/>
                <a:cs typeface="Cambria"/>
              </a:rPr>
              <a:t>token</a:t>
            </a:r>
            <a:r>
              <a:rPr sz="2400" spc="254" dirty="0">
                <a:solidFill>
                  <a:srgbClr val="252525"/>
                </a:solidFill>
                <a:latin typeface="Cambria"/>
                <a:cs typeface="Cambria"/>
              </a:rPr>
              <a:t> </a:t>
            </a:r>
            <a:r>
              <a:rPr sz="2400" spc="95" dirty="0">
                <a:solidFill>
                  <a:srgbClr val="252525"/>
                </a:solidFill>
                <a:latin typeface="Cambria"/>
                <a:cs typeface="Cambria"/>
              </a:rPr>
              <a:t>pairs</a:t>
            </a:r>
            <a:endParaRPr sz="2400">
              <a:latin typeface="Cambria"/>
              <a:cs typeface="Cambria"/>
            </a:endParaRPr>
          </a:p>
          <a:p>
            <a:pPr lvl="1">
              <a:lnSpc>
                <a:spcPct val="100000"/>
              </a:lnSpc>
              <a:spcBef>
                <a:spcPts val="345"/>
              </a:spcBef>
              <a:buClr>
                <a:srgbClr val="075A74"/>
              </a:buClr>
              <a:buFont typeface="Wingdings"/>
              <a:buChar char=""/>
            </a:pPr>
            <a:endParaRPr sz="2400">
              <a:latin typeface="Cambria"/>
              <a:cs typeface="Cambria"/>
            </a:endParaRPr>
          </a:p>
          <a:p>
            <a:pPr marL="240665" indent="-227965">
              <a:lnSpc>
                <a:spcPct val="100000"/>
              </a:lnSpc>
              <a:buClr>
                <a:srgbClr val="006F57"/>
              </a:buClr>
              <a:buSzPct val="75000"/>
              <a:buFont typeface="Wingdings"/>
              <a:buChar char=""/>
              <a:tabLst>
                <a:tab pos="240665" algn="l"/>
                <a:tab pos="1713230" algn="l"/>
                <a:tab pos="2249805" algn="l"/>
                <a:tab pos="3205480" algn="l"/>
              </a:tabLst>
            </a:pPr>
            <a:r>
              <a:rPr sz="2400" spc="55" dirty="0">
                <a:solidFill>
                  <a:srgbClr val="252525"/>
                </a:solidFill>
                <a:latin typeface="Cambria"/>
                <a:cs typeface="Cambria"/>
              </a:rPr>
              <a:t>N-</a:t>
            </a:r>
            <a:r>
              <a:rPr sz="2400" spc="145" dirty="0">
                <a:solidFill>
                  <a:srgbClr val="252525"/>
                </a:solidFill>
                <a:latin typeface="Cambria"/>
                <a:cs typeface="Cambria"/>
              </a:rPr>
              <a:t>grams</a:t>
            </a:r>
            <a:r>
              <a:rPr sz="2400" dirty="0">
                <a:solidFill>
                  <a:srgbClr val="252525"/>
                </a:solidFill>
                <a:latin typeface="Cambria"/>
                <a:cs typeface="Cambria"/>
              </a:rPr>
              <a:t>	</a:t>
            </a:r>
            <a:r>
              <a:rPr sz="2400" spc="170" dirty="0">
                <a:solidFill>
                  <a:srgbClr val="252525"/>
                </a:solidFill>
                <a:latin typeface="Cambria"/>
                <a:cs typeface="Cambria"/>
              </a:rPr>
              <a:t>of</a:t>
            </a:r>
            <a:r>
              <a:rPr sz="2400" dirty="0">
                <a:solidFill>
                  <a:srgbClr val="252525"/>
                </a:solidFill>
                <a:latin typeface="Cambria"/>
                <a:cs typeface="Cambria"/>
              </a:rPr>
              <a:t>	</a:t>
            </a:r>
            <a:r>
              <a:rPr sz="2400" spc="125" dirty="0">
                <a:solidFill>
                  <a:srgbClr val="252525"/>
                </a:solidFill>
                <a:latin typeface="Cambria"/>
                <a:cs typeface="Cambria"/>
              </a:rPr>
              <a:t>texts</a:t>
            </a:r>
            <a:r>
              <a:rPr sz="2400" dirty="0">
                <a:solidFill>
                  <a:srgbClr val="252525"/>
                </a:solidFill>
                <a:latin typeface="Cambria"/>
                <a:cs typeface="Cambria"/>
              </a:rPr>
              <a:t>	</a:t>
            </a:r>
            <a:r>
              <a:rPr sz="2400" spc="60" dirty="0">
                <a:solidFill>
                  <a:srgbClr val="252525"/>
                </a:solidFill>
                <a:latin typeface="Cambria"/>
                <a:cs typeface="Cambria"/>
              </a:rPr>
              <a:t>are</a:t>
            </a:r>
            <a:endParaRPr sz="2400">
              <a:latin typeface="Cambria"/>
              <a:cs typeface="Cambria"/>
            </a:endParaRPr>
          </a:p>
        </p:txBody>
      </p:sp>
      <p:pic>
        <p:nvPicPr>
          <p:cNvPr id="5" name="object 5"/>
          <p:cNvPicPr/>
          <p:nvPr/>
        </p:nvPicPr>
        <p:blipFill>
          <a:blip r:embed="rId2" cstate="print"/>
          <a:stretch>
            <a:fillRect/>
          </a:stretch>
        </p:blipFill>
        <p:spPr>
          <a:xfrm>
            <a:off x="4639945" y="4403725"/>
            <a:ext cx="1827149" cy="355092"/>
          </a:xfrm>
          <a:prstGeom prst="rect">
            <a:avLst/>
          </a:prstGeom>
        </p:spPr>
      </p:pic>
      <p:pic>
        <p:nvPicPr>
          <p:cNvPr id="6" name="object 6"/>
          <p:cNvPicPr/>
          <p:nvPr/>
        </p:nvPicPr>
        <p:blipFill>
          <a:blip r:embed="rId3" cstate="print"/>
          <a:stretch>
            <a:fillRect/>
          </a:stretch>
        </p:blipFill>
        <p:spPr>
          <a:xfrm>
            <a:off x="6543802" y="4403725"/>
            <a:ext cx="885825" cy="355092"/>
          </a:xfrm>
          <a:prstGeom prst="rect">
            <a:avLst/>
          </a:prstGeom>
        </p:spPr>
      </p:pic>
      <p:sp>
        <p:nvSpPr>
          <p:cNvPr id="7" name="object 7"/>
          <p:cNvSpPr txBox="1"/>
          <p:nvPr/>
        </p:nvSpPr>
        <p:spPr>
          <a:xfrm>
            <a:off x="7469885" y="4375784"/>
            <a:ext cx="313690" cy="391160"/>
          </a:xfrm>
          <a:prstGeom prst="rect">
            <a:avLst/>
          </a:prstGeom>
        </p:spPr>
        <p:txBody>
          <a:bodyPr vert="horz" wrap="square" lIns="0" tIns="12700" rIns="0" bIns="0" rtlCol="0">
            <a:spAutoFit/>
          </a:bodyPr>
          <a:lstStyle/>
          <a:p>
            <a:pPr marL="12700">
              <a:lnSpc>
                <a:spcPct val="100000"/>
              </a:lnSpc>
              <a:spcBef>
                <a:spcPts val="100"/>
              </a:spcBef>
            </a:pPr>
            <a:r>
              <a:rPr sz="2400" spc="100" dirty="0">
                <a:solidFill>
                  <a:srgbClr val="252525"/>
                </a:solidFill>
                <a:latin typeface="Cambria"/>
                <a:cs typeface="Cambria"/>
              </a:rPr>
              <a:t>in</a:t>
            </a:r>
            <a:endParaRPr sz="2400">
              <a:latin typeface="Cambria"/>
              <a:cs typeface="Cambria"/>
            </a:endParaRPr>
          </a:p>
        </p:txBody>
      </p:sp>
      <p:pic>
        <p:nvPicPr>
          <p:cNvPr id="8" name="object 8"/>
          <p:cNvPicPr/>
          <p:nvPr/>
        </p:nvPicPr>
        <p:blipFill>
          <a:blip r:embed="rId4" cstate="print"/>
          <a:stretch>
            <a:fillRect/>
          </a:stretch>
        </p:blipFill>
        <p:spPr>
          <a:xfrm>
            <a:off x="7999221" y="4403725"/>
            <a:ext cx="695325" cy="355092"/>
          </a:xfrm>
          <a:prstGeom prst="rect">
            <a:avLst/>
          </a:prstGeom>
        </p:spPr>
      </p:pic>
      <p:pic>
        <p:nvPicPr>
          <p:cNvPr id="9" name="object 9"/>
          <p:cNvPicPr/>
          <p:nvPr/>
        </p:nvPicPr>
        <p:blipFill>
          <a:blip r:embed="rId5" cstate="print"/>
          <a:stretch>
            <a:fillRect/>
          </a:stretch>
        </p:blipFill>
        <p:spPr>
          <a:xfrm>
            <a:off x="8784081" y="4403725"/>
            <a:ext cx="1262735" cy="355092"/>
          </a:xfrm>
          <a:prstGeom prst="rect">
            <a:avLst/>
          </a:prstGeom>
        </p:spPr>
      </p:pic>
      <p:sp>
        <p:nvSpPr>
          <p:cNvPr id="10" name="object 10"/>
          <p:cNvSpPr txBox="1"/>
          <p:nvPr/>
        </p:nvSpPr>
        <p:spPr>
          <a:xfrm>
            <a:off x="10082276" y="4375784"/>
            <a:ext cx="579755" cy="391160"/>
          </a:xfrm>
          <a:prstGeom prst="rect">
            <a:avLst/>
          </a:prstGeom>
        </p:spPr>
        <p:txBody>
          <a:bodyPr vert="horz" wrap="square" lIns="0" tIns="12700" rIns="0" bIns="0" rtlCol="0">
            <a:spAutoFit/>
          </a:bodyPr>
          <a:lstStyle/>
          <a:p>
            <a:pPr marL="12700">
              <a:lnSpc>
                <a:spcPct val="100000"/>
              </a:lnSpc>
              <a:spcBef>
                <a:spcPts val="100"/>
              </a:spcBef>
            </a:pPr>
            <a:r>
              <a:rPr sz="2400" spc="140" dirty="0">
                <a:solidFill>
                  <a:srgbClr val="252525"/>
                </a:solidFill>
                <a:latin typeface="Cambria"/>
                <a:cs typeface="Cambria"/>
              </a:rPr>
              <a:t>and</a:t>
            </a:r>
            <a:endParaRPr sz="2400">
              <a:latin typeface="Cambria"/>
              <a:cs typeface="Cambria"/>
            </a:endParaRPr>
          </a:p>
        </p:txBody>
      </p:sp>
      <p:grpSp>
        <p:nvGrpSpPr>
          <p:cNvPr id="11" name="object 11"/>
          <p:cNvGrpSpPr/>
          <p:nvPr/>
        </p:nvGrpSpPr>
        <p:grpSpPr>
          <a:xfrm>
            <a:off x="984808" y="4916170"/>
            <a:ext cx="5459730" cy="355600"/>
            <a:chOff x="984808" y="4916170"/>
            <a:chExt cx="5459730" cy="355600"/>
          </a:xfrm>
        </p:grpSpPr>
        <p:pic>
          <p:nvPicPr>
            <p:cNvPr id="12" name="object 12"/>
            <p:cNvPicPr/>
            <p:nvPr/>
          </p:nvPicPr>
          <p:blipFill>
            <a:blip r:embed="rId6" cstate="print"/>
            <a:stretch>
              <a:fillRect/>
            </a:stretch>
          </p:blipFill>
          <p:spPr>
            <a:xfrm>
              <a:off x="984808" y="4916170"/>
              <a:ext cx="1313561" cy="355092"/>
            </a:xfrm>
            <a:prstGeom prst="rect">
              <a:avLst/>
            </a:prstGeom>
          </p:spPr>
        </p:pic>
        <p:pic>
          <p:nvPicPr>
            <p:cNvPr id="13" name="object 13"/>
            <p:cNvPicPr/>
            <p:nvPr/>
          </p:nvPicPr>
          <p:blipFill>
            <a:blip r:embed="rId7" cstate="print"/>
            <a:stretch>
              <a:fillRect/>
            </a:stretch>
          </p:blipFill>
          <p:spPr>
            <a:xfrm>
              <a:off x="2230247" y="4916170"/>
              <a:ext cx="1615059" cy="355092"/>
            </a:xfrm>
            <a:prstGeom prst="rect">
              <a:avLst/>
            </a:prstGeom>
          </p:spPr>
        </p:pic>
        <p:pic>
          <p:nvPicPr>
            <p:cNvPr id="14" name="object 14"/>
            <p:cNvPicPr/>
            <p:nvPr/>
          </p:nvPicPr>
          <p:blipFill>
            <a:blip r:embed="rId8" cstate="print"/>
            <a:stretch>
              <a:fillRect/>
            </a:stretch>
          </p:blipFill>
          <p:spPr>
            <a:xfrm>
              <a:off x="3760343" y="4916170"/>
              <a:ext cx="1802511" cy="355092"/>
            </a:xfrm>
            <a:prstGeom prst="rect">
              <a:avLst/>
            </a:prstGeom>
          </p:spPr>
        </p:pic>
        <p:pic>
          <p:nvPicPr>
            <p:cNvPr id="15" name="object 15"/>
            <p:cNvPicPr/>
            <p:nvPr/>
          </p:nvPicPr>
          <p:blipFill>
            <a:blip r:embed="rId9" cstate="print"/>
            <a:stretch>
              <a:fillRect/>
            </a:stretch>
          </p:blipFill>
          <p:spPr>
            <a:xfrm>
              <a:off x="5491860" y="4916170"/>
              <a:ext cx="949147" cy="355092"/>
            </a:xfrm>
            <a:prstGeom prst="rect">
              <a:avLst/>
            </a:prstGeom>
          </p:spPr>
        </p:pic>
        <p:pic>
          <p:nvPicPr>
            <p:cNvPr id="16" name="object 16"/>
            <p:cNvPicPr/>
            <p:nvPr/>
          </p:nvPicPr>
          <p:blipFill>
            <a:blip r:embed="rId10" cstate="print"/>
            <a:stretch>
              <a:fillRect/>
            </a:stretch>
          </p:blipFill>
          <p:spPr>
            <a:xfrm>
              <a:off x="6282816" y="4916170"/>
              <a:ext cx="161544" cy="355092"/>
            </a:xfrm>
            <a:prstGeom prst="rect">
              <a:avLst/>
            </a:prstGeom>
          </p:spPr>
        </p:pic>
      </p:grpSp>
      <p:sp>
        <p:nvSpPr>
          <p:cNvPr id="17" name="object 17"/>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26</a:t>
            </a:r>
            <a:endParaRPr sz="1400">
              <a:latin typeface="Cambria"/>
              <a:cs typeface="Cambria"/>
            </a:endParaRPr>
          </a:p>
        </p:txBody>
      </p:sp>
      <p:sp>
        <p:nvSpPr>
          <p:cNvPr id="18" name="object 1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95" dirty="0">
                <a:highlight>
                  <a:srgbClr val="FFFF00"/>
                </a:highlight>
              </a:rPr>
              <a:t>N-</a:t>
            </a:r>
            <a:r>
              <a:rPr sz="3600" spc="270" dirty="0">
                <a:highlight>
                  <a:srgbClr val="FFFF00"/>
                </a:highlight>
              </a:rPr>
              <a:t>Gram</a:t>
            </a:r>
            <a:r>
              <a:rPr sz="3600" spc="330" dirty="0">
                <a:highlight>
                  <a:srgbClr val="FFFF00"/>
                </a:highlight>
              </a:rPr>
              <a:t> </a:t>
            </a:r>
            <a:r>
              <a:rPr sz="3600" spc="190" dirty="0">
                <a:highlight>
                  <a:srgbClr val="FFFF00"/>
                </a:highlight>
              </a:rPr>
              <a:t>technique</a:t>
            </a:r>
            <a:endParaRPr sz="3600" dirty="0">
              <a:highlight>
                <a:srgbClr val="FFFF00"/>
              </a:highlight>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1411477" y="1215516"/>
            <a:ext cx="1170940" cy="295910"/>
            <a:chOff x="1411477" y="1215516"/>
            <a:chExt cx="1170940" cy="295910"/>
          </a:xfrm>
        </p:grpSpPr>
        <p:pic>
          <p:nvPicPr>
            <p:cNvPr id="5" name="object 5"/>
            <p:cNvPicPr/>
            <p:nvPr/>
          </p:nvPicPr>
          <p:blipFill>
            <a:blip r:embed="rId2" cstate="print"/>
            <a:stretch>
              <a:fillRect/>
            </a:stretch>
          </p:blipFill>
          <p:spPr>
            <a:xfrm>
              <a:off x="1411477" y="1215516"/>
              <a:ext cx="402335" cy="295655"/>
            </a:xfrm>
            <a:prstGeom prst="rect">
              <a:avLst/>
            </a:prstGeom>
          </p:spPr>
        </p:pic>
        <p:pic>
          <p:nvPicPr>
            <p:cNvPr id="6" name="object 6"/>
            <p:cNvPicPr/>
            <p:nvPr/>
          </p:nvPicPr>
          <p:blipFill>
            <a:blip r:embed="rId3" cstate="print"/>
            <a:stretch>
              <a:fillRect/>
            </a:stretch>
          </p:blipFill>
          <p:spPr>
            <a:xfrm>
              <a:off x="1612645" y="1215516"/>
              <a:ext cx="295655" cy="295655"/>
            </a:xfrm>
            <a:prstGeom prst="rect">
              <a:avLst/>
            </a:prstGeom>
          </p:spPr>
        </p:pic>
        <p:pic>
          <p:nvPicPr>
            <p:cNvPr id="7" name="object 7"/>
            <p:cNvPicPr/>
            <p:nvPr/>
          </p:nvPicPr>
          <p:blipFill>
            <a:blip r:embed="rId4" cstate="print"/>
            <a:stretch>
              <a:fillRect/>
            </a:stretch>
          </p:blipFill>
          <p:spPr>
            <a:xfrm>
              <a:off x="1760473" y="1215516"/>
              <a:ext cx="821436" cy="295655"/>
            </a:xfrm>
            <a:prstGeom prst="rect">
              <a:avLst/>
            </a:prstGeom>
          </p:spPr>
        </p:pic>
      </p:grpSp>
      <p:sp>
        <p:nvSpPr>
          <p:cNvPr id="8" name="object 8"/>
          <p:cNvSpPr txBox="1"/>
          <p:nvPr/>
        </p:nvSpPr>
        <p:spPr>
          <a:xfrm>
            <a:off x="743508" y="1190625"/>
            <a:ext cx="2783840" cy="851535"/>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 pos="1753235" algn="l"/>
              </a:tabLst>
            </a:pPr>
            <a:r>
              <a:rPr sz="2000" spc="160" dirty="0">
                <a:solidFill>
                  <a:srgbClr val="252525"/>
                </a:solidFill>
                <a:latin typeface="Cambria"/>
                <a:cs typeface="Cambria"/>
              </a:rPr>
              <a:t>An</a:t>
            </a:r>
            <a:r>
              <a:rPr sz="2000" dirty="0">
                <a:solidFill>
                  <a:srgbClr val="252525"/>
                </a:solidFill>
                <a:latin typeface="Cambria"/>
                <a:cs typeface="Cambria"/>
              </a:rPr>
              <a:t>	</a:t>
            </a:r>
            <a:r>
              <a:rPr sz="2000" spc="135" dirty="0">
                <a:solidFill>
                  <a:srgbClr val="252525"/>
                </a:solidFill>
                <a:latin typeface="Cambria"/>
                <a:cs typeface="Cambria"/>
              </a:rPr>
              <a:t>means</a:t>
            </a:r>
            <a:r>
              <a:rPr sz="2000" spc="190"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a:p>
            <a:pPr marL="12700">
              <a:lnSpc>
                <a:spcPct val="100000"/>
              </a:lnSpc>
              <a:spcBef>
                <a:spcPts val="2300"/>
              </a:spcBef>
            </a:pPr>
            <a:r>
              <a:rPr sz="1500" spc="-50" dirty="0">
                <a:solidFill>
                  <a:srgbClr val="006F57"/>
                </a:solidFill>
                <a:latin typeface="Wingdings"/>
                <a:cs typeface="Wingdings"/>
              </a:rPr>
              <a:t></a:t>
            </a:r>
            <a:endParaRPr sz="1500">
              <a:latin typeface="Wingdings"/>
              <a:cs typeface="Wingdings"/>
            </a:endParaRPr>
          </a:p>
        </p:txBody>
      </p:sp>
      <p:grpSp>
        <p:nvGrpSpPr>
          <p:cNvPr id="9" name="object 9"/>
          <p:cNvGrpSpPr/>
          <p:nvPr/>
        </p:nvGrpSpPr>
        <p:grpSpPr>
          <a:xfrm>
            <a:off x="3591178" y="1215516"/>
            <a:ext cx="2853055" cy="295910"/>
            <a:chOff x="3591178" y="1215516"/>
            <a:chExt cx="2853055" cy="295910"/>
          </a:xfrm>
        </p:grpSpPr>
        <p:pic>
          <p:nvPicPr>
            <p:cNvPr id="10" name="object 10"/>
            <p:cNvPicPr/>
            <p:nvPr/>
          </p:nvPicPr>
          <p:blipFill>
            <a:blip r:embed="rId5" cstate="print"/>
            <a:stretch>
              <a:fillRect/>
            </a:stretch>
          </p:blipFill>
          <p:spPr>
            <a:xfrm>
              <a:off x="3591178" y="1215516"/>
              <a:ext cx="1346200" cy="295655"/>
            </a:xfrm>
            <a:prstGeom prst="rect">
              <a:avLst/>
            </a:prstGeom>
          </p:spPr>
        </p:pic>
        <p:pic>
          <p:nvPicPr>
            <p:cNvPr id="11" name="object 11"/>
            <p:cNvPicPr/>
            <p:nvPr/>
          </p:nvPicPr>
          <p:blipFill>
            <a:blip r:embed="rId6" cstate="print"/>
            <a:stretch>
              <a:fillRect/>
            </a:stretch>
          </p:blipFill>
          <p:spPr>
            <a:xfrm>
              <a:off x="4865496" y="1215516"/>
              <a:ext cx="393191" cy="295655"/>
            </a:xfrm>
            <a:prstGeom prst="rect">
              <a:avLst/>
            </a:prstGeom>
          </p:spPr>
        </p:pic>
        <p:pic>
          <p:nvPicPr>
            <p:cNvPr id="12" name="object 12"/>
            <p:cNvPicPr/>
            <p:nvPr/>
          </p:nvPicPr>
          <p:blipFill>
            <a:blip r:embed="rId2" cstate="print"/>
            <a:stretch>
              <a:fillRect/>
            </a:stretch>
          </p:blipFill>
          <p:spPr>
            <a:xfrm>
              <a:off x="5206872" y="1215516"/>
              <a:ext cx="402336" cy="295655"/>
            </a:xfrm>
            <a:prstGeom prst="rect">
              <a:avLst/>
            </a:prstGeom>
          </p:spPr>
        </p:pic>
        <p:pic>
          <p:nvPicPr>
            <p:cNvPr id="13" name="object 13"/>
            <p:cNvPicPr/>
            <p:nvPr/>
          </p:nvPicPr>
          <p:blipFill>
            <a:blip r:embed="rId7" cstate="print"/>
            <a:stretch>
              <a:fillRect/>
            </a:stretch>
          </p:blipFill>
          <p:spPr>
            <a:xfrm>
              <a:off x="5485764" y="1215516"/>
              <a:ext cx="958291" cy="295655"/>
            </a:xfrm>
            <a:prstGeom prst="rect">
              <a:avLst/>
            </a:prstGeom>
          </p:spPr>
        </p:pic>
        <p:pic>
          <p:nvPicPr>
            <p:cNvPr id="14" name="object 14"/>
            <p:cNvPicPr/>
            <p:nvPr/>
          </p:nvPicPr>
          <p:blipFill>
            <a:blip r:embed="rId8" cstate="print"/>
            <a:stretch>
              <a:fillRect/>
            </a:stretch>
          </p:blipFill>
          <p:spPr>
            <a:xfrm>
              <a:off x="6284340" y="1215516"/>
              <a:ext cx="134112" cy="295655"/>
            </a:xfrm>
            <a:prstGeom prst="rect">
              <a:avLst/>
            </a:prstGeom>
          </p:spPr>
        </p:pic>
      </p:grpSp>
      <p:grpSp>
        <p:nvGrpSpPr>
          <p:cNvPr id="15" name="object 15"/>
          <p:cNvGrpSpPr/>
          <p:nvPr/>
        </p:nvGrpSpPr>
        <p:grpSpPr>
          <a:xfrm>
            <a:off x="984808" y="1748917"/>
            <a:ext cx="1242695" cy="295910"/>
            <a:chOff x="984808" y="1748917"/>
            <a:chExt cx="1242695" cy="295910"/>
          </a:xfrm>
        </p:grpSpPr>
        <p:pic>
          <p:nvPicPr>
            <p:cNvPr id="16" name="object 16"/>
            <p:cNvPicPr/>
            <p:nvPr/>
          </p:nvPicPr>
          <p:blipFill>
            <a:blip r:embed="rId9" cstate="print"/>
            <a:stretch>
              <a:fillRect/>
            </a:stretch>
          </p:blipFill>
          <p:spPr>
            <a:xfrm>
              <a:off x="984808" y="1748917"/>
              <a:ext cx="1242186" cy="295655"/>
            </a:xfrm>
            <a:prstGeom prst="rect">
              <a:avLst/>
            </a:prstGeom>
          </p:spPr>
        </p:pic>
        <p:pic>
          <p:nvPicPr>
            <p:cNvPr id="17" name="object 17"/>
            <p:cNvPicPr/>
            <p:nvPr/>
          </p:nvPicPr>
          <p:blipFill>
            <a:blip r:embed="rId10" cstate="print"/>
            <a:stretch>
              <a:fillRect/>
            </a:stretch>
          </p:blipFill>
          <p:spPr>
            <a:xfrm>
              <a:off x="2071750" y="1748917"/>
              <a:ext cx="134112" cy="295655"/>
            </a:xfrm>
            <a:prstGeom prst="rect">
              <a:avLst/>
            </a:prstGeom>
          </p:spPr>
        </p:pic>
      </p:grpSp>
      <p:pic>
        <p:nvPicPr>
          <p:cNvPr id="18" name="object 18"/>
          <p:cNvPicPr/>
          <p:nvPr/>
        </p:nvPicPr>
        <p:blipFill>
          <a:blip r:embed="rId11" cstate="print"/>
          <a:stretch>
            <a:fillRect/>
          </a:stretch>
        </p:blipFill>
        <p:spPr>
          <a:xfrm>
            <a:off x="5205348" y="2282012"/>
            <a:ext cx="1052576" cy="295960"/>
          </a:xfrm>
          <a:prstGeom prst="rect">
            <a:avLst/>
          </a:prstGeom>
        </p:spPr>
      </p:pic>
      <p:grpSp>
        <p:nvGrpSpPr>
          <p:cNvPr id="19" name="object 19"/>
          <p:cNvGrpSpPr/>
          <p:nvPr/>
        </p:nvGrpSpPr>
        <p:grpSpPr>
          <a:xfrm>
            <a:off x="4902072" y="2816098"/>
            <a:ext cx="1127760" cy="295910"/>
            <a:chOff x="4902072" y="2816098"/>
            <a:chExt cx="1127760" cy="295910"/>
          </a:xfrm>
        </p:grpSpPr>
        <p:pic>
          <p:nvPicPr>
            <p:cNvPr id="20" name="object 20"/>
            <p:cNvPicPr/>
            <p:nvPr/>
          </p:nvPicPr>
          <p:blipFill>
            <a:blip r:embed="rId12" cstate="print"/>
            <a:stretch>
              <a:fillRect/>
            </a:stretch>
          </p:blipFill>
          <p:spPr>
            <a:xfrm>
              <a:off x="4902072" y="2816098"/>
              <a:ext cx="316991" cy="295655"/>
            </a:xfrm>
            <a:prstGeom prst="rect">
              <a:avLst/>
            </a:prstGeom>
          </p:spPr>
        </p:pic>
        <p:pic>
          <p:nvPicPr>
            <p:cNvPr id="21" name="object 21"/>
            <p:cNvPicPr/>
            <p:nvPr/>
          </p:nvPicPr>
          <p:blipFill>
            <a:blip r:embed="rId3" cstate="print"/>
            <a:stretch>
              <a:fillRect/>
            </a:stretch>
          </p:blipFill>
          <p:spPr>
            <a:xfrm>
              <a:off x="5060568" y="2816098"/>
              <a:ext cx="295655" cy="295655"/>
            </a:xfrm>
            <a:prstGeom prst="rect">
              <a:avLst/>
            </a:prstGeom>
          </p:spPr>
        </p:pic>
        <p:pic>
          <p:nvPicPr>
            <p:cNvPr id="22" name="object 22"/>
            <p:cNvPicPr/>
            <p:nvPr/>
          </p:nvPicPr>
          <p:blipFill>
            <a:blip r:embed="rId13" cstate="print"/>
            <a:stretch>
              <a:fillRect/>
            </a:stretch>
          </p:blipFill>
          <p:spPr>
            <a:xfrm>
              <a:off x="5208396" y="2816098"/>
              <a:ext cx="821054" cy="295655"/>
            </a:xfrm>
            <a:prstGeom prst="rect">
              <a:avLst/>
            </a:prstGeom>
          </p:spPr>
        </p:pic>
      </p:grpSp>
      <p:sp>
        <p:nvSpPr>
          <p:cNvPr id="23" name="object 23"/>
          <p:cNvSpPr txBox="1"/>
          <p:nvPr/>
        </p:nvSpPr>
        <p:spPr>
          <a:xfrm>
            <a:off x="5930265" y="2257120"/>
            <a:ext cx="1106170" cy="865505"/>
          </a:xfrm>
          <a:prstGeom prst="rect">
            <a:avLst/>
          </a:prstGeom>
        </p:spPr>
        <p:txBody>
          <a:bodyPr vert="horz" wrap="square" lIns="0" tIns="13335" rIns="0" bIns="0" rtlCol="0">
            <a:spAutoFit/>
          </a:bodyPr>
          <a:lstStyle/>
          <a:p>
            <a:pPr marL="177165">
              <a:lnSpc>
                <a:spcPct val="100000"/>
              </a:lnSpc>
              <a:spcBef>
                <a:spcPts val="105"/>
              </a:spcBef>
            </a:pPr>
            <a:r>
              <a:rPr sz="2000" spc="-25" dirty="0">
                <a:solidFill>
                  <a:srgbClr val="252525"/>
                </a:solidFill>
                <a:latin typeface="Cambria"/>
                <a:cs typeface="Cambria"/>
              </a:rPr>
              <a:t>),</a:t>
            </a:r>
            <a:endParaRPr sz="2000">
              <a:latin typeface="Cambria"/>
              <a:cs typeface="Cambria"/>
            </a:endParaRPr>
          </a:p>
          <a:p>
            <a:pPr marL="12700">
              <a:lnSpc>
                <a:spcPct val="100000"/>
              </a:lnSpc>
              <a:spcBef>
                <a:spcPts val="1805"/>
              </a:spcBef>
            </a:pPr>
            <a:r>
              <a:rPr sz="2000" spc="35" dirty="0">
                <a:solidFill>
                  <a:srgbClr val="252525"/>
                </a:solidFill>
                <a:latin typeface="Cambria"/>
                <a:cs typeface="Cambria"/>
              </a:rPr>
              <a:t>(trigram)</a:t>
            </a:r>
            <a:endParaRPr sz="2000">
              <a:latin typeface="Cambria"/>
              <a:cs typeface="Cambria"/>
            </a:endParaRPr>
          </a:p>
        </p:txBody>
      </p:sp>
      <p:sp>
        <p:nvSpPr>
          <p:cNvPr id="24" name="object 24"/>
          <p:cNvSpPr txBox="1"/>
          <p:nvPr/>
        </p:nvSpPr>
        <p:spPr>
          <a:xfrm>
            <a:off x="743508" y="2257120"/>
            <a:ext cx="4397375" cy="1398905"/>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spc="75" dirty="0">
                <a:solidFill>
                  <a:srgbClr val="252525"/>
                </a:solidFill>
                <a:latin typeface="Trebuchet MS"/>
                <a:cs typeface="Trebuchet MS"/>
              </a:rPr>
              <a:t>“</a:t>
            </a:r>
            <a:r>
              <a:rPr sz="2000" spc="75" dirty="0">
                <a:solidFill>
                  <a:srgbClr val="252525"/>
                </a:solidFill>
                <a:latin typeface="Cambria"/>
                <a:cs typeface="Cambria"/>
              </a:rPr>
              <a:t>Machine</a:t>
            </a:r>
            <a:r>
              <a:rPr sz="2000" spc="204" dirty="0">
                <a:solidFill>
                  <a:srgbClr val="252525"/>
                </a:solidFill>
                <a:latin typeface="Cambria"/>
                <a:cs typeface="Cambria"/>
              </a:rPr>
              <a:t> </a:t>
            </a:r>
            <a:r>
              <a:rPr sz="2000" spc="65" dirty="0">
                <a:solidFill>
                  <a:srgbClr val="252525"/>
                </a:solidFill>
                <a:latin typeface="Cambria"/>
                <a:cs typeface="Cambria"/>
              </a:rPr>
              <a:t>Learning</a:t>
            </a:r>
            <a:r>
              <a:rPr sz="2000" spc="65" dirty="0">
                <a:solidFill>
                  <a:srgbClr val="252525"/>
                </a:solidFill>
                <a:latin typeface="Trebuchet MS"/>
                <a:cs typeface="Trebuchet MS"/>
              </a:rPr>
              <a:t>”</a:t>
            </a:r>
            <a:r>
              <a:rPr sz="2000" spc="10" dirty="0">
                <a:solidFill>
                  <a:srgbClr val="252525"/>
                </a:solidFill>
                <a:latin typeface="Trebuchet MS"/>
                <a:cs typeface="Trebuchet MS"/>
              </a:rPr>
              <a:t> </a:t>
            </a:r>
            <a:r>
              <a:rPr sz="2000" spc="100" dirty="0">
                <a:solidFill>
                  <a:srgbClr val="252525"/>
                </a:solidFill>
                <a:latin typeface="Cambria"/>
                <a:cs typeface="Cambria"/>
              </a:rPr>
              <a:t>is</a:t>
            </a:r>
            <a:r>
              <a:rPr sz="2000" spc="190" dirty="0">
                <a:solidFill>
                  <a:srgbClr val="252525"/>
                </a:solidFill>
                <a:latin typeface="Cambria"/>
                <a:cs typeface="Cambria"/>
              </a:rPr>
              <a:t> </a:t>
            </a:r>
            <a:r>
              <a:rPr sz="2000" spc="105" dirty="0">
                <a:solidFill>
                  <a:srgbClr val="252525"/>
                </a:solidFill>
                <a:latin typeface="Cambria"/>
                <a:cs typeface="Cambria"/>
              </a:rPr>
              <a:t>a</a:t>
            </a:r>
            <a:r>
              <a:rPr sz="2000" spc="195" dirty="0">
                <a:solidFill>
                  <a:srgbClr val="252525"/>
                </a:solidFill>
                <a:latin typeface="Cambria"/>
                <a:cs typeface="Cambria"/>
              </a:rPr>
              <a:t> </a:t>
            </a:r>
            <a:r>
              <a:rPr sz="2000" dirty="0">
                <a:solidFill>
                  <a:srgbClr val="252525"/>
                </a:solidFill>
                <a:latin typeface="Cambria"/>
                <a:cs typeface="Cambria"/>
              </a:rPr>
              <a:t>2-</a:t>
            </a:r>
            <a:r>
              <a:rPr sz="2000" spc="130" dirty="0">
                <a:solidFill>
                  <a:srgbClr val="252525"/>
                </a:solidFill>
                <a:latin typeface="Cambria"/>
                <a:cs typeface="Cambria"/>
              </a:rPr>
              <a:t>gram</a:t>
            </a:r>
            <a:r>
              <a:rPr sz="2000" spc="195" dirty="0">
                <a:solidFill>
                  <a:srgbClr val="252525"/>
                </a:solidFill>
                <a:latin typeface="Cambria"/>
                <a:cs typeface="Cambria"/>
              </a:rPr>
              <a:t> </a:t>
            </a:r>
            <a:r>
              <a:rPr sz="2000" spc="-25" dirty="0">
                <a:solidFill>
                  <a:srgbClr val="252525"/>
                </a:solidFill>
                <a:latin typeface="Cambria"/>
                <a:cs typeface="Cambria"/>
              </a:rPr>
              <a:t>(a</a:t>
            </a:r>
            <a:endParaRPr sz="2000">
              <a:latin typeface="Cambria"/>
              <a:cs typeface="Cambria"/>
            </a:endParaRPr>
          </a:p>
          <a:p>
            <a:pPr marL="240665" indent="-227965">
              <a:lnSpc>
                <a:spcPct val="100000"/>
              </a:lnSpc>
              <a:spcBef>
                <a:spcPts val="1805"/>
              </a:spcBef>
              <a:buClr>
                <a:srgbClr val="006F57"/>
              </a:buClr>
              <a:buSzPct val="75000"/>
              <a:buFont typeface="Wingdings"/>
              <a:buChar char=""/>
              <a:tabLst>
                <a:tab pos="240665" algn="l"/>
              </a:tabLst>
            </a:pPr>
            <a:r>
              <a:rPr sz="2000" spc="70" dirty="0">
                <a:solidFill>
                  <a:srgbClr val="252525"/>
                </a:solidFill>
                <a:latin typeface="Trebuchet MS"/>
                <a:cs typeface="Trebuchet MS"/>
              </a:rPr>
              <a:t>“</a:t>
            </a:r>
            <a:r>
              <a:rPr sz="2000" spc="70" dirty="0">
                <a:solidFill>
                  <a:srgbClr val="252525"/>
                </a:solidFill>
                <a:latin typeface="Cambria"/>
                <a:cs typeface="Cambria"/>
              </a:rPr>
              <a:t>Machine</a:t>
            </a:r>
            <a:r>
              <a:rPr sz="2000" spc="200" dirty="0">
                <a:solidFill>
                  <a:srgbClr val="252525"/>
                </a:solidFill>
                <a:latin typeface="Cambria"/>
                <a:cs typeface="Cambria"/>
              </a:rPr>
              <a:t> </a:t>
            </a:r>
            <a:r>
              <a:rPr sz="2000" spc="90" dirty="0">
                <a:solidFill>
                  <a:srgbClr val="252525"/>
                </a:solidFill>
                <a:latin typeface="Cambria"/>
                <a:cs typeface="Cambria"/>
              </a:rPr>
              <a:t>Learning</a:t>
            </a:r>
            <a:r>
              <a:rPr sz="2000" spc="175" dirty="0">
                <a:solidFill>
                  <a:srgbClr val="252525"/>
                </a:solidFill>
                <a:latin typeface="Cambria"/>
                <a:cs typeface="Cambria"/>
              </a:rPr>
              <a:t> </a:t>
            </a:r>
            <a:r>
              <a:rPr sz="2000" spc="90" dirty="0">
                <a:solidFill>
                  <a:srgbClr val="252525"/>
                </a:solidFill>
                <a:latin typeface="Cambria"/>
                <a:cs typeface="Cambria"/>
              </a:rPr>
              <a:t>Course</a:t>
            </a:r>
            <a:r>
              <a:rPr sz="2000" spc="90" dirty="0">
                <a:solidFill>
                  <a:srgbClr val="252525"/>
                </a:solidFill>
                <a:latin typeface="Trebuchet MS"/>
                <a:cs typeface="Trebuchet MS"/>
              </a:rPr>
              <a:t>”</a:t>
            </a:r>
            <a:r>
              <a:rPr sz="2000" spc="35" dirty="0">
                <a:solidFill>
                  <a:srgbClr val="252525"/>
                </a:solidFill>
                <a:latin typeface="Trebuchet MS"/>
                <a:cs typeface="Trebuchet MS"/>
              </a:rPr>
              <a:t> </a:t>
            </a:r>
            <a:r>
              <a:rPr sz="2000" spc="100" dirty="0">
                <a:solidFill>
                  <a:srgbClr val="252525"/>
                </a:solidFill>
                <a:latin typeface="Cambria"/>
                <a:cs typeface="Cambria"/>
              </a:rPr>
              <a:t>is</a:t>
            </a:r>
            <a:r>
              <a:rPr sz="2000" spc="185"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a:p>
            <a:pPr marL="240665" indent="-227965">
              <a:lnSpc>
                <a:spcPct val="100000"/>
              </a:lnSpc>
              <a:spcBef>
                <a:spcPts val="1800"/>
              </a:spcBef>
              <a:buClr>
                <a:srgbClr val="006F57"/>
              </a:buClr>
              <a:buSzPct val="75000"/>
              <a:buFont typeface="Wingdings"/>
              <a:buChar char=""/>
              <a:tabLst>
                <a:tab pos="240665" algn="l"/>
              </a:tabLst>
            </a:pPr>
            <a:r>
              <a:rPr sz="2000" dirty="0">
                <a:solidFill>
                  <a:srgbClr val="252525"/>
                </a:solidFill>
                <a:latin typeface="Trebuchet MS"/>
                <a:cs typeface="Trebuchet MS"/>
              </a:rPr>
              <a:t>“</a:t>
            </a:r>
            <a:r>
              <a:rPr sz="2000" dirty="0">
                <a:solidFill>
                  <a:srgbClr val="252525"/>
                </a:solidFill>
                <a:latin typeface="Cambria"/>
                <a:cs typeface="Cambria"/>
              </a:rPr>
              <a:t>A</a:t>
            </a:r>
            <a:r>
              <a:rPr sz="2000" spc="200" dirty="0">
                <a:solidFill>
                  <a:srgbClr val="252525"/>
                </a:solidFill>
                <a:latin typeface="Cambria"/>
                <a:cs typeface="Cambria"/>
              </a:rPr>
              <a:t> </a:t>
            </a:r>
            <a:r>
              <a:rPr sz="2000" spc="100" dirty="0">
                <a:solidFill>
                  <a:srgbClr val="252525"/>
                </a:solidFill>
                <a:latin typeface="Cambria"/>
                <a:cs typeface="Cambria"/>
              </a:rPr>
              <a:t>Machine</a:t>
            </a:r>
            <a:r>
              <a:rPr sz="2000" spc="215" dirty="0">
                <a:solidFill>
                  <a:srgbClr val="252525"/>
                </a:solidFill>
                <a:latin typeface="Cambria"/>
                <a:cs typeface="Cambria"/>
              </a:rPr>
              <a:t> </a:t>
            </a:r>
            <a:r>
              <a:rPr sz="2000" spc="90" dirty="0">
                <a:solidFill>
                  <a:srgbClr val="252525"/>
                </a:solidFill>
                <a:latin typeface="Cambria"/>
                <a:cs typeface="Cambria"/>
              </a:rPr>
              <a:t>Learning</a:t>
            </a:r>
            <a:r>
              <a:rPr sz="2000" spc="195" dirty="0">
                <a:solidFill>
                  <a:srgbClr val="252525"/>
                </a:solidFill>
                <a:latin typeface="Cambria"/>
                <a:cs typeface="Cambria"/>
              </a:rPr>
              <a:t> </a:t>
            </a:r>
            <a:r>
              <a:rPr sz="2000" spc="90" dirty="0">
                <a:solidFill>
                  <a:srgbClr val="252525"/>
                </a:solidFill>
                <a:latin typeface="Cambria"/>
                <a:cs typeface="Cambria"/>
              </a:rPr>
              <a:t>Course</a:t>
            </a:r>
            <a:r>
              <a:rPr sz="2000" spc="90" dirty="0">
                <a:solidFill>
                  <a:srgbClr val="252525"/>
                </a:solidFill>
                <a:latin typeface="Trebuchet MS"/>
                <a:cs typeface="Trebuchet MS"/>
              </a:rPr>
              <a:t>”</a:t>
            </a:r>
            <a:r>
              <a:rPr sz="2000" spc="50" dirty="0">
                <a:solidFill>
                  <a:srgbClr val="252525"/>
                </a:solidFill>
                <a:latin typeface="Trebuchet MS"/>
                <a:cs typeface="Trebuchet MS"/>
              </a:rPr>
              <a:t> </a:t>
            </a:r>
            <a:r>
              <a:rPr sz="2000" spc="100" dirty="0">
                <a:solidFill>
                  <a:srgbClr val="252525"/>
                </a:solidFill>
                <a:latin typeface="Cambria"/>
                <a:cs typeface="Cambria"/>
              </a:rPr>
              <a:t>is</a:t>
            </a:r>
            <a:r>
              <a:rPr sz="2000" spc="200"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p:txBody>
      </p:sp>
      <p:grpSp>
        <p:nvGrpSpPr>
          <p:cNvPr id="25" name="object 25"/>
          <p:cNvGrpSpPr/>
          <p:nvPr/>
        </p:nvGrpSpPr>
        <p:grpSpPr>
          <a:xfrm>
            <a:off x="5168772" y="3349497"/>
            <a:ext cx="1127760" cy="295910"/>
            <a:chOff x="5168772" y="3349497"/>
            <a:chExt cx="1127760" cy="295910"/>
          </a:xfrm>
        </p:grpSpPr>
        <p:pic>
          <p:nvPicPr>
            <p:cNvPr id="26" name="object 26"/>
            <p:cNvPicPr/>
            <p:nvPr/>
          </p:nvPicPr>
          <p:blipFill>
            <a:blip r:embed="rId14" cstate="print"/>
            <a:stretch>
              <a:fillRect/>
            </a:stretch>
          </p:blipFill>
          <p:spPr>
            <a:xfrm>
              <a:off x="5168772" y="3349497"/>
              <a:ext cx="316991" cy="295656"/>
            </a:xfrm>
            <a:prstGeom prst="rect">
              <a:avLst/>
            </a:prstGeom>
          </p:spPr>
        </p:pic>
        <p:pic>
          <p:nvPicPr>
            <p:cNvPr id="27" name="object 27"/>
            <p:cNvPicPr/>
            <p:nvPr/>
          </p:nvPicPr>
          <p:blipFill>
            <a:blip r:embed="rId3" cstate="print"/>
            <a:stretch>
              <a:fillRect/>
            </a:stretch>
          </p:blipFill>
          <p:spPr>
            <a:xfrm>
              <a:off x="5327268" y="3349497"/>
              <a:ext cx="295655" cy="295656"/>
            </a:xfrm>
            <a:prstGeom prst="rect">
              <a:avLst/>
            </a:prstGeom>
          </p:spPr>
        </p:pic>
        <p:pic>
          <p:nvPicPr>
            <p:cNvPr id="28" name="object 28"/>
            <p:cNvPicPr/>
            <p:nvPr/>
          </p:nvPicPr>
          <p:blipFill>
            <a:blip r:embed="rId13" cstate="print"/>
            <a:stretch>
              <a:fillRect/>
            </a:stretch>
          </p:blipFill>
          <p:spPr>
            <a:xfrm>
              <a:off x="5475096" y="3349497"/>
              <a:ext cx="821054" cy="295656"/>
            </a:xfrm>
            <a:prstGeom prst="rect">
              <a:avLst/>
            </a:prstGeom>
          </p:spPr>
        </p:pic>
        <p:pic>
          <p:nvPicPr>
            <p:cNvPr id="29" name="object 29"/>
            <p:cNvPicPr/>
            <p:nvPr/>
          </p:nvPicPr>
          <p:blipFill>
            <a:blip r:embed="rId8" cstate="print"/>
            <a:stretch>
              <a:fillRect/>
            </a:stretch>
          </p:blipFill>
          <p:spPr>
            <a:xfrm>
              <a:off x="6131940" y="3349497"/>
              <a:ext cx="134112" cy="295656"/>
            </a:xfrm>
            <a:prstGeom prst="rect">
              <a:avLst/>
            </a:prstGeom>
          </p:spPr>
        </p:pic>
      </p:grpSp>
      <p:sp>
        <p:nvSpPr>
          <p:cNvPr id="30" name="object 30"/>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27</a:t>
            </a:r>
            <a:endParaRPr sz="1400">
              <a:latin typeface="Cambria"/>
              <a:cs typeface="Cambria"/>
            </a:endParaRPr>
          </a:p>
        </p:txBody>
      </p:sp>
      <p:sp>
        <p:nvSpPr>
          <p:cNvPr id="31" name="object 31"/>
          <p:cNvSpPr/>
          <p:nvPr/>
        </p:nvSpPr>
        <p:spPr>
          <a:xfrm>
            <a:off x="664463" y="4507991"/>
            <a:ext cx="11146790" cy="2108200"/>
          </a:xfrm>
          <a:custGeom>
            <a:avLst/>
            <a:gdLst/>
            <a:ahLst/>
            <a:cxnLst/>
            <a:rect l="l" t="t" r="r" b="b"/>
            <a:pathLst>
              <a:path w="11146790" h="2108200">
                <a:moveTo>
                  <a:pt x="0" y="2107692"/>
                </a:moveTo>
                <a:lnTo>
                  <a:pt x="11146536" y="2107692"/>
                </a:lnTo>
                <a:lnTo>
                  <a:pt x="11146536" y="0"/>
                </a:lnTo>
                <a:lnTo>
                  <a:pt x="0" y="0"/>
                </a:lnTo>
                <a:lnTo>
                  <a:pt x="0" y="2107692"/>
                </a:lnTo>
                <a:close/>
              </a:path>
            </a:pathLst>
          </a:custGeom>
          <a:ln w="9525">
            <a:solidFill>
              <a:srgbClr val="86A895"/>
            </a:solidFill>
          </a:ln>
        </p:spPr>
        <p:txBody>
          <a:bodyPr wrap="square" lIns="0" tIns="0" rIns="0" bIns="0" rtlCol="0"/>
          <a:lstStyle/>
          <a:p>
            <a:endParaRPr/>
          </a:p>
        </p:txBody>
      </p:sp>
      <p:sp>
        <p:nvSpPr>
          <p:cNvPr id="32" name="object 32"/>
          <p:cNvSpPr txBox="1"/>
          <p:nvPr/>
        </p:nvSpPr>
        <p:spPr>
          <a:xfrm>
            <a:off x="756208" y="4630927"/>
            <a:ext cx="10983595" cy="1901189"/>
          </a:xfrm>
          <a:prstGeom prst="rect">
            <a:avLst/>
          </a:prstGeom>
        </p:spPr>
        <p:txBody>
          <a:bodyPr vert="horz" wrap="square" lIns="0" tIns="12700" rIns="0" bIns="0" rtlCol="0">
            <a:spAutoFit/>
          </a:bodyPr>
          <a:lstStyle/>
          <a:p>
            <a:pPr marL="227965" indent="-227965" algn="just">
              <a:lnSpc>
                <a:spcPct val="100000"/>
              </a:lnSpc>
              <a:spcBef>
                <a:spcPts val="100"/>
              </a:spcBef>
              <a:buClr>
                <a:srgbClr val="006F57"/>
              </a:buClr>
              <a:buSzPct val="75000"/>
              <a:buFont typeface="Wingdings"/>
              <a:buChar char=""/>
              <a:tabLst>
                <a:tab pos="227965" algn="l"/>
              </a:tabLst>
            </a:pPr>
            <a:r>
              <a:rPr sz="2000" spc="-10" dirty="0">
                <a:solidFill>
                  <a:srgbClr val="252525"/>
                </a:solidFill>
                <a:latin typeface="Constantia"/>
                <a:cs typeface="Constantia"/>
              </a:rPr>
              <a:t>N-</a:t>
            </a:r>
            <a:r>
              <a:rPr sz="2000" spc="-20" dirty="0">
                <a:solidFill>
                  <a:srgbClr val="252525"/>
                </a:solidFill>
                <a:latin typeface="Constantia"/>
                <a:cs typeface="Constantia"/>
              </a:rPr>
              <a:t>grams</a:t>
            </a:r>
            <a:r>
              <a:rPr sz="2000" spc="-105" dirty="0">
                <a:solidFill>
                  <a:srgbClr val="252525"/>
                </a:solidFill>
                <a:latin typeface="Constantia"/>
                <a:cs typeface="Constantia"/>
              </a:rPr>
              <a:t> </a:t>
            </a:r>
            <a:r>
              <a:rPr sz="2000" spc="-10" dirty="0">
                <a:solidFill>
                  <a:srgbClr val="252525"/>
                </a:solidFill>
                <a:latin typeface="Constantia"/>
                <a:cs typeface="Constantia"/>
              </a:rPr>
              <a:t>are</a:t>
            </a:r>
            <a:r>
              <a:rPr sz="2000" spc="-110" dirty="0">
                <a:solidFill>
                  <a:srgbClr val="252525"/>
                </a:solidFill>
                <a:latin typeface="Constantia"/>
                <a:cs typeface="Constantia"/>
              </a:rPr>
              <a:t> </a:t>
            </a:r>
            <a:r>
              <a:rPr sz="2000" dirty="0">
                <a:solidFill>
                  <a:srgbClr val="252525"/>
                </a:solidFill>
                <a:latin typeface="Constantia"/>
                <a:cs typeface="Constantia"/>
              </a:rPr>
              <a:t>used</a:t>
            </a:r>
            <a:r>
              <a:rPr sz="2000" spc="-15" dirty="0">
                <a:solidFill>
                  <a:srgbClr val="252525"/>
                </a:solidFill>
                <a:latin typeface="Constantia"/>
                <a:cs typeface="Constantia"/>
              </a:rPr>
              <a:t> </a:t>
            </a:r>
            <a:r>
              <a:rPr sz="2000" spc="-10" dirty="0">
                <a:solidFill>
                  <a:srgbClr val="252525"/>
                </a:solidFill>
                <a:latin typeface="Constantia"/>
                <a:cs typeface="Constantia"/>
              </a:rPr>
              <a:t>for</a:t>
            </a:r>
            <a:r>
              <a:rPr sz="2000" spc="-145" dirty="0">
                <a:solidFill>
                  <a:srgbClr val="252525"/>
                </a:solidFill>
                <a:latin typeface="Constantia"/>
                <a:cs typeface="Constantia"/>
              </a:rPr>
              <a:t> </a:t>
            </a:r>
            <a:r>
              <a:rPr sz="2000" dirty="0">
                <a:solidFill>
                  <a:srgbClr val="252525"/>
                </a:solidFill>
                <a:latin typeface="Constantia"/>
                <a:cs typeface="Constantia"/>
              </a:rPr>
              <a:t>a</a:t>
            </a:r>
            <a:r>
              <a:rPr sz="2000" spc="-60" dirty="0">
                <a:solidFill>
                  <a:srgbClr val="252525"/>
                </a:solidFill>
                <a:latin typeface="Constantia"/>
                <a:cs typeface="Constantia"/>
              </a:rPr>
              <a:t> </a:t>
            </a:r>
            <a:r>
              <a:rPr sz="2000" b="1" spc="-10" dirty="0">
                <a:solidFill>
                  <a:srgbClr val="C00000"/>
                </a:solidFill>
                <a:latin typeface="Constantia"/>
                <a:cs typeface="Constantia"/>
              </a:rPr>
              <a:t>variety</a:t>
            </a:r>
            <a:r>
              <a:rPr sz="2000" b="1" spc="-105" dirty="0">
                <a:solidFill>
                  <a:srgbClr val="C00000"/>
                </a:solidFill>
                <a:latin typeface="Constantia"/>
                <a:cs typeface="Constantia"/>
              </a:rPr>
              <a:t> </a:t>
            </a:r>
            <a:r>
              <a:rPr sz="2000" b="1" dirty="0">
                <a:solidFill>
                  <a:srgbClr val="C00000"/>
                </a:solidFill>
                <a:latin typeface="Constantia"/>
                <a:cs typeface="Constantia"/>
              </a:rPr>
              <a:t>of</a:t>
            </a:r>
            <a:r>
              <a:rPr sz="2000" b="1" spc="10" dirty="0">
                <a:solidFill>
                  <a:srgbClr val="C00000"/>
                </a:solidFill>
                <a:latin typeface="Constantia"/>
                <a:cs typeface="Constantia"/>
              </a:rPr>
              <a:t> </a:t>
            </a:r>
            <a:r>
              <a:rPr sz="2000" b="1" spc="-10" dirty="0">
                <a:solidFill>
                  <a:srgbClr val="C00000"/>
                </a:solidFill>
                <a:latin typeface="Constantia"/>
                <a:cs typeface="Constantia"/>
              </a:rPr>
              <a:t>things</a:t>
            </a:r>
            <a:r>
              <a:rPr sz="2000" spc="-10" dirty="0">
                <a:solidFill>
                  <a:srgbClr val="252525"/>
                </a:solidFill>
                <a:latin typeface="Constantia"/>
                <a:cs typeface="Constantia"/>
              </a:rPr>
              <a:t>.</a:t>
            </a:r>
            <a:endParaRPr sz="2000">
              <a:latin typeface="Constantia"/>
              <a:cs typeface="Constantia"/>
            </a:endParaRPr>
          </a:p>
          <a:p>
            <a:pPr marL="228600" marR="5080" indent="-228600" algn="just">
              <a:lnSpc>
                <a:spcPct val="150200"/>
              </a:lnSpc>
              <a:spcBef>
                <a:spcPts val="1200"/>
              </a:spcBef>
              <a:buClr>
                <a:srgbClr val="006F57"/>
              </a:buClr>
              <a:buSzPct val="75000"/>
              <a:buFont typeface="Wingdings"/>
              <a:buChar char=""/>
              <a:tabLst>
                <a:tab pos="228600" algn="l"/>
              </a:tabLst>
            </a:pPr>
            <a:r>
              <a:rPr sz="2000" dirty="0">
                <a:solidFill>
                  <a:srgbClr val="252525"/>
                </a:solidFill>
                <a:latin typeface="Constantia"/>
                <a:cs typeface="Constantia"/>
              </a:rPr>
              <a:t>Some</a:t>
            </a:r>
            <a:r>
              <a:rPr sz="2000" spc="90" dirty="0">
                <a:solidFill>
                  <a:srgbClr val="252525"/>
                </a:solidFill>
                <a:latin typeface="Constantia"/>
                <a:cs typeface="Constantia"/>
              </a:rPr>
              <a:t> </a:t>
            </a:r>
            <a:r>
              <a:rPr sz="2000" dirty="0">
                <a:solidFill>
                  <a:srgbClr val="252525"/>
                </a:solidFill>
                <a:latin typeface="Constantia"/>
                <a:cs typeface="Constantia"/>
              </a:rPr>
              <a:t>examples</a:t>
            </a:r>
            <a:r>
              <a:rPr sz="2000" spc="100" dirty="0">
                <a:solidFill>
                  <a:srgbClr val="252525"/>
                </a:solidFill>
                <a:latin typeface="Constantia"/>
                <a:cs typeface="Constantia"/>
              </a:rPr>
              <a:t> </a:t>
            </a:r>
            <a:r>
              <a:rPr sz="2000" dirty="0">
                <a:solidFill>
                  <a:srgbClr val="252525"/>
                </a:solidFill>
                <a:latin typeface="Constantia"/>
                <a:cs typeface="Constantia"/>
              </a:rPr>
              <a:t>include</a:t>
            </a:r>
            <a:r>
              <a:rPr sz="2000" spc="95" dirty="0">
                <a:solidFill>
                  <a:srgbClr val="252525"/>
                </a:solidFill>
                <a:latin typeface="Constantia"/>
                <a:cs typeface="Constantia"/>
              </a:rPr>
              <a:t> </a:t>
            </a:r>
            <a:r>
              <a:rPr sz="2000" b="1" dirty="0">
                <a:solidFill>
                  <a:srgbClr val="C00000"/>
                </a:solidFill>
                <a:latin typeface="Constantia"/>
                <a:cs typeface="Constantia"/>
              </a:rPr>
              <a:t>auto</a:t>
            </a:r>
            <a:r>
              <a:rPr sz="2000" b="1" spc="110" dirty="0">
                <a:solidFill>
                  <a:srgbClr val="C00000"/>
                </a:solidFill>
                <a:latin typeface="Constantia"/>
                <a:cs typeface="Constantia"/>
              </a:rPr>
              <a:t> </a:t>
            </a:r>
            <a:r>
              <a:rPr sz="2000" b="1" dirty="0">
                <a:solidFill>
                  <a:srgbClr val="C00000"/>
                </a:solidFill>
                <a:latin typeface="Constantia"/>
                <a:cs typeface="Constantia"/>
              </a:rPr>
              <a:t>completion</a:t>
            </a:r>
            <a:r>
              <a:rPr sz="2000" b="1" spc="120" dirty="0">
                <a:solidFill>
                  <a:srgbClr val="C00000"/>
                </a:solidFill>
                <a:latin typeface="Constantia"/>
                <a:cs typeface="Constantia"/>
              </a:rPr>
              <a:t> </a:t>
            </a:r>
            <a:r>
              <a:rPr sz="2000" b="1" dirty="0">
                <a:solidFill>
                  <a:srgbClr val="C00000"/>
                </a:solidFill>
                <a:latin typeface="Constantia"/>
                <a:cs typeface="Constantia"/>
              </a:rPr>
              <a:t>of</a:t>
            </a:r>
            <a:r>
              <a:rPr sz="2000" b="1" spc="195" dirty="0">
                <a:solidFill>
                  <a:srgbClr val="C00000"/>
                </a:solidFill>
                <a:latin typeface="Constantia"/>
                <a:cs typeface="Constantia"/>
              </a:rPr>
              <a:t> </a:t>
            </a:r>
            <a:r>
              <a:rPr sz="2000" b="1" dirty="0">
                <a:solidFill>
                  <a:srgbClr val="C00000"/>
                </a:solidFill>
                <a:latin typeface="Constantia"/>
                <a:cs typeface="Constantia"/>
              </a:rPr>
              <a:t>sentences</a:t>
            </a:r>
            <a:r>
              <a:rPr sz="2000" b="1" spc="114" dirty="0">
                <a:solidFill>
                  <a:srgbClr val="C00000"/>
                </a:solidFill>
                <a:latin typeface="Constantia"/>
                <a:cs typeface="Constantia"/>
              </a:rPr>
              <a:t> </a:t>
            </a:r>
            <a:r>
              <a:rPr sz="2000" dirty="0">
                <a:solidFill>
                  <a:srgbClr val="252525"/>
                </a:solidFill>
                <a:latin typeface="Constantia"/>
                <a:cs typeface="Constantia"/>
              </a:rPr>
              <a:t>(such</a:t>
            </a:r>
            <a:r>
              <a:rPr sz="2000" spc="110" dirty="0">
                <a:solidFill>
                  <a:srgbClr val="252525"/>
                </a:solidFill>
                <a:latin typeface="Constantia"/>
                <a:cs typeface="Constantia"/>
              </a:rPr>
              <a:t> </a:t>
            </a:r>
            <a:r>
              <a:rPr sz="2000" dirty="0">
                <a:solidFill>
                  <a:srgbClr val="252525"/>
                </a:solidFill>
                <a:latin typeface="Constantia"/>
                <a:cs typeface="Constantia"/>
              </a:rPr>
              <a:t>as</a:t>
            </a:r>
            <a:r>
              <a:rPr sz="2000" spc="90" dirty="0">
                <a:solidFill>
                  <a:srgbClr val="252525"/>
                </a:solidFill>
                <a:latin typeface="Constantia"/>
                <a:cs typeface="Constantia"/>
              </a:rPr>
              <a:t> </a:t>
            </a:r>
            <a:r>
              <a:rPr sz="2000" dirty="0">
                <a:solidFill>
                  <a:srgbClr val="252525"/>
                </a:solidFill>
                <a:latin typeface="Constantia"/>
                <a:cs typeface="Constantia"/>
              </a:rPr>
              <a:t>the</a:t>
            </a:r>
            <a:r>
              <a:rPr sz="2000" spc="95" dirty="0">
                <a:solidFill>
                  <a:srgbClr val="252525"/>
                </a:solidFill>
                <a:latin typeface="Constantia"/>
                <a:cs typeface="Constantia"/>
              </a:rPr>
              <a:t> </a:t>
            </a:r>
            <a:r>
              <a:rPr sz="2000" dirty="0">
                <a:solidFill>
                  <a:srgbClr val="252525"/>
                </a:solidFill>
                <a:latin typeface="Constantia"/>
                <a:cs typeface="Constantia"/>
              </a:rPr>
              <a:t>one</a:t>
            </a:r>
            <a:r>
              <a:rPr sz="2000" spc="70" dirty="0">
                <a:solidFill>
                  <a:srgbClr val="252525"/>
                </a:solidFill>
                <a:latin typeface="Constantia"/>
                <a:cs typeface="Constantia"/>
              </a:rPr>
              <a:t> </a:t>
            </a:r>
            <a:r>
              <a:rPr sz="2000" dirty="0">
                <a:solidFill>
                  <a:srgbClr val="252525"/>
                </a:solidFill>
                <a:latin typeface="Constantia"/>
                <a:cs typeface="Constantia"/>
              </a:rPr>
              <a:t>we</a:t>
            </a:r>
            <a:r>
              <a:rPr sz="2000" spc="85" dirty="0">
                <a:solidFill>
                  <a:srgbClr val="252525"/>
                </a:solidFill>
                <a:latin typeface="Constantia"/>
                <a:cs typeface="Constantia"/>
              </a:rPr>
              <a:t> </a:t>
            </a:r>
            <a:r>
              <a:rPr sz="2000" dirty="0">
                <a:solidFill>
                  <a:srgbClr val="252525"/>
                </a:solidFill>
                <a:latin typeface="Constantia"/>
                <a:cs typeface="Constantia"/>
              </a:rPr>
              <a:t>see</a:t>
            </a:r>
            <a:r>
              <a:rPr sz="2000" spc="80" dirty="0">
                <a:solidFill>
                  <a:srgbClr val="252525"/>
                </a:solidFill>
                <a:latin typeface="Constantia"/>
                <a:cs typeface="Constantia"/>
              </a:rPr>
              <a:t> </a:t>
            </a:r>
            <a:r>
              <a:rPr sz="2000" dirty="0">
                <a:solidFill>
                  <a:srgbClr val="252525"/>
                </a:solidFill>
                <a:latin typeface="Constantia"/>
                <a:cs typeface="Constantia"/>
              </a:rPr>
              <a:t>in</a:t>
            </a:r>
            <a:r>
              <a:rPr sz="2000" spc="95" dirty="0">
                <a:solidFill>
                  <a:srgbClr val="252525"/>
                </a:solidFill>
                <a:latin typeface="Constantia"/>
                <a:cs typeface="Constantia"/>
              </a:rPr>
              <a:t> </a:t>
            </a:r>
            <a:r>
              <a:rPr sz="2000" dirty="0">
                <a:solidFill>
                  <a:srgbClr val="252525"/>
                </a:solidFill>
                <a:latin typeface="Constantia"/>
                <a:cs typeface="Constantia"/>
              </a:rPr>
              <a:t>Gmail</a:t>
            </a:r>
            <a:r>
              <a:rPr sz="2000" spc="125" dirty="0">
                <a:solidFill>
                  <a:srgbClr val="252525"/>
                </a:solidFill>
                <a:latin typeface="Constantia"/>
                <a:cs typeface="Constantia"/>
              </a:rPr>
              <a:t> </a:t>
            </a:r>
            <a:r>
              <a:rPr sz="2000" spc="-10" dirty="0">
                <a:solidFill>
                  <a:srgbClr val="252525"/>
                </a:solidFill>
                <a:latin typeface="Constantia"/>
                <a:cs typeface="Constantia"/>
              </a:rPr>
              <a:t>these </a:t>
            </a:r>
            <a:r>
              <a:rPr sz="2000" dirty="0">
                <a:solidFill>
                  <a:srgbClr val="252525"/>
                </a:solidFill>
                <a:latin typeface="Constantia"/>
                <a:cs typeface="Constantia"/>
              </a:rPr>
              <a:t>days),</a:t>
            </a:r>
            <a:r>
              <a:rPr sz="2000" spc="270" dirty="0">
                <a:solidFill>
                  <a:srgbClr val="252525"/>
                </a:solidFill>
                <a:latin typeface="Constantia"/>
                <a:cs typeface="Constantia"/>
              </a:rPr>
              <a:t> </a:t>
            </a:r>
            <a:r>
              <a:rPr sz="2200" b="1" dirty="0">
                <a:solidFill>
                  <a:srgbClr val="C00000"/>
                </a:solidFill>
                <a:latin typeface="Constantia"/>
                <a:cs typeface="Constantia"/>
              </a:rPr>
              <a:t>auto</a:t>
            </a:r>
            <a:r>
              <a:rPr sz="2200" b="1" spc="285" dirty="0">
                <a:solidFill>
                  <a:srgbClr val="C00000"/>
                </a:solidFill>
                <a:latin typeface="Constantia"/>
                <a:cs typeface="Constantia"/>
              </a:rPr>
              <a:t> </a:t>
            </a:r>
            <a:r>
              <a:rPr sz="2200" b="1" dirty="0">
                <a:solidFill>
                  <a:srgbClr val="C00000"/>
                </a:solidFill>
                <a:latin typeface="Constantia"/>
                <a:cs typeface="Constantia"/>
              </a:rPr>
              <a:t>spell</a:t>
            </a:r>
            <a:r>
              <a:rPr sz="2200" b="1" spc="340" dirty="0">
                <a:solidFill>
                  <a:srgbClr val="C00000"/>
                </a:solidFill>
                <a:latin typeface="Constantia"/>
                <a:cs typeface="Constantia"/>
              </a:rPr>
              <a:t> </a:t>
            </a:r>
            <a:r>
              <a:rPr sz="2200" b="1" dirty="0">
                <a:solidFill>
                  <a:srgbClr val="C00000"/>
                </a:solidFill>
                <a:latin typeface="Constantia"/>
                <a:cs typeface="Constantia"/>
              </a:rPr>
              <a:t>check</a:t>
            </a:r>
            <a:r>
              <a:rPr sz="2000" dirty="0">
                <a:solidFill>
                  <a:srgbClr val="252525"/>
                </a:solidFill>
                <a:latin typeface="Constantia"/>
                <a:cs typeface="Constantia"/>
              </a:rPr>
              <a:t>,</a:t>
            </a:r>
            <a:r>
              <a:rPr sz="2000" spc="275" dirty="0">
                <a:solidFill>
                  <a:srgbClr val="252525"/>
                </a:solidFill>
                <a:latin typeface="Constantia"/>
                <a:cs typeface="Constantia"/>
              </a:rPr>
              <a:t> </a:t>
            </a:r>
            <a:r>
              <a:rPr sz="2000" dirty="0">
                <a:solidFill>
                  <a:srgbClr val="252525"/>
                </a:solidFill>
                <a:latin typeface="Constantia"/>
                <a:cs typeface="Constantia"/>
              </a:rPr>
              <a:t>and</a:t>
            </a:r>
            <a:r>
              <a:rPr sz="2000" spc="265" dirty="0">
                <a:solidFill>
                  <a:srgbClr val="252525"/>
                </a:solidFill>
                <a:latin typeface="Constantia"/>
                <a:cs typeface="Constantia"/>
              </a:rPr>
              <a:t> </a:t>
            </a:r>
            <a:r>
              <a:rPr sz="2000" dirty="0">
                <a:solidFill>
                  <a:srgbClr val="252525"/>
                </a:solidFill>
                <a:latin typeface="Constantia"/>
                <a:cs typeface="Constantia"/>
              </a:rPr>
              <a:t>to</a:t>
            </a:r>
            <a:r>
              <a:rPr sz="2000" spc="220" dirty="0">
                <a:solidFill>
                  <a:srgbClr val="252525"/>
                </a:solidFill>
                <a:latin typeface="Constantia"/>
                <a:cs typeface="Constantia"/>
              </a:rPr>
              <a:t> </a:t>
            </a:r>
            <a:r>
              <a:rPr sz="2000" dirty="0">
                <a:solidFill>
                  <a:srgbClr val="252525"/>
                </a:solidFill>
                <a:latin typeface="Constantia"/>
                <a:cs typeface="Constantia"/>
              </a:rPr>
              <a:t>a</a:t>
            </a:r>
            <a:r>
              <a:rPr sz="2000" spc="210" dirty="0">
                <a:solidFill>
                  <a:srgbClr val="252525"/>
                </a:solidFill>
                <a:latin typeface="Constantia"/>
                <a:cs typeface="Constantia"/>
              </a:rPr>
              <a:t> </a:t>
            </a:r>
            <a:r>
              <a:rPr sz="2200" b="1" dirty="0">
                <a:solidFill>
                  <a:srgbClr val="C00000"/>
                </a:solidFill>
                <a:latin typeface="Constantia"/>
                <a:cs typeface="Constantia"/>
              </a:rPr>
              <a:t>certain</a:t>
            </a:r>
            <a:r>
              <a:rPr sz="2200" b="1" spc="315" dirty="0">
                <a:solidFill>
                  <a:srgbClr val="C00000"/>
                </a:solidFill>
                <a:latin typeface="Constantia"/>
                <a:cs typeface="Constantia"/>
              </a:rPr>
              <a:t> </a:t>
            </a:r>
            <a:r>
              <a:rPr sz="2200" b="1" dirty="0">
                <a:solidFill>
                  <a:srgbClr val="C00000"/>
                </a:solidFill>
                <a:latin typeface="Constantia"/>
                <a:cs typeface="Constantia"/>
              </a:rPr>
              <a:t>extent</a:t>
            </a:r>
            <a:r>
              <a:rPr sz="2000" dirty="0">
                <a:solidFill>
                  <a:srgbClr val="252525"/>
                </a:solidFill>
                <a:latin typeface="Constantia"/>
                <a:cs typeface="Constantia"/>
              </a:rPr>
              <a:t>,</a:t>
            </a:r>
            <a:r>
              <a:rPr sz="2000" spc="270" dirty="0">
                <a:solidFill>
                  <a:srgbClr val="252525"/>
                </a:solidFill>
                <a:latin typeface="Constantia"/>
                <a:cs typeface="Constantia"/>
              </a:rPr>
              <a:t> </a:t>
            </a:r>
            <a:r>
              <a:rPr sz="2000" dirty="0">
                <a:solidFill>
                  <a:srgbClr val="252525"/>
                </a:solidFill>
                <a:latin typeface="Constantia"/>
                <a:cs typeface="Constantia"/>
              </a:rPr>
              <a:t>we</a:t>
            </a:r>
            <a:r>
              <a:rPr sz="2000" spc="229" dirty="0">
                <a:solidFill>
                  <a:srgbClr val="252525"/>
                </a:solidFill>
                <a:latin typeface="Constantia"/>
                <a:cs typeface="Constantia"/>
              </a:rPr>
              <a:t> </a:t>
            </a:r>
            <a:r>
              <a:rPr sz="2000" dirty="0">
                <a:solidFill>
                  <a:srgbClr val="252525"/>
                </a:solidFill>
                <a:latin typeface="Constantia"/>
                <a:cs typeface="Constantia"/>
              </a:rPr>
              <a:t>can</a:t>
            </a:r>
            <a:r>
              <a:rPr sz="2000" spc="240" dirty="0">
                <a:solidFill>
                  <a:srgbClr val="252525"/>
                </a:solidFill>
                <a:latin typeface="Constantia"/>
                <a:cs typeface="Constantia"/>
              </a:rPr>
              <a:t> </a:t>
            </a:r>
            <a:r>
              <a:rPr sz="2000" dirty="0">
                <a:solidFill>
                  <a:srgbClr val="252525"/>
                </a:solidFill>
                <a:latin typeface="Constantia"/>
                <a:cs typeface="Constantia"/>
              </a:rPr>
              <a:t>check</a:t>
            </a:r>
            <a:r>
              <a:rPr sz="2000" spc="245" dirty="0">
                <a:solidFill>
                  <a:srgbClr val="252525"/>
                </a:solidFill>
                <a:latin typeface="Constantia"/>
                <a:cs typeface="Constantia"/>
              </a:rPr>
              <a:t> </a:t>
            </a:r>
            <a:r>
              <a:rPr sz="2000" dirty="0">
                <a:solidFill>
                  <a:srgbClr val="252525"/>
                </a:solidFill>
                <a:latin typeface="Constantia"/>
                <a:cs typeface="Constantia"/>
              </a:rPr>
              <a:t>for</a:t>
            </a:r>
            <a:r>
              <a:rPr sz="2000" spc="204" dirty="0">
                <a:solidFill>
                  <a:srgbClr val="252525"/>
                </a:solidFill>
                <a:latin typeface="Constantia"/>
                <a:cs typeface="Constantia"/>
              </a:rPr>
              <a:t> </a:t>
            </a:r>
            <a:r>
              <a:rPr sz="2200" b="1" dirty="0">
                <a:solidFill>
                  <a:srgbClr val="C00000"/>
                </a:solidFill>
                <a:latin typeface="Constantia"/>
                <a:cs typeface="Constantia"/>
              </a:rPr>
              <a:t>grammar</a:t>
            </a:r>
            <a:r>
              <a:rPr sz="2200" b="1" spc="240" dirty="0">
                <a:solidFill>
                  <a:srgbClr val="C00000"/>
                </a:solidFill>
                <a:latin typeface="Constantia"/>
                <a:cs typeface="Constantia"/>
              </a:rPr>
              <a:t> </a:t>
            </a:r>
            <a:r>
              <a:rPr sz="2000" dirty="0">
                <a:solidFill>
                  <a:srgbClr val="252525"/>
                </a:solidFill>
                <a:latin typeface="Constantia"/>
                <a:cs typeface="Constantia"/>
              </a:rPr>
              <a:t>in</a:t>
            </a:r>
            <a:r>
              <a:rPr sz="2000" spc="245" dirty="0">
                <a:solidFill>
                  <a:srgbClr val="252525"/>
                </a:solidFill>
                <a:latin typeface="Constantia"/>
                <a:cs typeface="Constantia"/>
              </a:rPr>
              <a:t> </a:t>
            </a:r>
            <a:r>
              <a:rPr sz="2000" dirty="0">
                <a:solidFill>
                  <a:srgbClr val="252525"/>
                </a:solidFill>
                <a:latin typeface="Constantia"/>
                <a:cs typeface="Constantia"/>
              </a:rPr>
              <a:t>a</a:t>
            </a:r>
            <a:r>
              <a:rPr sz="2000" spc="215" dirty="0">
                <a:solidFill>
                  <a:srgbClr val="252525"/>
                </a:solidFill>
                <a:latin typeface="Constantia"/>
                <a:cs typeface="Constantia"/>
              </a:rPr>
              <a:t> </a:t>
            </a:r>
            <a:r>
              <a:rPr sz="2000" spc="-10" dirty="0">
                <a:solidFill>
                  <a:srgbClr val="252525"/>
                </a:solidFill>
                <a:latin typeface="Constantia"/>
                <a:cs typeface="Constantia"/>
              </a:rPr>
              <a:t>given sentence.</a:t>
            </a:r>
            <a:endParaRPr sz="2000">
              <a:latin typeface="Constantia"/>
              <a:cs typeface="Constantia"/>
            </a:endParaRPr>
          </a:p>
        </p:txBody>
      </p:sp>
      <p:sp>
        <p:nvSpPr>
          <p:cNvPr id="34" name="object 34"/>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33" name="object 33"/>
          <p:cNvSpPr txBox="1"/>
          <p:nvPr/>
        </p:nvSpPr>
        <p:spPr>
          <a:xfrm>
            <a:off x="664463" y="4076700"/>
            <a:ext cx="2362200" cy="431800"/>
          </a:xfrm>
          <a:prstGeom prst="rect">
            <a:avLst/>
          </a:prstGeom>
          <a:solidFill>
            <a:srgbClr val="D6E1DC"/>
          </a:solidFill>
          <a:ln w="9525">
            <a:solidFill>
              <a:srgbClr val="86A895"/>
            </a:solidFill>
          </a:ln>
        </p:spPr>
        <p:txBody>
          <a:bodyPr vert="horz" wrap="square" lIns="0" tIns="26670" rIns="0" bIns="0" rtlCol="0">
            <a:spAutoFit/>
          </a:bodyPr>
          <a:lstStyle/>
          <a:p>
            <a:pPr marL="319405" indent="-227965">
              <a:lnSpc>
                <a:spcPct val="100000"/>
              </a:lnSpc>
              <a:spcBef>
                <a:spcPts val="210"/>
              </a:spcBef>
              <a:buClr>
                <a:srgbClr val="006F57"/>
              </a:buClr>
              <a:buSzPct val="75000"/>
              <a:buFont typeface="Wingdings"/>
              <a:buChar char=""/>
              <a:tabLst>
                <a:tab pos="319405" algn="l"/>
              </a:tabLst>
            </a:pPr>
            <a:r>
              <a:rPr sz="2400" b="1" dirty="0">
                <a:solidFill>
                  <a:srgbClr val="252525"/>
                </a:solidFill>
                <a:latin typeface="Constantia"/>
                <a:cs typeface="Constantia"/>
              </a:rPr>
              <a:t>Why</a:t>
            </a:r>
            <a:r>
              <a:rPr sz="2400" b="1" spc="-110" dirty="0">
                <a:solidFill>
                  <a:srgbClr val="252525"/>
                </a:solidFill>
                <a:latin typeface="Constantia"/>
                <a:cs typeface="Constantia"/>
              </a:rPr>
              <a:t> </a:t>
            </a:r>
            <a:r>
              <a:rPr sz="2400" b="1" spc="-10" dirty="0">
                <a:solidFill>
                  <a:srgbClr val="252525"/>
                </a:solidFill>
                <a:latin typeface="Constantia"/>
                <a:cs typeface="Constantia"/>
              </a:rPr>
              <a:t>N-</a:t>
            </a:r>
            <a:r>
              <a:rPr sz="2400" b="1" spc="-20" dirty="0">
                <a:solidFill>
                  <a:srgbClr val="252525"/>
                </a:solidFill>
                <a:latin typeface="Constantia"/>
                <a:cs typeface="Constantia"/>
              </a:rPr>
              <a:t>gram</a:t>
            </a:r>
            <a:endParaRPr sz="2400">
              <a:latin typeface="Constantia"/>
              <a:cs typeface="Constanti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30" baseline="6944" dirty="0">
                <a:solidFill>
                  <a:srgbClr val="075A74"/>
                </a:solidFill>
                <a:latin typeface="Arial Black"/>
                <a:cs typeface="Arial Black"/>
              </a:rPr>
              <a:t> </a:t>
            </a:r>
            <a:r>
              <a:rPr sz="3600" spc="150" dirty="0"/>
              <a:t>Bag</a:t>
            </a:r>
            <a:r>
              <a:rPr sz="3600" spc="305" dirty="0"/>
              <a:t> </a:t>
            </a:r>
            <a:r>
              <a:rPr sz="3600" spc="300" dirty="0"/>
              <a:t>of</a:t>
            </a:r>
            <a:r>
              <a:rPr sz="3600" spc="310" dirty="0"/>
              <a:t> </a:t>
            </a:r>
            <a:r>
              <a:rPr sz="3600" spc="170" dirty="0"/>
              <a:t>Words</a:t>
            </a:r>
            <a:r>
              <a:rPr sz="3600" spc="320" dirty="0"/>
              <a:t> </a:t>
            </a:r>
            <a:r>
              <a:rPr sz="3600" spc="250" dirty="0"/>
              <a:t>and</a:t>
            </a:r>
            <a:r>
              <a:rPr sz="3600" spc="310" dirty="0"/>
              <a:t> </a:t>
            </a:r>
            <a:r>
              <a:rPr sz="3600" spc="100" dirty="0"/>
              <a:t>N-</a:t>
            </a:r>
            <a:r>
              <a:rPr sz="3600" spc="240" dirty="0"/>
              <a:t>gram</a:t>
            </a:r>
            <a:r>
              <a:rPr sz="3600" spc="285" dirty="0"/>
              <a:t> </a:t>
            </a:r>
            <a:r>
              <a:rPr sz="3600" spc="190" dirty="0"/>
              <a:t>application</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28</a:t>
            </a:r>
            <a:endParaRPr sz="1400">
              <a:latin typeface="Cambria"/>
              <a:cs typeface="Cambria"/>
            </a:endParaRPr>
          </a:p>
        </p:txBody>
      </p:sp>
      <p:grpSp>
        <p:nvGrpSpPr>
          <p:cNvPr id="5" name="object 5"/>
          <p:cNvGrpSpPr/>
          <p:nvPr/>
        </p:nvGrpSpPr>
        <p:grpSpPr>
          <a:xfrm>
            <a:off x="1209675" y="1029842"/>
            <a:ext cx="8334375" cy="5353050"/>
            <a:chOff x="1209675" y="1029842"/>
            <a:chExt cx="8334375" cy="5353050"/>
          </a:xfrm>
        </p:grpSpPr>
        <p:pic>
          <p:nvPicPr>
            <p:cNvPr id="6" name="object 6"/>
            <p:cNvPicPr/>
            <p:nvPr/>
          </p:nvPicPr>
          <p:blipFill>
            <a:blip r:embed="rId2" cstate="print"/>
            <a:stretch>
              <a:fillRect/>
            </a:stretch>
          </p:blipFill>
          <p:spPr>
            <a:xfrm>
              <a:off x="1239901" y="1246379"/>
              <a:ext cx="8294242" cy="4982080"/>
            </a:xfrm>
            <a:prstGeom prst="rect">
              <a:avLst/>
            </a:prstGeom>
          </p:spPr>
        </p:pic>
        <p:sp>
          <p:nvSpPr>
            <p:cNvPr id="7" name="object 7"/>
            <p:cNvSpPr/>
            <p:nvPr/>
          </p:nvSpPr>
          <p:spPr>
            <a:xfrm>
              <a:off x="1214437" y="1034605"/>
              <a:ext cx="8324850" cy="5343525"/>
            </a:xfrm>
            <a:custGeom>
              <a:avLst/>
              <a:gdLst/>
              <a:ahLst/>
              <a:cxnLst/>
              <a:rect l="l" t="t" r="r" b="b"/>
              <a:pathLst>
                <a:path w="8324850" h="5343525">
                  <a:moveTo>
                    <a:pt x="0" y="5343525"/>
                  </a:moveTo>
                  <a:lnTo>
                    <a:pt x="8324469" y="5343525"/>
                  </a:lnTo>
                  <a:lnTo>
                    <a:pt x="8324469" y="0"/>
                  </a:lnTo>
                  <a:lnTo>
                    <a:pt x="0" y="0"/>
                  </a:lnTo>
                  <a:lnTo>
                    <a:pt x="0" y="5343525"/>
                  </a:lnTo>
                  <a:close/>
                </a:path>
              </a:pathLst>
            </a:custGeom>
            <a:ln w="9525">
              <a:solidFill>
                <a:srgbClr val="222F28"/>
              </a:solidFill>
            </a:ln>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95" dirty="0"/>
              <a:t>N-</a:t>
            </a:r>
            <a:r>
              <a:rPr sz="3600" spc="270" dirty="0"/>
              <a:t>Gram</a:t>
            </a:r>
            <a:r>
              <a:rPr sz="3600" spc="330" dirty="0"/>
              <a:t> </a:t>
            </a:r>
            <a:r>
              <a:rPr sz="3600" spc="190" dirty="0"/>
              <a:t>technique</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pic>
        <p:nvPicPr>
          <p:cNvPr id="4" name="object 4"/>
          <p:cNvPicPr/>
          <p:nvPr/>
        </p:nvPicPr>
        <p:blipFill>
          <a:blip r:embed="rId2" cstate="print"/>
          <a:stretch>
            <a:fillRect/>
          </a:stretch>
        </p:blipFill>
        <p:spPr>
          <a:xfrm>
            <a:off x="2560573" y="1159713"/>
            <a:ext cx="1182966" cy="295960"/>
          </a:xfrm>
          <a:prstGeom prst="rect">
            <a:avLst/>
          </a:prstGeom>
        </p:spPr>
      </p:pic>
      <p:pic>
        <p:nvPicPr>
          <p:cNvPr id="5" name="object 5"/>
          <p:cNvPicPr/>
          <p:nvPr/>
        </p:nvPicPr>
        <p:blipFill>
          <a:blip r:embed="rId3" cstate="print"/>
          <a:stretch>
            <a:fillRect/>
          </a:stretch>
        </p:blipFill>
        <p:spPr>
          <a:xfrm>
            <a:off x="624840" y="1617599"/>
            <a:ext cx="1321181" cy="295655"/>
          </a:xfrm>
          <a:prstGeom prst="rect">
            <a:avLst/>
          </a:prstGeom>
        </p:spPr>
      </p:pic>
      <p:sp>
        <p:nvSpPr>
          <p:cNvPr id="6" name="object 6"/>
          <p:cNvSpPr txBox="1"/>
          <p:nvPr/>
        </p:nvSpPr>
        <p:spPr>
          <a:xfrm>
            <a:off x="383540" y="982528"/>
            <a:ext cx="2338705" cy="941069"/>
          </a:xfrm>
          <a:prstGeom prst="rect">
            <a:avLst/>
          </a:prstGeom>
        </p:spPr>
        <p:txBody>
          <a:bodyPr vert="horz" wrap="square" lIns="0" tIns="165735" rIns="0" bIns="0" rtlCol="0">
            <a:spAutoFit/>
          </a:bodyPr>
          <a:lstStyle/>
          <a:p>
            <a:pPr marL="240665" indent="-227965">
              <a:lnSpc>
                <a:spcPct val="100000"/>
              </a:lnSpc>
              <a:spcBef>
                <a:spcPts val="1305"/>
              </a:spcBef>
              <a:buClr>
                <a:srgbClr val="006F57"/>
              </a:buClr>
              <a:buSzPct val="75000"/>
              <a:buFont typeface="Wingdings"/>
              <a:buChar char=""/>
              <a:tabLst>
                <a:tab pos="240665" algn="l"/>
              </a:tabLst>
            </a:pPr>
            <a:r>
              <a:rPr sz="2000" spc="235" dirty="0">
                <a:solidFill>
                  <a:srgbClr val="252525"/>
                </a:solidFill>
                <a:latin typeface="Cambria"/>
                <a:cs typeface="Cambria"/>
              </a:rPr>
              <a:t>A</a:t>
            </a:r>
            <a:r>
              <a:rPr sz="2000" spc="484" dirty="0">
                <a:solidFill>
                  <a:srgbClr val="252525"/>
                </a:solidFill>
                <a:latin typeface="Cambria"/>
                <a:cs typeface="Cambria"/>
              </a:rPr>
              <a:t> </a:t>
            </a:r>
            <a:r>
              <a:rPr sz="2000" spc="114" dirty="0">
                <a:solidFill>
                  <a:srgbClr val="252525"/>
                </a:solidFill>
                <a:latin typeface="Cambria"/>
                <a:cs typeface="Cambria"/>
              </a:rPr>
              <a:t>sequence</a:t>
            </a:r>
            <a:r>
              <a:rPr sz="2000" spc="480" dirty="0">
                <a:solidFill>
                  <a:srgbClr val="252525"/>
                </a:solidFill>
                <a:latin typeface="Cambria"/>
                <a:cs typeface="Cambria"/>
              </a:rPr>
              <a:t> </a:t>
            </a:r>
            <a:r>
              <a:rPr sz="2000" spc="145" dirty="0">
                <a:solidFill>
                  <a:srgbClr val="252525"/>
                </a:solidFill>
                <a:latin typeface="Cambria"/>
                <a:cs typeface="Cambria"/>
              </a:rPr>
              <a:t>of</a:t>
            </a:r>
            <a:endParaRPr sz="2000">
              <a:latin typeface="Cambria"/>
              <a:cs typeface="Cambria"/>
            </a:endParaRPr>
          </a:p>
          <a:p>
            <a:pPr marL="1503045">
              <a:lnSpc>
                <a:spcPct val="100000"/>
              </a:lnSpc>
              <a:spcBef>
                <a:spcPts val="1200"/>
              </a:spcBef>
            </a:pPr>
            <a:r>
              <a:rPr sz="2000" spc="140" dirty="0">
                <a:solidFill>
                  <a:srgbClr val="252525"/>
                </a:solidFill>
                <a:latin typeface="Cambria"/>
                <a:cs typeface="Cambria"/>
              </a:rPr>
              <a:t>from</a:t>
            </a:r>
            <a:r>
              <a:rPr sz="2000" spc="190" dirty="0">
                <a:solidFill>
                  <a:srgbClr val="252525"/>
                </a:solidFill>
                <a:latin typeface="Cambria"/>
                <a:cs typeface="Cambria"/>
              </a:rPr>
              <a:t> </a:t>
            </a:r>
            <a:r>
              <a:rPr sz="2000" spc="45" dirty="0">
                <a:solidFill>
                  <a:srgbClr val="252525"/>
                </a:solidFill>
                <a:latin typeface="Cambria"/>
                <a:cs typeface="Cambria"/>
              </a:rPr>
              <a:t>a</a:t>
            </a:r>
            <a:endParaRPr sz="2000">
              <a:latin typeface="Cambria"/>
              <a:cs typeface="Cambria"/>
            </a:endParaRPr>
          </a:p>
        </p:txBody>
      </p:sp>
      <p:grpSp>
        <p:nvGrpSpPr>
          <p:cNvPr id="7" name="object 7"/>
          <p:cNvGrpSpPr/>
          <p:nvPr/>
        </p:nvGrpSpPr>
        <p:grpSpPr>
          <a:xfrm>
            <a:off x="2787650" y="1617599"/>
            <a:ext cx="1517650" cy="295910"/>
            <a:chOff x="2787650" y="1617599"/>
            <a:chExt cx="1517650" cy="295910"/>
          </a:xfrm>
        </p:grpSpPr>
        <p:pic>
          <p:nvPicPr>
            <p:cNvPr id="8" name="object 8"/>
            <p:cNvPicPr/>
            <p:nvPr/>
          </p:nvPicPr>
          <p:blipFill>
            <a:blip r:embed="rId4" cstate="print"/>
            <a:stretch>
              <a:fillRect/>
            </a:stretch>
          </p:blipFill>
          <p:spPr>
            <a:xfrm>
              <a:off x="2787650" y="1617599"/>
              <a:ext cx="701421" cy="295655"/>
            </a:xfrm>
            <a:prstGeom prst="rect">
              <a:avLst/>
            </a:prstGeom>
          </p:spPr>
        </p:pic>
        <p:pic>
          <p:nvPicPr>
            <p:cNvPr id="9" name="object 9"/>
            <p:cNvPicPr/>
            <p:nvPr/>
          </p:nvPicPr>
          <p:blipFill>
            <a:blip r:embed="rId5" cstate="print"/>
            <a:stretch>
              <a:fillRect/>
            </a:stretch>
          </p:blipFill>
          <p:spPr>
            <a:xfrm>
              <a:off x="3426587" y="1617599"/>
              <a:ext cx="878332" cy="295655"/>
            </a:xfrm>
            <a:prstGeom prst="rect">
              <a:avLst/>
            </a:prstGeom>
          </p:spPr>
        </p:pic>
      </p:grpSp>
      <p:sp>
        <p:nvSpPr>
          <p:cNvPr id="10" name="object 10"/>
          <p:cNvSpPr txBox="1"/>
          <p:nvPr/>
        </p:nvSpPr>
        <p:spPr>
          <a:xfrm>
            <a:off x="3700398" y="982528"/>
            <a:ext cx="6911340" cy="941069"/>
          </a:xfrm>
          <a:prstGeom prst="rect">
            <a:avLst/>
          </a:prstGeom>
        </p:spPr>
        <p:txBody>
          <a:bodyPr vert="horz" wrap="square" lIns="0" tIns="165735" rIns="0" bIns="0" rtlCol="0">
            <a:spAutoFit/>
          </a:bodyPr>
          <a:lstStyle/>
          <a:p>
            <a:pPr marL="12700">
              <a:lnSpc>
                <a:spcPct val="100000"/>
              </a:lnSpc>
              <a:spcBef>
                <a:spcPts val="1305"/>
              </a:spcBef>
            </a:pPr>
            <a:r>
              <a:rPr sz="2000" spc="55" dirty="0">
                <a:solidFill>
                  <a:srgbClr val="252525"/>
                </a:solidFill>
                <a:latin typeface="Cambria"/>
                <a:cs typeface="Cambria"/>
              </a:rPr>
              <a:t>(byte,</a:t>
            </a:r>
            <a:r>
              <a:rPr sz="2000" spc="40" dirty="0">
                <a:solidFill>
                  <a:srgbClr val="252525"/>
                </a:solidFill>
                <a:latin typeface="Cambria"/>
                <a:cs typeface="Cambria"/>
              </a:rPr>
              <a:t>  </a:t>
            </a:r>
            <a:r>
              <a:rPr sz="2000" spc="105" dirty="0">
                <a:solidFill>
                  <a:srgbClr val="252525"/>
                </a:solidFill>
                <a:latin typeface="Cambria"/>
                <a:cs typeface="Cambria"/>
              </a:rPr>
              <a:t>a</a:t>
            </a:r>
            <a:r>
              <a:rPr sz="2000" spc="45" dirty="0">
                <a:solidFill>
                  <a:srgbClr val="252525"/>
                </a:solidFill>
                <a:latin typeface="Cambria"/>
                <a:cs typeface="Cambria"/>
              </a:rPr>
              <a:t>  </a:t>
            </a:r>
            <a:r>
              <a:rPr sz="2000" spc="95" dirty="0">
                <a:solidFill>
                  <a:srgbClr val="252525"/>
                </a:solidFill>
                <a:latin typeface="Cambria"/>
                <a:cs typeface="Cambria"/>
              </a:rPr>
              <a:t>character</a:t>
            </a:r>
            <a:r>
              <a:rPr sz="2000" spc="35" dirty="0">
                <a:solidFill>
                  <a:srgbClr val="252525"/>
                </a:solidFill>
                <a:latin typeface="Cambria"/>
                <a:cs typeface="Cambria"/>
              </a:rPr>
              <a:t>  </a:t>
            </a:r>
            <a:r>
              <a:rPr sz="2000" spc="90" dirty="0">
                <a:solidFill>
                  <a:srgbClr val="252525"/>
                </a:solidFill>
                <a:latin typeface="Cambria"/>
                <a:cs typeface="Cambria"/>
              </a:rPr>
              <a:t>or</a:t>
            </a:r>
            <a:r>
              <a:rPr sz="2000" spc="30" dirty="0">
                <a:solidFill>
                  <a:srgbClr val="252525"/>
                </a:solidFill>
                <a:latin typeface="Cambria"/>
                <a:cs typeface="Cambria"/>
              </a:rPr>
              <a:t>  </a:t>
            </a:r>
            <a:r>
              <a:rPr sz="2000" spc="105" dirty="0">
                <a:solidFill>
                  <a:srgbClr val="252525"/>
                </a:solidFill>
                <a:latin typeface="Cambria"/>
                <a:cs typeface="Cambria"/>
              </a:rPr>
              <a:t>a</a:t>
            </a:r>
            <a:r>
              <a:rPr sz="2000" spc="45" dirty="0">
                <a:solidFill>
                  <a:srgbClr val="252525"/>
                </a:solidFill>
                <a:latin typeface="Cambria"/>
                <a:cs typeface="Cambria"/>
              </a:rPr>
              <a:t>  </a:t>
            </a:r>
            <a:r>
              <a:rPr sz="2000" dirty="0">
                <a:solidFill>
                  <a:srgbClr val="252525"/>
                </a:solidFill>
                <a:latin typeface="Cambria"/>
                <a:cs typeface="Cambria"/>
              </a:rPr>
              <a:t>word)</a:t>
            </a:r>
            <a:r>
              <a:rPr sz="2000" spc="45" dirty="0">
                <a:solidFill>
                  <a:srgbClr val="252525"/>
                </a:solidFill>
                <a:latin typeface="Cambria"/>
                <a:cs typeface="Cambria"/>
              </a:rPr>
              <a:t>  </a:t>
            </a:r>
            <a:r>
              <a:rPr sz="2000" spc="105" dirty="0">
                <a:solidFill>
                  <a:srgbClr val="252525"/>
                </a:solidFill>
                <a:latin typeface="Cambria"/>
                <a:cs typeface="Cambria"/>
              </a:rPr>
              <a:t>called</a:t>
            </a:r>
            <a:r>
              <a:rPr sz="2000" spc="40" dirty="0">
                <a:solidFill>
                  <a:srgbClr val="252525"/>
                </a:solidFill>
                <a:latin typeface="Cambria"/>
                <a:cs typeface="Cambria"/>
              </a:rPr>
              <a:t>  </a:t>
            </a:r>
            <a:r>
              <a:rPr sz="2000" dirty="0">
                <a:solidFill>
                  <a:srgbClr val="252525"/>
                </a:solidFill>
                <a:latin typeface="Cambria"/>
                <a:cs typeface="Cambria"/>
              </a:rPr>
              <a:t>N-</a:t>
            </a:r>
            <a:r>
              <a:rPr sz="2000" spc="140" dirty="0">
                <a:solidFill>
                  <a:srgbClr val="252525"/>
                </a:solidFill>
                <a:latin typeface="Cambria"/>
                <a:cs typeface="Cambria"/>
              </a:rPr>
              <a:t>Grams,</a:t>
            </a:r>
            <a:r>
              <a:rPr sz="2000" spc="55" dirty="0">
                <a:solidFill>
                  <a:srgbClr val="252525"/>
                </a:solidFill>
                <a:latin typeface="Cambria"/>
                <a:cs typeface="Cambria"/>
              </a:rPr>
              <a:t>  </a:t>
            </a:r>
            <a:r>
              <a:rPr sz="2000" spc="114" dirty="0">
                <a:solidFill>
                  <a:srgbClr val="252525"/>
                </a:solidFill>
                <a:latin typeface="Cambria"/>
                <a:cs typeface="Cambria"/>
              </a:rPr>
              <a:t>that</a:t>
            </a:r>
            <a:r>
              <a:rPr sz="2000" spc="40" dirty="0">
                <a:solidFill>
                  <a:srgbClr val="252525"/>
                </a:solidFill>
                <a:latin typeface="Cambria"/>
                <a:cs typeface="Cambria"/>
              </a:rPr>
              <a:t>  </a:t>
            </a:r>
            <a:r>
              <a:rPr sz="2000" spc="50" dirty="0">
                <a:solidFill>
                  <a:srgbClr val="252525"/>
                </a:solidFill>
                <a:latin typeface="Cambria"/>
                <a:cs typeface="Cambria"/>
              </a:rPr>
              <a:t>are</a:t>
            </a:r>
            <a:endParaRPr sz="2000">
              <a:latin typeface="Cambria"/>
              <a:cs typeface="Cambria"/>
            </a:endParaRPr>
          </a:p>
          <a:p>
            <a:pPr marL="553720">
              <a:lnSpc>
                <a:spcPct val="100000"/>
              </a:lnSpc>
              <a:spcBef>
                <a:spcPts val="1200"/>
              </a:spcBef>
            </a:pPr>
            <a:r>
              <a:rPr sz="2000" spc="105" dirty="0">
                <a:solidFill>
                  <a:srgbClr val="252525"/>
                </a:solidFill>
                <a:latin typeface="Cambria"/>
                <a:cs typeface="Cambria"/>
              </a:rPr>
              <a:t>in</a:t>
            </a:r>
            <a:r>
              <a:rPr sz="2000" spc="185" dirty="0">
                <a:solidFill>
                  <a:srgbClr val="252525"/>
                </a:solidFill>
                <a:latin typeface="Cambria"/>
                <a:cs typeface="Cambria"/>
              </a:rPr>
              <a:t> </a:t>
            </a:r>
            <a:r>
              <a:rPr sz="2000" spc="105" dirty="0">
                <a:solidFill>
                  <a:srgbClr val="252525"/>
                </a:solidFill>
                <a:latin typeface="Cambria"/>
                <a:cs typeface="Cambria"/>
              </a:rPr>
              <a:t>a</a:t>
            </a:r>
            <a:r>
              <a:rPr sz="2000" spc="170" dirty="0">
                <a:solidFill>
                  <a:srgbClr val="252525"/>
                </a:solidFill>
                <a:latin typeface="Cambria"/>
                <a:cs typeface="Cambria"/>
              </a:rPr>
              <a:t> </a:t>
            </a:r>
            <a:r>
              <a:rPr sz="2000" spc="135" dirty="0">
                <a:solidFill>
                  <a:srgbClr val="252525"/>
                </a:solidFill>
                <a:latin typeface="Cambria"/>
                <a:cs typeface="Cambria"/>
              </a:rPr>
              <a:t>document</a:t>
            </a:r>
            <a:r>
              <a:rPr sz="2000" spc="170" dirty="0">
                <a:solidFill>
                  <a:srgbClr val="252525"/>
                </a:solidFill>
                <a:latin typeface="Cambria"/>
                <a:cs typeface="Cambria"/>
              </a:rPr>
              <a:t> </a:t>
            </a:r>
            <a:r>
              <a:rPr sz="2000" spc="75" dirty="0">
                <a:solidFill>
                  <a:srgbClr val="252525"/>
                </a:solidFill>
                <a:latin typeface="Cambria"/>
                <a:cs typeface="Cambria"/>
              </a:rPr>
              <a:t>are</a:t>
            </a:r>
            <a:r>
              <a:rPr sz="2000" spc="185" dirty="0">
                <a:solidFill>
                  <a:srgbClr val="252525"/>
                </a:solidFill>
                <a:latin typeface="Cambria"/>
                <a:cs typeface="Cambria"/>
              </a:rPr>
              <a:t> </a:t>
            </a:r>
            <a:r>
              <a:rPr sz="2000" spc="120" dirty="0">
                <a:solidFill>
                  <a:srgbClr val="252525"/>
                </a:solidFill>
                <a:latin typeface="Cambria"/>
                <a:cs typeface="Cambria"/>
              </a:rPr>
              <a:t>used.</a:t>
            </a:r>
            <a:endParaRPr sz="2000">
              <a:latin typeface="Cambria"/>
              <a:cs typeface="Cambria"/>
            </a:endParaRPr>
          </a:p>
        </p:txBody>
      </p:sp>
      <p:sp>
        <p:nvSpPr>
          <p:cNvPr id="11" name="object 11"/>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29</a:t>
            </a:r>
            <a:endParaRPr sz="1400">
              <a:latin typeface="Cambria"/>
              <a:cs typeface="Cambria"/>
            </a:endParaRPr>
          </a:p>
        </p:txBody>
      </p:sp>
      <p:grpSp>
        <p:nvGrpSpPr>
          <p:cNvPr id="12" name="object 12"/>
          <p:cNvGrpSpPr/>
          <p:nvPr/>
        </p:nvGrpSpPr>
        <p:grpSpPr>
          <a:xfrm>
            <a:off x="1179622" y="1941576"/>
            <a:ext cx="7421880" cy="3420110"/>
            <a:chOff x="1179622" y="1941576"/>
            <a:chExt cx="7421880" cy="3420110"/>
          </a:xfrm>
        </p:grpSpPr>
        <p:pic>
          <p:nvPicPr>
            <p:cNvPr id="13" name="object 13"/>
            <p:cNvPicPr/>
            <p:nvPr/>
          </p:nvPicPr>
          <p:blipFill>
            <a:blip r:embed="rId6" cstate="print"/>
            <a:stretch>
              <a:fillRect/>
            </a:stretch>
          </p:blipFill>
          <p:spPr>
            <a:xfrm>
              <a:off x="1179622" y="4587249"/>
              <a:ext cx="1075786" cy="774174"/>
            </a:xfrm>
            <a:prstGeom prst="rect">
              <a:avLst/>
            </a:prstGeom>
          </p:spPr>
        </p:pic>
        <p:pic>
          <p:nvPicPr>
            <p:cNvPr id="14" name="object 14"/>
            <p:cNvPicPr/>
            <p:nvPr/>
          </p:nvPicPr>
          <p:blipFill>
            <a:blip r:embed="rId7" cstate="print"/>
            <a:stretch>
              <a:fillRect/>
            </a:stretch>
          </p:blipFill>
          <p:spPr>
            <a:xfrm>
              <a:off x="1981200" y="1941576"/>
              <a:ext cx="6620256" cy="2724912"/>
            </a:xfrm>
            <a:prstGeom prst="rect">
              <a:avLst/>
            </a:prstGeom>
          </p:spPr>
        </p:pic>
      </p:grpSp>
      <p:sp>
        <p:nvSpPr>
          <p:cNvPr id="15" name="object 15"/>
          <p:cNvSpPr txBox="1"/>
          <p:nvPr/>
        </p:nvSpPr>
        <p:spPr>
          <a:xfrm>
            <a:off x="1923288" y="5300471"/>
            <a:ext cx="10075545" cy="1088390"/>
          </a:xfrm>
          <a:prstGeom prst="rect">
            <a:avLst/>
          </a:prstGeom>
          <a:solidFill>
            <a:srgbClr val="FFC000"/>
          </a:solidFill>
        </p:spPr>
        <p:txBody>
          <a:bodyPr vert="horz" wrap="square" lIns="0" tIns="134620" rIns="0" bIns="0" rtlCol="0">
            <a:spAutoFit/>
          </a:bodyPr>
          <a:lstStyle/>
          <a:p>
            <a:pPr marL="320675" indent="-228600">
              <a:lnSpc>
                <a:spcPct val="100000"/>
              </a:lnSpc>
              <a:spcBef>
                <a:spcPts val="1060"/>
              </a:spcBef>
              <a:buClr>
                <a:srgbClr val="006F57"/>
              </a:buClr>
              <a:buSzPct val="75000"/>
              <a:buFont typeface="Wingdings"/>
              <a:buChar char=""/>
              <a:tabLst>
                <a:tab pos="320675" algn="l"/>
                <a:tab pos="689610" algn="l"/>
                <a:tab pos="1091565" algn="l"/>
                <a:tab pos="2120265" algn="l"/>
                <a:tab pos="3157220" algn="l"/>
                <a:tab pos="3446779" algn="l"/>
                <a:tab pos="3752850" algn="l"/>
                <a:tab pos="4345940" algn="l"/>
                <a:tab pos="5350510" algn="l"/>
                <a:tab pos="5704205" algn="l"/>
                <a:tab pos="6555740" algn="l"/>
                <a:tab pos="7046595" algn="l"/>
                <a:tab pos="8113395" algn="l"/>
                <a:tab pos="8488680" algn="l"/>
                <a:tab pos="9372600" algn="l"/>
                <a:tab pos="9728200" algn="l"/>
              </a:tabLst>
            </a:pPr>
            <a:r>
              <a:rPr sz="2000" spc="-25" dirty="0">
                <a:solidFill>
                  <a:srgbClr val="252525"/>
                </a:solidFill>
                <a:latin typeface="Constantia"/>
                <a:cs typeface="Constantia"/>
              </a:rPr>
              <a:t>In</a:t>
            </a:r>
            <a:r>
              <a:rPr sz="2000" dirty="0">
                <a:solidFill>
                  <a:srgbClr val="252525"/>
                </a:solidFill>
                <a:latin typeface="Constantia"/>
                <a:cs typeface="Constantia"/>
              </a:rPr>
              <a:t>	</a:t>
            </a:r>
            <a:r>
              <a:rPr sz="2000" spc="-25" dirty="0">
                <a:solidFill>
                  <a:srgbClr val="252525"/>
                </a:solidFill>
                <a:latin typeface="Constantia"/>
                <a:cs typeface="Constantia"/>
              </a:rPr>
              <a:t>an</a:t>
            </a:r>
            <a:r>
              <a:rPr sz="2000" dirty="0">
                <a:solidFill>
                  <a:srgbClr val="252525"/>
                </a:solidFill>
                <a:latin typeface="Constantia"/>
                <a:cs typeface="Constantia"/>
              </a:rPr>
              <a:t>	</a:t>
            </a:r>
            <a:r>
              <a:rPr sz="2000" spc="-10" dirty="0">
                <a:solidFill>
                  <a:srgbClr val="252525"/>
                </a:solidFill>
                <a:latin typeface="Constantia"/>
                <a:cs typeface="Constantia"/>
              </a:rPr>
              <a:t>N-</a:t>
            </a:r>
            <a:r>
              <a:rPr sz="2000" spc="-20" dirty="0">
                <a:solidFill>
                  <a:srgbClr val="252525"/>
                </a:solidFill>
                <a:latin typeface="Constantia"/>
                <a:cs typeface="Constantia"/>
              </a:rPr>
              <a:t>Gram</a:t>
            </a:r>
            <a:r>
              <a:rPr sz="2000" dirty="0">
                <a:solidFill>
                  <a:srgbClr val="252525"/>
                </a:solidFill>
                <a:latin typeface="Constantia"/>
                <a:cs typeface="Constantia"/>
              </a:rPr>
              <a:t>	</a:t>
            </a:r>
            <a:r>
              <a:rPr sz="2000" spc="-10" dirty="0">
                <a:solidFill>
                  <a:srgbClr val="252525"/>
                </a:solidFill>
                <a:latin typeface="Constantia"/>
                <a:cs typeface="Constantia"/>
              </a:rPr>
              <a:t>scheme,</a:t>
            </a:r>
            <a:r>
              <a:rPr sz="2000" dirty="0">
                <a:solidFill>
                  <a:srgbClr val="252525"/>
                </a:solidFill>
                <a:latin typeface="Constantia"/>
                <a:cs typeface="Constantia"/>
              </a:rPr>
              <a:t>	</a:t>
            </a:r>
            <a:r>
              <a:rPr sz="2000" spc="-25" dirty="0">
                <a:solidFill>
                  <a:srgbClr val="252525"/>
                </a:solidFill>
                <a:latin typeface="Constantia"/>
                <a:cs typeface="Constantia"/>
              </a:rPr>
              <a:t>it</a:t>
            </a:r>
            <a:r>
              <a:rPr sz="2000" dirty="0">
                <a:solidFill>
                  <a:srgbClr val="252525"/>
                </a:solidFill>
                <a:latin typeface="Constantia"/>
                <a:cs typeface="Constantia"/>
              </a:rPr>
              <a:t>	</a:t>
            </a:r>
            <a:r>
              <a:rPr sz="2000" spc="-25" dirty="0">
                <a:solidFill>
                  <a:srgbClr val="252525"/>
                </a:solidFill>
                <a:latin typeface="Constantia"/>
                <a:cs typeface="Constantia"/>
              </a:rPr>
              <a:t>is</a:t>
            </a:r>
            <a:r>
              <a:rPr sz="2000" dirty="0">
                <a:solidFill>
                  <a:srgbClr val="252525"/>
                </a:solidFill>
                <a:latin typeface="Constantia"/>
                <a:cs typeface="Constantia"/>
              </a:rPr>
              <a:t>	</a:t>
            </a:r>
            <a:r>
              <a:rPr sz="2000" spc="-20" dirty="0">
                <a:solidFill>
                  <a:srgbClr val="252525"/>
                </a:solidFill>
                <a:latin typeface="Constantia"/>
                <a:cs typeface="Constantia"/>
              </a:rPr>
              <a:t>very</a:t>
            </a:r>
            <a:r>
              <a:rPr sz="2000" dirty="0">
                <a:solidFill>
                  <a:srgbClr val="252525"/>
                </a:solidFill>
                <a:latin typeface="Constantia"/>
                <a:cs typeface="Constantia"/>
              </a:rPr>
              <a:t>	</a:t>
            </a:r>
            <a:r>
              <a:rPr sz="2000" spc="-10" dirty="0">
                <a:solidFill>
                  <a:srgbClr val="252525"/>
                </a:solidFill>
                <a:latin typeface="Constantia"/>
                <a:cs typeface="Constantia"/>
              </a:rPr>
              <a:t>difficult</a:t>
            </a:r>
            <a:r>
              <a:rPr sz="2000" dirty="0">
                <a:solidFill>
                  <a:srgbClr val="252525"/>
                </a:solidFill>
                <a:latin typeface="Constantia"/>
                <a:cs typeface="Constantia"/>
              </a:rPr>
              <a:t>	</a:t>
            </a:r>
            <a:r>
              <a:rPr sz="2000" spc="-25" dirty="0">
                <a:solidFill>
                  <a:srgbClr val="252525"/>
                </a:solidFill>
                <a:latin typeface="Constantia"/>
                <a:cs typeface="Constantia"/>
              </a:rPr>
              <a:t>to</a:t>
            </a:r>
            <a:r>
              <a:rPr sz="2000" dirty="0">
                <a:solidFill>
                  <a:srgbClr val="252525"/>
                </a:solidFill>
                <a:latin typeface="Constantia"/>
                <a:cs typeface="Constantia"/>
              </a:rPr>
              <a:t>	</a:t>
            </a:r>
            <a:r>
              <a:rPr sz="2000" spc="-10" dirty="0">
                <a:solidFill>
                  <a:srgbClr val="252525"/>
                </a:solidFill>
                <a:latin typeface="Constantia"/>
                <a:cs typeface="Constantia"/>
              </a:rPr>
              <a:t>decide</a:t>
            </a:r>
            <a:r>
              <a:rPr sz="2000" dirty="0">
                <a:solidFill>
                  <a:srgbClr val="252525"/>
                </a:solidFill>
                <a:latin typeface="Constantia"/>
                <a:cs typeface="Constantia"/>
              </a:rPr>
              <a:t>	</a:t>
            </a:r>
            <a:r>
              <a:rPr sz="2000" spc="-25" dirty="0">
                <a:solidFill>
                  <a:srgbClr val="252525"/>
                </a:solidFill>
                <a:latin typeface="Constantia"/>
                <a:cs typeface="Constantia"/>
              </a:rPr>
              <a:t>the</a:t>
            </a:r>
            <a:r>
              <a:rPr sz="2000" dirty="0">
                <a:solidFill>
                  <a:srgbClr val="252525"/>
                </a:solidFill>
                <a:latin typeface="Constantia"/>
                <a:cs typeface="Constantia"/>
              </a:rPr>
              <a:t>	</a:t>
            </a:r>
            <a:r>
              <a:rPr sz="2000" b="1" i="1" spc="-10" dirty="0">
                <a:solidFill>
                  <a:srgbClr val="C00000"/>
                </a:solidFill>
                <a:latin typeface="Constantia"/>
                <a:cs typeface="Constantia"/>
              </a:rPr>
              <a:t>number</a:t>
            </a:r>
            <a:r>
              <a:rPr sz="2000" b="1" i="1" dirty="0">
                <a:solidFill>
                  <a:srgbClr val="C00000"/>
                </a:solidFill>
                <a:latin typeface="Constantia"/>
                <a:cs typeface="Constantia"/>
              </a:rPr>
              <a:t>	</a:t>
            </a:r>
            <a:r>
              <a:rPr sz="2000" b="1" i="1" spc="-25" dirty="0">
                <a:solidFill>
                  <a:srgbClr val="C00000"/>
                </a:solidFill>
                <a:latin typeface="Constantia"/>
                <a:cs typeface="Constantia"/>
              </a:rPr>
              <a:t>of</a:t>
            </a:r>
            <a:r>
              <a:rPr sz="2000" b="1" i="1" dirty="0">
                <a:solidFill>
                  <a:srgbClr val="C00000"/>
                </a:solidFill>
                <a:latin typeface="Constantia"/>
                <a:cs typeface="Constantia"/>
              </a:rPr>
              <a:t>	</a:t>
            </a:r>
            <a:r>
              <a:rPr sz="2000" b="1" i="1" spc="-10" dirty="0">
                <a:solidFill>
                  <a:srgbClr val="C00000"/>
                </a:solidFill>
                <a:latin typeface="Constantia"/>
                <a:cs typeface="Constantia"/>
              </a:rPr>
              <a:t>grams</a:t>
            </a:r>
            <a:r>
              <a:rPr sz="2000" b="1" i="1" dirty="0">
                <a:solidFill>
                  <a:srgbClr val="C00000"/>
                </a:solidFill>
                <a:latin typeface="Constantia"/>
                <a:cs typeface="Constantia"/>
              </a:rPr>
              <a:t>	</a:t>
            </a:r>
            <a:r>
              <a:rPr sz="2000" spc="-25" dirty="0">
                <a:solidFill>
                  <a:srgbClr val="252525"/>
                </a:solidFill>
                <a:latin typeface="Constantia"/>
                <a:cs typeface="Constantia"/>
              </a:rPr>
              <a:t>to</a:t>
            </a:r>
            <a:r>
              <a:rPr sz="2000" dirty="0">
                <a:solidFill>
                  <a:srgbClr val="252525"/>
                </a:solidFill>
                <a:latin typeface="Constantia"/>
                <a:cs typeface="Constantia"/>
              </a:rPr>
              <a:t>	</a:t>
            </a:r>
            <a:r>
              <a:rPr sz="2000" spc="-25" dirty="0">
                <a:solidFill>
                  <a:srgbClr val="252525"/>
                </a:solidFill>
                <a:latin typeface="Constantia"/>
                <a:cs typeface="Constantia"/>
              </a:rPr>
              <a:t>be</a:t>
            </a:r>
            <a:endParaRPr sz="2000">
              <a:latin typeface="Constantia"/>
              <a:cs typeface="Constantia"/>
            </a:endParaRPr>
          </a:p>
          <a:p>
            <a:pPr marL="320675">
              <a:lnSpc>
                <a:spcPct val="100000"/>
              </a:lnSpc>
              <a:spcBef>
                <a:spcPts val="1205"/>
              </a:spcBef>
            </a:pPr>
            <a:r>
              <a:rPr sz="2000" spc="-10" dirty="0">
                <a:solidFill>
                  <a:srgbClr val="252525"/>
                </a:solidFill>
                <a:latin typeface="Constantia"/>
                <a:cs typeface="Constantia"/>
              </a:rPr>
              <a:t>considered</a:t>
            </a:r>
            <a:r>
              <a:rPr sz="2000" spc="-60" dirty="0">
                <a:solidFill>
                  <a:srgbClr val="252525"/>
                </a:solidFill>
                <a:latin typeface="Constantia"/>
                <a:cs typeface="Constantia"/>
              </a:rPr>
              <a:t> </a:t>
            </a:r>
            <a:r>
              <a:rPr sz="2000" dirty="0">
                <a:solidFill>
                  <a:srgbClr val="252525"/>
                </a:solidFill>
                <a:latin typeface="Constantia"/>
                <a:cs typeface="Constantia"/>
              </a:rPr>
              <a:t>for</a:t>
            </a:r>
            <a:r>
              <a:rPr sz="2000" spc="-114" dirty="0">
                <a:solidFill>
                  <a:srgbClr val="252525"/>
                </a:solidFill>
                <a:latin typeface="Constantia"/>
                <a:cs typeface="Constantia"/>
              </a:rPr>
              <a:t> </a:t>
            </a:r>
            <a:r>
              <a:rPr sz="2000" b="1" i="1" dirty="0">
                <a:solidFill>
                  <a:srgbClr val="C00000"/>
                </a:solidFill>
                <a:latin typeface="Constantia"/>
                <a:cs typeface="Constantia"/>
              </a:rPr>
              <a:t>effective</a:t>
            </a:r>
            <a:r>
              <a:rPr sz="2000" b="1" i="1" spc="-40" dirty="0">
                <a:solidFill>
                  <a:srgbClr val="C00000"/>
                </a:solidFill>
                <a:latin typeface="Constantia"/>
                <a:cs typeface="Constantia"/>
              </a:rPr>
              <a:t> </a:t>
            </a:r>
            <a:r>
              <a:rPr sz="2000" b="1" i="1" dirty="0">
                <a:solidFill>
                  <a:srgbClr val="C00000"/>
                </a:solidFill>
                <a:latin typeface="Constantia"/>
                <a:cs typeface="Constantia"/>
              </a:rPr>
              <a:t>document</a:t>
            </a:r>
            <a:r>
              <a:rPr sz="2000" b="1" i="1" spc="-65" dirty="0">
                <a:solidFill>
                  <a:srgbClr val="C00000"/>
                </a:solidFill>
                <a:latin typeface="Constantia"/>
                <a:cs typeface="Constantia"/>
              </a:rPr>
              <a:t> </a:t>
            </a:r>
            <a:r>
              <a:rPr sz="2000" b="1" i="1" spc="-10" dirty="0">
                <a:solidFill>
                  <a:srgbClr val="C00000"/>
                </a:solidFill>
                <a:latin typeface="Constantia"/>
                <a:cs typeface="Constantia"/>
              </a:rPr>
              <a:t>representation</a:t>
            </a:r>
            <a:r>
              <a:rPr sz="2000" spc="-10" dirty="0">
                <a:solidFill>
                  <a:srgbClr val="252525"/>
                </a:solidFill>
                <a:latin typeface="Constantia"/>
                <a:cs typeface="Constantia"/>
              </a:rPr>
              <a:t>.</a:t>
            </a:r>
            <a:endParaRPr sz="2000">
              <a:latin typeface="Constantia"/>
              <a:cs typeface="Constantia"/>
            </a:endParaRPr>
          </a:p>
        </p:txBody>
      </p:sp>
      <p:sp>
        <p:nvSpPr>
          <p:cNvPr id="16" name="object 16"/>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95" dirty="0"/>
              <a:t>N-</a:t>
            </a:r>
            <a:r>
              <a:rPr sz="3600" spc="270" dirty="0"/>
              <a:t>Gram</a:t>
            </a:r>
            <a:r>
              <a:rPr sz="3600" spc="330" dirty="0"/>
              <a:t> </a:t>
            </a:r>
            <a:r>
              <a:rPr sz="3600" spc="190" dirty="0"/>
              <a:t>technique</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984681" y="1350517"/>
            <a:ext cx="5556885" cy="356870"/>
            <a:chOff x="984681" y="1350517"/>
            <a:chExt cx="5556885" cy="356870"/>
          </a:xfrm>
        </p:grpSpPr>
        <p:sp>
          <p:nvSpPr>
            <p:cNvPr id="5" name="object 5"/>
            <p:cNvSpPr/>
            <p:nvPr/>
          </p:nvSpPr>
          <p:spPr>
            <a:xfrm>
              <a:off x="984681" y="1351787"/>
              <a:ext cx="5392420" cy="355600"/>
            </a:xfrm>
            <a:custGeom>
              <a:avLst/>
              <a:gdLst/>
              <a:ahLst/>
              <a:cxnLst/>
              <a:rect l="l" t="t" r="r" b="b"/>
              <a:pathLst>
                <a:path w="5392420" h="355600">
                  <a:moveTo>
                    <a:pt x="2164016" y="0"/>
                  </a:moveTo>
                  <a:lnTo>
                    <a:pt x="2164016" y="0"/>
                  </a:lnTo>
                  <a:lnTo>
                    <a:pt x="0" y="0"/>
                  </a:lnTo>
                  <a:lnTo>
                    <a:pt x="0" y="355092"/>
                  </a:lnTo>
                  <a:lnTo>
                    <a:pt x="2164016" y="355092"/>
                  </a:lnTo>
                  <a:lnTo>
                    <a:pt x="2164016" y="0"/>
                  </a:lnTo>
                  <a:close/>
                </a:path>
                <a:path w="5392420" h="355600">
                  <a:moveTo>
                    <a:pt x="5391861" y="0"/>
                  </a:moveTo>
                  <a:lnTo>
                    <a:pt x="5391861" y="0"/>
                  </a:lnTo>
                  <a:lnTo>
                    <a:pt x="2164029" y="0"/>
                  </a:lnTo>
                  <a:lnTo>
                    <a:pt x="2164029" y="355092"/>
                  </a:lnTo>
                  <a:lnTo>
                    <a:pt x="5391861" y="355092"/>
                  </a:lnTo>
                  <a:lnTo>
                    <a:pt x="5391861"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984808" y="1350517"/>
              <a:ext cx="912368" cy="355091"/>
            </a:xfrm>
            <a:prstGeom prst="rect">
              <a:avLst/>
            </a:prstGeom>
          </p:spPr>
        </p:pic>
        <p:pic>
          <p:nvPicPr>
            <p:cNvPr id="7" name="object 7"/>
            <p:cNvPicPr/>
            <p:nvPr/>
          </p:nvPicPr>
          <p:blipFill>
            <a:blip r:embed="rId3" cstate="print"/>
            <a:stretch>
              <a:fillRect/>
            </a:stretch>
          </p:blipFill>
          <p:spPr>
            <a:xfrm>
              <a:off x="1765045" y="1350517"/>
              <a:ext cx="1084326" cy="355091"/>
            </a:xfrm>
            <a:prstGeom prst="rect">
              <a:avLst/>
            </a:prstGeom>
          </p:spPr>
        </p:pic>
        <p:pic>
          <p:nvPicPr>
            <p:cNvPr id="8" name="object 8"/>
            <p:cNvPicPr/>
            <p:nvPr/>
          </p:nvPicPr>
          <p:blipFill>
            <a:blip r:embed="rId4" cstate="print"/>
            <a:stretch>
              <a:fillRect/>
            </a:stretch>
          </p:blipFill>
          <p:spPr>
            <a:xfrm>
              <a:off x="2730119" y="1350517"/>
              <a:ext cx="484631" cy="355091"/>
            </a:xfrm>
            <a:prstGeom prst="rect">
              <a:avLst/>
            </a:prstGeom>
          </p:spPr>
        </p:pic>
        <p:pic>
          <p:nvPicPr>
            <p:cNvPr id="9" name="object 9"/>
            <p:cNvPicPr/>
            <p:nvPr/>
          </p:nvPicPr>
          <p:blipFill>
            <a:blip r:embed="rId5" cstate="print"/>
            <a:stretch>
              <a:fillRect/>
            </a:stretch>
          </p:blipFill>
          <p:spPr>
            <a:xfrm>
              <a:off x="2972435" y="1350517"/>
              <a:ext cx="353567" cy="355091"/>
            </a:xfrm>
            <a:prstGeom prst="rect">
              <a:avLst/>
            </a:prstGeom>
          </p:spPr>
        </p:pic>
        <p:pic>
          <p:nvPicPr>
            <p:cNvPr id="10" name="object 10"/>
            <p:cNvPicPr/>
            <p:nvPr/>
          </p:nvPicPr>
          <p:blipFill>
            <a:blip r:embed="rId6" cstate="print"/>
            <a:stretch>
              <a:fillRect/>
            </a:stretch>
          </p:blipFill>
          <p:spPr>
            <a:xfrm>
              <a:off x="3149219" y="1350517"/>
              <a:ext cx="1174089" cy="355091"/>
            </a:xfrm>
            <a:prstGeom prst="rect">
              <a:avLst/>
            </a:prstGeom>
          </p:spPr>
        </p:pic>
        <p:pic>
          <p:nvPicPr>
            <p:cNvPr id="11" name="object 11"/>
            <p:cNvPicPr/>
            <p:nvPr/>
          </p:nvPicPr>
          <p:blipFill>
            <a:blip r:embed="rId7" cstate="print"/>
            <a:stretch>
              <a:fillRect/>
            </a:stretch>
          </p:blipFill>
          <p:spPr>
            <a:xfrm>
              <a:off x="4222114" y="1350517"/>
              <a:ext cx="446227" cy="355091"/>
            </a:xfrm>
            <a:prstGeom prst="rect">
              <a:avLst/>
            </a:prstGeom>
          </p:spPr>
        </p:pic>
        <p:pic>
          <p:nvPicPr>
            <p:cNvPr id="12" name="object 12"/>
            <p:cNvPicPr/>
            <p:nvPr/>
          </p:nvPicPr>
          <p:blipFill>
            <a:blip r:embed="rId8" cstate="print"/>
            <a:stretch>
              <a:fillRect/>
            </a:stretch>
          </p:blipFill>
          <p:spPr>
            <a:xfrm>
              <a:off x="4614036" y="1350517"/>
              <a:ext cx="387096" cy="355091"/>
            </a:xfrm>
            <a:prstGeom prst="rect">
              <a:avLst/>
            </a:prstGeom>
          </p:spPr>
        </p:pic>
        <p:pic>
          <p:nvPicPr>
            <p:cNvPr id="13" name="object 13"/>
            <p:cNvPicPr/>
            <p:nvPr/>
          </p:nvPicPr>
          <p:blipFill>
            <a:blip r:embed="rId9" cstate="print"/>
            <a:stretch>
              <a:fillRect/>
            </a:stretch>
          </p:blipFill>
          <p:spPr>
            <a:xfrm>
              <a:off x="4903596" y="1350517"/>
              <a:ext cx="1637410" cy="355091"/>
            </a:xfrm>
            <a:prstGeom prst="rect">
              <a:avLst/>
            </a:prstGeom>
          </p:spPr>
        </p:pic>
      </p:grpSp>
      <p:sp>
        <p:nvSpPr>
          <p:cNvPr id="14" name="object 14"/>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30</a:t>
            </a:r>
            <a:endParaRPr sz="1400">
              <a:latin typeface="Cambria"/>
              <a:cs typeface="Cambria"/>
            </a:endParaRPr>
          </a:p>
        </p:txBody>
      </p:sp>
      <p:grpSp>
        <p:nvGrpSpPr>
          <p:cNvPr id="15" name="object 15"/>
          <p:cNvGrpSpPr/>
          <p:nvPr/>
        </p:nvGrpSpPr>
        <p:grpSpPr>
          <a:xfrm>
            <a:off x="1290955" y="3484460"/>
            <a:ext cx="10614660" cy="2351405"/>
            <a:chOff x="1290955" y="3484460"/>
            <a:chExt cx="10614660" cy="2351405"/>
          </a:xfrm>
        </p:grpSpPr>
        <p:sp>
          <p:nvSpPr>
            <p:cNvPr id="16" name="object 16"/>
            <p:cNvSpPr/>
            <p:nvPr/>
          </p:nvSpPr>
          <p:spPr>
            <a:xfrm>
              <a:off x="1905000" y="4558283"/>
              <a:ext cx="10000615" cy="1277620"/>
            </a:xfrm>
            <a:custGeom>
              <a:avLst/>
              <a:gdLst/>
              <a:ahLst/>
              <a:cxnLst/>
              <a:rect l="l" t="t" r="r" b="b"/>
              <a:pathLst>
                <a:path w="10000615" h="1277620">
                  <a:moveTo>
                    <a:pt x="10000488" y="0"/>
                  </a:moveTo>
                  <a:lnTo>
                    <a:pt x="0" y="0"/>
                  </a:lnTo>
                  <a:lnTo>
                    <a:pt x="0" y="1277111"/>
                  </a:lnTo>
                  <a:lnTo>
                    <a:pt x="10000488" y="1277111"/>
                  </a:lnTo>
                  <a:lnTo>
                    <a:pt x="10000488" y="0"/>
                  </a:lnTo>
                  <a:close/>
                </a:path>
              </a:pathLst>
            </a:custGeom>
            <a:solidFill>
              <a:srgbClr val="FFC000"/>
            </a:solidFill>
          </p:spPr>
          <p:txBody>
            <a:bodyPr wrap="square" lIns="0" tIns="0" rIns="0" bIns="0" rtlCol="0"/>
            <a:lstStyle/>
            <a:p>
              <a:endParaRPr/>
            </a:p>
          </p:txBody>
        </p:sp>
        <p:pic>
          <p:nvPicPr>
            <p:cNvPr id="17" name="object 17"/>
            <p:cNvPicPr/>
            <p:nvPr/>
          </p:nvPicPr>
          <p:blipFill>
            <a:blip r:embed="rId10" cstate="print"/>
            <a:stretch>
              <a:fillRect/>
            </a:stretch>
          </p:blipFill>
          <p:spPr>
            <a:xfrm>
              <a:off x="1290955" y="3484460"/>
              <a:ext cx="854341" cy="616025"/>
            </a:xfrm>
            <a:prstGeom prst="rect">
              <a:avLst/>
            </a:prstGeom>
          </p:spPr>
        </p:pic>
        <p:sp>
          <p:nvSpPr>
            <p:cNvPr id="18" name="object 18"/>
            <p:cNvSpPr/>
            <p:nvPr/>
          </p:nvSpPr>
          <p:spPr>
            <a:xfrm>
              <a:off x="1905000" y="4096511"/>
              <a:ext cx="2133600" cy="462280"/>
            </a:xfrm>
            <a:custGeom>
              <a:avLst/>
              <a:gdLst/>
              <a:ahLst/>
              <a:cxnLst/>
              <a:rect l="l" t="t" r="r" b="b"/>
              <a:pathLst>
                <a:path w="2133600" h="462279">
                  <a:moveTo>
                    <a:pt x="2133600" y="0"/>
                  </a:moveTo>
                  <a:lnTo>
                    <a:pt x="0" y="0"/>
                  </a:lnTo>
                  <a:lnTo>
                    <a:pt x="0" y="461771"/>
                  </a:lnTo>
                  <a:lnTo>
                    <a:pt x="2133600" y="461771"/>
                  </a:lnTo>
                  <a:lnTo>
                    <a:pt x="2133600" y="0"/>
                  </a:lnTo>
                  <a:close/>
                </a:path>
              </a:pathLst>
            </a:custGeom>
            <a:solidFill>
              <a:srgbClr val="F1F1F1"/>
            </a:solidFill>
          </p:spPr>
          <p:txBody>
            <a:bodyPr wrap="square" lIns="0" tIns="0" rIns="0" bIns="0" rtlCol="0"/>
            <a:lstStyle/>
            <a:p>
              <a:endParaRPr/>
            </a:p>
          </p:txBody>
        </p:sp>
      </p:grpSp>
      <p:sp>
        <p:nvSpPr>
          <p:cNvPr id="19" name="object 19"/>
          <p:cNvSpPr txBox="1"/>
          <p:nvPr/>
        </p:nvSpPr>
        <p:spPr>
          <a:xfrm>
            <a:off x="705408" y="1398778"/>
            <a:ext cx="11134090" cy="4809009"/>
          </a:xfrm>
          <a:prstGeom prst="rect">
            <a:avLst/>
          </a:prstGeom>
        </p:spPr>
        <p:txBody>
          <a:bodyPr vert="horz" wrap="square" lIns="0" tIns="12700" rIns="0" bIns="0" rtlCol="0">
            <a:spAutoFit/>
          </a:bodyPr>
          <a:lstStyle/>
          <a:p>
            <a:pPr marL="50800">
              <a:lnSpc>
                <a:spcPct val="100000"/>
              </a:lnSpc>
              <a:spcBef>
                <a:spcPts val="100"/>
              </a:spcBef>
            </a:pPr>
            <a:r>
              <a:rPr sz="1800" spc="-50" dirty="0">
                <a:solidFill>
                  <a:srgbClr val="006F57"/>
                </a:solidFill>
                <a:latin typeface="Wingdings"/>
                <a:cs typeface="Wingdings"/>
              </a:rPr>
              <a:t></a:t>
            </a:r>
            <a:endParaRPr sz="1800" dirty="0">
              <a:latin typeface="Wingdings"/>
              <a:cs typeface="Wingdings"/>
            </a:endParaRPr>
          </a:p>
          <a:p>
            <a:pPr>
              <a:lnSpc>
                <a:spcPct val="100000"/>
              </a:lnSpc>
              <a:spcBef>
                <a:spcPts val="114"/>
              </a:spcBef>
            </a:pPr>
            <a:endParaRPr sz="1800" dirty="0">
              <a:latin typeface="Wingdings"/>
              <a:cs typeface="Wingdings"/>
            </a:endParaRPr>
          </a:p>
          <a:p>
            <a:pPr marL="279400" marR="1183005" indent="-228600">
              <a:lnSpc>
                <a:spcPct val="100000"/>
              </a:lnSpc>
              <a:buClr>
                <a:srgbClr val="006F57"/>
              </a:buClr>
              <a:buSzPct val="75000"/>
              <a:buFont typeface="Wingdings"/>
              <a:buChar char=""/>
              <a:tabLst>
                <a:tab pos="279400" algn="l"/>
              </a:tabLst>
            </a:pPr>
            <a:r>
              <a:rPr sz="2400" spc="120" dirty="0">
                <a:solidFill>
                  <a:srgbClr val="252525"/>
                </a:solidFill>
                <a:latin typeface="Cambria"/>
                <a:cs typeface="Cambria"/>
              </a:rPr>
              <a:t>If</a:t>
            </a:r>
            <a:r>
              <a:rPr sz="2400" spc="229" dirty="0">
                <a:solidFill>
                  <a:srgbClr val="252525"/>
                </a:solidFill>
                <a:latin typeface="Cambria"/>
                <a:cs typeface="Cambria"/>
              </a:rPr>
              <a:t> </a:t>
            </a:r>
            <a:r>
              <a:rPr sz="2400" spc="175" dirty="0">
                <a:solidFill>
                  <a:srgbClr val="252525"/>
                </a:solidFill>
                <a:latin typeface="Cambria"/>
                <a:cs typeface="Cambria"/>
              </a:rPr>
              <a:t>X=Num</a:t>
            </a:r>
            <a:r>
              <a:rPr sz="2400" spc="240" dirty="0">
                <a:solidFill>
                  <a:srgbClr val="252525"/>
                </a:solidFill>
                <a:latin typeface="Cambria"/>
                <a:cs typeface="Cambria"/>
              </a:rPr>
              <a:t> </a:t>
            </a:r>
            <a:r>
              <a:rPr sz="2400" spc="195" dirty="0">
                <a:solidFill>
                  <a:srgbClr val="252525"/>
                </a:solidFill>
                <a:latin typeface="Cambria"/>
                <a:cs typeface="Cambria"/>
              </a:rPr>
              <a:t>of</a:t>
            </a:r>
            <a:r>
              <a:rPr sz="2400" spc="240" dirty="0">
                <a:solidFill>
                  <a:srgbClr val="252525"/>
                </a:solidFill>
                <a:latin typeface="Cambria"/>
                <a:cs typeface="Cambria"/>
              </a:rPr>
              <a:t> </a:t>
            </a:r>
            <a:r>
              <a:rPr sz="2400" spc="125" dirty="0">
                <a:solidFill>
                  <a:srgbClr val="252525"/>
                </a:solidFill>
                <a:latin typeface="Cambria"/>
                <a:cs typeface="Cambria"/>
              </a:rPr>
              <a:t>words</a:t>
            </a:r>
            <a:r>
              <a:rPr sz="2400" spc="225" dirty="0">
                <a:solidFill>
                  <a:srgbClr val="252525"/>
                </a:solidFill>
                <a:latin typeface="Cambria"/>
                <a:cs typeface="Cambria"/>
              </a:rPr>
              <a:t> </a:t>
            </a:r>
            <a:r>
              <a:rPr sz="2400" spc="120" dirty="0">
                <a:solidFill>
                  <a:srgbClr val="252525"/>
                </a:solidFill>
                <a:latin typeface="Cambria"/>
                <a:cs typeface="Cambria"/>
              </a:rPr>
              <a:t>in</a:t>
            </a:r>
            <a:r>
              <a:rPr sz="2400" spc="229" dirty="0">
                <a:solidFill>
                  <a:srgbClr val="252525"/>
                </a:solidFill>
                <a:latin typeface="Cambria"/>
                <a:cs typeface="Cambria"/>
              </a:rPr>
              <a:t> </a:t>
            </a:r>
            <a:r>
              <a:rPr sz="2400" spc="114" dirty="0">
                <a:solidFill>
                  <a:srgbClr val="252525"/>
                </a:solidFill>
                <a:latin typeface="Cambria"/>
                <a:cs typeface="Cambria"/>
              </a:rPr>
              <a:t>a</a:t>
            </a:r>
            <a:r>
              <a:rPr sz="2400" spc="240" dirty="0">
                <a:solidFill>
                  <a:srgbClr val="252525"/>
                </a:solidFill>
                <a:latin typeface="Cambria"/>
                <a:cs typeface="Cambria"/>
              </a:rPr>
              <a:t> </a:t>
            </a:r>
            <a:r>
              <a:rPr sz="2400" spc="114" dirty="0">
                <a:solidFill>
                  <a:srgbClr val="252525"/>
                </a:solidFill>
                <a:latin typeface="Cambria"/>
                <a:cs typeface="Cambria"/>
              </a:rPr>
              <a:t>given</a:t>
            </a:r>
            <a:r>
              <a:rPr sz="2400" spc="235" dirty="0">
                <a:solidFill>
                  <a:srgbClr val="252525"/>
                </a:solidFill>
                <a:latin typeface="Cambria"/>
                <a:cs typeface="Cambria"/>
              </a:rPr>
              <a:t> </a:t>
            </a:r>
            <a:r>
              <a:rPr sz="2400" spc="125" dirty="0">
                <a:solidFill>
                  <a:srgbClr val="252525"/>
                </a:solidFill>
                <a:latin typeface="Cambria"/>
                <a:cs typeface="Cambria"/>
              </a:rPr>
              <a:t>sentence</a:t>
            </a:r>
            <a:r>
              <a:rPr lang="en-US" sz="2400" spc="125" dirty="0">
                <a:solidFill>
                  <a:srgbClr val="252525"/>
                </a:solidFill>
                <a:latin typeface="Cambria"/>
                <a:cs typeface="Cambria"/>
              </a:rPr>
              <a:t> k</a:t>
            </a:r>
            <a:r>
              <a:rPr sz="2400" spc="160" dirty="0">
                <a:solidFill>
                  <a:srgbClr val="252525"/>
                </a:solidFill>
                <a:latin typeface="Cambria"/>
                <a:cs typeface="Cambria"/>
              </a:rPr>
              <a:t>,</a:t>
            </a:r>
            <a:r>
              <a:rPr lang="en-US" sz="2400" spc="160" dirty="0">
                <a:solidFill>
                  <a:srgbClr val="252525"/>
                </a:solidFill>
                <a:latin typeface="Cambria"/>
                <a:cs typeface="Cambria"/>
              </a:rPr>
              <a:t> N is the number of required gram.</a:t>
            </a:r>
            <a:endParaRPr lang="en-US" sz="2400" spc="245" dirty="0">
              <a:solidFill>
                <a:srgbClr val="252525"/>
              </a:solidFill>
              <a:latin typeface="Cambria"/>
              <a:cs typeface="Cambria"/>
            </a:endParaRPr>
          </a:p>
          <a:p>
            <a:pPr marL="279400" marR="1183005" indent="-228600">
              <a:lnSpc>
                <a:spcPct val="100000"/>
              </a:lnSpc>
              <a:buClr>
                <a:srgbClr val="006F57"/>
              </a:buClr>
              <a:buSzPct val="75000"/>
              <a:buFont typeface="Wingdings"/>
              <a:buChar char=""/>
              <a:tabLst>
                <a:tab pos="279400" algn="l"/>
              </a:tabLst>
            </a:pPr>
            <a:r>
              <a:rPr lang="en-US" sz="2400" spc="125" dirty="0">
                <a:solidFill>
                  <a:srgbClr val="252525"/>
                </a:solidFill>
                <a:latin typeface="Cambria"/>
                <a:cs typeface="Cambria"/>
              </a:rPr>
              <a:t>T</a:t>
            </a:r>
            <a:r>
              <a:rPr sz="2400" spc="125" dirty="0">
                <a:solidFill>
                  <a:srgbClr val="252525"/>
                </a:solidFill>
                <a:latin typeface="Cambria"/>
                <a:cs typeface="Cambria"/>
              </a:rPr>
              <a:t>he</a:t>
            </a:r>
            <a:r>
              <a:rPr sz="2400" spc="235" dirty="0">
                <a:solidFill>
                  <a:srgbClr val="252525"/>
                </a:solidFill>
                <a:latin typeface="Cambria"/>
                <a:cs typeface="Cambria"/>
              </a:rPr>
              <a:t> </a:t>
            </a:r>
            <a:r>
              <a:rPr sz="2400" spc="140" dirty="0">
                <a:solidFill>
                  <a:srgbClr val="252525"/>
                </a:solidFill>
                <a:latin typeface="Cambria"/>
                <a:cs typeface="Cambria"/>
              </a:rPr>
              <a:t>number</a:t>
            </a:r>
            <a:r>
              <a:rPr sz="2400" spc="245" dirty="0">
                <a:solidFill>
                  <a:srgbClr val="252525"/>
                </a:solidFill>
                <a:latin typeface="Cambria"/>
                <a:cs typeface="Cambria"/>
              </a:rPr>
              <a:t> </a:t>
            </a:r>
            <a:r>
              <a:rPr sz="2400" spc="190" dirty="0">
                <a:solidFill>
                  <a:srgbClr val="252525"/>
                </a:solidFill>
                <a:latin typeface="Cambria"/>
                <a:cs typeface="Cambria"/>
              </a:rPr>
              <a:t>of</a:t>
            </a:r>
            <a:r>
              <a:rPr sz="2400" spc="250" dirty="0">
                <a:solidFill>
                  <a:srgbClr val="252525"/>
                </a:solidFill>
                <a:latin typeface="Cambria"/>
                <a:cs typeface="Cambria"/>
              </a:rPr>
              <a:t> </a:t>
            </a:r>
            <a:r>
              <a:rPr sz="2400" spc="60" dirty="0">
                <a:solidFill>
                  <a:srgbClr val="252525"/>
                </a:solidFill>
                <a:latin typeface="Cambria"/>
                <a:cs typeface="Cambria"/>
              </a:rPr>
              <a:t>n-</a:t>
            </a:r>
            <a:r>
              <a:rPr sz="2400" spc="135" dirty="0">
                <a:solidFill>
                  <a:srgbClr val="252525"/>
                </a:solidFill>
                <a:latin typeface="Cambria"/>
                <a:cs typeface="Cambria"/>
              </a:rPr>
              <a:t>grams </a:t>
            </a:r>
            <a:r>
              <a:rPr sz="2400" spc="145" dirty="0">
                <a:solidFill>
                  <a:srgbClr val="252525"/>
                </a:solidFill>
                <a:latin typeface="Cambria"/>
                <a:cs typeface="Cambria"/>
              </a:rPr>
              <a:t>for</a:t>
            </a:r>
            <a:r>
              <a:rPr sz="2400" spc="210" dirty="0">
                <a:solidFill>
                  <a:srgbClr val="252525"/>
                </a:solidFill>
                <a:latin typeface="Cambria"/>
                <a:cs typeface="Cambria"/>
              </a:rPr>
              <a:t> </a:t>
            </a:r>
            <a:r>
              <a:rPr sz="2400" spc="130" dirty="0">
                <a:solidFill>
                  <a:srgbClr val="252525"/>
                </a:solidFill>
                <a:latin typeface="Cambria"/>
                <a:cs typeface="Cambria"/>
              </a:rPr>
              <a:t>sentence</a:t>
            </a:r>
            <a:r>
              <a:rPr sz="2400" spc="240" dirty="0">
                <a:solidFill>
                  <a:srgbClr val="252525"/>
                </a:solidFill>
                <a:latin typeface="Cambria"/>
                <a:cs typeface="Cambria"/>
              </a:rPr>
              <a:t> </a:t>
            </a:r>
            <a:r>
              <a:rPr sz="2400" spc="180" dirty="0">
                <a:solidFill>
                  <a:srgbClr val="252525"/>
                </a:solidFill>
                <a:latin typeface="Cambria"/>
                <a:cs typeface="Cambria"/>
              </a:rPr>
              <a:t>K</a:t>
            </a:r>
            <a:r>
              <a:rPr sz="2400" spc="200" dirty="0">
                <a:solidFill>
                  <a:srgbClr val="252525"/>
                </a:solidFill>
                <a:latin typeface="Cambria"/>
                <a:cs typeface="Cambria"/>
              </a:rPr>
              <a:t> </a:t>
            </a:r>
            <a:r>
              <a:rPr sz="2400" spc="125" dirty="0">
                <a:solidFill>
                  <a:srgbClr val="252525"/>
                </a:solidFill>
                <a:latin typeface="Cambria"/>
                <a:cs typeface="Cambria"/>
              </a:rPr>
              <a:t>would</a:t>
            </a:r>
            <a:r>
              <a:rPr sz="2400" spc="225" dirty="0">
                <a:solidFill>
                  <a:srgbClr val="252525"/>
                </a:solidFill>
                <a:latin typeface="Cambria"/>
                <a:cs typeface="Cambria"/>
              </a:rPr>
              <a:t> </a:t>
            </a:r>
            <a:r>
              <a:rPr sz="2400" spc="55" dirty="0">
                <a:solidFill>
                  <a:srgbClr val="252525"/>
                </a:solidFill>
                <a:latin typeface="Cambria"/>
                <a:cs typeface="Cambria"/>
              </a:rPr>
              <a:t>be:</a:t>
            </a:r>
            <a:endParaRPr sz="2400" dirty="0">
              <a:latin typeface="Cambria"/>
              <a:cs typeface="Cambria"/>
            </a:endParaRPr>
          </a:p>
          <a:p>
            <a:pPr marL="3143250" lvl="1" indent="-562610">
              <a:lnSpc>
                <a:spcPct val="100000"/>
              </a:lnSpc>
              <a:spcBef>
                <a:spcPts val="2000"/>
              </a:spcBef>
              <a:buClr>
                <a:srgbClr val="006F57"/>
              </a:buClr>
              <a:buSzPct val="75000"/>
              <a:buFont typeface="Wingdings"/>
              <a:buChar char=""/>
              <a:tabLst>
                <a:tab pos="3143250" algn="l"/>
              </a:tabLst>
            </a:pPr>
            <a:r>
              <a:rPr sz="2800" dirty="0">
                <a:solidFill>
                  <a:srgbClr val="C00000"/>
                </a:solidFill>
                <a:latin typeface="Cambria Math"/>
                <a:cs typeface="Cambria Math"/>
              </a:rPr>
              <a:t>𝒏</a:t>
            </a:r>
            <a:r>
              <a:rPr sz="2800" spc="-10" dirty="0">
                <a:solidFill>
                  <a:srgbClr val="C00000"/>
                </a:solidFill>
                <a:latin typeface="Cambria Math"/>
                <a:cs typeface="Cambria Math"/>
              </a:rPr>
              <a:t> </a:t>
            </a:r>
            <a:r>
              <a:rPr sz="2800" dirty="0">
                <a:solidFill>
                  <a:srgbClr val="C00000"/>
                </a:solidFill>
                <a:latin typeface="Cambria Math"/>
                <a:cs typeface="Cambria Math"/>
              </a:rPr>
              <a:t>−</a:t>
            </a:r>
            <a:r>
              <a:rPr sz="2800" spc="-20" dirty="0">
                <a:solidFill>
                  <a:srgbClr val="C00000"/>
                </a:solidFill>
                <a:latin typeface="Cambria Math"/>
                <a:cs typeface="Cambria Math"/>
              </a:rPr>
              <a:t> </a:t>
            </a:r>
            <a:r>
              <a:rPr sz="2800" dirty="0">
                <a:solidFill>
                  <a:srgbClr val="C00000"/>
                </a:solidFill>
                <a:latin typeface="Cambria Math"/>
                <a:cs typeface="Cambria Math"/>
              </a:rPr>
              <a:t>𝒈𝒓𝒂𝒎𝒔</a:t>
            </a:r>
            <a:r>
              <a:rPr sz="3075" baseline="-16260" dirty="0">
                <a:solidFill>
                  <a:srgbClr val="C00000"/>
                </a:solidFill>
                <a:latin typeface="Cambria Math"/>
                <a:cs typeface="Cambria Math"/>
              </a:rPr>
              <a:t>𝒌</a:t>
            </a:r>
            <a:r>
              <a:rPr sz="3075" spc="644" baseline="-16260" dirty="0">
                <a:solidFill>
                  <a:srgbClr val="C00000"/>
                </a:solidFill>
                <a:latin typeface="Cambria Math"/>
                <a:cs typeface="Cambria Math"/>
              </a:rPr>
              <a:t> </a:t>
            </a:r>
            <a:r>
              <a:rPr sz="2800" dirty="0">
                <a:solidFill>
                  <a:srgbClr val="C00000"/>
                </a:solidFill>
                <a:latin typeface="Cambria Math"/>
                <a:cs typeface="Cambria Math"/>
              </a:rPr>
              <a:t>=</a:t>
            </a:r>
            <a:r>
              <a:rPr sz="2800" spc="130" dirty="0">
                <a:solidFill>
                  <a:srgbClr val="C00000"/>
                </a:solidFill>
                <a:latin typeface="Cambria Math"/>
                <a:cs typeface="Cambria Math"/>
              </a:rPr>
              <a:t> </a:t>
            </a:r>
            <a:r>
              <a:rPr sz="2800" dirty="0">
                <a:solidFill>
                  <a:srgbClr val="C00000"/>
                </a:solidFill>
                <a:latin typeface="Cambria Math"/>
                <a:cs typeface="Cambria Math"/>
              </a:rPr>
              <a:t>𝐗 −</a:t>
            </a:r>
            <a:r>
              <a:rPr sz="2800" spc="-10" dirty="0">
                <a:solidFill>
                  <a:srgbClr val="C00000"/>
                </a:solidFill>
                <a:latin typeface="Cambria Math"/>
                <a:cs typeface="Cambria Math"/>
              </a:rPr>
              <a:t> </a:t>
            </a:r>
            <a:r>
              <a:rPr sz="2800" dirty="0">
                <a:solidFill>
                  <a:srgbClr val="C00000"/>
                </a:solidFill>
                <a:latin typeface="Cambria Math"/>
                <a:cs typeface="Cambria Math"/>
              </a:rPr>
              <a:t>(𝐍</a:t>
            </a:r>
            <a:r>
              <a:rPr sz="2800" spc="-20" dirty="0">
                <a:solidFill>
                  <a:srgbClr val="C00000"/>
                </a:solidFill>
                <a:latin typeface="Cambria Math"/>
                <a:cs typeface="Cambria Math"/>
              </a:rPr>
              <a:t> </a:t>
            </a:r>
            <a:r>
              <a:rPr sz="2800" dirty="0">
                <a:solidFill>
                  <a:srgbClr val="C00000"/>
                </a:solidFill>
                <a:latin typeface="Cambria Math"/>
                <a:cs typeface="Cambria Math"/>
              </a:rPr>
              <a:t>−</a:t>
            </a:r>
            <a:r>
              <a:rPr sz="2800" spc="-15" dirty="0">
                <a:solidFill>
                  <a:srgbClr val="C00000"/>
                </a:solidFill>
                <a:latin typeface="Cambria Math"/>
                <a:cs typeface="Cambria Math"/>
              </a:rPr>
              <a:t> </a:t>
            </a:r>
            <a:r>
              <a:rPr sz="2800" spc="-25" dirty="0">
                <a:solidFill>
                  <a:srgbClr val="C00000"/>
                </a:solidFill>
                <a:latin typeface="Cambria Math"/>
                <a:cs typeface="Cambria Math"/>
              </a:rPr>
              <a:t>𝟏)</a:t>
            </a:r>
            <a:endParaRPr sz="2800" dirty="0">
              <a:latin typeface="Cambria Math"/>
              <a:cs typeface="Cambria Math"/>
            </a:endParaRPr>
          </a:p>
          <a:p>
            <a:pPr>
              <a:lnSpc>
                <a:spcPct val="100000"/>
              </a:lnSpc>
              <a:spcBef>
                <a:spcPts val="2680"/>
              </a:spcBef>
            </a:pPr>
            <a:endParaRPr sz="2800" dirty="0">
              <a:latin typeface="Cambria Math"/>
              <a:cs typeface="Cambria Math"/>
            </a:endParaRPr>
          </a:p>
          <a:p>
            <a:pPr marL="1290955">
              <a:lnSpc>
                <a:spcPct val="100000"/>
              </a:lnSpc>
            </a:pPr>
            <a:r>
              <a:rPr sz="2400" b="1" spc="-10" dirty="0">
                <a:latin typeface="Constantia"/>
                <a:cs typeface="Constantia"/>
              </a:rPr>
              <a:t>Problem</a:t>
            </a:r>
            <a:endParaRPr sz="2400" dirty="0">
              <a:latin typeface="Constantia"/>
              <a:cs typeface="Constantia"/>
            </a:endParaRPr>
          </a:p>
          <a:p>
            <a:pPr marL="1747520" indent="-227965">
              <a:lnSpc>
                <a:spcPct val="100000"/>
              </a:lnSpc>
              <a:spcBef>
                <a:spcPts val="755"/>
              </a:spcBef>
              <a:buClr>
                <a:srgbClr val="075A74"/>
              </a:buClr>
              <a:buSzPct val="75000"/>
              <a:buFont typeface="Wingdings"/>
              <a:buChar char=""/>
              <a:tabLst>
                <a:tab pos="1747520" algn="l"/>
              </a:tabLst>
            </a:pPr>
            <a:r>
              <a:rPr sz="2400" dirty="0">
                <a:solidFill>
                  <a:srgbClr val="252525"/>
                </a:solidFill>
                <a:latin typeface="Constantia"/>
                <a:cs typeface="Constantia"/>
              </a:rPr>
              <a:t>too</a:t>
            </a:r>
            <a:r>
              <a:rPr sz="2400" spc="-120" dirty="0">
                <a:solidFill>
                  <a:srgbClr val="252525"/>
                </a:solidFill>
                <a:latin typeface="Constantia"/>
                <a:cs typeface="Constantia"/>
              </a:rPr>
              <a:t> </a:t>
            </a:r>
            <a:r>
              <a:rPr sz="2400" dirty="0">
                <a:solidFill>
                  <a:srgbClr val="252525"/>
                </a:solidFill>
                <a:latin typeface="Constantia"/>
                <a:cs typeface="Constantia"/>
              </a:rPr>
              <a:t>many</a:t>
            </a:r>
            <a:r>
              <a:rPr sz="2400" spc="-140" dirty="0">
                <a:solidFill>
                  <a:srgbClr val="252525"/>
                </a:solidFill>
                <a:latin typeface="Constantia"/>
                <a:cs typeface="Constantia"/>
              </a:rPr>
              <a:t> </a:t>
            </a:r>
            <a:r>
              <a:rPr sz="2400" spc="-10" dirty="0">
                <a:solidFill>
                  <a:srgbClr val="252525"/>
                </a:solidFill>
                <a:latin typeface="Constantia"/>
                <a:cs typeface="Constantia"/>
              </a:rPr>
              <a:t>features</a:t>
            </a:r>
            <a:endParaRPr sz="2400" dirty="0">
              <a:latin typeface="Constantia"/>
              <a:cs typeface="Constantia"/>
            </a:endParaRPr>
          </a:p>
          <a:p>
            <a:pPr marL="1748155" marR="17780" indent="-228600">
              <a:lnSpc>
                <a:spcPct val="100000"/>
              </a:lnSpc>
              <a:spcBef>
                <a:spcPts val="600"/>
              </a:spcBef>
              <a:buClr>
                <a:srgbClr val="075A74"/>
              </a:buClr>
              <a:buSzPct val="75000"/>
              <a:buFont typeface="Wingdings"/>
              <a:buChar char=""/>
              <a:tabLst>
                <a:tab pos="1748155" algn="l"/>
              </a:tabLst>
            </a:pPr>
            <a:r>
              <a:rPr sz="2400" dirty="0">
                <a:solidFill>
                  <a:srgbClr val="252525"/>
                </a:solidFill>
                <a:latin typeface="Constantia"/>
                <a:cs typeface="Constantia"/>
              </a:rPr>
              <a:t>Out</a:t>
            </a:r>
            <a:r>
              <a:rPr sz="2400" spc="100" dirty="0">
                <a:solidFill>
                  <a:srgbClr val="252525"/>
                </a:solidFill>
                <a:latin typeface="Constantia"/>
                <a:cs typeface="Constantia"/>
              </a:rPr>
              <a:t> </a:t>
            </a:r>
            <a:r>
              <a:rPr sz="2400" dirty="0">
                <a:solidFill>
                  <a:srgbClr val="252525"/>
                </a:solidFill>
                <a:latin typeface="Constantia"/>
                <a:cs typeface="Constantia"/>
              </a:rPr>
              <a:t>of</a:t>
            </a:r>
            <a:r>
              <a:rPr sz="2400" spc="215" dirty="0">
                <a:solidFill>
                  <a:srgbClr val="252525"/>
                </a:solidFill>
                <a:latin typeface="Constantia"/>
                <a:cs typeface="Constantia"/>
              </a:rPr>
              <a:t> </a:t>
            </a:r>
            <a:r>
              <a:rPr sz="2400" dirty="0">
                <a:solidFill>
                  <a:srgbClr val="252525"/>
                </a:solidFill>
                <a:latin typeface="Constantia"/>
                <a:cs typeface="Constantia"/>
              </a:rPr>
              <a:t>Vocabulary</a:t>
            </a:r>
            <a:r>
              <a:rPr sz="2400" spc="110" dirty="0">
                <a:solidFill>
                  <a:srgbClr val="252525"/>
                </a:solidFill>
                <a:latin typeface="Constantia"/>
                <a:cs typeface="Constantia"/>
              </a:rPr>
              <a:t> </a:t>
            </a:r>
            <a:r>
              <a:rPr sz="2400" dirty="0">
                <a:solidFill>
                  <a:srgbClr val="252525"/>
                </a:solidFill>
                <a:latin typeface="Constantia"/>
                <a:cs typeface="Constantia"/>
              </a:rPr>
              <a:t>(OOV)</a:t>
            </a:r>
            <a:r>
              <a:rPr sz="2400" spc="155" dirty="0">
                <a:solidFill>
                  <a:srgbClr val="252525"/>
                </a:solidFill>
                <a:latin typeface="Constantia"/>
                <a:cs typeface="Constantia"/>
              </a:rPr>
              <a:t> </a:t>
            </a:r>
            <a:r>
              <a:rPr sz="2400" dirty="0">
                <a:solidFill>
                  <a:srgbClr val="252525"/>
                </a:solidFill>
                <a:latin typeface="Constantia"/>
                <a:cs typeface="Constantia"/>
              </a:rPr>
              <a:t>words.</a:t>
            </a:r>
            <a:r>
              <a:rPr sz="2400" spc="165" dirty="0">
                <a:solidFill>
                  <a:srgbClr val="252525"/>
                </a:solidFill>
                <a:latin typeface="Constantia"/>
                <a:cs typeface="Constantia"/>
              </a:rPr>
              <a:t> </a:t>
            </a:r>
            <a:r>
              <a:rPr sz="2400" dirty="0">
                <a:solidFill>
                  <a:srgbClr val="252525"/>
                </a:solidFill>
                <a:latin typeface="Constantia"/>
                <a:cs typeface="Constantia"/>
              </a:rPr>
              <a:t>These</a:t>
            </a:r>
            <a:r>
              <a:rPr sz="2400" spc="105" dirty="0">
                <a:solidFill>
                  <a:srgbClr val="252525"/>
                </a:solidFill>
                <a:latin typeface="Constantia"/>
                <a:cs typeface="Constantia"/>
              </a:rPr>
              <a:t> </a:t>
            </a:r>
            <a:r>
              <a:rPr sz="2400" dirty="0">
                <a:solidFill>
                  <a:srgbClr val="252525"/>
                </a:solidFill>
                <a:latin typeface="Constantia"/>
                <a:cs typeface="Constantia"/>
              </a:rPr>
              <a:t>are</a:t>
            </a:r>
            <a:r>
              <a:rPr sz="2400" spc="100" dirty="0">
                <a:solidFill>
                  <a:srgbClr val="252525"/>
                </a:solidFill>
                <a:latin typeface="Constantia"/>
                <a:cs typeface="Constantia"/>
              </a:rPr>
              <a:t> </a:t>
            </a:r>
            <a:r>
              <a:rPr sz="2400" dirty="0">
                <a:solidFill>
                  <a:srgbClr val="252525"/>
                </a:solidFill>
                <a:latin typeface="Constantia"/>
                <a:cs typeface="Constantia"/>
              </a:rPr>
              <a:t>words</a:t>
            </a:r>
            <a:r>
              <a:rPr sz="2400" spc="105" dirty="0">
                <a:solidFill>
                  <a:srgbClr val="252525"/>
                </a:solidFill>
                <a:latin typeface="Constantia"/>
                <a:cs typeface="Constantia"/>
              </a:rPr>
              <a:t> </a:t>
            </a:r>
            <a:r>
              <a:rPr sz="2400" dirty="0">
                <a:solidFill>
                  <a:srgbClr val="252525"/>
                </a:solidFill>
                <a:latin typeface="Constantia"/>
                <a:cs typeface="Constantia"/>
              </a:rPr>
              <a:t>that</a:t>
            </a:r>
            <a:r>
              <a:rPr sz="2400" spc="114" dirty="0">
                <a:solidFill>
                  <a:srgbClr val="252525"/>
                </a:solidFill>
                <a:latin typeface="Constantia"/>
                <a:cs typeface="Constantia"/>
              </a:rPr>
              <a:t> </a:t>
            </a:r>
            <a:r>
              <a:rPr sz="2400" dirty="0">
                <a:solidFill>
                  <a:srgbClr val="252525"/>
                </a:solidFill>
                <a:latin typeface="Constantia"/>
                <a:cs typeface="Constantia"/>
              </a:rPr>
              <a:t>appear</a:t>
            </a:r>
            <a:r>
              <a:rPr sz="2400" spc="85" dirty="0">
                <a:solidFill>
                  <a:srgbClr val="252525"/>
                </a:solidFill>
                <a:latin typeface="Constantia"/>
                <a:cs typeface="Constantia"/>
              </a:rPr>
              <a:t> </a:t>
            </a:r>
            <a:r>
              <a:rPr sz="2400" spc="-10" dirty="0">
                <a:solidFill>
                  <a:srgbClr val="252525"/>
                </a:solidFill>
                <a:latin typeface="Constantia"/>
                <a:cs typeface="Constantia"/>
              </a:rPr>
              <a:t>during </a:t>
            </a:r>
            <a:r>
              <a:rPr sz="2400" dirty="0">
                <a:solidFill>
                  <a:srgbClr val="252525"/>
                </a:solidFill>
                <a:latin typeface="Constantia"/>
                <a:cs typeface="Constantia"/>
              </a:rPr>
              <a:t>testing</a:t>
            </a:r>
            <a:r>
              <a:rPr sz="2400" spc="-45" dirty="0">
                <a:solidFill>
                  <a:srgbClr val="252525"/>
                </a:solidFill>
                <a:latin typeface="Constantia"/>
                <a:cs typeface="Constantia"/>
              </a:rPr>
              <a:t> </a:t>
            </a:r>
            <a:r>
              <a:rPr sz="2400" dirty="0">
                <a:solidFill>
                  <a:srgbClr val="252525"/>
                </a:solidFill>
                <a:latin typeface="Constantia"/>
                <a:cs typeface="Constantia"/>
              </a:rPr>
              <a:t>but</a:t>
            </a:r>
            <a:r>
              <a:rPr sz="2400" spc="-105" dirty="0">
                <a:solidFill>
                  <a:srgbClr val="252525"/>
                </a:solidFill>
                <a:latin typeface="Constantia"/>
                <a:cs typeface="Constantia"/>
              </a:rPr>
              <a:t> </a:t>
            </a:r>
            <a:r>
              <a:rPr sz="2400" dirty="0">
                <a:solidFill>
                  <a:srgbClr val="252525"/>
                </a:solidFill>
                <a:latin typeface="Constantia"/>
                <a:cs typeface="Constantia"/>
              </a:rPr>
              <a:t>not</a:t>
            </a:r>
            <a:r>
              <a:rPr sz="2400" spc="-95" dirty="0">
                <a:solidFill>
                  <a:srgbClr val="252525"/>
                </a:solidFill>
                <a:latin typeface="Constantia"/>
                <a:cs typeface="Constantia"/>
              </a:rPr>
              <a:t> </a:t>
            </a:r>
            <a:r>
              <a:rPr sz="2400" dirty="0">
                <a:solidFill>
                  <a:srgbClr val="252525"/>
                </a:solidFill>
                <a:latin typeface="Constantia"/>
                <a:cs typeface="Constantia"/>
              </a:rPr>
              <a:t>in</a:t>
            </a:r>
            <a:r>
              <a:rPr sz="2400" spc="-110" dirty="0">
                <a:solidFill>
                  <a:srgbClr val="252525"/>
                </a:solidFill>
                <a:latin typeface="Constantia"/>
                <a:cs typeface="Constantia"/>
              </a:rPr>
              <a:t> </a:t>
            </a:r>
            <a:r>
              <a:rPr sz="2400" spc="-10" dirty="0">
                <a:solidFill>
                  <a:srgbClr val="252525"/>
                </a:solidFill>
                <a:latin typeface="Constantia"/>
                <a:cs typeface="Constantia"/>
              </a:rPr>
              <a:t>training.</a:t>
            </a:r>
            <a:endParaRPr sz="2400" dirty="0">
              <a:latin typeface="Constantia"/>
              <a:cs typeface="Constantia"/>
            </a:endParaRPr>
          </a:p>
        </p:txBody>
      </p:sp>
      <p:sp>
        <p:nvSpPr>
          <p:cNvPr id="20" name="object 20"/>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3" name="object 3"/>
          <p:cNvGrpSpPr/>
          <p:nvPr/>
        </p:nvGrpSpPr>
        <p:grpSpPr>
          <a:xfrm>
            <a:off x="984808" y="1975739"/>
            <a:ext cx="3493770" cy="295910"/>
            <a:chOff x="984808" y="1975739"/>
            <a:chExt cx="3493770" cy="295910"/>
          </a:xfrm>
        </p:grpSpPr>
        <p:pic>
          <p:nvPicPr>
            <p:cNvPr id="4" name="object 4"/>
            <p:cNvPicPr/>
            <p:nvPr/>
          </p:nvPicPr>
          <p:blipFill>
            <a:blip r:embed="rId2" cstate="print"/>
            <a:stretch>
              <a:fillRect/>
            </a:stretch>
          </p:blipFill>
          <p:spPr>
            <a:xfrm>
              <a:off x="984808" y="1975739"/>
              <a:ext cx="754379" cy="295655"/>
            </a:xfrm>
            <a:prstGeom prst="rect">
              <a:avLst/>
            </a:prstGeom>
          </p:spPr>
        </p:pic>
        <p:pic>
          <p:nvPicPr>
            <p:cNvPr id="5" name="object 5"/>
            <p:cNvPicPr/>
            <p:nvPr/>
          </p:nvPicPr>
          <p:blipFill>
            <a:blip r:embed="rId3" cstate="print"/>
            <a:stretch>
              <a:fillRect/>
            </a:stretch>
          </p:blipFill>
          <p:spPr>
            <a:xfrm>
              <a:off x="1669033" y="1975739"/>
              <a:ext cx="1502283" cy="295655"/>
            </a:xfrm>
            <a:prstGeom prst="rect">
              <a:avLst/>
            </a:prstGeom>
          </p:spPr>
        </p:pic>
        <p:pic>
          <p:nvPicPr>
            <p:cNvPr id="6" name="object 6"/>
            <p:cNvPicPr/>
            <p:nvPr/>
          </p:nvPicPr>
          <p:blipFill>
            <a:blip r:embed="rId4" cstate="print"/>
            <a:stretch>
              <a:fillRect/>
            </a:stretch>
          </p:blipFill>
          <p:spPr>
            <a:xfrm>
              <a:off x="3179699" y="1975739"/>
              <a:ext cx="402336" cy="295655"/>
            </a:xfrm>
            <a:prstGeom prst="rect">
              <a:avLst/>
            </a:prstGeom>
          </p:spPr>
        </p:pic>
        <p:pic>
          <p:nvPicPr>
            <p:cNvPr id="7" name="object 7"/>
            <p:cNvPicPr/>
            <p:nvPr/>
          </p:nvPicPr>
          <p:blipFill>
            <a:blip r:embed="rId5" cstate="print"/>
            <a:stretch>
              <a:fillRect/>
            </a:stretch>
          </p:blipFill>
          <p:spPr>
            <a:xfrm>
              <a:off x="3380866" y="1975739"/>
              <a:ext cx="295656" cy="295655"/>
            </a:xfrm>
            <a:prstGeom prst="rect">
              <a:avLst/>
            </a:prstGeom>
          </p:spPr>
        </p:pic>
        <p:pic>
          <p:nvPicPr>
            <p:cNvPr id="8" name="object 8"/>
            <p:cNvPicPr/>
            <p:nvPr/>
          </p:nvPicPr>
          <p:blipFill>
            <a:blip r:embed="rId6" cstate="print"/>
            <a:stretch>
              <a:fillRect/>
            </a:stretch>
          </p:blipFill>
          <p:spPr>
            <a:xfrm>
              <a:off x="3528694" y="1975739"/>
              <a:ext cx="949515" cy="295655"/>
            </a:xfrm>
            <a:prstGeom prst="rect">
              <a:avLst/>
            </a:prstGeom>
          </p:spPr>
        </p:pic>
      </p:grpSp>
      <p:grpSp>
        <p:nvGrpSpPr>
          <p:cNvPr id="9" name="object 9"/>
          <p:cNvGrpSpPr/>
          <p:nvPr/>
        </p:nvGrpSpPr>
        <p:grpSpPr>
          <a:xfrm>
            <a:off x="3158363" y="3042539"/>
            <a:ext cx="1537335" cy="295910"/>
            <a:chOff x="3158363" y="3042539"/>
            <a:chExt cx="1537335" cy="295910"/>
          </a:xfrm>
        </p:grpSpPr>
        <p:pic>
          <p:nvPicPr>
            <p:cNvPr id="10" name="object 10"/>
            <p:cNvPicPr/>
            <p:nvPr/>
          </p:nvPicPr>
          <p:blipFill>
            <a:blip r:embed="rId7" cstate="print"/>
            <a:stretch>
              <a:fillRect/>
            </a:stretch>
          </p:blipFill>
          <p:spPr>
            <a:xfrm>
              <a:off x="3158363" y="3042539"/>
              <a:ext cx="666750" cy="295655"/>
            </a:xfrm>
            <a:prstGeom prst="rect">
              <a:avLst/>
            </a:prstGeom>
          </p:spPr>
        </p:pic>
        <p:pic>
          <p:nvPicPr>
            <p:cNvPr id="11" name="object 11"/>
            <p:cNvPicPr/>
            <p:nvPr/>
          </p:nvPicPr>
          <p:blipFill>
            <a:blip r:embed="rId8" cstate="print"/>
            <a:stretch>
              <a:fillRect/>
            </a:stretch>
          </p:blipFill>
          <p:spPr>
            <a:xfrm>
              <a:off x="3769487" y="3042539"/>
              <a:ext cx="925741" cy="295655"/>
            </a:xfrm>
            <a:prstGeom prst="rect">
              <a:avLst/>
            </a:prstGeom>
          </p:spPr>
        </p:pic>
      </p:grpSp>
      <p:sp>
        <p:nvSpPr>
          <p:cNvPr id="12" name="object 12"/>
          <p:cNvSpPr txBox="1"/>
          <p:nvPr/>
        </p:nvSpPr>
        <p:spPr>
          <a:xfrm>
            <a:off x="743508" y="808075"/>
            <a:ext cx="9919335" cy="2540635"/>
          </a:xfrm>
          <a:prstGeom prst="rect">
            <a:avLst/>
          </a:prstGeom>
        </p:spPr>
        <p:txBody>
          <a:bodyPr vert="horz" wrap="square" lIns="0" tIns="12700" rIns="0" bIns="0" rtlCol="0">
            <a:spAutoFit/>
          </a:bodyPr>
          <a:lstStyle/>
          <a:p>
            <a:pPr marL="241300" marR="5080" indent="-228600">
              <a:lnSpc>
                <a:spcPct val="150000"/>
              </a:lnSpc>
              <a:spcBef>
                <a:spcPts val="100"/>
              </a:spcBef>
              <a:buClr>
                <a:srgbClr val="006F57"/>
              </a:buClr>
              <a:buSzPct val="75000"/>
              <a:buFont typeface="Wingdings"/>
              <a:buChar char=""/>
              <a:tabLst>
                <a:tab pos="241300" algn="l"/>
              </a:tabLst>
            </a:pPr>
            <a:r>
              <a:rPr sz="2000" spc="120" dirty="0">
                <a:solidFill>
                  <a:srgbClr val="252525"/>
                </a:solidFill>
                <a:latin typeface="Cambria"/>
                <a:cs typeface="Cambria"/>
              </a:rPr>
              <a:t>Remove</a:t>
            </a:r>
            <a:r>
              <a:rPr sz="2000" spc="290" dirty="0">
                <a:solidFill>
                  <a:srgbClr val="252525"/>
                </a:solidFill>
                <a:latin typeface="Cambria"/>
                <a:cs typeface="Cambria"/>
              </a:rPr>
              <a:t> </a:t>
            </a:r>
            <a:r>
              <a:rPr sz="2000" spc="135" dirty="0">
                <a:solidFill>
                  <a:srgbClr val="252525"/>
                </a:solidFill>
                <a:latin typeface="Cambria"/>
                <a:cs typeface="Cambria"/>
              </a:rPr>
              <a:t>some</a:t>
            </a:r>
            <a:r>
              <a:rPr sz="2000" spc="285" dirty="0">
                <a:solidFill>
                  <a:srgbClr val="252525"/>
                </a:solidFill>
                <a:latin typeface="Cambria"/>
                <a:cs typeface="Cambria"/>
              </a:rPr>
              <a:t> </a:t>
            </a:r>
            <a:r>
              <a:rPr sz="2000" dirty="0">
                <a:solidFill>
                  <a:srgbClr val="252525"/>
                </a:solidFill>
                <a:latin typeface="Cambria"/>
                <a:cs typeface="Cambria"/>
              </a:rPr>
              <a:t>N-</a:t>
            </a:r>
            <a:r>
              <a:rPr sz="2000" spc="150" dirty="0">
                <a:solidFill>
                  <a:srgbClr val="252525"/>
                </a:solidFill>
                <a:latin typeface="Cambria"/>
                <a:cs typeface="Cambria"/>
              </a:rPr>
              <a:t>Grams</a:t>
            </a:r>
            <a:r>
              <a:rPr sz="2000" spc="295" dirty="0">
                <a:solidFill>
                  <a:srgbClr val="252525"/>
                </a:solidFill>
                <a:latin typeface="Cambria"/>
                <a:cs typeface="Cambria"/>
              </a:rPr>
              <a:t> </a:t>
            </a:r>
            <a:r>
              <a:rPr sz="2000" spc="145" dirty="0">
                <a:solidFill>
                  <a:srgbClr val="252525"/>
                </a:solidFill>
                <a:latin typeface="Cambria"/>
                <a:cs typeface="Cambria"/>
              </a:rPr>
              <a:t>from</a:t>
            </a:r>
            <a:r>
              <a:rPr sz="2000" spc="285" dirty="0">
                <a:solidFill>
                  <a:srgbClr val="252525"/>
                </a:solidFill>
                <a:latin typeface="Cambria"/>
                <a:cs typeface="Cambria"/>
              </a:rPr>
              <a:t> </a:t>
            </a:r>
            <a:r>
              <a:rPr sz="2000" spc="110" dirty="0">
                <a:solidFill>
                  <a:srgbClr val="252525"/>
                </a:solidFill>
                <a:latin typeface="Cambria"/>
                <a:cs typeface="Cambria"/>
              </a:rPr>
              <a:t>features</a:t>
            </a:r>
            <a:r>
              <a:rPr sz="2000" spc="280" dirty="0">
                <a:solidFill>
                  <a:srgbClr val="252525"/>
                </a:solidFill>
                <a:latin typeface="Cambria"/>
                <a:cs typeface="Cambria"/>
              </a:rPr>
              <a:t> </a:t>
            </a:r>
            <a:r>
              <a:rPr sz="2000" spc="120" dirty="0">
                <a:solidFill>
                  <a:srgbClr val="252525"/>
                </a:solidFill>
                <a:latin typeface="Cambria"/>
                <a:cs typeface="Cambria"/>
              </a:rPr>
              <a:t>based</a:t>
            </a:r>
            <a:r>
              <a:rPr sz="2000" spc="290" dirty="0">
                <a:solidFill>
                  <a:srgbClr val="252525"/>
                </a:solidFill>
                <a:latin typeface="Cambria"/>
                <a:cs typeface="Cambria"/>
              </a:rPr>
              <a:t> </a:t>
            </a:r>
            <a:r>
              <a:rPr sz="2000" spc="140" dirty="0">
                <a:solidFill>
                  <a:srgbClr val="252525"/>
                </a:solidFill>
                <a:latin typeface="Cambria"/>
                <a:cs typeface="Cambria"/>
              </a:rPr>
              <a:t>on</a:t>
            </a:r>
            <a:r>
              <a:rPr sz="2000" spc="285" dirty="0">
                <a:solidFill>
                  <a:srgbClr val="252525"/>
                </a:solidFill>
                <a:latin typeface="Cambria"/>
                <a:cs typeface="Cambria"/>
              </a:rPr>
              <a:t> </a:t>
            </a:r>
            <a:r>
              <a:rPr sz="2000" spc="85" dirty="0">
                <a:solidFill>
                  <a:srgbClr val="252525"/>
                </a:solidFill>
                <a:latin typeface="Cambria"/>
                <a:cs typeface="Cambria"/>
              </a:rPr>
              <a:t>their</a:t>
            </a:r>
            <a:r>
              <a:rPr sz="2000" spc="265" dirty="0">
                <a:solidFill>
                  <a:srgbClr val="252525"/>
                </a:solidFill>
                <a:latin typeface="Cambria"/>
                <a:cs typeface="Cambria"/>
              </a:rPr>
              <a:t> </a:t>
            </a:r>
            <a:r>
              <a:rPr sz="2000" spc="105" dirty="0">
                <a:solidFill>
                  <a:srgbClr val="252525"/>
                </a:solidFill>
                <a:latin typeface="Cambria"/>
                <a:cs typeface="Cambria"/>
              </a:rPr>
              <a:t>occurrence</a:t>
            </a:r>
            <a:r>
              <a:rPr sz="2000" spc="290" dirty="0">
                <a:solidFill>
                  <a:srgbClr val="252525"/>
                </a:solidFill>
                <a:latin typeface="Cambria"/>
                <a:cs typeface="Cambria"/>
              </a:rPr>
              <a:t> </a:t>
            </a:r>
            <a:r>
              <a:rPr sz="2000" spc="110" dirty="0">
                <a:solidFill>
                  <a:srgbClr val="252525"/>
                </a:solidFill>
                <a:latin typeface="Cambria"/>
                <a:cs typeface="Cambria"/>
              </a:rPr>
              <a:t>frequency</a:t>
            </a:r>
            <a:r>
              <a:rPr sz="2000" spc="285" dirty="0">
                <a:solidFill>
                  <a:srgbClr val="252525"/>
                </a:solidFill>
                <a:latin typeface="Cambria"/>
                <a:cs typeface="Cambria"/>
              </a:rPr>
              <a:t> </a:t>
            </a:r>
            <a:r>
              <a:rPr sz="2000" spc="75" dirty="0">
                <a:solidFill>
                  <a:srgbClr val="252525"/>
                </a:solidFill>
                <a:latin typeface="Cambria"/>
                <a:cs typeface="Cambria"/>
              </a:rPr>
              <a:t>in </a:t>
            </a:r>
            <a:r>
              <a:rPr sz="2000" spc="135" dirty="0">
                <a:solidFill>
                  <a:srgbClr val="252525"/>
                </a:solidFill>
                <a:latin typeface="Cambria"/>
                <a:cs typeface="Cambria"/>
              </a:rPr>
              <a:t>documents</a:t>
            </a:r>
            <a:r>
              <a:rPr sz="2000" spc="180" dirty="0">
                <a:solidFill>
                  <a:srgbClr val="252525"/>
                </a:solidFill>
                <a:latin typeface="Cambria"/>
                <a:cs typeface="Cambria"/>
              </a:rPr>
              <a:t> </a:t>
            </a:r>
            <a:r>
              <a:rPr sz="2000" spc="170" dirty="0">
                <a:solidFill>
                  <a:srgbClr val="252525"/>
                </a:solidFill>
                <a:latin typeface="Cambria"/>
                <a:cs typeface="Cambria"/>
              </a:rPr>
              <a:t>of</a:t>
            </a:r>
            <a:r>
              <a:rPr sz="2000" spc="185" dirty="0">
                <a:solidFill>
                  <a:srgbClr val="252525"/>
                </a:solidFill>
                <a:latin typeface="Cambria"/>
                <a:cs typeface="Cambria"/>
              </a:rPr>
              <a:t> </a:t>
            </a:r>
            <a:r>
              <a:rPr sz="2000" spc="114" dirty="0">
                <a:solidFill>
                  <a:srgbClr val="252525"/>
                </a:solidFill>
                <a:latin typeface="Cambria"/>
                <a:cs typeface="Cambria"/>
              </a:rPr>
              <a:t>our</a:t>
            </a:r>
            <a:r>
              <a:rPr sz="2000" spc="160" dirty="0">
                <a:solidFill>
                  <a:srgbClr val="252525"/>
                </a:solidFill>
                <a:latin typeface="Cambria"/>
                <a:cs typeface="Cambria"/>
              </a:rPr>
              <a:t> </a:t>
            </a:r>
            <a:r>
              <a:rPr sz="2000" spc="110" dirty="0">
                <a:solidFill>
                  <a:srgbClr val="252525"/>
                </a:solidFill>
                <a:latin typeface="Cambria"/>
                <a:cs typeface="Cambria"/>
              </a:rPr>
              <a:t>corpus.</a:t>
            </a:r>
            <a:endParaRPr sz="2000" dirty="0">
              <a:latin typeface="Cambria"/>
              <a:cs typeface="Cambria"/>
            </a:endParaRPr>
          </a:p>
          <a:p>
            <a:pPr marL="12700">
              <a:lnSpc>
                <a:spcPct val="100000"/>
              </a:lnSpc>
              <a:spcBef>
                <a:spcPts val="2300"/>
              </a:spcBef>
            </a:pPr>
            <a:r>
              <a:rPr sz="1500" spc="-50" dirty="0">
                <a:solidFill>
                  <a:srgbClr val="006F57"/>
                </a:solidFill>
                <a:latin typeface="Wingdings"/>
                <a:cs typeface="Wingdings"/>
              </a:rPr>
              <a:t></a:t>
            </a:r>
            <a:endParaRPr sz="1500" dirty="0">
              <a:latin typeface="Wingdings"/>
              <a:cs typeface="Wingdings"/>
            </a:endParaRPr>
          </a:p>
          <a:p>
            <a:pPr>
              <a:lnSpc>
                <a:spcPct val="100000"/>
              </a:lnSpc>
              <a:spcBef>
                <a:spcPts val="235"/>
              </a:spcBef>
            </a:pPr>
            <a:endParaRPr sz="1500" dirty="0">
              <a:latin typeface="Wingdings"/>
              <a:cs typeface="Wingdings"/>
            </a:endParaRPr>
          </a:p>
          <a:p>
            <a:pPr marL="469265" lvl="1" indent="-227965">
              <a:lnSpc>
                <a:spcPct val="100000"/>
              </a:lnSpc>
              <a:buClr>
                <a:srgbClr val="075A74"/>
              </a:buClr>
              <a:buSzPct val="75000"/>
              <a:buFont typeface="Wingdings"/>
              <a:buChar char=""/>
              <a:tabLst>
                <a:tab pos="469265" algn="l"/>
              </a:tabLst>
            </a:pPr>
            <a:r>
              <a:rPr sz="2000" spc="100" dirty="0">
                <a:solidFill>
                  <a:srgbClr val="252525"/>
                </a:solidFill>
                <a:latin typeface="Cambria"/>
                <a:cs typeface="Cambria"/>
              </a:rPr>
              <a:t>Articles,</a:t>
            </a:r>
            <a:r>
              <a:rPr sz="2000" spc="215" dirty="0">
                <a:solidFill>
                  <a:srgbClr val="252525"/>
                </a:solidFill>
                <a:latin typeface="Cambria"/>
                <a:cs typeface="Cambria"/>
              </a:rPr>
              <a:t> </a:t>
            </a:r>
            <a:r>
              <a:rPr sz="2000" spc="110" dirty="0">
                <a:solidFill>
                  <a:srgbClr val="252525"/>
                </a:solidFill>
                <a:latin typeface="Cambria"/>
                <a:cs typeface="Cambria"/>
              </a:rPr>
              <a:t>prepositions</a:t>
            </a:r>
            <a:r>
              <a:rPr sz="2000" spc="225" dirty="0">
                <a:solidFill>
                  <a:srgbClr val="252525"/>
                </a:solidFill>
                <a:latin typeface="Cambria"/>
                <a:cs typeface="Cambria"/>
              </a:rPr>
              <a:t> </a:t>
            </a:r>
            <a:r>
              <a:rPr sz="2000" spc="105" dirty="0">
                <a:solidFill>
                  <a:srgbClr val="252525"/>
                </a:solidFill>
                <a:latin typeface="Cambria"/>
                <a:cs typeface="Cambria"/>
              </a:rPr>
              <a:t>etc.</a:t>
            </a:r>
            <a:r>
              <a:rPr sz="2000" spc="175" dirty="0">
                <a:solidFill>
                  <a:srgbClr val="252525"/>
                </a:solidFill>
                <a:latin typeface="Cambria"/>
                <a:cs typeface="Cambria"/>
              </a:rPr>
              <a:t> </a:t>
            </a:r>
            <a:r>
              <a:rPr sz="2000" spc="80" dirty="0">
                <a:solidFill>
                  <a:srgbClr val="252525"/>
                </a:solidFill>
                <a:latin typeface="Cambria"/>
                <a:cs typeface="Cambria"/>
              </a:rPr>
              <a:t>(and,</a:t>
            </a:r>
            <a:r>
              <a:rPr sz="2000" spc="175" dirty="0">
                <a:solidFill>
                  <a:srgbClr val="252525"/>
                </a:solidFill>
                <a:latin typeface="Cambria"/>
                <a:cs typeface="Cambria"/>
              </a:rPr>
              <a:t> </a:t>
            </a:r>
            <a:r>
              <a:rPr sz="2000" spc="110" dirty="0">
                <a:solidFill>
                  <a:srgbClr val="252525"/>
                </a:solidFill>
                <a:latin typeface="Cambria"/>
                <a:cs typeface="Cambria"/>
              </a:rPr>
              <a:t>a,</a:t>
            </a:r>
            <a:r>
              <a:rPr sz="2000" spc="165" dirty="0">
                <a:solidFill>
                  <a:srgbClr val="252525"/>
                </a:solidFill>
                <a:latin typeface="Cambria"/>
                <a:cs typeface="Cambria"/>
              </a:rPr>
              <a:t> </a:t>
            </a:r>
            <a:r>
              <a:rPr sz="2000" spc="105" dirty="0">
                <a:solidFill>
                  <a:srgbClr val="252525"/>
                </a:solidFill>
                <a:latin typeface="Cambria"/>
                <a:cs typeface="Cambria"/>
              </a:rPr>
              <a:t>the,</a:t>
            </a:r>
            <a:r>
              <a:rPr sz="2000" spc="185" dirty="0">
                <a:solidFill>
                  <a:srgbClr val="252525"/>
                </a:solidFill>
                <a:latin typeface="Cambria"/>
                <a:cs typeface="Cambria"/>
              </a:rPr>
              <a:t> </a:t>
            </a:r>
            <a:r>
              <a:rPr sz="2000" spc="-25" dirty="0">
                <a:solidFill>
                  <a:srgbClr val="252525"/>
                </a:solidFill>
                <a:latin typeface="Cambria"/>
                <a:cs typeface="Cambria"/>
              </a:rPr>
              <a:t>is)</a:t>
            </a:r>
            <a:endParaRPr sz="2000" dirty="0">
              <a:latin typeface="Cambria"/>
              <a:cs typeface="Cambria"/>
            </a:endParaRPr>
          </a:p>
          <a:p>
            <a:pPr marL="469265" lvl="1" indent="-227965">
              <a:lnSpc>
                <a:spcPct val="100000"/>
              </a:lnSpc>
              <a:spcBef>
                <a:spcPts val="1800"/>
              </a:spcBef>
              <a:buClr>
                <a:srgbClr val="075A74"/>
              </a:buClr>
              <a:buSzPct val="75000"/>
              <a:buFont typeface="Wingdings"/>
              <a:buChar char=""/>
              <a:tabLst>
                <a:tab pos="469265" algn="l"/>
                <a:tab pos="3797300" algn="l"/>
              </a:tabLst>
            </a:pPr>
            <a:r>
              <a:rPr sz="2000" spc="110" dirty="0">
                <a:solidFill>
                  <a:srgbClr val="252525"/>
                </a:solidFill>
                <a:latin typeface="Cambria"/>
                <a:cs typeface="Cambria"/>
              </a:rPr>
              <a:t>They</a:t>
            </a:r>
            <a:r>
              <a:rPr sz="2000" spc="180" dirty="0">
                <a:solidFill>
                  <a:srgbClr val="252525"/>
                </a:solidFill>
                <a:latin typeface="Cambria"/>
                <a:cs typeface="Cambria"/>
              </a:rPr>
              <a:t> </a:t>
            </a:r>
            <a:r>
              <a:rPr sz="2000" spc="70" dirty="0">
                <a:solidFill>
                  <a:srgbClr val="252525"/>
                </a:solidFill>
                <a:latin typeface="Cambria"/>
                <a:cs typeface="Cambria"/>
              </a:rPr>
              <a:t>are</a:t>
            </a:r>
            <a:r>
              <a:rPr sz="2000" spc="180" dirty="0">
                <a:solidFill>
                  <a:srgbClr val="252525"/>
                </a:solidFill>
                <a:latin typeface="Cambria"/>
                <a:cs typeface="Cambria"/>
              </a:rPr>
              <a:t> </a:t>
            </a:r>
            <a:r>
              <a:rPr sz="2000" spc="90" dirty="0">
                <a:solidFill>
                  <a:srgbClr val="252525"/>
                </a:solidFill>
                <a:latin typeface="Cambria"/>
                <a:cs typeface="Cambria"/>
              </a:rPr>
              <a:t>called</a:t>
            </a:r>
            <a:r>
              <a:rPr sz="2000" dirty="0">
                <a:solidFill>
                  <a:srgbClr val="252525"/>
                </a:solidFill>
                <a:latin typeface="Cambria"/>
                <a:cs typeface="Cambria"/>
              </a:rPr>
              <a:t>	;</a:t>
            </a:r>
            <a:r>
              <a:rPr sz="2000" spc="160" dirty="0">
                <a:solidFill>
                  <a:srgbClr val="252525"/>
                </a:solidFill>
                <a:latin typeface="Cambria"/>
                <a:cs typeface="Cambria"/>
              </a:rPr>
              <a:t> </a:t>
            </a:r>
            <a:r>
              <a:rPr sz="2000" spc="105" dirty="0">
                <a:solidFill>
                  <a:srgbClr val="252525"/>
                </a:solidFill>
                <a:latin typeface="Cambria"/>
                <a:cs typeface="Cambria"/>
              </a:rPr>
              <a:t>they</a:t>
            </a:r>
            <a:r>
              <a:rPr sz="2000" spc="185" dirty="0">
                <a:solidFill>
                  <a:srgbClr val="252525"/>
                </a:solidFill>
                <a:latin typeface="Cambria"/>
                <a:cs typeface="Cambria"/>
              </a:rPr>
              <a:t> </a:t>
            </a:r>
            <a:r>
              <a:rPr sz="2000" spc="85" dirty="0">
                <a:solidFill>
                  <a:srgbClr val="252525"/>
                </a:solidFill>
                <a:latin typeface="Cambria"/>
                <a:cs typeface="Cambria"/>
              </a:rPr>
              <a:t>won't</a:t>
            </a:r>
            <a:r>
              <a:rPr sz="2000" spc="170" dirty="0">
                <a:solidFill>
                  <a:srgbClr val="252525"/>
                </a:solidFill>
                <a:latin typeface="Cambria"/>
                <a:cs typeface="Cambria"/>
              </a:rPr>
              <a:t> </a:t>
            </a:r>
            <a:r>
              <a:rPr sz="2000" spc="114" dirty="0">
                <a:solidFill>
                  <a:srgbClr val="252525"/>
                </a:solidFill>
                <a:latin typeface="Cambria"/>
                <a:cs typeface="Cambria"/>
              </a:rPr>
              <a:t>help</a:t>
            </a:r>
            <a:r>
              <a:rPr sz="2000" spc="195" dirty="0">
                <a:solidFill>
                  <a:srgbClr val="252525"/>
                </a:solidFill>
                <a:latin typeface="Cambria"/>
                <a:cs typeface="Cambria"/>
              </a:rPr>
              <a:t> </a:t>
            </a:r>
            <a:r>
              <a:rPr sz="2000" spc="155" dirty="0">
                <a:solidFill>
                  <a:srgbClr val="252525"/>
                </a:solidFill>
                <a:latin typeface="Cambria"/>
                <a:cs typeface="Cambria"/>
              </a:rPr>
              <a:t>us</a:t>
            </a:r>
            <a:r>
              <a:rPr sz="2000" spc="170" dirty="0">
                <a:solidFill>
                  <a:srgbClr val="252525"/>
                </a:solidFill>
                <a:latin typeface="Cambria"/>
                <a:cs typeface="Cambria"/>
              </a:rPr>
              <a:t> </a:t>
            </a:r>
            <a:r>
              <a:rPr sz="2000" spc="114" dirty="0">
                <a:solidFill>
                  <a:srgbClr val="252525"/>
                </a:solidFill>
                <a:latin typeface="Cambria"/>
                <a:cs typeface="Cambria"/>
              </a:rPr>
              <a:t>to</a:t>
            </a:r>
            <a:r>
              <a:rPr sz="2000" spc="170" dirty="0">
                <a:solidFill>
                  <a:srgbClr val="252525"/>
                </a:solidFill>
                <a:latin typeface="Cambria"/>
                <a:cs typeface="Cambria"/>
              </a:rPr>
              <a:t> </a:t>
            </a:r>
            <a:r>
              <a:rPr sz="2000" spc="105" dirty="0">
                <a:solidFill>
                  <a:srgbClr val="252525"/>
                </a:solidFill>
                <a:latin typeface="Cambria"/>
                <a:cs typeface="Cambria"/>
              </a:rPr>
              <a:t>discriminate</a:t>
            </a:r>
            <a:r>
              <a:rPr sz="2000" spc="220" dirty="0">
                <a:solidFill>
                  <a:srgbClr val="252525"/>
                </a:solidFill>
                <a:latin typeface="Cambria"/>
                <a:cs typeface="Cambria"/>
              </a:rPr>
              <a:t> </a:t>
            </a:r>
            <a:r>
              <a:rPr sz="2000" spc="100" dirty="0">
                <a:solidFill>
                  <a:srgbClr val="252525"/>
                </a:solidFill>
                <a:latin typeface="Cambria"/>
                <a:cs typeface="Cambria"/>
              </a:rPr>
              <a:t>texts.</a:t>
            </a:r>
            <a:endParaRPr sz="2000" dirty="0">
              <a:latin typeface="Cambria"/>
              <a:cs typeface="Cambria"/>
            </a:endParaRPr>
          </a:p>
        </p:txBody>
      </p:sp>
      <p:sp>
        <p:nvSpPr>
          <p:cNvPr id="13" name="object 13"/>
          <p:cNvSpPr txBox="1">
            <a:spLocks noGrp="1"/>
          </p:cNvSpPr>
          <p:nvPr>
            <p:ph type="title"/>
          </p:nvPr>
        </p:nvSpPr>
        <p:spPr>
          <a:xfrm>
            <a:off x="272389" y="264363"/>
            <a:ext cx="5652135" cy="574675"/>
          </a:xfrm>
          <a:prstGeom prst="rect">
            <a:avLst/>
          </a:prstGeom>
        </p:spPr>
        <p:txBody>
          <a:bodyPr vert="horz" wrap="square" lIns="0" tIns="12700" rIns="0" bIns="0" rtlCol="0">
            <a:spAutoFit/>
          </a:bodyPr>
          <a:lstStyle/>
          <a:p>
            <a:pPr marL="25400">
              <a:lnSpc>
                <a:spcPct val="100000"/>
              </a:lnSpc>
              <a:spcBef>
                <a:spcPts val="100"/>
              </a:spcBef>
            </a:pPr>
            <a:r>
              <a:rPr sz="5400" baseline="6944" dirty="0">
                <a:solidFill>
                  <a:srgbClr val="075A74"/>
                </a:solidFill>
                <a:latin typeface="Arial Black"/>
                <a:cs typeface="Arial Black"/>
              </a:rPr>
              <a:t>+</a:t>
            </a:r>
            <a:r>
              <a:rPr sz="5400" spc="-315" baseline="6944" dirty="0">
                <a:solidFill>
                  <a:srgbClr val="075A74"/>
                </a:solidFill>
                <a:latin typeface="Arial Black"/>
                <a:cs typeface="Arial Black"/>
              </a:rPr>
              <a:t> </a:t>
            </a:r>
            <a:r>
              <a:rPr sz="3600" spc="204" dirty="0"/>
              <a:t>Remove</a:t>
            </a:r>
            <a:r>
              <a:rPr sz="3600" spc="320" dirty="0"/>
              <a:t> </a:t>
            </a:r>
            <a:r>
              <a:rPr sz="3600" spc="229" dirty="0"/>
              <a:t>Some</a:t>
            </a:r>
            <a:r>
              <a:rPr sz="3600" spc="315" dirty="0"/>
              <a:t> </a:t>
            </a:r>
            <a:r>
              <a:rPr sz="3600" spc="100" dirty="0"/>
              <a:t>N-</a:t>
            </a:r>
            <a:r>
              <a:rPr sz="3600" spc="270" dirty="0"/>
              <a:t>Grams</a:t>
            </a:r>
            <a:endParaRPr sz="3600" dirty="0">
              <a:latin typeface="Arial Black"/>
              <a:cs typeface="Arial Black"/>
            </a:endParaRPr>
          </a:p>
        </p:txBody>
      </p:sp>
      <p:sp>
        <p:nvSpPr>
          <p:cNvPr id="14" name="object 14"/>
          <p:cNvSpPr txBox="1"/>
          <p:nvPr/>
        </p:nvSpPr>
        <p:spPr>
          <a:xfrm>
            <a:off x="972108" y="3615308"/>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75A74"/>
                </a:solidFill>
                <a:latin typeface="Wingdings"/>
                <a:cs typeface="Wingdings"/>
              </a:rPr>
              <a:t></a:t>
            </a:r>
            <a:endParaRPr sz="1500">
              <a:latin typeface="Wingdings"/>
              <a:cs typeface="Wingdings"/>
            </a:endParaRPr>
          </a:p>
        </p:txBody>
      </p:sp>
      <p:pic>
        <p:nvPicPr>
          <p:cNvPr id="15" name="object 15"/>
          <p:cNvPicPr/>
          <p:nvPr/>
        </p:nvPicPr>
        <p:blipFill>
          <a:blip r:embed="rId9" cstate="print"/>
          <a:stretch>
            <a:fillRect/>
          </a:stretch>
        </p:blipFill>
        <p:spPr>
          <a:xfrm>
            <a:off x="1213408" y="3576192"/>
            <a:ext cx="1179169" cy="295655"/>
          </a:xfrm>
          <a:prstGeom prst="rect">
            <a:avLst/>
          </a:prstGeom>
        </p:spPr>
      </p:pic>
      <p:sp>
        <p:nvSpPr>
          <p:cNvPr id="16" name="object 16"/>
          <p:cNvSpPr txBox="1"/>
          <p:nvPr/>
        </p:nvSpPr>
        <p:spPr>
          <a:xfrm>
            <a:off x="2284602" y="3551301"/>
            <a:ext cx="2143125" cy="330835"/>
          </a:xfrm>
          <a:prstGeom prst="rect">
            <a:avLst/>
          </a:prstGeom>
        </p:spPr>
        <p:txBody>
          <a:bodyPr vert="horz" wrap="square" lIns="0" tIns="13335" rIns="0" bIns="0" rtlCol="0">
            <a:spAutoFit/>
          </a:bodyPr>
          <a:lstStyle/>
          <a:p>
            <a:pPr marL="12700">
              <a:lnSpc>
                <a:spcPct val="100000"/>
              </a:lnSpc>
              <a:spcBef>
                <a:spcPts val="105"/>
              </a:spcBef>
            </a:pPr>
            <a:r>
              <a:rPr sz="2000" spc="105" dirty="0">
                <a:solidFill>
                  <a:srgbClr val="252525"/>
                </a:solidFill>
                <a:latin typeface="Cambria"/>
                <a:cs typeface="Cambria"/>
              </a:rPr>
              <a:t>these</a:t>
            </a:r>
            <a:r>
              <a:rPr sz="2000" spc="210" dirty="0">
                <a:solidFill>
                  <a:srgbClr val="252525"/>
                </a:solidFill>
                <a:latin typeface="Cambria"/>
                <a:cs typeface="Cambria"/>
              </a:rPr>
              <a:t> </a:t>
            </a:r>
            <a:r>
              <a:rPr sz="2000" spc="135" dirty="0">
                <a:solidFill>
                  <a:srgbClr val="252525"/>
                </a:solidFill>
                <a:latin typeface="Cambria"/>
                <a:cs typeface="Cambria"/>
              </a:rPr>
              <a:t>stop</a:t>
            </a:r>
            <a:r>
              <a:rPr sz="2000" spc="195" dirty="0">
                <a:solidFill>
                  <a:srgbClr val="252525"/>
                </a:solidFill>
                <a:latin typeface="Cambria"/>
                <a:cs typeface="Cambria"/>
              </a:rPr>
              <a:t> </a:t>
            </a:r>
            <a:r>
              <a:rPr sz="2000" spc="95" dirty="0">
                <a:solidFill>
                  <a:srgbClr val="252525"/>
                </a:solidFill>
                <a:latin typeface="Cambria"/>
                <a:cs typeface="Cambria"/>
              </a:rPr>
              <a:t>words</a:t>
            </a:r>
            <a:endParaRPr sz="2000">
              <a:latin typeface="Cambria"/>
              <a:cs typeface="Cambria"/>
            </a:endParaRPr>
          </a:p>
        </p:txBody>
      </p:sp>
      <p:sp>
        <p:nvSpPr>
          <p:cNvPr id="17" name="object 17"/>
          <p:cNvSpPr txBox="1"/>
          <p:nvPr/>
        </p:nvSpPr>
        <p:spPr>
          <a:xfrm>
            <a:off x="743508" y="4148708"/>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18" name="object 18"/>
          <p:cNvGrpSpPr/>
          <p:nvPr/>
        </p:nvGrpSpPr>
        <p:grpSpPr>
          <a:xfrm>
            <a:off x="984808" y="4109592"/>
            <a:ext cx="3293745" cy="295910"/>
            <a:chOff x="984808" y="4109592"/>
            <a:chExt cx="3293745" cy="295910"/>
          </a:xfrm>
        </p:grpSpPr>
        <p:pic>
          <p:nvPicPr>
            <p:cNvPr id="19" name="object 19"/>
            <p:cNvPicPr/>
            <p:nvPr/>
          </p:nvPicPr>
          <p:blipFill>
            <a:blip r:embed="rId10" cstate="print"/>
            <a:stretch>
              <a:fillRect/>
            </a:stretch>
          </p:blipFill>
          <p:spPr>
            <a:xfrm>
              <a:off x="984808" y="4109592"/>
              <a:ext cx="707135" cy="295656"/>
            </a:xfrm>
            <a:prstGeom prst="rect">
              <a:avLst/>
            </a:prstGeom>
          </p:spPr>
        </p:pic>
        <p:pic>
          <p:nvPicPr>
            <p:cNvPr id="20" name="object 20"/>
            <p:cNvPicPr/>
            <p:nvPr/>
          </p:nvPicPr>
          <p:blipFill>
            <a:blip r:embed="rId11" cstate="print"/>
            <a:stretch>
              <a:fillRect/>
            </a:stretch>
          </p:blipFill>
          <p:spPr>
            <a:xfrm>
              <a:off x="1594357" y="4109592"/>
              <a:ext cx="1453261" cy="295656"/>
            </a:xfrm>
            <a:prstGeom prst="rect">
              <a:avLst/>
            </a:prstGeom>
          </p:spPr>
        </p:pic>
        <p:pic>
          <p:nvPicPr>
            <p:cNvPr id="21" name="object 21"/>
            <p:cNvPicPr/>
            <p:nvPr/>
          </p:nvPicPr>
          <p:blipFill>
            <a:blip r:embed="rId4" cstate="print"/>
            <a:stretch>
              <a:fillRect/>
            </a:stretch>
          </p:blipFill>
          <p:spPr>
            <a:xfrm>
              <a:off x="2980055" y="4109592"/>
              <a:ext cx="402335" cy="295656"/>
            </a:xfrm>
            <a:prstGeom prst="rect">
              <a:avLst/>
            </a:prstGeom>
          </p:spPr>
        </p:pic>
        <p:pic>
          <p:nvPicPr>
            <p:cNvPr id="22" name="object 22"/>
            <p:cNvPicPr/>
            <p:nvPr/>
          </p:nvPicPr>
          <p:blipFill>
            <a:blip r:embed="rId5" cstate="print"/>
            <a:stretch>
              <a:fillRect/>
            </a:stretch>
          </p:blipFill>
          <p:spPr>
            <a:xfrm>
              <a:off x="3181222" y="4109592"/>
              <a:ext cx="295655" cy="295656"/>
            </a:xfrm>
            <a:prstGeom prst="rect">
              <a:avLst/>
            </a:prstGeom>
          </p:spPr>
        </p:pic>
        <p:pic>
          <p:nvPicPr>
            <p:cNvPr id="23" name="object 23"/>
            <p:cNvPicPr/>
            <p:nvPr/>
          </p:nvPicPr>
          <p:blipFill>
            <a:blip r:embed="rId12" cstate="print"/>
            <a:stretch>
              <a:fillRect/>
            </a:stretch>
          </p:blipFill>
          <p:spPr>
            <a:xfrm>
              <a:off x="3329050" y="4109592"/>
              <a:ext cx="949147" cy="295656"/>
            </a:xfrm>
            <a:prstGeom prst="rect">
              <a:avLst/>
            </a:prstGeom>
          </p:spPr>
        </p:pic>
      </p:grpSp>
      <p:sp>
        <p:nvSpPr>
          <p:cNvPr id="24" name="object 24"/>
          <p:cNvSpPr txBox="1"/>
          <p:nvPr/>
        </p:nvSpPr>
        <p:spPr>
          <a:xfrm>
            <a:off x="972108" y="4682108"/>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75A74"/>
                </a:solidFill>
                <a:latin typeface="Wingdings"/>
                <a:cs typeface="Wingdings"/>
              </a:rPr>
              <a:t></a:t>
            </a:r>
            <a:endParaRPr sz="1500">
              <a:latin typeface="Wingdings"/>
              <a:cs typeface="Wingdings"/>
            </a:endParaRPr>
          </a:p>
        </p:txBody>
      </p:sp>
      <p:pic>
        <p:nvPicPr>
          <p:cNvPr id="25" name="object 25"/>
          <p:cNvPicPr/>
          <p:nvPr/>
        </p:nvPicPr>
        <p:blipFill>
          <a:blip r:embed="rId13" cstate="print"/>
          <a:stretch>
            <a:fillRect/>
          </a:stretch>
        </p:blipFill>
        <p:spPr>
          <a:xfrm>
            <a:off x="1213408" y="4642992"/>
            <a:ext cx="923544" cy="295656"/>
          </a:xfrm>
          <a:prstGeom prst="rect">
            <a:avLst/>
          </a:prstGeom>
        </p:spPr>
      </p:pic>
      <p:sp>
        <p:nvSpPr>
          <p:cNvPr id="26" name="object 26"/>
          <p:cNvSpPr txBox="1"/>
          <p:nvPr/>
        </p:nvSpPr>
        <p:spPr>
          <a:xfrm>
            <a:off x="1970277" y="4618101"/>
            <a:ext cx="1743710" cy="330835"/>
          </a:xfrm>
          <a:prstGeom prst="rect">
            <a:avLst/>
          </a:prstGeom>
        </p:spPr>
        <p:txBody>
          <a:bodyPr vert="horz" wrap="square" lIns="0" tIns="12700" rIns="0" bIns="0" rtlCol="0">
            <a:spAutoFit/>
          </a:bodyPr>
          <a:lstStyle/>
          <a:p>
            <a:pPr marL="12700">
              <a:lnSpc>
                <a:spcPct val="100000"/>
              </a:lnSpc>
              <a:spcBef>
                <a:spcPts val="100"/>
              </a:spcBef>
            </a:pPr>
            <a:r>
              <a:rPr sz="2000" spc="114" dirty="0">
                <a:solidFill>
                  <a:srgbClr val="252525"/>
                </a:solidFill>
                <a:latin typeface="Cambria"/>
                <a:cs typeface="Cambria"/>
              </a:rPr>
              <a:t>,</a:t>
            </a:r>
            <a:r>
              <a:rPr sz="2000" spc="160" dirty="0">
                <a:solidFill>
                  <a:srgbClr val="252525"/>
                </a:solidFill>
                <a:latin typeface="Cambria"/>
                <a:cs typeface="Cambria"/>
              </a:rPr>
              <a:t> </a:t>
            </a:r>
            <a:r>
              <a:rPr sz="2000" spc="60" dirty="0">
                <a:solidFill>
                  <a:srgbClr val="252525"/>
                </a:solidFill>
                <a:latin typeface="Cambria"/>
                <a:cs typeface="Cambria"/>
              </a:rPr>
              <a:t>rare</a:t>
            </a:r>
            <a:r>
              <a:rPr sz="2000" spc="200" dirty="0">
                <a:solidFill>
                  <a:srgbClr val="252525"/>
                </a:solidFill>
                <a:latin typeface="Cambria"/>
                <a:cs typeface="Cambria"/>
              </a:rPr>
              <a:t> </a:t>
            </a:r>
            <a:r>
              <a:rPr sz="2000" spc="50" dirty="0">
                <a:solidFill>
                  <a:srgbClr val="252525"/>
                </a:solidFill>
                <a:latin typeface="Cambria"/>
                <a:cs typeface="Cambria"/>
              </a:rPr>
              <a:t>n-</a:t>
            </a:r>
            <a:r>
              <a:rPr sz="2000" spc="120" dirty="0">
                <a:solidFill>
                  <a:srgbClr val="252525"/>
                </a:solidFill>
                <a:latin typeface="Cambria"/>
                <a:cs typeface="Cambria"/>
              </a:rPr>
              <a:t>grams</a:t>
            </a:r>
            <a:endParaRPr sz="2000" dirty="0">
              <a:latin typeface="Cambria"/>
              <a:cs typeface="Cambria"/>
            </a:endParaRPr>
          </a:p>
        </p:txBody>
      </p:sp>
      <p:sp>
        <p:nvSpPr>
          <p:cNvPr id="27" name="object 27"/>
          <p:cNvSpPr txBox="1"/>
          <p:nvPr/>
        </p:nvSpPr>
        <p:spPr>
          <a:xfrm>
            <a:off x="743508" y="5151882"/>
            <a:ext cx="6771640" cy="851535"/>
          </a:xfrm>
          <a:prstGeom prst="rect">
            <a:avLst/>
          </a:prstGeom>
        </p:spPr>
        <p:txBody>
          <a:bodyPr vert="horz" wrap="square" lIns="0" tIns="12700" rIns="0" bIns="0" rtlCol="0">
            <a:spAutoFit/>
          </a:bodyPr>
          <a:lstStyle/>
          <a:p>
            <a:pPr marL="469265" indent="-227965">
              <a:lnSpc>
                <a:spcPct val="100000"/>
              </a:lnSpc>
              <a:spcBef>
                <a:spcPts val="100"/>
              </a:spcBef>
              <a:buClr>
                <a:srgbClr val="075A74"/>
              </a:buClr>
              <a:buSzPct val="75000"/>
              <a:buFont typeface="Wingdings"/>
              <a:buChar char=""/>
              <a:tabLst>
                <a:tab pos="469265" algn="l"/>
              </a:tabLst>
            </a:pPr>
            <a:r>
              <a:rPr sz="2000" dirty="0">
                <a:solidFill>
                  <a:srgbClr val="252525"/>
                </a:solidFill>
                <a:latin typeface="Cambria"/>
                <a:cs typeface="Cambria"/>
              </a:rPr>
              <a:t>We</a:t>
            </a:r>
            <a:r>
              <a:rPr sz="2000" spc="195" dirty="0">
                <a:solidFill>
                  <a:srgbClr val="252525"/>
                </a:solidFill>
                <a:latin typeface="Cambria"/>
                <a:cs typeface="Cambria"/>
              </a:rPr>
              <a:t> </a:t>
            </a:r>
            <a:r>
              <a:rPr sz="2000" spc="65" dirty="0">
                <a:solidFill>
                  <a:srgbClr val="252525"/>
                </a:solidFill>
                <a:latin typeface="Cambria"/>
                <a:cs typeface="Cambria"/>
              </a:rPr>
              <a:t>don</a:t>
            </a:r>
            <a:r>
              <a:rPr sz="2000" spc="65" dirty="0">
                <a:solidFill>
                  <a:srgbClr val="252525"/>
                </a:solidFill>
                <a:latin typeface="Trebuchet MS"/>
                <a:cs typeface="Trebuchet MS"/>
              </a:rPr>
              <a:t>’</a:t>
            </a:r>
            <a:r>
              <a:rPr sz="2000" spc="65" dirty="0">
                <a:solidFill>
                  <a:srgbClr val="252525"/>
                </a:solidFill>
                <a:latin typeface="Cambria"/>
                <a:cs typeface="Cambria"/>
              </a:rPr>
              <a:t>t</a:t>
            </a:r>
            <a:r>
              <a:rPr sz="2000" spc="185" dirty="0">
                <a:solidFill>
                  <a:srgbClr val="252525"/>
                </a:solidFill>
                <a:latin typeface="Cambria"/>
                <a:cs typeface="Cambria"/>
              </a:rPr>
              <a:t> </a:t>
            </a:r>
            <a:r>
              <a:rPr sz="2000" spc="114" dirty="0">
                <a:solidFill>
                  <a:srgbClr val="252525"/>
                </a:solidFill>
                <a:latin typeface="Cambria"/>
                <a:cs typeface="Cambria"/>
              </a:rPr>
              <a:t>need</a:t>
            </a:r>
            <a:r>
              <a:rPr sz="2000" spc="175" dirty="0">
                <a:solidFill>
                  <a:srgbClr val="252525"/>
                </a:solidFill>
                <a:latin typeface="Cambria"/>
                <a:cs typeface="Cambria"/>
              </a:rPr>
              <a:t> </a:t>
            </a:r>
            <a:r>
              <a:rPr sz="2000" spc="140" dirty="0">
                <a:solidFill>
                  <a:srgbClr val="252525"/>
                </a:solidFill>
                <a:latin typeface="Cambria"/>
                <a:cs typeface="Cambria"/>
              </a:rPr>
              <a:t>them</a:t>
            </a:r>
            <a:r>
              <a:rPr sz="2000" spc="195" dirty="0">
                <a:solidFill>
                  <a:srgbClr val="252525"/>
                </a:solidFill>
                <a:latin typeface="Cambria"/>
                <a:cs typeface="Cambria"/>
              </a:rPr>
              <a:t> </a:t>
            </a:r>
            <a:r>
              <a:rPr sz="2000" spc="85" dirty="0">
                <a:solidFill>
                  <a:srgbClr val="252525"/>
                </a:solidFill>
                <a:latin typeface="Cambria"/>
                <a:cs typeface="Cambria"/>
              </a:rPr>
              <a:t>either,</a:t>
            </a:r>
            <a:r>
              <a:rPr sz="2000" spc="204" dirty="0">
                <a:solidFill>
                  <a:srgbClr val="252525"/>
                </a:solidFill>
                <a:latin typeface="Cambria"/>
                <a:cs typeface="Cambria"/>
              </a:rPr>
              <a:t> </a:t>
            </a:r>
            <a:r>
              <a:rPr sz="2000" spc="85" dirty="0">
                <a:solidFill>
                  <a:srgbClr val="252525"/>
                </a:solidFill>
                <a:latin typeface="Cambria"/>
                <a:cs typeface="Cambria"/>
              </a:rPr>
              <a:t>otherwise</a:t>
            </a:r>
            <a:r>
              <a:rPr sz="2000" spc="195" dirty="0">
                <a:solidFill>
                  <a:srgbClr val="252525"/>
                </a:solidFill>
                <a:latin typeface="Cambria"/>
                <a:cs typeface="Cambria"/>
              </a:rPr>
              <a:t> </a:t>
            </a:r>
            <a:r>
              <a:rPr sz="2000" spc="60" dirty="0">
                <a:solidFill>
                  <a:srgbClr val="252525"/>
                </a:solidFill>
                <a:latin typeface="Cambria"/>
                <a:cs typeface="Cambria"/>
              </a:rPr>
              <a:t>we</a:t>
            </a:r>
            <a:r>
              <a:rPr sz="2000" spc="180" dirty="0">
                <a:solidFill>
                  <a:srgbClr val="252525"/>
                </a:solidFill>
                <a:latin typeface="Cambria"/>
                <a:cs typeface="Cambria"/>
              </a:rPr>
              <a:t> </a:t>
            </a:r>
            <a:r>
              <a:rPr sz="2000" spc="60" dirty="0">
                <a:solidFill>
                  <a:srgbClr val="252525"/>
                </a:solidFill>
                <a:latin typeface="Cambria"/>
                <a:cs typeface="Cambria"/>
              </a:rPr>
              <a:t>will</a:t>
            </a:r>
            <a:r>
              <a:rPr sz="2000" spc="200" dirty="0">
                <a:solidFill>
                  <a:srgbClr val="252525"/>
                </a:solidFill>
                <a:latin typeface="Cambria"/>
                <a:cs typeface="Cambria"/>
              </a:rPr>
              <a:t> </a:t>
            </a:r>
            <a:r>
              <a:rPr sz="2000" spc="70" dirty="0">
                <a:solidFill>
                  <a:srgbClr val="252525"/>
                </a:solidFill>
                <a:latin typeface="Cambria"/>
                <a:cs typeface="Cambria"/>
              </a:rPr>
              <a:t>likely</a:t>
            </a:r>
            <a:endParaRPr sz="2000">
              <a:latin typeface="Cambria"/>
              <a:cs typeface="Cambria"/>
            </a:endParaRPr>
          </a:p>
          <a:p>
            <a:pPr marL="12700">
              <a:lnSpc>
                <a:spcPct val="100000"/>
              </a:lnSpc>
              <a:spcBef>
                <a:spcPts val="2300"/>
              </a:spcBef>
            </a:pPr>
            <a:r>
              <a:rPr sz="1500" spc="-50" dirty="0">
                <a:solidFill>
                  <a:srgbClr val="006F57"/>
                </a:solidFill>
                <a:latin typeface="Wingdings"/>
                <a:cs typeface="Wingdings"/>
              </a:rPr>
              <a:t></a:t>
            </a:r>
            <a:endParaRPr sz="1500">
              <a:latin typeface="Wingdings"/>
              <a:cs typeface="Wingdings"/>
            </a:endParaRPr>
          </a:p>
        </p:txBody>
      </p:sp>
      <p:pic>
        <p:nvPicPr>
          <p:cNvPr id="28" name="object 28"/>
          <p:cNvPicPr/>
          <p:nvPr/>
        </p:nvPicPr>
        <p:blipFill>
          <a:blip r:embed="rId14" cstate="print"/>
          <a:stretch>
            <a:fillRect/>
          </a:stretch>
        </p:blipFill>
        <p:spPr>
          <a:xfrm>
            <a:off x="7581645" y="5176773"/>
            <a:ext cx="971880" cy="295656"/>
          </a:xfrm>
          <a:prstGeom prst="rect">
            <a:avLst/>
          </a:prstGeom>
        </p:spPr>
      </p:pic>
      <p:grpSp>
        <p:nvGrpSpPr>
          <p:cNvPr id="29" name="object 29"/>
          <p:cNvGrpSpPr/>
          <p:nvPr/>
        </p:nvGrpSpPr>
        <p:grpSpPr>
          <a:xfrm>
            <a:off x="984808" y="5710123"/>
            <a:ext cx="3843020" cy="295910"/>
            <a:chOff x="984808" y="5710123"/>
            <a:chExt cx="3843020" cy="295910"/>
          </a:xfrm>
        </p:grpSpPr>
        <p:pic>
          <p:nvPicPr>
            <p:cNvPr id="30" name="object 30"/>
            <p:cNvPicPr/>
            <p:nvPr/>
          </p:nvPicPr>
          <p:blipFill>
            <a:blip r:embed="rId15" cstate="print"/>
            <a:stretch>
              <a:fillRect/>
            </a:stretch>
          </p:blipFill>
          <p:spPr>
            <a:xfrm>
              <a:off x="984808" y="5710123"/>
              <a:ext cx="1205484" cy="295656"/>
            </a:xfrm>
            <a:prstGeom prst="rect">
              <a:avLst/>
            </a:prstGeom>
          </p:spPr>
        </p:pic>
        <p:pic>
          <p:nvPicPr>
            <p:cNvPr id="31" name="object 31"/>
            <p:cNvPicPr/>
            <p:nvPr/>
          </p:nvPicPr>
          <p:blipFill>
            <a:blip r:embed="rId3" cstate="print"/>
            <a:stretch>
              <a:fillRect/>
            </a:stretch>
          </p:blipFill>
          <p:spPr>
            <a:xfrm>
              <a:off x="2097658" y="5710123"/>
              <a:ext cx="1502029" cy="295656"/>
            </a:xfrm>
            <a:prstGeom prst="rect">
              <a:avLst/>
            </a:prstGeom>
          </p:spPr>
        </p:pic>
        <p:pic>
          <p:nvPicPr>
            <p:cNvPr id="32" name="object 32"/>
            <p:cNvPicPr/>
            <p:nvPr/>
          </p:nvPicPr>
          <p:blipFill>
            <a:blip r:embed="rId4" cstate="print"/>
            <a:stretch>
              <a:fillRect/>
            </a:stretch>
          </p:blipFill>
          <p:spPr>
            <a:xfrm>
              <a:off x="3528694" y="5710123"/>
              <a:ext cx="402336" cy="295656"/>
            </a:xfrm>
            <a:prstGeom prst="rect">
              <a:avLst/>
            </a:prstGeom>
          </p:spPr>
        </p:pic>
        <p:pic>
          <p:nvPicPr>
            <p:cNvPr id="33" name="object 33"/>
            <p:cNvPicPr/>
            <p:nvPr/>
          </p:nvPicPr>
          <p:blipFill>
            <a:blip r:embed="rId5" cstate="print"/>
            <a:stretch>
              <a:fillRect/>
            </a:stretch>
          </p:blipFill>
          <p:spPr>
            <a:xfrm>
              <a:off x="3729862" y="5710123"/>
              <a:ext cx="295656" cy="295656"/>
            </a:xfrm>
            <a:prstGeom prst="rect">
              <a:avLst/>
            </a:prstGeom>
          </p:spPr>
        </p:pic>
        <p:pic>
          <p:nvPicPr>
            <p:cNvPr id="34" name="object 34"/>
            <p:cNvPicPr/>
            <p:nvPr/>
          </p:nvPicPr>
          <p:blipFill>
            <a:blip r:embed="rId6" cstate="print"/>
            <a:stretch>
              <a:fillRect/>
            </a:stretch>
          </p:blipFill>
          <p:spPr>
            <a:xfrm>
              <a:off x="3877690" y="5710123"/>
              <a:ext cx="949515" cy="295656"/>
            </a:xfrm>
            <a:prstGeom prst="rect">
              <a:avLst/>
            </a:prstGeom>
          </p:spPr>
        </p:pic>
      </p:grpSp>
      <p:sp>
        <p:nvSpPr>
          <p:cNvPr id="35" name="object 35"/>
          <p:cNvSpPr txBox="1"/>
          <p:nvPr/>
        </p:nvSpPr>
        <p:spPr>
          <a:xfrm>
            <a:off x="972108" y="6218326"/>
            <a:ext cx="1461135" cy="331470"/>
          </a:xfrm>
          <a:prstGeom prst="rect">
            <a:avLst/>
          </a:prstGeom>
        </p:spPr>
        <p:txBody>
          <a:bodyPr vert="horz" wrap="square" lIns="0" tIns="13335" rIns="0" bIns="0" rtlCol="0">
            <a:spAutoFit/>
          </a:bodyPr>
          <a:lstStyle/>
          <a:p>
            <a:pPr marL="240665" indent="-227965">
              <a:lnSpc>
                <a:spcPct val="100000"/>
              </a:lnSpc>
              <a:spcBef>
                <a:spcPts val="105"/>
              </a:spcBef>
              <a:buClr>
                <a:srgbClr val="075A74"/>
              </a:buClr>
              <a:buSzPct val="75000"/>
              <a:buFont typeface="Wingdings"/>
              <a:buChar char=""/>
              <a:tabLst>
                <a:tab pos="240665" algn="l"/>
              </a:tabLst>
            </a:pPr>
            <a:r>
              <a:rPr sz="2000" spc="125" dirty="0">
                <a:solidFill>
                  <a:srgbClr val="252525"/>
                </a:solidFill>
                <a:latin typeface="Cambria"/>
                <a:cs typeface="Cambria"/>
              </a:rPr>
              <a:t>Those</a:t>
            </a:r>
            <a:r>
              <a:rPr sz="2000" spc="200" dirty="0">
                <a:solidFill>
                  <a:srgbClr val="252525"/>
                </a:solidFill>
                <a:latin typeface="Cambria"/>
                <a:cs typeface="Cambria"/>
              </a:rPr>
              <a:t> </a:t>
            </a:r>
            <a:r>
              <a:rPr sz="2000" spc="50" dirty="0">
                <a:solidFill>
                  <a:srgbClr val="252525"/>
                </a:solidFill>
                <a:latin typeface="Cambria"/>
                <a:cs typeface="Cambria"/>
              </a:rPr>
              <a:t>are</a:t>
            </a:r>
            <a:endParaRPr sz="2000">
              <a:latin typeface="Cambria"/>
              <a:cs typeface="Cambria"/>
            </a:endParaRPr>
          </a:p>
        </p:txBody>
      </p:sp>
      <p:pic>
        <p:nvPicPr>
          <p:cNvPr id="36" name="object 36"/>
          <p:cNvPicPr/>
          <p:nvPr/>
        </p:nvPicPr>
        <p:blipFill>
          <a:blip r:embed="rId16" cstate="print"/>
          <a:stretch>
            <a:fillRect/>
          </a:stretch>
        </p:blipFill>
        <p:spPr>
          <a:xfrm>
            <a:off x="2498470" y="6243218"/>
            <a:ext cx="782955" cy="295960"/>
          </a:xfrm>
          <a:prstGeom prst="rect">
            <a:avLst/>
          </a:prstGeom>
        </p:spPr>
      </p:pic>
      <p:sp>
        <p:nvSpPr>
          <p:cNvPr id="37" name="object 37"/>
          <p:cNvSpPr txBox="1"/>
          <p:nvPr/>
        </p:nvSpPr>
        <p:spPr>
          <a:xfrm>
            <a:off x="3186810" y="6218326"/>
            <a:ext cx="1027430" cy="331470"/>
          </a:xfrm>
          <a:prstGeom prst="rect">
            <a:avLst/>
          </a:prstGeom>
        </p:spPr>
        <p:txBody>
          <a:bodyPr vert="horz" wrap="square" lIns="0" tIns="13335" rIns="0" bIns="0" rtlCol="0">
            <a:spAutoFit/>
          </a:bodyPr>
          <a:lstStyle/>
          <a:p>
            <a:pPr marL="12700">
              <a:lnSpc>
                <a:spcPct val="100000"/>
              </a:lnSpc>
              <a:spcBef>
                <a:spcPts val="105"/>
              </a:spcBef>
            </a:pPr>
            <a:r>
              <a:rPr sz="2000" spc="55" dirty="0">
                <a:solidFill>
                  <a:srgbClr val="252525"/>
                </a:solidFill>
                <a:latin typeface="Cambria"/>
                <a:cs typeface="Cambria"/>
              </a:rPr>
              <a:t>n-</a:t>
            </a:r>
            <a:r>
              <a:rPr sz="2000" spc="114" dirty="0">
                <a:solidFill>
                  <a:srgbClr val="252525"/>
                </a:solidFill>
                <a:latin typeface="Cambria"/>
                <a:cs typeface="Cambria"/>
              </a:rPr>
              <a:t>grams</a:t>
            </a:r>
            <a:endParaRPr sz="2000">
              <a:latin typeface="Cambria"/>
              <a:cs typeface="Cambria"/>
            </a:endParaRPr>
          </a:p>
        </p:txBody>
      </p:sp>
      <p:sp>
        <p:nvSpPr>
          <p:cNvPr id="39" name="object 39"/>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38" name="object 38"/>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31</a:t>
            </a:r>
            <a:endParaRPr sz="1400">
              <a:latin typeface="Cambria"/>
              <a:cs typeface="Cambri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100" dirty="0"/>
              <a:t>Bag-</a:t>
            </a:r>
            <a:r>
              <a:rPr sz="3600" spc="185" dirty="0"/>
              <a:t>of-</a:t>
            </a:r>
            <a:r>
              <a:rPr sz="3600" spc="170" dirty="0"/>
              <a:t>Words</a:t>
            </a:r>
            <a:r>
              <a:rPr sz="3600" spc="340" dirty="0"/>
              <a:t> </a:t>
            </a:r>
            <a:r>
              <a:rPr sz="3600" spc="170" dirty="0"/>
              <a:t>Model</a:t>
            </a:r>
            <a:endParaRPr sz="3600" dirty="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3490595" y="1213358"/>
            <a:ext cx="2270760" cy="295910"/>
            <a:chOff x="3490595" y="1213358"/>
            <a:chExt cx="2270760" cy="295910"/>
          </a:xfrm>
        </p:grpSpPr>
        <p:pic>
          <p:nvPicPr>
            <p:cNvPr id="5" name="object 5"/>
            <p:cNvPicPr/>
            <p:nvPr/>
          </p:nvPicPr>
          <p:blipFill>
            <a:blip r:embed="rId2" cstate="print"/>
            <a:stretch>
              <a:fillRect/>
            </a:stretch>
          </p:blipFill>
          <p:spPr>
            <a:xfrm>
              <a:off x="3490595" y="1213358"/>
              <a:ext cx="762000" cy="295656"/>
            </a:xfrm>
            <a:prstGeom prst="rect">
              <a:avLst/>
            </a:prstGeom>
          </p:spPr>
        </p:pic>
        <p:pic>
          <p:nvPicPr>
            <p:cNvPr id="6" name="object 6"/>
            <p:cNvPicPr/>
            <p:nvPr/>
          </p:nvPicPr>
          <p:blipFill>
            <a:blip r:embed="rId3" cstate="print"/>
            <a:stretch>
              <a:fillRect/>
            </a:stretch>
          </p:blipFill>
          <p:spPr>
            <a:xfrm>
              <a:off x="4205351" y="1213358"/>
              <a:ext cx="1556003" cy="295656"/>
            </a:xfrm>
            <a:prstGeom prst="rect">
              <a:avLst/>
            </a:prstGeom>
          </p:spPr>
        </p:pic>
      </p:grpSp>
      <p:grpSp>
        <p:nvGrpSpPr>
          <p:cNvPr id="7" name="object 7"/>
          <p:cNvGrpSpPr/>
          <p:nvPr/>
        </p:nvGrpSpPr>
        <p:grpSpPr>
          <a:xfrm>
            <a:off x="8139430" y="1213358"/>
            <a:ext cx="2514600" cy="295910"/>
            <a:chOff x="8139430" y="1213358"/>
            <a:chExt cx="2514600" cy="295910"/>
          </a:xfrm>
        </p:grpSpPr>
        <p:pic>
          <p:nvPicPr>
            <p:cNvPr id="8" name="object 8"/>
            <p:cNvPicPr/>
            <p:nvPr/>
          </p:nvPicPr>
          <p:blipFill>
            <a:blip r:embed="rId4" cstate="print"/>
            <a:stretch>
              <a:fillRect/>
            </a:stretch>
          </p:blipFill>
          <p:spPr>
            <a:xfrm>
              <a:off x="8139430" y="1213358"/>
              <a:ext cx="1432941" cy="295656"/>
            </a:xfrm>
            <a:prstGeom prst="rect">
              <a:avLst/>
            </a:prstGeom>
          </p:spPr>
        </p:pic>
        <p:pic>
          <p:nvPicPr>
            <p:cNvPr id="9" name="object 9"/>
            <p:cNvPicPr/>
            <p:nvPr/>
          </p:nvPicPr>
          <p:blipFill>
            <a:blip r:embed="rId5" cstate="print"/>
            <a:stretch>
              <a:fillRect/>
            </a:stretch>
          </p:blipFill>
          <p:spPr>
            <a:xfrm>
              <a:off x="9534144" y="1213358"/>
              <a:ext cx="1119377" cy="295656"/>
            </a:xfrm>
            <a:prstGeom prst="rect">
              <a:avLst/>
            </a:prstGeom>
          </p:spPr>
        </p:pic>
      </p:grpSp>
      <p:pic>
        <p:nvPicPr>
          <p:cNvPr id="10" name="object 10"/>
          <p:cNvPicPr/>
          <p:nvPr/>
        </p:nvPicPr>
        <p:blipFill>
          <a:blip r:embed="rId6" cstate="print"/>
          <a:stretch>
            <a:fillRect/>
          </a:stretch>
        </p:blipFill>
        <p:spPr>
          <a:xfrm>
            <a:off x="984808" y="1670253"/>
            <a:ext cx="1559433" cy="295960"/>
          </a:xfrm>
          <a:prstGeom prst="rect">
            <a:avLst/>
          </a:prstGeom>
        </p:spPr>
      </p:pic>
      <p:sp>
        <p:nvSpPr>
          <p:cNvPr id="11" name="object 11"/>
          <p:cNvSpPr txBox="1"/>
          <p:nvPr/>
        </p:nvSpPr>
        <p:spPr>
          <a:xfrm>
            <a:off x="743508" y="1037161"/>
            <a:ext cx="2656205" cy="939800"/>
          </a:xfrm>
          <a:prstGeom prst="rect">
            <a:avLst/>
          </a:prstGeom>
        </p:spPr>
        <p:txBody>
          <a:bodyPr vert="horz" wrap="square" lIns="0" tIns="164465" rIns="0" bIns="0" rtlCol="0">
            <a:spAutoFit/>
          </a:bodyPr>
          <a:lstStyle/>
          <a:p>
            <a:pPr marL="240665" indent="-227965">
              <a:lnSpc>
                <a:spcPct val="100000"/>
              </a:lnSpc>
              <a:spcBef>
                <a:spcPts val="1295"/>
              </a:spcBef>
              <a:buClr>
                <a:srgbClr val="006F57"/>
              </a:buClr>
              <a:buSzPct val="75000"/>
              <a:buFont typeface="Wingdings"/>
              <a:buChar char=""/>
              <a:tabLst>
                <a:tab pos="240665" algn="l"/>
              </a:tabLst>
            </a:pPr>
            <a:r>
              <a:rPr sz="2000" spc="114" dirty="0">
                <a:solidFill>
                  <a:srgbClr val="252525"/>
                </a:solidFill>
                <a:latin typeface="Cambria"/>
                <a:cs typeface="Cambria"/>
              </a:rPr>
              <a:t>The</a:t>
            </a:r>
            <a:r>
              <a:rPr sz="2000" spc="395" dirty="0">
                <a:solidFill>
                  <a:srgbClr val="252525"/>
                </a:solidFill>
                <a:latin typeface="Cambria"/>
                <a:cs typeface="Cambria"/>
              </a:rPr>
              <a:t> </a:t>
            </a:r>
            <a:r>
              <a:rPr sz="2000" spc="110" dirty="0">
                <a:solidFill>
                  <a:srgbClr val="252525"/>
                </a:solidFill>
                <a:latin typeface="Cambria"/>
                <a:cs typeface="Cambria"/>
              </a:rPr>
              <a:t>technique</a:t>
            </a:r>
            <a:r>
              <a:rPr sz="2000" spc="415" dirty="0">
                <a:solidFill>
                  <a:srgbClr val="252525"/>
                </a:solidFill>
                <a:latin typeface="Cambria"/>
                <a:cs typeface="Cambria"/>
              </a:rPr>
              <a:t> </a:t>
            </a:r>
            <a:r>
              <a:rPr sz="2000" spc="90" dirty="0">
                <a:solidFill>
                  <a:srgbClr val="252525"/>
                </a:solidFill>
                <a:latin typeface="Cambria"/>
                <a:cs typeface="Cambria"/>
              </a:rPr>
              <a:t>lists</a:t>
            </a:r>
            <a:endParaRPr sz="2000" dirty="0">
              <a:latin typeface="Cambria"/>
              <a:cs typeface="Cambria"/>
            </a:endParaRPr>
          </a:p>
          <a:p>
            <a:pPr marL="728980" algn="ctr">
              <a:lnSpc>
                <a:spcPct val="100000"/>
              </a:lnSpc>
              <a:spcBef>
                <a:spcPts val="1200"/>
              </a:spcBef>
            </a:pPr>
            <a:r>
              <a:rPr sz="2000" spc="65" dirty="0">
                <a:solidFill>
                  <a:srgbClr val="252525"/>
                </a:solidFill>
                <a:latin typeface="Cambria"/>
                <a:cs typeface="Cambria"/>
              </a:rPr>
              <a:t>,</a:t>
            </a:r>
            <a:endParaRPr sz="2000" dirty="0">
              <a:latin typeface="Cambria"/>
              <a:cs typeface="Cambria"/>
            </a:endParaRPr>
          </a:p>
        </p:txBody>
      </p:sp>
      <p:grpSp>
        <p:nvGrpSpPr>
          <p:cNvPr id="12" name="object 12"/>
          <p:cNvGrpSpPr/>
          <p:nvPr/>
        </p:nvGrpSpPr>
        <p:grpSpPr>
          <a:xfrm>
            <a:off x="2545714" y="1670253"/>
            <a:ext cx="5122545" cy="296545"/>
            <a:chOff x="2545714" y="1670253"/>
            <a:chExt cx="5122545" cy="296545"/>
          </a:xfrm>
        </p:grpSpPr>
        <p:pic>
          <p:nvPicPr>
            <p:cNvPr id="13" name="object 13"/>
            <p:cNvPicPr/>
            <p:nvPr/>
          </p:nvPicPr>
          <p:blipFill>
            <a:blip r:embed="rId7" cstate="print"/>
            <a:stretch>
              <a:fillRect/>
            </a:stretch>
          </p:blipFill>
          <p:spPr>
            <a:xfrm>
              <a:off x="2545714" y="1670253"/>
              <a:ext cx="1781429" cy="295960"/>
            </a:xfrm>
            <a:prstGeom prst="rect">
              <a:avLst/>
            </a:prstGeom>
          </p:spPr>
        </p:pic>
        <p:pic>
          <p:nvPicPr>
            <p:cNvPr id="14" name="object 14"/>
            <p:cNvPicPr/>
            <p:nvPr/>
          </p:nvPicPr>
          <p:blipFill>
            <a:blip r:embed="rId8" cstate="print"/>
            <a:stretch>
              <a:fillRect/>
            </a:stretch>
          </p:blipFill>
          <p:spPr>
            <a:xfrm>
              <a:off x="4264786" y="1670253"/>
              <a:ext cx="1402461" cy="295960"/>
            </a:xfrm>
            <a:prstGeom prst="rect">
              <a:avLst/>
            </a:prstGeom>
          </p:spPr>
        </p:pic>
        <p:pic>
          <p:nvPicPr>
            <p:cNvPr id="15" name="object 15"/>
            <p:cNvPicPr/>
            <p:nvPr/>
          </p:nvPicPr>
          <p:blipFill>
            <a:blip r:embed="rId9" cstate="print"/>
            <a:stretch>
              <a:fillRect/>
            </a:stretch>
          </p:blipFill>
          <p:spPr>
            <a:xfrm>
              <a:off x="5566536" y="1670253"/>
              <a:ext cx="654303" cy="295960"/>
            </a:xfrm>
            <a:prstGeom prst="rect">
              <a:avLst/>
            </a:prstGeom>
          </p:spPr>
        </p:pic>
        <p:pic>
          <p:nvPicPr>
            <p:cNvPr id="16" name="object 16"/>
            <p:cNvPicPr/>
            <p:nvPr/>
          </p:nvPicPr>
          <p:blipFill>
            <a:blip r:embed="rId10" cstate="print"/>
            <a:stretch>
              <a:fillRect/>
            </a:stretch>
          </p:blipFill>
          <p:spPr>
            <a:xfrm>
              <a:off x="6133464" y="1670253"/>
              <a:ext cx="762381" cy="295960"/>
            </a:xfrm>
            <a:prstGeom prst="rect">
              <a:avLst/>
            </a:prstGeom>
          </p:spPr>
        </p:pic>
        <p:pic>
          <p:nvPicPr>
            <p:cNvPr id="17" name="object 17"/>
            <p:cNvPicPr/>
            <p:nvPr/>
          </p:nvPicPr>
          <p:blipFill>
            <a:blip r:embed="rId11" cstate="print"/>
            <a:stretch>
              <a:fillRect/>
            </a:stretch>
          </p:blipFill>
          <p:spPr>
            <a:xfrm>
              <a:off x="6819645" y="1670253"/>
              <a:ext cx="848563" cy="295960"/>
            </a:xfrm>
            <a:prstGeom prst="rect">
              <a:avLst/>
            </a:prstGeom>
          </p:spPr>
        </p:pic>
      </p:grpSp>
      <p:sp>
        <p:nvSpPr>
          <p:cNvPr id="18" name="object 18"/>
          <p:cNvSpPr txBox="1"/>
          <p:nvPr/>
        </p:nvSpPr>
        <p:spPr>
          <a:xfrm>
            <a:off x="5712333" y="1037161"/>
            <a:ext cx="2333625" cy="939800"/>
          </a:xfrm>
          <a:prstGeom prst="rect">
            <a:avLst/>
          </a:prstGeom>
        </p:spPr>
        <p:txBody>
          <a:bodyPr vert="horz" wrap="square" lIns="0" tIns="164465" rIns="0" bIns="0" rtlCol="0">
            <a:spAutoFit/>
          </a:bodyPr>
          <a:lstStyle/>
          <a:p>
            <a:pPr marL="12700">
              <a:lnSpc>
                <a:spcPct val="100000"/>
              </a:lnSpc>
              <a:spcBef>
                <a:spcPts val="1295"/>
              </a:spcBef>
            </a:pPr>
            <a:r>
              <a:rPr sz="2000" spc="135" dirty="0">
                <a:solidFill>
                  <a:srgbClr val="252525"/>
                </a:solidFill>
                <a:latin typeface="Cambria"/>
                <a:cs typeface="Cambria"/>
              </a:rPr>
              <a:t>and</a:t>
            </a:r>
            <a:r>
              <a:rPr sz="2000" spc="395" dirty="0">
                <a:solidFill>
                  <a:srgbClr val="252525"/>
                </a:solidFill>
                <a:latin typeface="Cambria"/>
                <a:cs typeface="Cambria"/>
              </a:rPr>
              <a:t> </a:t>
            </a:r>
            <a:r>
              <a:rPr sz="2000" spc="105" dirty="0">
                <a:solidFill>
                  <a:srgbClr val="252525"/>
                </a:solidFill>
                <a:latin typeface="Cambria"/>
                <a:cs typeface="Cambria"/>
              </a:rPr>
              <a:t>optionally</a:t>
            </a:r>
            <a:r>
              <a:rPr sz="2000" spc="405" dirty="0">
                <a:solidFill>
                  <a:srgbClr val="252525"/>
                </a:solidFill>
                <a:latin typeface="Cambria"/>
                <a:cs typeface="Cambria"/>
              </a:rPr>
              <a:t> </a:t>
            </a:r>
            <a:r>
              <a:rPr sz="2000" spc="80" dirty="0">
                <a:solidFill>
                  <a:srgbClr val="252525"/>
                </a:solidFill>
                <a:latin typeface="Cambria"/>
                <a:cs typeface="Cambria"/>
              </a:rPr>
              <a:t>the</a:t>
            </a:r>
            <a:endParaRPr sz="2000" dirty="0">
              <a:latin typeface="Cambria"/>
              <a:cs typeface="Cambria"/>
            </a:endParaRPr>
          </a:p>
          <a:p>
            <a:pPr marR="443230" algn="r">
              <a:lnSpc>
                <a:spcPct val="100000"/>
              </a:lnSpc>
              <a:spcBef>
                <a:spcPts val="1200"/>
              </a:spcBef>
            </a:pPr>
            <a:r>
              <a:rPr sz="2000" spc="65" dirty="0">
                <a:solidFill>
                  <a:srgbClr val="252525"/>
                </a:solidFill>
                <a:latin typeface="Cambria"/>
                <a:cs typeface="Cambria"/>
              </a:rPr>
              <a:t>.</a:t>
            </a:r>
            <a:endParaRPr sz="2000" dirty="0">
              <a:latin typeface="Cambria"/>
              <a:cs typeface="Cambria"/>
            </a:endParaRPr>
          </a:p>
        </p:txBody>
      </p:sp>
      <p:sp>
        <p:nvSpPr>
          <p:cNvPr id="21" name="object 21"/>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19" name="object 19"/>
          <p:cNvSpPr txBox="1"/>
          <p:nvPr/>
        </p:nvSpPr>
        <p:spPr>
          <a:xfrm>
            <a:off x="743508" y="2103856"/>
            <a:ext cx="9770110" cy="2769235"/>
          </a:xfrm>
          <a:prstGeom prst="rect">
            <a:avLst/>
          </a:prstGeom>
        </p:spPr>
        <p:txBody>
          <a:bodyPr vert="horz" wrap="square" lIns="0" tIns="12700" rIns="0" bIns="0" rtlCol="0">
            <a:spAutoFit/>
          </a:bodyPr>
          <a:lstStyle/>
          <a:p>
            <a:pPr marL="241300" marR="5080" indent="-228600">
              <a:lnSpc>
                <a:spcPct val="150000"/>
              </a:lnSpc>
              <a:spcBef>
                <a:spcPts val="100"/>
              </a:spcBef>
              <a:buClr>
                <a:srgbClr val="006F57"/>
              </a:buClr>
              <a:buSzPct val="75000"/>
              <a:buFont typeface="Wingdings"/>
              <a:buChar char=""/>
              <a:tabLst>
                <a:tab pos="241300" algn="l"/>
              </a:tabLst>
            </a:pPr>
            <a:r>
              <a:rPr sz="2000" spc="100" dirty="0">
                <a:solidFill>
                  <a:srgbClr val="252525"/>
                </a:solidFill>
                <a:latin typeface="Cambria"/>
                <a:cs typeface="Cambria"/>
              </a:rPr>
              <a:t>Machine</a:t>
            </a:r>
            <a:r>
              <a:rPr sz="2000" spc="400" dirty="0">
                <a:solidFill>
                  <a:srgbClr val="252525"/>
                </a:solidFill>
                <a:latin typeface="Cambria"/>
                <a:cs typeface="Cambria"/>
              </a:rPr>
              <a:t> </a:t>
            </a:r>
            <a:r>
              <a:rPr sz="2000" spc="95" dirty="0">
                <a:solidFill>
                  <a:srgbClr val="252525"/>
                </a:solidFill>
                <a:latin typeface="Cambria"/>
                <a:cs typeface="Cambria"/>
              </a:rPr>
              <a:t>learning</a:t>
            </a:r>
            <a:r>
              <a:rPr sz="2000" spc="390" dirty="0">
                <a:solidFill>
                  <a:srgbClr val="252525"/>
                </a:solidFill>
                <a:latin typeface="Cambria"/>
                <a:cs typeface="Cambria"/>
              </a:rPr>
              <a:t> </a:t>
            </a:r>
            <a:r>
              <a:rPr sz="2000" spc="110" dirty="0">
                <a:solidFill>
                  <a:srgbClr val="252525"/>
                </a:solidFill>
                <a:latin typeface="Cambria"/>
                <a:cs typeface="Cambria"/>
              </a:rPr>
              <a:t>classifiers</a:t>
            </a:r>
            <a:r>
              <a:rPr sz="2000" spc="385" dirty="0">
                <a:solidFill>
                  <a:srgbClr val="252525"/>
                </a:solidFill>
                <a:latin typeface="Cambria"/>
                <a:cs typeface="Cambria"/>
              </a:rPr>
              <a:t> </a:t>
            </a:r>
            <a:r>
              <a:rPr sz="2000" spc="125" dirty="0">
                <a:solidFill>
                  <a:srgbClr val="252525"/>
                </a:solidFill>
                <a:latin typeface="Cambria"/>
                <a:cs typeface="Cambria"/>
              </a:rPr>
              <a:t>can</a:t>
            </a:r>
            <a:r>
              <a:rPr sz="2000" spc="390" dirty="0">
                <a:solidFill>
                  <a:srgbClr val="252525"/>
                </a:solidFill>
                <a:latin typeface="Cambria"/>
                <a:cs typeface="Cambria"/>
              </a:rPr>
              <a:t> </a:t>
            </a:r>
            <a:r>
              <a:rPr sz="2000" spc="125" dirty="0">
                <a:solidFill>
                  <a:srgbClr val="252525"/>
                </a:solidFill>
                <a:latin typeface="Cambria"/>
                <a:cs typeface="Cambria"/>
              </a:rPr>
              <a:t>use</a:t>
            </a:r>
            <a:r>
              <a:rPr sz="2000" spc="405" dirty="0">
                <a:solidFill>
                  <a:srgbClr val="252525"/>
                </a:solidFill>
                <a:latin typeface="Cambria"/>
                <a:cs typeface="Cambria"/>
              </a:rPr>
              <a:t> </a:t>
            </a:r>
            <a:r>
              <a:rPr sz="2000" spc="110" dirty="0">
                <a:solidFill>
                  <a:srgbClr val="252525"/>
                </a:solidFill>
                <a:latin typeface="Cambria"/>
                <a:cs typeface="Cambria"/>
              </a:rPr>
              <a:t>the</a:t>
            </a:r>
            <a:r>
              <a:rPr sz="2000" spc="405" dirty="0">
                <a:solidFill>
                  <a:srgbClr val="252525"/>
                </a:solidFill>
                <a:latin typeface="Cambria"/>
                <a:cs typeface="Cambria"/>
              </a:rPr>
              <a:t> </a:t>
            </a:r>
            <a:r>
              <a:rPr sz="2000" spc="105" dirty="0">
                <a:solidFill>
                  <a:srgbClr val="252525"/>
                </a:solidFill>
                <a:latin typeface="Cambria"/>
                <a:cs typeface="Cambria"/>
              </a:rPr>
              <a:t>resulting</a:t>
            </a:r>
            <a:r>
              <a:rPr sz="2000" spc="395" dirty="0">
                <a:solidFill>
                  <a:srgbClr val="252525"/>
                </a:solidFill>
                <a:latin typeface="Cambria"/>
                <a:cs typeface="Cambria"/>
              </a:rPr>
              <a:t> </a:t>
            </a:r>
            <a:r>
              <a:rPr sz="2000" spc="135" dirty="0">
                <a:solidFill>
                  <a:srgbClr val="252525"/>
                </a:solidFill>
                <a:latin typeface="Cambria"/>
                <a:cs typeface="Cambria"/>
              </a:rPr>
              <a:t>model</a:t>
            </a:r>
            <a:r>
              <a:rPr sz="2000" spc="375" dirty="0">
                <a:solidFill>
                  <a:srgbClr val="252525"/>
                </a:solidFill>
                <a:latin typeface="Cambria"/>
                <a:cs typeface="Cambria"/>
              </a:rPr>
              <a:t> </a:t>
            </a:r>
            <a:r>
              <a:rPr sz="2000" spc="90" dirty="0">
                <a:solidFill>
                  <a:srgbClr val="252525"/>
                </a:solidFill>
                <a:latin typeface="Cambria"/>
                <a:cs typeface="Cambria"/>
              </a:rPr>
              <a:t>directly</a:t>
            </a:r>
            <a:r>
              <a:rPr sz="2000" spc="400" dirty="0">
                <a:solidFill>
                  <a:srgbClr val="252525"/>
                </a:solidFill>
                <a:latin typeface="Cambria"/>
                <a:cs typeface="Cambria"/>
              </a:rPr>
              <a:t> </a:t>
            </a:r>
            <a:r>
              <a:rPr sz="2000" spc="135" dirty="0">
                <a:solidFill>
                  <a:srgbClr val="252525"/>
                </a:solidFill>
                <a:latin typeface="Cambria"/>
                <a:cs typeface="Cambria"/>
              </a:rPr>
              <a:t>as</a:t>
            </a:r>
            <a:r>
              <a:rPr sz="2000" spc="390" dirty="0">
                <a:solidFill>
                  <a:srgbClr val="252525"/>
                </a:solidFill>
                <a:latin typeface="Cambria"/>
                <a:cs typeface="Cambria"/>
              </a:rPr>
              <a:t> </a:t>
            </a:r>
            <a:r>
              <a:rPr sz="2000" spc="95" dirty="0">
                <a:solidFill>
                  <a:srgbClr val="252525"/>
                </a:solidFill>
                <a:latin typeface="Cambria"/>
                <a:cs typeface="Cambria"/>
              </a:rPr>
              <a:t>feature </a:t>
            </a:r>
            <a:r>
              <a:rPr sz="2000" spc="90" dirty="0">
                <a:solidFill>
                  <a:srgbClr val="252525"/>
                </a:solidFill>
                <a:latin typeface="Cambria"/>
                <a:cs typeface="Cambria"/>
              </a:rPr>
              <a:t>vectors.</a:t>
            </a:r>
            <a:endParaRPr sz="2000" dirty="0">
              <a:latin typeface="Cambria"/>
              <a:cs typeface="Cambria"/>
            </a:endParaRPr>
          </a:p>
          <a:p>
            <a:pPr>
              <a:lnSpc>
                <a:spcPct val="100000"/>
              </a:lnSpc>
              <a:spcBef>
                <a:spcPts val="50"/>
              </a:spcBef>
              <a:buClr>
                <a:srgbClr val="006F57"/>
              </a:buClr>
              <a:buFont typeface="Wingdings"/>
              <a:buChar char=""/>
            </a:pPr>
            <a:endParaRPr sz="2000" dirty="0">
              <a:latin typeface="Cambria"/>
              <a:cs typeface="Cambria"/>
            </a:endParaRPr>
          </a:p>
          <a:p>
            <a:pPr marL="469265" lvl="1" indent="-227965">
              <a:lnSpc>
                <a:spcPct val="100000"/>
              </a:lnSpc>
              <a:spcBef>
                <a:spcPts val="5"/>
              </a:spcBef>
              <a:buClr>
                <a:srgbClr val="075A74"/>
              </a:buClr>
              <a:buSzPct val="75000"/>
              <a:buFont typeface="Wingdings"/>
              <a:buChar char=""/>
              <a:tabLst>
                <a:tab pos="469265" algn="l"/>
              </a:tabLst>
            </a:pPr>
            <a:r>
              <a:rPr sz="2000" dirty="0">
                <a:solidFill>
                  <a:srgbClr val="252525"/>
                </a:solidFill>
                <a:latin typeface="Cambria"/>
                <a:cs typeface="Cambria"/>
              </a:rPr>
              <a:t>Part-</a:t>
            </a:r>
            <a:r>
              <a:rPr sz="2000" spc="100" dirty="0">
                <a:solidFill>
                  <a:srgbClr val="252525"/>
                </a:solidFill>
                <a:latin typeface="Cambria"/>
                <a:cs typeface="Cambria"/>
              </a:rPr>
              <a:t>of-</a:t>
            </a:r>
            <a:r>
              <a:rPr sz="2000" spc="120" dirty="0">
                <a:solidFill>
                  <a:srgbClr val="252525"/>
                </a:solidFill>
                <a:latin typeface="Cambria"/>
                <a:cs typeface="Cambria"/>
              </a:rPr>
              <a:t>Speech</a:t>
            </a:r>
            <a:r>
              <a:rPr sz="2000" spc="425" dirty="0">
                <a:solidFill>
                  <a:srgbClr val="252525"/>
                </a:solidFill>
                <a:latin typeface="Cambria"/>
                <a:cs typeface="Cambria"/>
              </a:rPr>
              <a:t> </a:t>
            </a:r>
            <a:r>
              <a:rPr sz="2000" spc="110" dirty="0">
                <a:solidFill>
                  <a:srgbClr val="252525"/>
                </a:solidFill>
                <a:latin typeface="Cambria"/>
                <a:cs typeface="Cambria"/>
              </a:rPr>
              <a:t>Tagging</a:t>
            </a:r>
            <a:endParaRPr sz="2000" dirty="0">
              <a:latin typeface="Cambria"/>
              <a:cs typeface="Cambria"/>
            </a:endParaRPr>
          </a:p>
          <a:p>
            <a:pPr lvl="1">
              <a:lnSpc>
                <a:spcPct val="100000"/>
              </a:lnSpc>
              <a:spcBef>
                <a:spcPts val="55"/>
              </a:spcBef>
              <a:buClr>
                <a:srgbClr val="075A74"/>
              </a:buClr>
              <a:buFont typeface="Wingdings"/>
              <a:buChar char=""/>
            </a:pPr>
            <a:endParaRPr sz="2000" dirty="0">
              <a:latin typeface="Cambria"/>
              <a:cs typeface="Cambria"/>
            </a:endParaRPr>
          </a:p>
          <a:p>
            <a:pPr marL="469265" lvl="1" indent="-227965">
              <a:lnSpc>
                <a:spcPct val="100000"/>
              </a:lnSpc>
              <a:buClr>
                <a:srgbClr val="075A74"/>
              </a:buClr>
              <a:buSzPct val="75000"/>
              <a:buFont typeface="Wingdings"/>
              <a:buChar char=""/>
              <a:tabLst>
                <a:tab pos="469265" algn="l"/>
              </a:tabLst>
            </a:pPr>
            <a:r>
              <a:rPr sz="2000" spc="105" dirty="0">
                <a:solidFill>
                  <a:srgbClr val="252525"/>
                </a:solidFill>
                <a:latin typeface="Cambria"/>
                <a:cs typeface="Cambria"/>
              </a:rPr>
              <a:t>Syntactic</a:t>
            </a:r>
            <a:r>
              <a:rPr sz="2000" spc="165" dirty="0">
                <a:solidFill>
                  <a:srgbClr val="252525"/>
                </a:solidFill>
                <a:latin typeface="Cambria"/>
                <a:cs typeface="Cambria"/>
              </a:rPr>
              <a:t> </a:t>
            </a:r>
            <a:r>
              <a:rPr sz="2000" spc="80" dirty="0">
                <a:solidFill>
                  <a:srgbClr val="252525"/>
                </a:solidFill>
                <a:latin typeface="Cambria"/>
                <a:cs typeface="Cambria"/>
              </a:rPr>
              <a:t>Parsing.</a:t>
            </a:r>
            <a:endParaRPr sz="2000" dirty="0">
              <a:latin typeface="Cambria"/>
              <a:cs typeface="Cambria"/>
            </a:endParaRPr>
          </a:p>
          <a:p>
            <a:pPr lvl="1">
              <a:lnSpc>
                <a:spcPct val="100000"/>
              </a:lnSpc>
              <a:spcBef>
                <a:spcPts val="55"/>
              </a:spcBef>
              <a:buClr>
                <a:srgbClr val="075A74"/>
              </a:buClr>
              <a:buFont typeface="Wingdings"/>
              <a:buChar char=""/>
            </a:pPr>
            <a:endParaRPr sz="2000" dirty="0">
              <a:latin typeface="Cambria"/>
              <a:cs typeface="Cambria"/>
            </a:endParaRPr>
          </a:p>
          <a:p>
            <a:pPr marL="469265" lvl="1" indent="-227965">
              <a:lnSpc>
                <a:spcPct val="100000"/>
              </a:lnSpc>
              <a:buClr>
                <a:srgbClr val="075A74"/>
              </a:buClr>
              <a:buSzPct val="75000"/>
              <a:buFont typeface="Wingdings"/>
              <a:buChar char=""/>
              <a:tabLst>
                <a:tab pos="469265" algn="l"/>
              </a:tabLst>
            </a:pPr>
            <a:r>
              <a:rPr sz="2000" spc="114" dirty="0">
                <a:solidFill>
                  <a:srgbClr val="252525"/>
                </a:solidFill>
                <a:latin typeface="Cambria"/>
                <a:cs typeface="Cambria"/>
              </a:rPr>
              <a:t>Term</a:t>
            </a:r>
            <a:r>
              <a:rPr sz="2000" spc="200" dirty="0">
                <a:solidFill>
                  <a:srgbClr val="252525"/>
                </a:solidFill>
                <a:latin typeface="Cambria"/>
                <a:cs typeface="Cambria"/>
              </a:rPr>
              <a:t> </a:t>
            </a:r>
            <a:r>
              <a:rPr sz="2000" spc="80" dirty="0">
                <a:solidFill>
                  <a:srgbClr val="252525"/>
                </a:solidFill>
                <a:latin typeface="Cambria"/>
                <a:cs typeface="Cambria"/>
              </a:rPr>
              <a:t>Frequency-</a:t>
            </a:r>
            <a:r>
              <a:rPr sz="2000" spc="70" dirty="0">
                <a:solidFill>
                  <a:srgbClr val="252525"/>
                </a:solidFill>
                <a:latin typeface="Cambria"/>
                <a:cs typeface="Cambria"/>
              </a:rPr>
              <a:t>Inverse</a:t>
            </a:r>
            <a:r>
              <a:rPr sz="2000" spc="204" dirty="0">
                <a:solidFill>
                  <a:srgbClr val="252525"/>
                </a:solidFill>
                <a:latin typeface="Cambria"/>
                <a:cs typeface="Cambria"/>
              </a:rPr>
              <a:t> </a:t>
            </a:r>
            <a:r>
              <a:rPr sz="2000" spc="150" dirty="0">
                <a:solidFill>
                  <a:srgbClr val="252525"/>
                </a:solidFill>
                <a:latin typeface="Cambria"/>
                <a:cs typeface="Cambria"/>
              </a:rPr>
              <a:t>Document</a:t>
            </a:r>
            <a:r>
              <a:rPr sz="2000" spc="155" dirty="0">
                <a:solidFill>
                  <a:srgbClr val="252525"/>
                </a:solidFill>
                <a:latin typeface="Cambria"/>
                <a:cs typeface="Cambria"/>
              </a:rPr>
              <a:t> </a:t>
            </a:r>
            <a:r>
              <a:rPr sz="2000" spc="85" dirty="0">
                <a:solidFill>
                  <a:srgbClr val="252525"/>
                </a:solidFill>
                <a:latin typeface="Cambria"/>
                <a:cs typeface="Cambria"/>
              </a:rPr>
              <a:t>Frequency</a:t>
            </a:r>
            <a:endParaRPr sz="2000" dirty="0">
              <a:latin typeface="Cambria"/>
              <a:cs typeface="Cambria"/>
            </a:endParaRPr>
          </a:p>
        </p:txBody>
      </p:sp>
      <p:sp>
        <p:nvSpPr>
          <p:cNvPr id="20" name="object 20"/>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33</a:t>
            </a:r>
            <a:endParaRPr sz="1400">
              <a:latin typeface="Cambria"/>
              <a:cs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10" dirty="0"/>
              <a:t>Part</a:t>
            </a:r>
            <a:r>
              <a:rPr sz="3600" spc="310" dirty="0"/>
              <a:t> </a:t>
            </a:r>
            <a:r>
              <a:rPr sz="3600" spc="300" dirty="0"/>
              <a:t>of</a:t>
            </a:r>
            <a:r>
              <a:rPr sz="3600" spc="310" dirty="0"/>
              <a:t> </a:t>
            </a:r>
            <a:r>
              <a:rPr sz="3600" spc="225" dirty="0"/>
              <a:t>speech</a:t>
            </a:r>
            <a:r>
              <a:rPr sz="3600" spc="330" dirty="0"/>
              <a:t> </a:t>
            </a:r>
            <a:r>
              <a:rPr sz="3600" spc="180" dirty="0">
                <a:highlight>
                  <a:srgbClr val="FFFF00"/>
                </a:highlight>
              </a:rPr>
              <a:t>tagging</a:t>
            </a:r>
            <a:r>
              <a:rPr sz="3600" spc="180" dirty="0"/>
              <a:t>:</a:t>
            </a:r>
            <a:endParaRPr sz="3600" dirty="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43508" y="1037590"/>
            <a:ext cx="161290" cy="243204"/>
          </a:xfrm>
          <a:prstGeom prst="rect">
            <a:avLst/>
          </a:prstGeom>
        </p:spPr>
        <p:txBody>
          <a:bodyPr vert="horz" wrap="square" lIns="0" tIns="15875" rIns="0" bIns="0" rtlCol="0">
            <a:spAutoFit/>
          </a:bodyPr>
          <a:lstStyle/>
          <a:p>
            <a:pPr marL="12700">
              <a:lnSpc>
                <a:spcPct val="100000"/>
              </a:lnSpc>
              <a:spcBef>
                <a:spcPts val="125"/>
              </a:spcBef>
            </a:pPr>
            <a:r>
              <a:rPr sz="1400" spc="-50" dirty="0">
                <a:solidFill>
                  <a:srgbClr val="006F57"/>
                </a:solidFill>
                <a:latin typeface="Wingdings"/>
                <a:cs typeface="Wingdings"/>
              </a:rPr>
              <a:t></a:t>
            </a:r>
            <a:endParaRPr sz="1400">
              <a:latin typeface="Wingdings"/>
              <a:cs typeface="Wingdings"/>
            </a:endParaRPr>
          </a:p>
        </p:txBody>
      </p:sp>
      <p:pic>
        <p:nvPicPr>
          <p:cNvPr id="5" name="object 5"/>
          <p:cNvPicPr/>
          <p:nvPr/>
        </p:nvPicPr>
        <p:blipFill>
          <a:blip r:embed="rId3" cstate="print"/>
          <a:stretch>
            <a:fillRect/>
          </a:stretch>
        </p:blipFill>
        <p:spPr>
          <a:xfrm>
            <a:off x="984808" y="1003046"/>
            <a:ext cx="1440053" cy="280415"/>
          </a:xfrm>
          <a:prstGeom prst="rect">
            <a:avLst/>
          </a:prstGeom>
        </p:spPr>
      </p:pic>
      <p:pic>
        <p:nvPicPr>
          <p:cNvPr id="6" name="object 6"/>
          <p:cNvPicPr/>
          <p:nvPr/>
        </p:nvPicPr>
        <p:blipFill>
          <a:blip r:embed="rId4" cstate="print"/>
          <a:stretch>
            <a:fillRect/>
          </a:stretch>
        </p:blipFill>
        <p:spPr>
          <a:xfrm>
            <a:off x="4902072" y="1003046"/>
            <a:ext cx="2340013" cy="280415"/>
          </a:xfrm>
          <a:prstGeom prst="rect">
            <a:avLst/>
          </a:prstGeom>
        </p:spPr>
      </p:pic>
      <p:pic>
        <p:nvPicPr>
          <p:cNvPr id="7" name="object 7"/>
          <p:cNvPicPr/>
          <p:nvPr/>
        </p:nvPicPr>
        <p:blipFill>
          <a:blip r:embed="rId5" cstate="print"/>
          <a:stretch>
            <a:fillRect/>
          </a:stretch>
        </p:blipFill>
        <p:spPr>
          <a:xfrm>
            <a:off x="9543288" y="1003046"/>
            <a:ext cx="1264488" cy="280415"/>
          </a:xfrm>
          <a:prstGeom prst="rect">
            <a:avLst/>
          </a:prstGeom>
        </p:spPr>
      </p:pic>
      <p:pic>
        <p:nvPicPr>
          <p:cNvPr id="8" name="object 8"/>
          <p:cNvPicPr/>
          <p:nvPr/>
        </p:nvPicPr>
        <p:blipFill>
          <a:blip r:embed="rId6" cstate="print"/>
          <a:stretch>
            <a:fillRect/>
          </a:stretch>
        </p:blipFill>
        <p:spPr>
          <a:xfrm>
            <a:off x="2257679" y="1466341"/>
            <a:ext cx="1689099" cy="280415"/>
          </a:xfrm>
          <a:prstGeom prst="rect">
            <a:avLst/>
          </a:prstGeom>
        </p:spPr>
      </p:pic>
      <p:pic>
        <p:nvPicPr>
          <p:cNvPr id="9" name="object 9"/>
          <p:cNvPicPr/>
          <p:nvPr/>
        </p:nvPicPr>
        <p:blipFill>
          <a:blip r:embed="rId7" cstate="print"/>
          <a:stretch>
            <a:fillRect/>
          </a:stretch>
        </p:blipFill>
        <p:spPr>
          <a:xfrm>
            <a:off x="7618221" y="1466341"/>
            <a:ext cx="1702307" cy="280415"/>
          </a:xfrm>
          <a:prstGeom prst="rect">
            <a:avLst/>
          </a:prstGeom>
        </p:spPr>
      </p:pic>
      <p:sp>
        <p:nvSpPr>
          <p:cNvPr id="10" name="object 10"/>
          <p:cNvSpPr txBox="1"/>
          <p:nvPr/>
        </p:nvSpPr>
        <p:spPr>
          <a:xfrm>
            <a:off x="2386710" y="978154"/>
            <a:ext cx="8274050" cy="777875"/>
          </a:xfrm>
          <a:prstGeom prst="rect">
            <a:avLst/>
          </a:prstGeom>
        </p:spPr>
        <p:txBody>
          <a:bodyPr vert="horz" wrap="square" lIns="0" tIns="12065" rIns="0" bIns="0" rtlCol="0">
            <a:spAutoFit/>
          </a:bodyPr>
          <a:lstStyle/>
          <a:p>
            <a:pPr marL="12700">
              <a:lnSpc>
                <a:spcPct val="100000"/>
              </a:lnSpc>
              <a:spcBef>
                <a:spcPts val="95"/>
              </a:spcBef>
              <a:tabLst>
                <a:tab pos="4798060" algn="l"/>
              </a:tabLst>
            </a:pPr>
            <a:r>
              <a:rPr sz="1900" spc="110" dirty="0">
                <a:solidFill>
                  <a:srgbClr val="252525"/>
                </a:solidFill>
                <a:latin typeface="Cambria"/>
                <a:cs typeface="Cambria"/>
              </a:rPr>
              <a:t>parsing</a:t>
            </a:r>
            <a:r>
              <a:rPr sz="1900" spc="350" dirty="0">
                <a:solidFill>
                  <a:srgbClr val="252525"/>
                </a:solidFill>
                <a:latin typeface="Cambria"/>
                <a:cs typeface="Cambria"/>
              </a:rPr>
              <a:t> </a:t>
            </a:r>
            <a:r>
              <a:rPr sz="1900" spc="90" dirty="0">
                <a:solidFill>
                  <a:srgbClr val="252525"/>
                </a:solidFill>
                <a:latin typeface="Cambria"/>
                <a:cs typeface="Cambria"/>
              </a:rPr>
              <a:t>involves</a:t>
            </a:r>
            <a:r>
              <a:rPr sz="1900" spc="335" dirty="0">
                <a:solidFill>
                  <a:srgbClr val="252525"/>
                </a:solidFill>
                <a:latin typeface="Cambria"/>
                <a:cs typeface="Cambria"/>
              </a:rPr>
              <a:t> </a:t>
            </a:r>
            <a:r>
              <a:rPr sz="1900" spc="85" dirty="0">
                <a:solidFill>
                  <a:srgbClr val="252525"/>
                </a:solidFill>
                <a:latin typeface="Cambria"/>
                <a:cs typeface="Cambria"/>
              </a:rPr>
              <a:t>the</a:t>
            </a:r>
            <a:r>
              <a:rPr sz="1900" dirty="0">
                <a:solidFill>
                  <a:srgbClr val="252525"/>
                </a:solidFill>
                <a:latin typeface="Cambria"/>
                <a:cs typeface="Cambria"/>
              </a:rPr>
              <a:t>	</a:t>
            </a:r>
            <a:r>
              <a:rPr sz="1900" spc="90" dirty="0">
                <a:solidFill>
                  <a:srgbClr val="252525"/>
                </a:solidFill>
                <a:latin typeface="Cambria"/>
                <a:cs typeface="Cambria"/>
              </a:rPr>
              <a:t>in</a:t>
            </a:r>
            <a:r>
              <a:rPr sz="1900" spc="325" dirty="0">
                <a:solidFill>
                  <a:srgbClr val="252525"/>
                </a:solidFill>
                <a:latin typeface="Cambria"/>
                <a:cs typeface="Cambria"/>
              </a:rPr>
              <a:t> </a:t>
            </a:r>
            <a:r>
              <a:rPr sz="1900" spc="110" dirty="0">
                <a:solidFill>
                  <a:srgbClr val="252525"/>
                </a:solidFill>
                <a:latin typeface="Cambria"/>
                <a:cs typeface="Cambria"/>
              </a:rPr>
              <a:t>the</a:t>
            </a:r>
            <a:r>
              <a:rPr sz="1900" spc="345" dirty="0">
                <a:solidFill>
                  <a:srgbClr val="252525"/>
                </a:solidFill>
                <a:latin typeface="Cambria"/>
                <a:cs typeface="Cambria"/>
              </a:rPr>
              <a:t> </a:t>
            </a:r>
            <a:r>
              <a:rPr sz="1900" spc="105" dirty="0">
                <a:solidFill>
                  <a:srgbClr val="252525"/>
                </a:solidFill>
                <a:latin typeface="Cambria"/>
                <a:cs typeface="Cambria"/>
              </a:rPr>
              <a:t>sentence</a:t>
            </a:r>
            <a:r>
              <a:rPr sz="1900" spc="330" dirty="0">
                <a:solidFill>
                  <a:srgbClr val="252525"/>
                </a:solidFill>
                <a:latin typeface="Cambria"/>
                <a:cs typeface="Cambria"/>
              </a:rPr>
              <a:t> </a:t>
            </a:r>
            <a:r>
              <a:rPr sz="1900" spc="95" dirty="0">
                <a:solidFill>
                  <a:srgbClr val="252525"/>
                </a:solidFill>
                <a:latin typeface="Cambria"/>
                <a:cs typeface="Cambria"/>
              </a:rPr>
              <a:t>for</a:t>
            </a:r>
            <a:endParaRPr sz="1900">
              <a:latin typeface="Cambria"/>
              <a:cs typeface="Cambria"/>
            </a:endParaRPr>
          </a:p>
          <a:p>
            <a:pPr marL="1557655">
              <a:lnSpc>
                <a:spcPct val="100000"/>
              </a:lnSpc>
              <a:spcBef>
                <a:spcPts val="1365"/>
              </a:spcBef>
              <a:tabLst>
                <a:tab pos="1923414" algn="l"/>
                <a:tab pos="2195195" algn="l"/>
                <a:tab pos="3231515" algn="l"/>
                <a:tab pos="3843654" algn="l"/>
                <a:tab pos="4717415" algn="l"/>
                <a:tab pos="6950709" algn="l"/>
                <a:tab pos="7886065" algn="l"/>
              </a:tabLst>
            </a:pPr>
            <a:r>
              <a:rPr sz="1900" spc="70" dirty="0">
                <a:solidFill>
                  <a:srgbClr val="252525"/>
                </a:solidFill>
                <a:latin typeface="Cambria"/>
                <a:cs typeface="Cambria"/>
              </a:rPr>
              <a:t>in</a:t>
            </a:r>
            <a:r>
              <a:rPr sz="1900" dirty="0">
                <a:solidFill>
                  <a:srgbClr val="252525"/>
                </a:solidFill>
                <a:latin typeface="Cambria"/>
                <a:cs typeface="Cambria"/>
              </a:rPr>
              <a:t>	</a:t>
            </a:r>
            <a:r>
              <a:rPr sz="1900" spc="50" dirty="0">
                <a:solidFill>
                  <a:srgbClr val="252525"/>
                </a:solidFill>
                <a:latin typeface="Cambria"/>
                <a:cs typeface="Cambria"/>
              </a:rPr>
              <a:t>a</a:t>
            </a:r>
            <a:r>
              <a:rPr sz="1900" dirty="0">
                <a:solidFill>
                  <a:srgbClr val="252525"/>
                </a:solidFill>
                <a:latin typeface="Cambria"/>
                <a:cs typeface="Cambria"/>
              </a:rPr>
              <a:t>	</a:t>
            </a:r>
            <a:r>
              <a:rPr sz="1900" spc="100" dirty="0">
                <a:solidFill>
                  <a:srgbClr val="252525"/>
                </a:solidFill>
                <a:latin typeface="Cambria"/>
                <a:cs typeface="Cambria"/>
              </a:rPr>
              <a:t>manner</a:t>
            </a:r>
            <a:r>
              <a:rPr sz="1900" dirty="0">
                <a:solidFill>
                  <a:srgbClr val="252525"/>
                </a:solidFill>
                <a:latin typeface="Cambria"/>
                <a:cs typeface="Cambria"/>
              </a:rPr>
              <a:t>	</a:t>
            </a:r>
            <a:r>
              <a:rPr sz="1900" spc="90" dirty="0">
                <a:solidFill>
                  <a:srgbClr val="252525"/>
                </a:solidFill>
                <a:latin typeface="Cambria"/>
                <a:cs typeface="Cambria"/>
              </a:rPr>
              <a:t>that</a:t>
            </a:r>
            <a:r>
              <a:rPr sz="1900" dirty="0">
                <a:solidFill>
                  <a:srgbClr val="252525"/>
                </a:solidFill>
                <a:latin typeface="Cambria"/>
                <a:cs typeface="Cambria"/>
              </a:rPr>
              <a:t>	</a:t>
            </a:r>
            <a:r>
              <a:rPr sz="1900" spc="95" dirty="0">
                <a:solidFill>
                  <a:srgbClr val="252525"/>
                </a:solidFill>
                <a:latin typeface="Cambria"/>
                <a:cs typeface="Cambria"/>
              </a:rPr>
              <a:t>shows</a:t>
            </a:r>
            <a:r>
              <a:rPr sz="1900" dirty="0">
                <a:solidFill>
                  <a:srgbClr val="252525"/>
                </a:solidFill>
                <a:latin typeface="Cambria"/>
                <a:cs typeface="Cambria"/>
              </a:rPr>
              <a:t>	</a:t>
            </a:r>
            <a:r>
              <a:rPr sz="1900" spc="75" dirty="0">
                <a:solidFill>
                  <a:srgbClr val="252525"/>
                </a:solidFill>
                <a:latin typeface="Cambria"/>
                <a:cs typeface="Cambria"/>
              </a:rPr>
              <a:t>the</a:t>
            </a:r>
            <a:r>
              <a:rPr sz="1900" dirty="0">
                <a:solidFill>
                  <a:srgbClr val="252525"/>
                </a:solidFill>
                <a:latin typeface="Cambria"/>
                <a:cs typeface="Cambria"/>
              </a:rPr>
              <a:t>	</a:t>
            </a:r>
            <a:r>
              <a:rPr sz="1900" spc="120" dirty="0">
                <a:solidFill>
                  <a:srgbClr val="252525"/>
                </a:solidFill>
                <a:latin typeface="Cambria"/>
                <a:cs typeface="Cambria"/>
              </a:rPr>
              <a:t>among</a:t>
            </a:r>
            <a:r>
              <a:rPr sz="1900" dirty="0">
                <a:solidFill>
                  <a:srgbClr val="252525"/>
                </a:solidFill>
                <a:latin typeface="Cambria"/>
                <a:cs typeface="Cambria"/>
              </a:rPr>
              <a:t>	</a:t>
            </a:r>
            <a:r>
              <a:rPr sz="1900" spc="75" dirty="0">
                <a:solidFill>
                  <a:srgbClr val="252525"/>
                </a:solidFill>
                <a:latin typeface="Cambria"/>
                <a:cs typeface="Cambria"/>
              </a:rPr>
              <a:t>the</a:t>
            </a:r>
            <a:endParaRPr sz="1900">
              <a:latin typeface="Cambria"/>
              <a:cs typeface="Cambria"/>
            </a:endParaRPr>
          </a:p>
        </p:txBody>
      </p:sp>
      <p:pic>
        <p:nvPicPr>
          <p:cNvPr id="11" name="object 11"/>
          <p:cNvPicPr/>
          <p:nvPr/>
        </p:nvPicPr>
        <p:blipFill>
          <a:blip r:embed="rId8" cstate="print"/>
          <a:stretch>
            <a:fillRect/>
          </a:stretch>
        </p:blipFill>
        <p:spPr>
          <a:xfrm>
            <a:off x="984808" y="1929333"/>
            <a:ext cx="907084" cy="280720"/>
          </a:xfrm>
          <a:prstGeom prst="rect">
            <a:avLst/>
          </a:prstGeom>
        </p:spPr>
      </p:pic>
      <p:sp>
        <p:nvSpPr>
          <p:cNvPr id="12" name="object 12"/>
          <p:cNvSpPr txBox="1"/>
          <p:nvPr/>
        </p:nvSpPr>
        <p:spPr>
          <a:xfrm>
            <a:off x="972108" y="1441449"/>
            <a:ext cx="1159510" cy="777875"/>
          </a:xfrm>
          <a:prstGeom prst="rect">
            <a:avLst/>
          </a:prstGeom>
        </p:spPr>
        <p:txBody>
          <a:bodyPr vert="horz" wrap="square" lIns="0" tIns="12065" rIns="0" bIns="0" rtlCol="0">
            <a:spAutoFit/>
          </a:bodyPr>
          <a:lstStyle/>
          <a:p>
            <a:pPr marL="12700">
              <a:lnSpc>
                <a:spcPct val="100000"/>
              </a:lnSpc>
              <a:spcBef>
                <a:spcPts val="95"/>
              </a:spcBef>
              <a:tabLst>
                <a:tab pos="589915" algn="l"/>
              </a:tabLst>
            </a:pPr>
            <a:r>
              <a:rPr sz="1900" spc="105" dirty="0">
                <a:solidFill>
                  <a:srgbClr val="252525"/>
                </a:solidFill>
                <a:latin typeface="Cambria"/>
                <a:cs typeface="Cambria"/>
              </a:rPr>
              <a:t>and</a:t>
            </a:r>
            <a:r>
              <a:rPr sz="1900" dirty="0">
                <a:solidFill>
                  <a:srgbClr val="252525"/>
                </a:solidFill>
                <a:latin typeface="Cambria"/>
                <a:cs typeface="Cambria"/>
              </a:rPr>
              <a:t>	</a:t>
            </a:r>
            <a:r>
              <a:rPr sz="1900" spc="70" dirty="0">
                <a:solidFill>
                  <a:srgbClr val="252525"/>
                </a:solidFill>
                <a:latin typeface="Cambria"/>
                <a:cs typeface="Cambria"/>
              </a:rPr>
              <a:t>their</a:t>
            </a:r>
            <a:endParaRPr sz="1900">
              <a:latin typeface="Cambria"/>
              <a:cs typeface="Cambria"/>
            </a:endParaRPr>
          </a:p>
          <a:p>
            <a:pPr marL="768350">
              <a:lnSpc>
                <a:spcPct val="100000"/>
              </a:lnSpc>
              <a:spcBef>
                <a:spcPts val="1370"/>
              </a:spcBef>
            </a:pPr>
            <a:r>
              <a:rPr sz="1900" spc="60" dirty="0">
                <a:solidFill>
                  <a:srgbClr val="252525"/>
                </a:solidFill>
                <a:latin typeface="Cambria"/>
                <a:cs typeface="Cambria"/>
              </a:rPr>
              <a:t>.</a:t>
            </a:r>
            <a:endParaRPr sz="1900">
              <a:latin typeface="Cambria"/>
              <a:cs typeface="Cambria"/>
            </a:endParaRPr>
          </a:p>
        </p:txBody>
      </p:sp>
      <p:pic>
        <p:nvPicPr>
          <p:cNvPr id="13" name="object 13"/>
          <p:cNvPicPr/>
          <p:nvPr/>
        </p:nvPicPr>
        <p:blipFill>
          <a:blip r:embed="rId9" cstate="print"/>
          <a:stretch>
            <a:fillRect/>
          </a:stretch>
        </p:blipFill>
        <p:spPr>
          <a:xfrm>
            <a:off x="5304409" y="2545714"/>
            <a:ext cx="1539239" cy="280415"/>
          </a:xfrm>
          <a:prstGeom prst="rect">
            <a:avLst/>
          </a:prstGeom>
        </p:spPr>
      </p:pic>
      <p:pic>
        <p:nvPicPr>
          <p:cNvPr id="14" name="object 14"/>
          <p:cNvPicPr/>
          <p:nvPr/>
        </p:nvPicPr>
        <p:blipFill>
          <a:blip r:embed="rId10" cstate="print"/>
          <a:stretch>
            <a:fillRect/>
          </a:stretch>
        </p:blipFill>
        <p:spPr>
          <a:xfrm>
            <a:off x="9386316" y="2545714"/>
            <a:ext cx="1389760" cy="280415"/>
          </a:xfrm>
          <a:prstGeom prst="rect">
            <a:avLst/>
          </a:prstGeom>
        </p:spPr>
      </p:pic>
      <p:grpSp>
        <p:nvGrpSpPr>
          <p:cNvPr id="15" name="object 15"/>
          <p:cNvGrpSpPr/>
          <p:nvPr/>
        </p:nvGrpSpPr>
        <p:grpSpPr>
          <a:xfrm>
            <a:off x="1777238" y="3009010"/>
            <a:ext cx="2588260" cy="280670"/>
            <a:chOff x="1777238" y="3009010"/>
            <a:chExt cx="2588260" cy="280670"/>
          </a:xfrm>
        </p:grpSpPr>
        <p:pic>
          <p:nvPicPr>
            <p:cNvPr id="16" name="object 16"/>
            <p:cNvPicPr/>
            <p:nvPr/>
          </p:nvPicPr>
          <p:blipFill>
            <a:blip r:embed="rId11" cstate="print"/>
            <a:stretch>
              <a:fillRect/>
            </a:stretch>
          </p:blipFill>
          <p:spPr>
            <a:xfrm>
              <a:off x="1777238" y="3009010"/>
              <a:ext cx="644270" cy="280415"/>
            </a:xfrm>
            <a:prstGeom prst="rect">
              <a:avLst/>
            </a:prstGeom>
          </p:spPr>
        </p:pic>
        <p:pic>
          <p:nvPicPr>
            <p:cNvPr id="17" name="object 17"/>
            <p:cNvPicPr/>
            <p:nvPr/>
          </p:nvPicPr>
          <p:blipFill>
            <a:blip r:embed="rId12" cstate="print"/>
            <a:stretch>
              <a:fillRect/>
            </a:stretch>
          </p:blipFill>
          <p:spPr>
            <a:xfrm>
              <a:off x="2367407" y="3009010"/>
              <a:ext cx="368045" cy="280415"/>
            </a:xfrm>
            <a:prstGeom prst="rect">
              <a:avLst/>
            </a:prstGeom>
          </p:spPr>
        </p:pic>
        <p:pic>
          <p:nvPicPr>
            <p:cNvPr id="18" name="object 18"/>
            <p:cNvPicPr/>
            <p:nvPr/>
          </p:nvPicPr>
          <p:blipFill>
            <a:blip r:embed="rId13" cstate="print"/>
            <a:stretch>
              <a:fillRect/>
            </a:stretch>
          </p:blipFill>
          <p:spPr>
            <a:xfrm>
              <a:off x="2687447" y="3009010"/>
              <a:ext cx="956563" cy="280415"/>
            </a:xfrm>
            <a:prstGeom prst="rect">
              <a:avLst/>
            </a:prstGeom>
          </p:spPr>
        </p:pic>
        <p:pic>
          <p:nvPicPr>
            <p:cNvPr id="19" name="object 19"/>
            <p:cNvPicPr/>
            <p:nvPr/>
          </p:nvPicPr>
          <p:blipFill>
            <a:blip r:embed="rId14" cstate="print"/>
            <a:stretch>
              <a:fillRect/>
            </a:stretch>
          </p:blipFill>
          <p:spPr>
            <a:xfrm>
              <a:off x="3580511" y="3009010"/>
              <a:ext cx="784923" cy="280415"/>
            </a:xfrm>
            <a:prstGeom prst="rect">
              <a:avLst/>
            </a:prstGeom>
          </p:spPr>
        </p:pic>
      </p:grpSp>
      <p:grpSp>
        <p:nvGrpSpPr>
          <p:cNvPr id="20" name="object 20"/>
          <p:cNvGrpSpPr/>
          <p:nvPr/>
        </p:nvGrpSpPr>
        <p:grpSpPr>
          <a:xfrm>
            <a:off x="3969130" y="3603625"/>
            <a:ext cx="2463800" cy="280670"/>
            <a:chOff x="3969130" y="3603625"/>
            <a:chExt cx="2463800" cy="280670"/>
          </a:xfrm>
        </p:grpSpPr>
        <p:pic>
          <p:nvPicPr>
            <p:cNvPr id="21" name="object 21"/>
            <p:cNvPicPr/>
            <p:nvPr/>
          </p:nvPicPr>
          <p:blipFill>
            <a:blip r:embed="rId15" cstate="print"/>
            <a:stretch>
              <a:fillRect/>
            </a:stretch>
          </p:blipFill>
          <p:spPr>
            <a:xfrm>
              <a:off x="3969130" y="3603625"/>
              <a:ext cx="852589" cy="280416"/>
            </a:xfrm>
            <a:prstGeom prst="rect">
              <a:avLst/>
            </a:prstGeom>
          </p:spPr>
        </p:pic>
        <p:pic>
          <p:nvPicPr>
            <p:cNvPr id="22" name="object 22"/>
            <p:cNvPicPr/>
            <p:nvPr/>
          </p:nvPicPr>
          <p:blipFill>
            <a:blip r:embed="rId16" cstate="print"/>
            <a:stretch>
              <a:fillRect/>
            </a:stretch>
          </p:blipFill>
          <p:spPr>
            <a:xfrm>
              <a:off x="4754244" y="3603625"/>
              <a:ext cx="617727" cy="280416"/>
            </a:xfrm>
            <a:prstGeom prst="rect">
              <a:avLst/>
            </a:prstGeom>
          </p:spPr>
        </p:pic>
        <p:pic>
          <p:nvPicPr>
            <p:cNvPr id="23" name="object 23"/>
            <p:cNvPicPr/>
            <p:nvPr/>
          </p:nvPicPr>
          <p:blipFill>
            <a:blip r:embed="rId17" cstate="print"/>
            <a:stretch>
              <a:fillRect/>
            </a:stretch>
          </p:blipFill>
          <p:spPr>
            <a:xfrm>
              <a:off x="5292216" y="3603625"/>
              <a:ext cx="1140142" cy="280416"/>
            </a:xfrm>
            <a:prstGeom prst="rect">
              <a:avLst/>
            </a:prstGeom>
          </p:spPr>
        </p:pic>
      </p:grpSp>
      <p:sp>
        <p:nvSpPr>
          <p:cNvPr id="24" name="object 24"/>
          <p:cNvSpPr txBox="1"/>
          <p:nvPr/>
        </p:nvSpPr>
        <p:spPr>
          <a:xfrm>
            <a:off x="743508" y="2520823"/>
            <a:ext cx="8686165" cy="1386918"/>
          </a:xfrm>
          <a:prstGeom prst="rect">
            <a:avLst/>
          </a:prstGeom>
        </p:spPr>
        <p:txBody>
          <a:bodyPr vert="horz" wrap="square" lIns="0" tIns="12065" rIns="0" bIns="0" rtlCol="0">
            <a:spAutoFit/>
          </a:bodyPr>
          <a:lstStyle/>
          <a:p>
            <a:pPr marL="240665" indent="-227965">
              <a:lnSpc>
                <a:spcPct val="100000"/>
              </a:lnSpc>
              <a:spcBef>
                <a:spcPts val="95"/>
              </a:spcBef>
              <a:buClr>
                <a:srgbClr val="006F57"/>
              </a:buClr>
              <a:buSzPct val="73684"/>
              <a:buFont typeface="Wingdings"/>
              <a:buChar char=""/>
              <a:tabLst>
                <a:tab pos="240665" algn="l"/>
                <a:tab pos="6052820" algn="l"/>
              </a:tabLst>
            </a:pPr>
            <a:r>
              <a:rPr sz="1900" spc="120" dirty="0">
                <a:solidFill>
                  <a:srgbClr val="252525"/>
                </a:solidFill>
                <a:latin typeface="Cambria"/>
                <a:cs typeface="Cambria"/>
              </a:rPr>
              <a:t>Apart</a:t>
            </a:r>
            <a:r>
              <a:rPr sz="1900" spc="409" dirty="0">
                <a:solidFill>
                  <a:srgbClr val="252525"/>
                </a:solidFill>
                <a:latin typeface="Cambria"/>
                <a:cs typeface="Cambria"/>
              </a:rPr>
              <a:t> </a:t>
            </a:r>
            <a:r>
              <a:rPr sz="1900" spc="140" dirty="0">
                <a:solidFill>
                  <a:srgbClr val="252525"/>
                </a:solidFill>
                <a:latin typeface="Cambria"/>
                <a:cs typeface="Cambria"/>
              </a:rPr>
              <a:t>from</a:t>
            </a:r>
            <a:r>
              <a:rPr sz="1900" spc="420" dirty="0">
                <a:solidFill>
                  <a:srgbClr val="252525"/>
                </a:solidFill>
                <a:latin typeface="Cambria"/>
                <a:cs typeface="Cambria"/>
              </a:rPr>
              <a:t> </a:t>
            </a:r>
            <a:r>
              <a:rPr sz="1900" spc="105" dirty="0">
                <a:solidFill>
                  <a:srgbClr val="252525"/>
                </a:solidFill>
                <a:latin typeface="Cambria"/>
                <a:cs typeface="Cambria"/>
              </a:rPr>
              <a:t>the</a:t>
            </a:r>
            <a:r>
              <a:rPr sz="1900" spc="415" dirty="0">
                <a:solidFill>
                  <a:srgbClr val="252525"/>
                </a:solidFill>
                <a:latin typeface="Cambria"/>
                <a:cs typeface="Cambria"/>
              </a:rPr>
              <a:t> </a:t>
            </a:r>
            <a:r>
              <a:rPr sz="1900" spc="120" dirty="0">
                <a:solidFill>
                  <a:srgbClr val="252525"/>
                </a:solidFill>
                <a:latin typeface="Cambria"/>
                <a:cs typeface="Cambria"/>
              </a:rPr>
              <a:t>grammar</a:t>
            </a:r>
            <a:r>
              <a:rPr sz="1900" spc="425" dirty="0">
                <a:solidFill>
                  <a:srgbClr val="252525"/>
                </a:solidFill>
                <a:latin typeface="Cambria"/>
                <a:cs typeface="Cambria"/>
              </a:rPr>
              <a:t> </a:t>
            </a:r>
            <a:r>
              <a:rPr sz="1900" spc="80" dirty="0">
                <a:solidFill>
                  <a:srgbClr val="252525"/>
                </a:solidFill>
                <a:latin typeface="Cambria"/>
                <a:cs typeface="Cambria"/>
              </a:rPr>
              <a:t>relations,</a:t>
            </a:r>
            <a:r>
              <a:rPr sz="1900" dirty="0">
                <a:solidFill>
                  <a:srgbClr val="252525"/>
                </a:solidFill>
                <a:latin typeface="Cambria"/>
                <a:cs typeface="Cambria"/>
              </a:rPr>
              <a:t>	</a:t>
            </a:r>
            <a:r>
              <a:rPr sz="1900" spc="95" dirty="0">
                <a:solidFill>
                  <a:srgbClr val="252525"/>
                </a:solidFill>
                <a:latin typeface="Cambria"/>
                <a:cs typeface="Cambria"/>
              </a:rPr>
              <a:t>in</a:t>
            </a:r>
            <a:r>
              <a:rPr sz="1900" spc="420" dirty="0">
                <a:solidFill>
                  <a:srgbClr val="252525"/>
                </a:solidFill>
                <a:latin typeface="Cambria"/>
                <a:cs typeface="Cambria"/>
              </a:rPr>
              <a:t> </a:t>
            </a:r>
            <a:r>
              <a:rPr sz="1900" spc="100" dirty="0">
                <a:solidFill>
                  <a:srgbClr val="252525"/>
                </a:solidFill>
                <a:latin typeface="Cambria"/>
                <a:cs typeface="Cambria"/>
              </a:rPr>
              <a:t>a</a:t>
            </a:r>
            <a:r>
              <a:rPr sz="1900" spc="425" dirty="0">
                <a:solidFill>
                  <a:srgbClr val="252525"/>
                </a:solidFill>
                <a:latin typeface="Cambria"/>
                <a:cs typeface="Cambria"/>
              </a:rPr>
              <a:t> </a:t>
            </a:r>
            <a:r>
              <a:rPr sz="1900" spc="105" dirty="0">
                <a:solidFill>
                  <a:srgbClr val="252525"/>
                </a:solidFill>
                <a:latin typeface="Cambria"/>
                <a:cs typeface="Cambria"/>
              </a:rPr>
              <a:t>sentence</a:t>
            </a:r>
            <a:r>
              <a:rPr sz="1900" spc="434" dirty="0">
                <a:solidFill>
                  <a:srgbClr val="252525"/>
                </a:solidFill>
                <a:latin typeface="Cambria"/>
                <a:cs typeface="Cambria"/>
              </a:rPr>
              <a:t> </a:t>
            </a:r>
            <a:r>
              <a:rPr sz="1900" spc="95" dirty="0">
                <a:solidFill>
                  <a:srgbClr val="252525"/>
                </a:solidFill>
                <a:latin typeface="Cambria"/>
                <a:cs typeface="Cambria"/>
              </a:rPr>
              <a:t>is</a:t>
            </a:r>
            <a:r>
              <a:rPr sz="1900" spc="415" dirty="0">
                <a:solidFill>
                  <a:srgbClr val="252525"/>
                </a:solidFill>
                <a:latin typeface="Cambria"/>
                <a:cs typeface="Cambria"/>
              </a:rPr>
              <a:t> </a:t>
            </a:r>
            <a:r>
              <a:rPr sz="1900" spc="90" dirty="0">
                <a:solidFill>
                  <a:srgbClr val="252525"/>
                </a:solidFill>
                <a:latin typeface="Cambria"/>
                <a:cs typeface="Cambria"/>
              </a:rPr>
              <a:t>also</a:t>
            </a:r>
            <a:endParaRPr sz="1900" dirty="0">
              <a:latin typeface="Cambria"/>
              <a:cs typeface="Cambria"/>
            </a:endParaRPr>
          </a:p>
          <a:p>
            <a:pPr marL="241300">
              <a:lnSpc>
                <a:spcPct val="100000"/>
              </a:lnSpc>
              <a:spcBef>
                <a:spcPts val="1365"/>
              </a:spcBef>
              <a:tabLst>
                <a:tab pos="3565525" algn="l"/>
              </a:tabLst>
            </a:pPr>
            <a:r>
              <a:rPr sz="1900" spc="75" dirty="0">
                <a:solidFill>
                  <a:srgbClr val="252525"/>
                </a:solidFill>
                <a:latin typeface="Cambria"/>
                <a:cs typeface="Cambria"/>
              </a:rPr>
              <a:t>with</a:t>
            </a:r>
            <a:r>
              <a:rPr sz="1900" spc="185" dirty="0">
                <a:solidFill>
                  <a:srgbClr val="252525"/>
                </a:solidFill>
                <a:latin typeface="Cambria"/>
                <a:cs typeface="Cambria"/>
              </a:rPr>
              <a:t> </a:t>
            </a:r>
            <a:r>
              <a:rPr sz="1900" spc="50" dirty="0">
                <a:solidFill>
                  <a:srgbClr val="252525"/>
                </a:solidFill>
                <a:latin typeface="Cambria"/>
                <a:cs typeface="Cambria"/>
              </a:rPr>
              <a:t>a</a:t>
            </a:r>
            <a:r>
              <a:rPr sz="1900" dirty="0">
                <a:solidFill>
                  <a:srgbClr val="252525"/>
                </a:solidFill>
                <a:latin typeface="Cambria"/>
                <a:cs typeface="Cambria"/>
              </a:rPr>
              <a:t>	</a:t>
            </a:r>
            <a:r>
              <a:rPr sz="1900" spc="114" dirty="0">
                <a:solidFill>
                  <a:srgbClr val="252525"/>
                </a:solidFill>
                <a:latin typeface="Cambria"/>
                <a:cs typeface="Cambria"/>
              </a:rPr>
              <a:t>tag</a:t>
            </a:r>
            <a:r>
              <a:rPr sz="1900" spc="195" dirty="0">
                <a:solidFill>
                  <a:srgbClr val="252525"/>
                </a:solidFill>
                <a:latin typeface="Cambria"/>
                <a:cs typeface="Cambria"/>
              </a:rPr>
              <a:t> </a:t>
            </a:r>
            <a:r>
              <a:rPr sz="1900" spc="85" dirty="0">
                <a:solidFill>
                  <a:srgbClr val="252525"/>
                </a:solidFill>
                <a:latin typeface="Cambria"/>
                <a:cs typeface="Cambria"/>
              </a:rPr>
              <a:t>(nouns,</a:t>
            </a:r>
            <a:r>
              <a:rPr sz="1900" spc="204" dirty="0">
                <a:solidFill>
                  <a:srgbClr val="252525"/>
                </a:solidFill>
                <a:latin typeface="Cambria"/>
                <a:cs typeface="Cambria"/>
              </a:rPr>
              <a:t> </a:t>
            </a:r>
            <a:r>
              <a:rPr sz="1900" spc="90" dirty="0">
                <a:solidFill>
                  <a:srgbClr val="252525"/>
                </a:solidFill>
                <a:latin typeface="Cambria"/>
                <a:cs typeface="Cambria"/>
              </a:rPr>
              <a:t>verbs,</a:t>
            </a:r>
            <a:r>
              <a:rPr sz="1900" spc="210" dirty="0">
                <a:solidFill>
                  <a:srgbClr val="252525"/>
                </a:solidFill>
                <a:latin typeface="Cambria"/>
                <a:cs typeface="Cambria"/>
              </a:rPr>
              <a:t> </a:t>
            </a:r>
            <a:r>
              <a:rPr sz="1900" spc="100" dirty="0">
                <a:solidFill>
                  <a:srgbClr val="252525"/>
                </a:solidFill>
                <a:latin typeface="Cambria"/>
                <a:cs typeface="Cambria"/>
              </a:rPr>
              <a:t>adjectives,</a:t>
            </a:r>
            <a:r>
              <a:rPr sz="1900" spc="204" dirty="0">
                <a:solidFill>
                  <a:srgbClr val="252525"/>
                </a:solidFill>
                <a:latin typeface="Cambria"/>
                <a:cs typeface="Cambria"/>
              </a:rPr>
              <a:t> </a:t>
            </a:r>
            <a:r>
              <a:rPr sz="1900" spc="100" dirty="0">
                <a:solidFill>
                  <a:srgbClr val="252525"/>
                </a:solidFill>
                <a:latin typeface="Cambria"/>
                <a:cs typeface="Cambria"/>
              </a:rPr>
              <a:t>adverbs</a:t>
            </a:r>
            <a:r>
              <a:rPr sz="1900" spc="220" dirty="0">
                <a:solidFill>
                  <a:srgbClr val="252525"/>
                </a:solidFill>
                <a:latin typeface="Cambria"/>
                <a:cs typeface="Cambria"/>
              </a:rPr>
              <a:t> </a:t>
            </a:r>
            <a:r>
              <a:rPr sz="1900" spc="50" dirty="0">
                <a:solidFill>
                  <a:srgbClr val="252525"/>
                </a:solidFill>
                <a:latin typeface="Cambria"/>
                <a:cs typeface="Cambria"/>
              </a:rPr>
              <a:t>etc.).</a:t>
            </a:r>
            <a:endParaRPr sz="1900" dirty="0">
              <a:latin typeface="Cambria"/>
              <a:cs typeface="Cambria"/>
            </a:endParaRPr>
          </a:p>
          <a:p>
            <a:pPr>
              <a:lnSpc>
                <a:spcPct val="100000"/>
              </a:lnSpc>
              <a:spcBef>
                <a:spcPts val="175"/>
              </a:spcBef>
            </a:pPr>
            <a:endParaRPr sz="1900" dirty="0">
              <a:latin typeface="Cambria"/>
              <a:cs typeface="Cambria"/>
            </a:endParaRPr>
          </a:p>
          <a:p>
            <a:pPr marL="240665" indent="-227965">
              <a:lnSpc>
                <a:spcPct val="100000"/>
              </a:lnSpc>
              <a:buClr>
                <a:srgbClr val="006F57"/>
              </a:buClr>
              <a:buSzPct val="73684"/>
              <a:buFont typeface="Wingdings"/>
              <a:buChar char=""/>
              <a:tabLst>
                <a:tab pos="240665" algn="l"/>
                <a:tab pos="5639435" algn="l"/>
              </a:tabLst>
            </a:pPr>
            <a:r>
              <a:rPr sz="1900" u="sng" spc="110" dirty="0">
                <a:solidFill>
                  <a:srgbClr val="252525"/>
                </a:solidFill>
                <a:latin typeface="Cambria"/>
                <a:cs typeface="Cambria"/>
              </a:rPr>
              <a:t>The</a:t>
            </a:r>
            <a:r>
              <a:rPr sz="1900" u="sng" spc="175" dirty="0">
                <a:solidFill>
                  <a:srgbClr val="252525"/>
                </a:solidFill>
                <a:latin typeface="Cambria"/>
                <a:cs typeface="Cambria"/>
              </a:rPr>
              <a:t> </a:t>
            </a:r>
            <a:r>
              <a:rPr sz="1900" u="sng" spc="105" dirty="0">
                <a:solidFill>
                  <a:srgbClr val="252525"/>
                </a:solidFill>
                <a:latin typeface="Cambria"/>
                <a:cs typeface="Cambria"/>
              </a:rPr>
              <a:t>POS</a:t>
            </a:r>
            <a:r>
              <a:rPr sz="1900" u="sng" spc="180" dirty="0">
                <a:solidFill>
                  <a:srgbClr val="252525"/>
                </a:solidFill>
                <a:latin typeface="Cambria"/>
                <a:cs typeface="Cambria"/>
              </a:rPr>
              <a:t> </a:t>
            </a:r>
            <a:r>
              <a:rPr sz="1900" u="sng" spc="120" dirty="0">
                <a:solidFill>
                  <a:srgbClr val="252525"/>
                </a:solidFill>
                <a:latin typeface="Cambria"/>
                <a:cs typeface="Cambria"/>
              </a:rPr>
              <a:t>tags</a:t>
            </a:r>
            <a:r>
              <a:rPr sz="1900" u="sng" spc="200" dirty="0">
                <a:solidFill>
                  <a:srgbClr val="252525"/>
                </a:solidFill>
                <a:latin typeface="Cambria"/>
                <a:cs typeface="Cambria"/>
              </a:rPr>
              <a:t> </a:t>
            </a:r>
            <a:r>
              <a:rPr sz="1900" u="sng" spc="110" dirty="0">
                <a:solidFill>
                  <a:srgbClr val="252525"/>
                </a:solidFill>
                <a:latin typeface="Cambria"/>
                <a:cs typeface="Cambria"/>
              </a:rPr>
              <a:t>defines</a:t>
            </a:r>
            <a:r>
              <a:rPr sz="1900" u="sng" spc="220" dirty="0">
                <a:solidFill>
                  <a:srgbClr val="252525"/>
                </a:solidFill>
                <a:latin typeface="Cambria"/>
                <a:cs typeface="Cambria"/>
              </a:rPr>
              <a:t> </a:t>
            </a:r>
            <a:r>
              <a:rPr sz="1900" u="sng" spc="75" dirty="0">
                <a:solidFill>
                  <a:srgbClr val="252525"/>
                </a:solidFill>
                <a:latin typeface="Cambria"/>
                <a:cs typeface="Cambria"/>
              </a:rPr>
              <a:t>the</a:t>
            </a:r>
            <a:r>
              <a:rPr sz="1900" u="sng" dirty="0">
                <a:solidFill>
                  <a:srgbClr val="FF0000"/>
                </a:solidFill>
                <a:latin typeface="Cambria"/>
                <a:cs typeface="Cambria"/>
              </a:rPr>
              <a:t>	</a:t>
            </a:r>
            <a:r>
              <a:rPr sz="1900" u="sng" spc="150" dirty="0">
                <a:solidFill>
                  <a:srgbClr val="252525"/>
                </a:solidFill>
                <a:latin typeface="Cambria"/>
                <a:cs typeface="Cambria"/>
              </a:rPr>
              <a:t>of</a:t>
            </a:r>
            <a:r>
              <a:rPr sz="1900" u="sng" spc="175" dirty="0">
                <a:solidFill>
                  <a:srgbClr val="252525"/>
                </a:solidFill>
                <a:latin typeface="Cambria"/>
                <a:cs typeface="Cambria"/>
              </a:rPr>
              <a:t> </a:t>
            </a:r>
            <a:r>
              <a:rPr sz="1900" u="sng" spc="100" dirty="0">
                <a:solidFill>
                  <a:srgbClr val="252525"/>
                </a:solidFill>
                <a:latin typeface="Cambria"/>
                <a:cs typeface="Cambria"/>
              </a:rPr>
              <a:t>a</a:t>
            </a:r>
            <a:r>
              <a:rPr sz="1900" u="sng" spc="165" dirty="0">
                <a:solidFill>
                  <a:srgbClr val="252525"/>
                </a:solidFill>
                <a:latin typeface="Cambria"/>
                <a:cs typeface="Cambria"/>
              </a:rPr>
              <a:t> </a:t>
            </a:r>
            <a:r>
              <a:rPr sz="1900" u="sng" spc="80" dirty="0">
                <a:solidFill>
                  <a:srgbClr val="252525"/>
                </a:solidFill>
                <a:latin typeface="Cambria"/>
                <a:cs typeface="Cambria"/>
              </a:rPr>
              <a:t>word</a:t>
            </a:r>
            <a:r>
              <a:rPr sz="1900" u="sng" spc="200" dirty="0">
                <a:solidFill>
                  <a:srgbClr val="252525"/>
                </a:solidFill>
                <a:latin typeface="Cambria"/>
                <a:cs typeface="Cambria"/>
              </a:rPr>
              <a:t> </a:t>
            </a:r>
            <a:r>
              <a:rPr sz="1900" u="sng" spc="90" dirty="0">
                <a:solidFill>
                  <a:srgbClr val="252525"/>
                </a:solidFill>
                <a:latin typeface="Cambria"/>
                <a:cs typeface="Cambria"/>
              </a:rPr>
              <a:t>in</a:t>
            </a:r>
            <a:r>
              <a:rPr sz="1900" u="sng" spc="175" dirty="0">
                <a:solidFill>
                  <a:srgbClr val="252525"/>
                </a:solidFill>
                <a:latin typeface="Cambria"/>
                <a:cs typeface="Cambria"/>
              </a:rPr>
              <a:t> </a:t>
            </a:r>
            <a:r>
              <a:rPr sz="1900" u="sng" spc="100" dirty="0">
                <a:solidFill>
                  <a:srgbClr val="252525"/>
                </a:solidFill>
                <a:latin typeface="Cambria"/>
                <a:cs typeface="Cambria"/>
              </a:rPr>
              <a:t>the</a:t>
            </a:r>
            <a:r>
              <a:rPr sz="1900" u="sng" spc="170" dirty="0">
                <a:solidFill>
                  <a:srgbClr val="252525"/>
                </a:solidFill>
                <a:latin typeface="Cambria"/>
                <a:cs typeface="Cambria"/>
              </a:rPr>
              <a:t> </a:t>
            </a:r>
            <a:r>
              <a:rPr sz="1900" u="sng" spc="95" dirty="0">
                <a:solidFill>
                  <a:srgbClr val="252525"/>
                </a:solidFill>
                <a:latin typeface="Cambria"/>
                <a:cs typeface="Cambria"/>
              </a:rPr>
              <a:t>sentence</a:t>
            </a:r>
            <a:r>
              <a:rPr sz="1900" spc="95" dirty="0">
                <a:solidFill>
                  <a:srgbClr val="252525"/>
                </a:solidFill>
                <a:latin typeface="Cambria"/>
                <a:cs typeface="Cambria"/>
              </a:rPr>
              <a:t>.</a:t>
            </a:r>
            <a:endParaRPr sz="1900" dirty="0">
              <a:latin typeface="Cambria"/>
              <a:cs typeface="Cambria"/>
            </a:endParaRPr>
          </a:p>
        </p:txBody>
      </p:sp>
      <p:sp>
        <p:nvSpPr>
          <p:cNvPr id="25" name="object 25"/>
          <p:cNvSpPr txBox="1"/>
          <p:nvPr/>
        </p:nvSpPr>
        <p:spPr>
          <a:xfrm>
            <a:off x="743508" y="4224908"/>
            <a:ext cx="161290" cy="243204"/>
          </a:xfrm>
          <a:prstGeom prst="rect">
            <a:avLst/>
          </a:prstGeom>
        </p:spPr>
        <p:txBody>
          <a:bodyPr vert="horz" wrap="square" lIns="0" tIns="15875" rIns="0" bIns="0" rtlCol="0">
            <a:spAutoFit/>
          </a:bodyPr>
          <a:lstStyle/>
          <a:p>
            <a:pPr marL="12700">
              <a:lnSpc>
                <a:spcPct val="100000"/>
              </a:lnSpc>
              <a:spcBef>
                <a:spcPts val="125"/>
              </a:spcBef>
            </a:pPr>
            <a:r>
              <a:rPr sz="1400" spc="-50" dirty="0">
                <a:solidFill>
                  <a:srgbClr val="006F57"/>
                </a:solidFill>
                <a:latin typeface="Wingdings"/>
                <a:cs typeface="Wingdings"/>
              </a:rPr>
              <a:t></a:t>
            </a:r>
            <a:endParaRPr sz="1400">
              <a:latin typeface="Wingdings"/>
              <a:cs typeface="Wingdings"/>
            </a:endParaRPr>
          </a:p>
        </p:txBody>
      </p:sp>
      <p:grpSp>
        <p:nvGrpSpPr>
          <p:cNvPr id="26" name="object 26"/>
          <p:cNvGrpSpPr/>
          <p:nvPr/>
        </p:nvGrpSpPr>
        <p:grpSpPr>
          <a:xfrm>
            <a:off x="984808" y="4190365"/>
            <a:ext cx="8362950" cy="280670"/>
            <a:chOff x="984808" y="4190365"/>
            <a:chExt cx="8362950" cy="280670"/>
          </a:xfrm>
        </p:grpSpPr>
        <p:pic>
          <p:nvPicPr>
            <p:cNvPr id="27" name="object 27"/>
            <p:cNvPicPr/>
            <p:nvPr/>
          </p:nvPicPr>
          <p:blipFill>
            <a:blip r:embed="rId18" cstate="print"/>
            <a:stretch>
              <a:fillRect/>
            </a:stretch>
          </p:blipFill>
          <p:spPr>
            <a:xfrm>
              <a:off x="984808" y="4190365"/>
              <a:ext cx="640079" cy="280416"/>
            </a:xfrm>
            <a:prstGeom prst="rect">
              <a:avLst/>
            </a:prstGeom>
          </p:spPr>
        </p:pic>
        <p:pic>
          <p:nvPicPr>
            <p:cNvPr id="28" name="object 28"/>
            <p:cNvPicPr/>
            <p:nvPr/>
          </p:nvPicPr>
          <p:blipFill>
            <a:blip r:embed="rId12" cstate="print"/>
            <a:stretch>
              <a:fillRect/>
            </a:stretch>
          </p:blipFill>
          <p:spPr>
            <a:xfrm>
              <a:off x="1571497" y="4190365"/>
              <a:ext cx="368046" cy="280416"/>
            </a:xfrm>
            <a:prstGeom prst="rect">
              <a:avLst/>
            </a:prstGeom>
          </p:spPr>
        </p:pic>
        <p:pic>
          <p:nvPicPr>
            <p:cNvPr id="29" name="object 29"/>
            <p:cNvPicPr/>
            <p:nvPr/>
          </p:nvPicPr>
          <p:blipFill>
            <a:blip r:embed="rId19" cstate="print"/>
            <a:stretch>
              <a:fillRect/>
            </a:stretch>
          </p:blipFill>
          <p:spPr>
            <a:xfrm>
              <a:off x="1891538" y="4190365"/>
              <a:ext cx="987145" cy="280416"/>
            </a:xfrm>
            <a:prstGeom prst="rect">
              <a:avLst/>
            </a:prstGeom>
          </p:spPr>
        </p:pic>
        <p:pic>
          <p:nvPicPr>
            <p:cNvPr id="30" name="object 30"/>
            <p:cNvPicPr/>
            <p:nvPr/>
          </p:nvPicPr>
          <p:blipFill>
            <a:blip r:embed="rId20" cstate="print"/>
            <a:stretch>
              <a:fillRect/>
            </a:stretch>
          </p:blipFill>
          <p:spPr>
            <a:xfrm>
              <a:off x="2810890" y="4190365"/>
              <a:ext cx="1062443" cy="280416"/>
            </a:xfrm>
            <a:prstGeom prst="rect">
              <a:avLst/>
            </a:prstGeom>
          </p:spPr>
        </p:pic>
        <p:pic>
          <p:nvPicPr>
            <p:cNvPr id="31" name="object 31"/>
            <p:cNvPicPr/>
            <p:nvPr/>
          </p:nvPicPr>
          <p:blipFill>
            <a:blip r:embed="rId21" cstate="print"/>
            <a:stretch>
              <a:fillRect/>
            </a:stretch>
          </p:blipFill>
          <p:spPr>
            <a:xfrm>
              <a:off x="3816730" y="4190365"/>
              <a:ext cx="967739" cy="280416"/>
            </a:xfrm>
            <a:prstGeom prst="rect">
              <a:avLst/>
            </a:prstGeom>
          </p:spPr>
        </p:pic>
        <p:pic>
          <p:nvPicPr>
            <p:cNvPr id="32" name="object 32"/>
            <p:cNvPicPr/>
            <p:nvPr/>
          </p:nvPicPr>
          <p:blipFill>
            <a:blip r:embed="rId22" cstate="print"/>
            <a:stretch>
              <a:fillRect/>
            </a:stretch>
          </p:blipFill>
          <p:spPr>
            <a:xfrm>
              <a:off x="4719192" y="4190365"/>
              <a:ext cx="485648" cy="280416"/>
            </a:xfrm>
            <a:prstGeom prst="rect">
              <a:avLst/>
            </a:prstGeom>
          </p:spPr>
        </p:pic>
        <p:pic>
          <p:nvPicPr>
            <p:cNvPr id="33" name="object 33"/>
            <p:cNvPicPr/>
            <p:nvPr/>
          </p:nvPicPr>
          <p:blipFill>
            <a:blip r:embed="rId23" cstate="print"/>
            <a:stretch>
              <a:fillRect/>
            </a:stretch>
          </p:blipFill>
          <p:spPr>
            <a:xfrm>
              <a:off x="5158104" y="4190365"/>
              <a:ext cx="857250" cy="280416"/>
            </a:xfrm>
            <a:prstGeom prst="rect">
              <a:avLst/>
            </a:prstGeom>
          </p:spPr>
        </p:pic>
        <p:pic>
          <p:nvPicPr>
            <p:cNvPr id="34" name="object 34"/>
            <p:cNvPicPr/>
            <p:nvPr/>
          </p:nvPicPr>
          <p:blipFill>
            <a:blip r:embed="rId24" cstate="print"/>
            <a:stretch>
              <a:fillRect/>
            </a:stretch>
          </p:blipFill>
          <p:spPr>
            <a:xfrm>
              <a:off x="5917056" y="4190365"/>
              <a:ext cx="1353312" cy="280416"/>
            </a:xfrm>
            <a:prstGeom prst="rect">
              <a:avLst/>
            </a:prstGeom>
          </p:spPr>
        </p:pic>
        <p:pic>
          <p:nvPicPr>
            <p:cNvPr id="35" name="object 35"/>
            <p:cNvPicPr/>
            <p:nvPr/>
          </p:nvPicPr>
          <p:blipFill>
            <a:blip r:embed="rId25" cstate="print"/>
            <a:stretch>
              <a:fillRect/>
            </a:stretch>
          </p:blipFill>
          <p:spPr>
            <a:xfrm>
              <a:off x="7212837" y="4190365"/>
              <a:ext cx="1231011" cy="280416"/>
            </a:xfrm>
            <a:prstGeom prst="rect">
              <a:avLst/>
            </a:prstGeom>
          </p:spPr>
        </p:pic>
        <p:pic>
          <p:nvPicPr>
            <p:cNvPr id="36" name="object 36"/>
            <p:cNvPicPr/>
            <p:nvPr/>
          </p:nvPicPr>
          <p:blipFill>
            <a:blip r:embed="rId26" cstate="print"/>
            <a:stretch>
              <a:fillRect/>
            </a:stretch>
          </p:blipFill>
          <p:spPr>
            <a:xfrm>
              <a:off x="8381745" y="4190365"/>
              <a:ext cx="352044" cy="280416"/>
            </a:xfrm>
            <a:prstGeom prst="rect">
              <a:avLst/>
            </a:prstGeom>
          </p:spPr>
        </p:pic>
        <p:pic>
          <p:nvPicPr>
            <p:cNvPr id="37" name="object 37"/>
            <p:cNvPicPr/>
            <p:nvPr/>
          </p:nvPicPr>
          <p:blipFill>
            <a:blip r:embed="rId27" cstate="print"/>
            <a:stretch>
              <a:fillRect/>
            </a:stretch>
          </p:blipFill>
          <p:spPr>
            <a:xfrm>
              <a:off x="8692642" y="4190365"/>
              <a:ext cx="654710" cy="280416"/>
            </a:xfrm>
            <a:prstGeom prst="rect">
              <a:avLst/>
            </a:prstGeom>
          </p:spPr>
        </p:pic>
      </p:grpSp>
      <p:sp>
        <p:nvSpPr>
          <p:cNvPr id="38" name="object 38"/>
          <p:cNvSpPr txBox="1"/>
          <p:nvPr/>
        </p:nvSpPr>
        <p:spPr>
          <a:xfrm>
            <a:off x="9170923" y="4165472"/>
            <a:ext cx="89535" cy="314960"/>
          </a:xfrm>
          <a:prstGeom prst="rect">
            <a:avLst/>
          </a:prstGeom>
        </p:spPr>
        <p:txBody>
          <a:bodyPr vert="horz" wrap="square" lIns="0" tIns="12065" rIns="0" bIns="0" rtlCol="0">
            <a:spAutoFit/>
          </a:bodyPr>
          <a:lstStyle/>
          <a:p>
            <a:pPr marL="12700">
              <a:lnSpc>
                <a:spcPct val="100000"/>
              </a:lnSpc>
              <a:spcBef>
                <a:spcPts val="95"/>
              </a:spcBef>
            </a:pPr>
            <a:r>
              <a:rPr sz="1900" spc="-50" dirty="0">
                <a:solidFill>
                  <a:srgbClr val="252525"/>
                </a:solidFill>
                <a:latin typeface="Cambria"/>
                <a:cs typeface="Cambria"/>
              </a:rPr>
              <a:t>:</a:t>
            </a:r>
            <a:endParaRPr sz="1900">
              <a:latin typeface="Cambria"/>
              <a:cs typeface="Cambria"/>
            </a:endParaRPr>
          </a:p>
        </p:txBody>
      </p:sp>
      <p:sp>
        <p:nvSpPr>
          <p:cNvPr id="39" name="object 39"/>
          <p:cNvSpPr txBox="1"/>
          <p:nvPr/>
        </p:nvSpPr>
        <p:spPr>
          <a:xfrm>
            <a:off x="972108" y="4647057"/>
            <a:ext cx="3862070" cy="1602740"/>
          </a:xfrm>
          <a:prstGeom prst="rect">
            <a:avLst/>
          </a:prstGeom>
        </p:spPr>
        <p:txBody>
          <a:bodyPr vert="horz" wrap="square" lIns="0" tIns="12700" rIns="0" bIns="0" rtlCol="0">
            <a:spAutoFit/>
          </a:bodyPr>
          <a:lstStyle/>
          <a:p>
            <a:pPr marL="240665" indent="-227965">
              <a:lnSpc>
                <a:spcPct val="100000"/>
              </a:lnSpc>
              <a:spcBef>
                <a:spcPts val="100"/>
              </a:spcBef>
              <a:buClr>
                <a:srgbClr val="075A74"/>
              </a:buClr>
              <a:buSzPct val="73529"/>
              <a:buFont typeface="Wingdings"/>
              <a:buChar char=""/>
              <a:tabLst>
                <a:tab pos="240665" algn="l"/>
              </a:tabLst>
            </a:pPr>
            <a:r>
              <a:rPr sz="1700" spc="75" dirty="0">
                <a:solidFill>
                  <a:srgbClr val="252525"/>
                </a:solidFill>
                <a:latin typeface="Cambria"/>
                <a:cs typeface="Cambria"/>
              </a:rPr>
              <a:t>Word</a:t>
            </a:r>
            <a:r>
              <a:rPr sz="1700" spc="130" dirty="0">
                <a:solidFill>
                  <a:srgbClr val="252525"/>
                </a:solidFill>
                <a:latin typeface="Cambria"/>
                <a:cs typeface="Cambria"/>
              </a:rPr>
              <a:t> </a:t>
            </a:r>
            <a:r>
              <a:rPr sz="1700" spc="105" dirty="0">
                <a:solidFill>
                  <a:srgbClr val="252525"/>
                </a:solidFill>
                <a:latin typeface="Cambria"/>
                <a:cs typeface="Cambria"/>
              </a:rPr>
              <a:t>sense</a:t>
            </a:r>
            <a:r>
              <a:rPr sz="1700" spc="150" dirty="0">
                <a:solidFill>
                  <a:srgbClr val="252525"/>
                </a:solidFill>
                <a:latin typeface="Cambria"/>
                <a:cs typeface="Cambria"/>
              </a:rPr>
              <a:t> </a:t>
            </a:r>
            <a:r>
              <a:rPr sz="1700" spc="90" dirty="0">
                <a:solidFill>
                  <a:srgbClr val="252525"/>
                </a:solidFill>
                <a:latin typeface="Cambria"/>
                <a:cs typeface="Cambria"/>
              </a:rPr>
              <a:t>disambiguation.</a:t>
            </a:r>
            <a:endParaRPr sz="1700" dirty="0">
              <a:latin typeface="Cambria"/>
              <a:cs typeface="Cambria"/>
            </a:endParaRPr>
          </a:p>
          <a:p>
            <a:pPr marL="240665" indent="-227965">
              <a:lnSpc>
                <a:spcPct val="100000"/>
              </a:lnSpc>
              <a:spcBef>
                <a:spcPts val="1420"/>
              </a:spcBef>
              <a:buClr>
                <a:srgbClr val="075A74"/>
              </a:buClr>
              <a:buSzPct val="73529"/>
              <a:buFont typeface="Wingdings"/>
              <a:buChar char=""/>
              <a:tabLst>
                <a:tab pos="240665" algn="l"/>
              </a:tabLst>
            </a:pPr>
            <a:r>
              <a:rPr sz="1700" spc="85" dirty="0">
                <a:solidFill>
                  <a:srgbClr val="252525"/>
                </a:solidFill>
                <a:latin typeface="Cambria"/>
                <a:cs typeface="Cambria"/>
              </a:rPr>
              <a:t>Improving</a:t>
            </a:r>
            <a:r>
              <a:rPr sz="1700" spc="204" dirty="0">
                <a:solidFill>
                  <a:srgbClr val="252525"/>
                </a:solidFill>
                <a:latin typeface="Cambria"/>
                <a:cs typeface="Cambria"/>
              </a:rPr>
              <a:t> </a:t>
            </a:r>
            <a:r>
              <a:rPr sz="1700" spc="55" dirty="0">
                <a:solidFill>
                  <a:srgbClr val="252525"/>
                </a:solidFill>
                <a:latin typeface="Cambria"/>
                <a:cs typeface="Cambria"/>
              </a:rPr>
              <a:t>word-</a:t>
            </a:r>
            <a:r>
              <a:rPr sz="1700" spc="110" dirty="0">
                <a:solidFill>
                  <a:srgbClr val="252525"/>
                </a:solidFill>
                <a:latin typeface="Cambria"/>
                <a:cs typeface="Cambria"/>
              </a:rPr>
              <a:t>based</a:t>
            </a:r>
            <a:r>
              <a:rPr sz="1700" spc="195" dirty="0">
                <a:solidFill>
                  <a:srgbClr val="252525"/>
                </a:solidFill>
                <a:latin typeface="Cambria"/>
                <a:cs typeface="Cambria"/>
              </a:rPr>
              <a:t> </a:t>
            </a:r>
            <a:r>
              <a:rPr sz="1700" spc="90" dirty="0">
                <a:solidFill>
                  <a:srgbClr val="252525"/>
                </a:solidFill>
                <a:latin typeface="Cambria"/>
                <a:cs typeface="Cambria"/>
              </a:rPr>
              <a:t>features</a:t>
            </a:r>
            <a:endParaRPr sz="1700" dirty="0">
              <a:latin typeface="Cambria"/>
              <a:cs typeface="Cambria"/>
            </a:endParaRPr>
          </a:p>
          <a:p>
            <a:pPr marL="240665" indent="-227965">
              <a:lnSpc>
                <a:spcPct val="100000"/>
              </a:lnSpc>
              <a:spcBef>
                <a:spcPts val="1415"/>
              </a:spcBef>
              <a:buClr>
                <a:srgbClr val="075A74"/>
              </a:buClr>
              <a:buSzPct val="73529"/>
              <a:buFont typeface="Wingdings"/>
              <a:buChar char=""/>
              <a:tabLst>
                <a:tab pos="240665" algn="l"/>
              </a:tabLst>
            </a:pPr>
            <a:r>
              <a:rPr sz="1700" spc="100" dirty="0">
                <a:solidFill>
                  <a:srgbClr val="252525"/>
                </a:solidFill>
                <a:latin typeface="Cambria"/>
                <a:cs typeface="Cambria"/>
              </a:rPr>
              <a:t>Normalization</a:t>
            </a:r>
            <a:r>
              <a:rPr sz="1700" spc="195" dirty="0">
                <a:solidFill>
                  <a:srgbClr val="252525"/>
                </a:solidFill>
                <a:latin typeface="Cambria"/>
                <a:cs typeface="Cambria"/>
              </a:rPr>
              <a:t> </a:t>
            </a:r>
            <a:r>
              <a:rPr sz="1700" spc="125" dirty="0">
                <a:solidFill>
                  <a:srgbClr val="252525"/>
                </a:solidFill>
                <a:latin typeface="Cambria"/>
                <a:cs typeface="Cambria"/>
              </a:rPr>
              <a:t>and</a:t>
            </a:r>
            <a:r>
              <a:rPr sz="1700" spc="130" dirty="0">
                <a:solidFill>
                  <a:srgbClr val="252525"/>
                </a:solidFill>
                <a:latin typeface="Cambria"/>
                <a:cs typeface="Cambria"/>
              </a:rPr>
              <a:t> </a:t>
            </a:r>
            <a:r>
              <a:rPr sz="1700" spc="95" dirty="0">
                <a:solidFill>
                  <a:srgbClr val="252525"/>
                </a:solidFill>
                <a:latin typeface="Cambria"/>
                <a:cs typeface="Cambria"/>
              </a:rPr>
              <a:t>Lemmatization</a:t>
            </a:r>
            <a:endParaRPr sz="1700" dirty="0">
              <a:latin typeface="Cambria"/>
              <a:cs typeface="Cambria"/>
            </a:endParaRPr>
          </a:p>
          <a:p>
            <a:pPr marL="240665" indent="-227965">
              <a:lnSpc>
                <a:spcPct val="100000"/>
              </a:lnSpc>
              <a:spcBef>
                <a:spcPts val="1420"/>
              </a:spcBef>
              <a:buClr>
                <a:srgbClr val="075A74"/>
              </a:buClr>
              <a:buSzPct val="73529"/>
              <a:buFont typeface="Wingdings"/>
              <a:buChar char=""/>
              <a:tabLst>
                <a:tab pos="240665" algn="l"/>
              </a:tabLst>
            </a:pPr>
            <a:r>
              <a:rPr sz="1700" spc="85" dirty="0">
                <a:solidFill>
                  <a:srgbClr val="252525"/>
                </a:solidFill>
                <a:latin typeface="Cambria"/>
                <a:cs typeface="Cambria"/>
              </a:rPr>
              <a:t>Efficient</a:t>
            </a:r>
            <a:r>
              <a:rPr sz="1700" spc="175" dirty="0">
                <a:solidFill>
                  <a:srgbClr val="252525"/>
                </a:solidFill>
                <a:latin typeface="Cambria"/>
                <a:cs typeface="Cambria"/>
              </a:rPr>
              <a:t> </a:t>
            </a:r>
            <a:r>
              <a:rPr sz="1700" spc="90" dirty="0">
                <a:solidFill>
                  <a:srgbClr val="252525"/>
                </a:solidFill>
                <a:latin typeface="Cambria"/>
                <a:cs typeface="Cambria"/>
              </a:rPr>
              <a:t>stopword</a:t>
            </a:r>
            <a:r>
              <a:rPr sz="1700" spc="195" dirty="0">
                <a:solidFill>
                  <a:srgbClr val="252525"/>
                </a:solidFill>
                <a:latin typeface="Cambria"/>
                <a:cs typeface="Cambria"/>
              </a:rPr>
              <a:t> </a:t>
            </a:r>
            <a:r>
              <a:rPr sz="1700" spc="75" dirty="0">
                <a:solidFill>
                  <a:srgbClr val="252525"/>
                </a:solidFill>
                <a:latin typeface="Cambria"/>
                <a:cs typeface="Cambria"/>
              </a:rPr>
              <a:t>removal</a:t>
            </a:r>
            <a:endParaRPr sz="1700" dirty="0">
              <a:latin typeface="Cambria"/>
              <a:cs typeface="Cambria"/>
            </a:endParaRPr>
          </a:p>
        </p:txBody>
      </p:sp>
      <p:sp>
        <p:nvSpPr>
          <p:cNvPr id="40" name="object 40"/>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34</a:t>
            </a:r>
            <a:endParaRPr sz="1400">
              <a:latin typeface="Cambria"/>
              <a:cs typeface="Cambria"/>
            </a:endParaRPr>
          </a:p>
        </p:txBody>
      </p:sp>
      <p:pic>
        <p:nvPicPr>
          <p:cNvPr id="41" name="object 41"/>
          <p:cNvPicPr/>
          <p:nvPr/>
        </p:nvPicPr>
        <p:blipFill>
          <a:blip r:embed="rId28" cstate="print"/>
          <a:stretch>
            <a:fillRect/>
          </a:stretch>
        </p:blipFill>
        <p:spPr>
          <a:xfrm>
            <a:off x="5067300" y="4442459"/>
            <a:ext cx="6562344" cy="1981200"/>
          </a:xfrm>
          <a:prstGeom prst="rect">
            <a:avLst/>
          </a:prstGeom>
        </p:spPr>
      </p:pic>
      <p:sp>
        <p:nvSpPr>
          <p:cNvPr id="42" name="object 42"/>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86B5F8B-6C1C-8AAA-223F-FF605D9B316C}"/>
              </a:ext>
            </a:extLst>
          </p:cNvPr>
          <p:cNvSpPr>
            <a:spLocks noGrp="1"/>
          </p:cNvSpPr>
          <p:nvPr>
            <p:ph type="title"/>
          </p:nvPr>
        </p:nvSpPr>
        <p:spPr>
          <a:xfrm>
            <a:off x="259689" y="264363"/>
            <a:ext cx="8822690" cy="574675"/>
          </a:xfrm>
        </p:spPr>
        <p:txBody>
          <a:bodyPr/>
          <a:lstStyle/>
          <a:p>
            <a:r>
              <a:rPr lang="en-US" dirty="0"/>
              <a:t>POS tags</a:t>
            </a:r>
          </a:p>
        </p:txBody>
      </p:sp>
      <p:pic>
        <p:nvPicPr>
          <p:cNvPr id="6" name="Content Placeholder 5" descr="A diagram of a diagram&#10;&#10;Description automatically generated with medium confidence">
            <a:extLst>
              <a:ext uri="{FF2B5EF4-FFF2-40B4-BE49-F238E27FC236}">
                <a16:creationId xmlns:a16="http://schemas.microsoft.com/office/drawing/2014/main" id="{CB1F6DEA-E2FB-4B94-BC4A-A775900AE47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19200" y="2624852"/>
            <a:ext cx="4341529" cy="2431256"/>
          </a:xfrm>
        </p:spPr>
      </p:pic>
      <p:pic>
        <p:nvPicPr>
          <p:cNvPr id="4" name="Picture 3" descr="A black background with a black square&#10;&#10;Description automatically generated with medium confidence">
            <a:extLst>
              <a:ext uri="{FF2B5EF4-FFF2-40B4-BE49-F238E27FC236}">
                <a16:creationId xmlns:a16="http://schemas.microsoft.com/office/drawing/2014/main" id="{3524EDE3-5FA4-42D2-9BCB-4F6B5DD83D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609600"/>
            <a:ext cx="3893743" cy="5811560"/>
          </a:xfrm>
          <a:prstGeom prst="rect">
            <a:avLst/>
          </a:prstGeom>
          <a:noFill/>
        </p:spPr>
      </p:pic>
    </p:spTree>
    <p:extLst>
      <p:ext uri="{BB962C8B-B14F-4D97-AF65-F5344CB8AC3E}">
        <p14:creationId xmlns:p14="http://schemas.microsoft.com/office/powerpoint/2010/main" val="4273546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10" dirty="0"/>
              <a:t>Part</a:t>
            </a:r>
            <a:r>
              <a:rPr sz="3600" spc="315" dirty="0"/>
              <a:t> </a:t>
            </a:r>
            <a:r>
              <a:rPr sz="3600" spc="300" dirty="0"/>
              <a:t>of</a:t>
            </a:r>
            <a:r>
              <a:rPr sz="3600" spc="320" dirty="0"/>
              <a:t> </a:t>
            </a:r>
            <a:r>
              <a:rPr sz="3600" spc="210" dirty="0"/>
              <a:t>Speech</a:t>
            </a:r>
            <a:r>
              <a:rPr sz="3600" spc="320" dirty="0"/>
              <a:t> </a:t>
            </a:r>
            <a:r>
              <a:rPr sz="3600" spc="225" dirty="0"/>
              <a:t>Tagging</a:t>
            </a:r>
            <a:r>
              <a:rPr sz="3600" spc="300" dirty="0"/>
              <a:t> </a:t>
            </a:r>
            <a:r>
              <a:rPr sz="3600" spc="215" dirty="0"/>
              <a:t>Applications</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1213281" y="2118995"/>
            <a:ext cx="4135754" cy="267970"/>
            <a:chOff x="1213281" y="2118995"/>
            <a:chExt cx="4135754" cy="267970"/>
          </a:xfrm>
        </p:grpSpPr>
        <p:sp>
          <p:nvSpPr>
            <p:cNvPr id="5" name="object 5"/>
            <p:cNvSpPr/>
            <p:nvPr/>
          </p:nvSpPr>
          <p:spPr>
            <a:xfrm>
              <a:off x="1213281" y="2119883"/>
              <a:ext cx="4028440" cy="266700"/>
            </a:xfrm>
            <a:custGeom>
              <a:avLst/>
              <a:gdLst/>
              <a:ahLst/>
              <a:cxnLst/>
              <a:rect l="l" t="t" r="r" b="b"/>
              <a:pathLst>
                <a:path w="4028440" h="266700">
                  <a:moveTo>
                    <a:pt x="899096" y="0"/>
                  </a:moveTo>
                  <a:lnTo>
                    <a:pt x="827481" y="0"/>
                  </a:lnTo>
                  <a:lnTo>
                    <a:pt x="106680" y="0"/>
                  </a:lnTo>
                  <a:lnTo>
                    <a:pt x="0" y="0"/>
                  </a:lnTo>
                  <a:lnTo>
                    <a:pt x="0" y="266700"/>
                  </a:lnTo>
                  <a:lnTo>
                    <a:pt x="106629" y="266700"/>
                  </a:lnTo>
                  <a:lnTo>
                    <a:pt x="827481" y="266700"/>
                  </a:lnTo>
                  <a:lnTo>
                    <a:pt x="899096" y="266700"/>
                  </a:lnTo>
                  <a:lnTo>
                    <a:pt x="899096" y="0"/>
                  </a:lnTo>
                  <a:close/>
                </a:path>
                <a:path w="4028440" h="266700">
                  <a:moveTo>
                    <a:pt x="1956752" y="0"/>
                  </a:moveTo>
                  <a:lnTo>
                    <a:pt x="1885137" y="0"/>
                  </a:lnTo>
                  <a:lnTo>
                    <a:pt x="1530045" y="0"/>
                  </a:lnTo>
                  <a:lnTo>
                    <a:pt x="1461465" y="0"/>
                  </a:lnTo>
                  <a:lnTo>
                    <a:pt x="899109" y="0"/>
                  </a:lnTo>
                  <a:lnTo>
                    <a:pt x="899109" y="266700"/>
                  </a:lnTo>
                  <a:lnTo>
                    <a:pt x="1461465" y="266700"/>
                  </a:lnTo>
                  <a:lnTo>
                    <a:pt x="1530045" y="266700"/>
                  </a:lnTo>
                  <a:lnTo>
                    <a:pt x="1885137" y="266700"/>
                  </a:lnTo>
                  <a:lnTo>
                    <a:pt x="1956752" y="266700"/>
                  </a:lnTo>
                  <a:lnTo>
                    <a:pt x="1956752" y="0"/>
                  </a:lnTo>
                  <a:close/>
                </a:path>
                <a:path w="4028440" h="266700">
                  <a:moveTo>
                    <a:pt x="3063176" y="0"/>
                  </a:moveTo>
                  <a:lnTo>
                    <a:pt x="2993085" y="0"/>
                  </a:lnTo>
                  <a:lnTo>
                    <a:pt x="2648661" y="0"/>
                  </a:lnTo>
                  <a:lnTo>
                    <a:pt x="2575509" y="0"/>
                  </a:lnTo>
                  <a:lnTo>
                    <a:pt x="1956765" y="0"/>
                  </a:lnTo>
                  <a:lnTo>
                    <a:pt x="1956765" y="266700"/>
                  </a:lnTo>
                  <a:lnTo>
                    <a:pt x="2575509" y="266700"/>
                  </a:lnTo>
                  <a:lnTo>
                    <a:pt x="2648661" y="266700"/>
                  </a:lnTo>
                  <a:lnTo>
                    <a:pt x="2993085" y="266700"/>
                  </a:lnTo>
                  <a:lnTo>
                    <a:pt x="3063176" y="266700"/>
                  </a:lnTo>
                  <a:lnTo>
                    <a:pt x="3063176" y="0"/>
                  </a:lnTo>
                  <a:close/>
                </a:path>
                <a:path w="4028440" h="266700">
                  <a:moveTo>
                    <a:pt x="4027881" y="0"/>
                  </a:moveTo>
                  <a:lnTo>
                    <a:pt x="3921201" y="0"/>
                  </a:lnTo>
                  <a:lnTo>
                    <a:pt x="3063189" y="0"/>
                  </a:lnTo>
                  <a:lnTo>
                    <a:pt x="3063189" y="266700"/>
                  </a:lnTo>
                  <a:lnTo>
                    <a:pt x="3921201" y="266700"/>
                  </a:lnTo>
                  <a:lnTo>
                    <a:pt x="4027881" y="266700"/>
                  </a:lnTo>
                  <a:lnTo>
                    <a:pt x="4027881"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1213408" y="2118995"/>
              <a:ext cx="213359" cy="266700"/>
            </a:xfrm>
            <a:prstGeom prst="rect">
              <a:avLst/>
            </a:prstGeom>
          </p:spPr>
        </p:pic>
        <p:pic>
          <p:nvPicPr>
            <p:cNvPr id="7" name="object 7"/>
            <p:cNvPicPr/>
            <p:nvPr/>
          </p:nvPicPr>
          <p:blipFill>
            <a:blip r:embed="rId3" cstate="print"/>
            <a:stretch>
              <a:fillRect/>
            </a:stretch>
          </p:blipFill>
          <p:spPr>
            <a:xfrm>
              <a:off x="1320037" y="2118995"/>
              <a:ext cx="841349" cy="266700"/>
            </a:xfrm>
            <a:prstGeom prst="rect">
              <a:avLst/>
            </a:prstGeom>
          </p:spPr>
        </p:pic>
        <p:pic>
          <p:nvPicPr>
            <p:cNvPr id="8" name="object 8"/>
            <p:cNvPicPr/>
            <p:nvPr/>
          </p:nvPicPr>
          <p:blipFill>
            <a:blip r:embed="rId4" cstate="print"/>
            <a:stretch>
              <a:fillRect/>
            </a:stretch>
          </p:blipFill>
          <p:spPr>
            <a:xfrm>
              <a:off x="2112898" y="2118995"/>
              <a:ext cx="702944" cy="266700"/>
            </a:xfrm>
            <a:prstGeom prst="rect">
              <a:avLst/>
            </a:prstGeom>
          </p:spPr>
        </p:pic>
        <p:pic>
          <p:nvPicPr>
            <p:cNvPr id="9" name="object 9"/>
            <p:cNvPicPr/>
            <p:nvPr/>
          </p:nvPicPr>
          <p:blipFill>
            <a:blip r:embed="rId5" cstate="print"/>
            <a:stretch>
              <a:fillRect/>
            </a:stretch>
          </p:blipFill>
          <p:spPr>
            <a:xfrm>
              <a:off x="2743834" y="2118995"/>
              <a:ext cx="532638" cy="266700"/>
            </a:xfrm>
            <a:prstGeom prst="rect">
              <a:avLst/>
            </a:prstGeom>
          </p:spPr>
        </p:pic>
        <p:pic>
          <p:nvPicPr>
            <p:cNvPr id="10" name="object 10"/>
            <p:cNvPicPr/>
            <p:nvPr/>
          </p:nvPicPr>
          <p:blipFill>
            <a:blip r:embed="rId6" cstate="print"/>
            <a:stretch>
              <a:fillRect/>
            </a:stretch>
          </p:blipFill>
          <p:spPr>
            <a:xfrm>
              <a:off x="3170554" y="2118995"/>
              <a:ext cx="1151127" cy="266700"/>
            </a:xfrm>
            <a:prstGeom prst="rect">
              <a:avLst/>
            </a:prstGeom>
          </p:spPr>
        </p:pic>
        <p:pic>
          <p:nvPicPr>
            <p:cNvPr id="11" name="object 11"/>
            <p:cNvPicPr/>
            <p:nvPr/>
          </p:nvPicPr>
          <p:blipFill>
            <a:blip r:embed="rId7" cstate="print"/>
            <a:stretch>
              <a:fillRect/>
            </a:stretch>
          </p:blipFill>
          <p:spPr>
            <a:xfrm>
              <a:off x="4276978" y="2118995"/>
              <a:ext cx="1001369" cy="266700"/>
            </a:xfrm>
            <a:prstGeom prst="rect">
              <a:avLst/>
            </a:prstGeom>
          </p:spPr>
        </p:pic>
        <p:pic>
          <p:nvPicPr>
            <p:cNvPr id="12" name="object 12"/>
            <p:cNvPicPr/>
            <p:nvPr/>
          </p:nvPicPr>
          <p:blipFill>
            <a:blip r:embed="rId8" cstate="print"/>
            <a:stretch>
              <a:fillRect/>
            </a:stretch>
          </p:blipFill>
          <p:spPr>
            <a:xfrm>
              <a:off x="5135245" y="2118995"/>
              <a:ext cx="213360" cy="266700"/>
            </a:xfrm>
            <a:prstGeom prst="rect">
              <a:avLst/>
            </a:prstGeom>
          </p:spPr>
        </p:pic>
      </p:grpSp>
      <p:grpSp>
        <p:nvGrpSpPr>
          <p:cNvPr id="13" name="object 13"/>
          <p:cNvGrpSpPr/>
          <p:nvPr/>
        </p:nvGrpSpPr>
        <p:grpSpPr>
          <a:xfrm>
            <a:off x="1213281" y="2606675"/>
            <a:ext cx="4989195" cy="267970"/>
            <a:chOff x="1213281" y="2606675"/>
            <a:chExt cx="4989195" cy="267970"/>
          </a:xfrm>
        </p:grpSpPr>
        <p:sp>
          <p:nvSpPr>
            <p:cNvPr id="14" name="object 14"/>
            <p:cNvSpPr/>
            <p:nvPr/>
          </p:nvSpPr>
          <p:spPr>
            <a:xfrm>
              <a:off x="1213281" y="2607563"/>
              <a:ext cx="4881880" cy="266700"/>
            </a:xfrm>
            <a:custGeom>
              <a:avLst/>
              <a:gdLst/>
              <a:ahLst/>
              <a:cxnLst/>
              <a:rect l="l" t="t" r="r" b="b"/>
              <a:pathLst>
                <a:path w="4881880" h="266700">
                  <a:moveTo>
                    <a:pt x="1347152" y="0"/>
                  </a:moveTo>
                  <a:lnTo>
                    <a:pt x="1347152" y="0"/>
                  </a:lnTo>
                  <a:lnTo>
                    <a:pt x="0" y="0"/>
                  </a:lnTo>
                  <a:lnTo>
                    <a:pt x="0" y="266700"/>
                  </a:lnTo>
                  <a:lnTo>
                    <a:pt x="1347152" y="266700"/>
                  </a:lnTo>
                  <a:lnTo>
                    <a:pt x="1347152" y="0"/>
                  </a:lnTo>
                  <a:close/>
                </a:path>
                <a:path w="4881880" h="266700">
                  <a:moveTo>
                    <a:pt x="2798000" y="0"/>
                  </a:moveTo>
                  <a:lnTo>
                    <a:pt x="2798000" y="0"/>
                  </a:lnTo>
                  <a:lnTo>
                    <a:pt x="1347165" y="0"/>
                  </a:lnTo>
                  <a:lnTo>
                    <a:pt x="1347165" y="266700"/>
                  </a:lnTo>
                  <a:lnTo>
                    <a:pt x="2798000" y="266700"/>
                  </a:lnTo>
                  <a:lnTo>
                    <a:pt x="2798000" y="0"/>
                  </a:lnTo>
                  <a:close/>
                </a:path>
                <a:path w="4881880" h="266700">
                  <a:moveTo>
                    <a:pt x="3652964" y="0"/>
                  </a:moveTo>
                  <a:lnTo>
                    <a:pt x="3430473" y="0"/>
                  </a:lnTo>
                  <a:lnTo>
                    <a:pt x="3360369" y="0"/>
                  </a:lnTo>
                  <a:lnTo>
                    <a:pt x="2798013" y="0"/>
                  </a:lnTo>
                  <a:lnTo>
                    <a:pt x="2798013" y="266700"/>
                  </a:lnTo>
                  <a:lnTo>
                    <a:pt x="3360369" y="266700"/>
                  </a:lnTo>
                  <a:lnTo>
                    <a:pt x="3430473" y="266700"/>
                  </a:lnTo>
                  <a:lnTo>
                    <a:pt x="3652964" y="266700"/>
                  </a:lnTo>
                  <a:lnTo>
                    <a:pt x="3652964" y="0"/>
                  </a:lnTo>
                  <a:close/>
                </a:path>
                <a:path w="4881880" h="266700">
                  <a:moveTo>
                    <a:pt x="4881321" y="0"/>
                  </a:moveTo>
                  <a:lnTo>
                    <a:pt x="4881321" y="0"/>
                  </a:lnTo>
                  <a:lnTo>
                    <a:pt x="3652977" y="0"/>
                  </a:lnTo>
                  <a:lnTo>
                    <a:pt x="3652977" y="266700"/>
                  </a:lnTo>
                  <a:lnTo>
                    <a:pt x="4881321" y="266700"/>
                  </a:lnTo>
                  <a:lnTo>
                    <a:pt x="4881321" y="0"/>
                  </a:lnTo>
                  <a:close/>
                </a:path>
              </a:pathLst>
            </a:custGeom>
            <a:solidFill>
              <a:srgbClr val="FFFF00"/>
            </a:solidFill>
          </p:spPr>
          <p:txBody>
            <a:bodyPr wrap="square" lIns="0" tIns="0" rIns="0" bIns="0" rtlCol="0"/>
            <a:lstStyle/>
            <a:p>
              <a:endParaRPr/>
            </a:p>
          </p:txBody>
        </p:sp>
        <p:pic>
          <p:nvPicPr>
            <p:cNvPr id="15" name="object 15"/>
            <p:cNvPicPr/>
            <p:nvPr/>
          </p:nvPicPr>
          <p:blipFill>
            <a:blip r:embed="rId2" cstate="print"/>
            <a:stretch>
              <a:fillRect/>
            </a:stretch>
          </p:blipFill>
          <p:spPr>
            <a:xfrm>
              <a:off x="1213408" y="2606675"/>
              <a:ext cx="213359" cy="266700"/>
            </a:xfrm>
            <a:prstGeom prst="rect">
              <a:avLst/>
            </a:prstGeom>
          </p:spPr>
        </p:pic>
        <p:pic>
          <p:nvPicPr>
            <p:cNvPr id="16" name="object 16"/>
            <p:cNvPicPr/>
            <p:nvPr/>
          </p:nvPicPr>
          <p:blipFill>
            <a:blip r:embed="rId9" cstate="print"/>
            <a:stretch>
              <a:fillRect/>
            </a:stretch>
          </p:blipFill>
          <p:spPr>
            <a:xfrm>
              <a:off x="1320037" y="2606675"/>
              <a:ext cx="705612" cy="266700"/>
            </a:xfrm>
            <a:prstGeom prst="rect">
              <a:avLst/>
            </a:prstGeom>
          </p:spPr>
        </p:pic>
        <p:pic>
          <p:nvPicPr>
            <p:cNvPr id="17" name="object 17"/>
            <p:cNvPicPr/>
            <p:nvPr/>
          </p:nvPicPr>
          <p:blipFill>
            <a:blip r:embed="rId10" cstate="print"/>
            <a:stretch>
              <a:fillRect/>
            </a:stretch>
          </p:blipFill>
          <p:spPr>
            <a:xfrm>
              <a:off x="1914397" y="2606675"/>
              <a:ext cx="775779" cy="266700"/>
            </a:xfrm>
            <a:prstGeom prst="rect">
              <a:avLst/>
            </a:prstGeom>
          </p:spPr>
        </p:pic>
        <p:pic>
          <p:nvPicPr>
            <p:cNvPr id="18" name="object 18"/>
            <p:cNvPicPr/>
            <p:nvPr/>
          </p:nvPicPr>
          <p:blipFill>
            <a:blip r:embed="rId11" cstate="print"/>
            <a:stretch>
              <a:fillRect/>
            </a:stretch>
          </p:blipFill>
          <p:spPr>
            <a:xfrm>
              <a:off x="2631058" y="2606675"/>
              <a:ext cx="333756" cy="266700"/>
            </a:xfrm>
            <a:prstGeom prst="rect">
              <a:avLst/>
            </a:prstGeom>
          </p:spPr>
        </p:pic>
        <p:pic>
          <p:nvPicPr>
            <p:cNvPr id="19" name="object 19"/>
            <p:cNvPicPr/>
            <p:nvPr/>
          </p:nvPicPr>
          <p:blipFill>
            <a:blip r:embed="rId12" cstate="print"/>
            <a:stretch>
              <a:fillRect/>
            </a:stretch>
          </p:blipFill>
          <p:spPr>
            <a:xfrm>
              <a:off x="2925191" y="2606675"/>
              <a:ext cx="659130" cy="266700"/>
            </a:xfrm>
            <a:prstGeom prst="rect">
              <a:avLst/>
            </a:prstGeom>
          </p:spPr>
        </p:pic>
        <p:pic>
          <p:nvPicPr>
            <p:cNvPr id="20" name="object 20"/>
            <p:cNvPicPr/>
            <p:nvPr/>
          </p:nvPicPr>
          <p:blipFill>
            <a:blip r:embed="rId13" cstate="print"/>
            <a:stretch>
              <a:fillRect/>
            </a:stretch>
          </p:blipFill>
          <p:spPr>
            <a:xfrm>
              <a:off x="3524122" y="2606675"/>
              <a:ext cx="1191005" cy="266700"/>
            </a:xfrm>
            <a:prstGeom prst="rect">
              <a:avLst/>
            </a:prstGeom>
          </p:spPr>
        </p:pic>
        <p:pic>
          <p:nvPicPr>
            <p:cNvPr id="21" name="object 21"/>
            <p:cNvPicPr/>
            <p:nvPr/>
          </p:nvPicPr>
          <p:blipFill>
            <a:blip r:embed="rId14" cstate="print"/>
            <a:stretch>
              <a:fillRect/>
            </a:stretch>
          </p:blipFill>
          <p:spPr>
            <a:xfrm>
              <a:off x="4644516" y="2606675"/>
              <a:ext cx="333756" cy="266700"/>
            </a:xfrm>
            <a:prstGeom prst="rect">
              <a:avLst/>
            </a:prstGeom>
          </p:spPr>
        </p:pic>
        <p:pic>
          <p:nvPicPr>
            <p:cNvPr id="22" name="object 22"/>
            <p:cNvPicPr/>
            <p:nvPr/>
          </p:nvPicPr>
          <p:blipFill>
            <a:blip r:embed="rId15" cstate="print"/>
            <a:stretch>
              <a:fillRect/>
            </a:stretch>
          </p:blipFill>
          <p:spPr>
            <a:xfrm>
              <a:off x="4938648" y="2606675"/>
              <a:ext cx="479551" cy="266700"/>
            </a:xfrm>
            <a:prstGeom prst="rect">
              <a:avLst/>
            </a:prstGeom>
          </p:spPr>
        </p:pic>
        <p:pic>
          <p:nvPicPr>
            <p:cNvPr id="23" name="object 23"/>
            <p:cNvPicPr/>
            <p:nvPr/>
          </p:nvPicPr>
          <p:blipFill>
            <a:blip r:embed="rId16" cstate="print"/>
            <a:stretch>
              <a:fillRect/>
            </a:stretch>
          </p:blipFill>
          <p:spPr>
            <a:xfrm>
              <a:off x="5369940" y="2606675"/>
              <a:ext cx="721867" cy="266700"/>
            </a:xfrm>
            <a:prstGeom prst="rect">
              <a:avLst/>
            </a:prstGeom>
          </p:spPr>
        </p:pic>
        <p:pic>
          <p:nvPicPr>
            <p:cNvPr id="24" name="object 24"/>
            <p:cNvPicPr/>
            <p:nvPr/>
          </p:nvPicPr>
          <p:blipFill>
            <a:blip r:embed="rId8" cstate="print"/>
            <a:stretch>
              <a:fillRect/>
            </a:stretch>
          </p:blipFill>
          <p:spPr>
            <a:xfrm>
              <a:off x="5988684" y="2606675"/>
              <a:ext cx="213360" cy="266700"/>
            </a:xfrm>
            <a:prstGeom prst="rect">
              <a:avLst/>
            </a:prstGeom>
          </p:spPr>
        </p:pic>
      </p:grpSp>
      <p:sp>
        <p:nvSpPr>
          <p:cNvPr id="25" name="object 25"/>
          <p:cNvSpPr txBox="1"/>
          <p:nvPr/>
        </p:nvSpPr>
        <p:spPr>
          <a:xfrm>
            <a:off x="743508" y="117627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26" name="object 26"/>
          <p:cNvGrpSpPr/>
          <p:nvPr/>
        </p:nvGrpSpPr>
        <p:grpSpPr>
          <a:xfrm>
            <a:off x="988184" y="1137158"/>
            <a:ext cx="3714115" cy="295910"/>
            <a:chOff x="984808" y="1137158"/>
            <a:chExt cx="3714115" cy="295910"/>
          </a:xfrm>
        </p:grpSpPr>
        <p:pic>
          <p:nvPicPr>
            <p:cNvPr id="27" name="object 27"/>
            <p:cNvPicPr/>
            <p:nvPr/>
          </p:nvPicPr>
          <p:blipFill>
            <a:blip r:embed="rId17" cstate="print"/>
            <a:stretch>
              <a:fillRect/>
            </a:stretch>
          </p:blipFill>
          <p:spPr>
            <a:xfrm>
              <a:off x="984808" y="1137158"/>
              <a:ext cx="843915" cy="295656"/>
            </a:xfrm>
            <a:prstGeom prst="rect">
              <a:avLst/>
            </a:prstGeom>
          </p:spPr>
        </p:pic>
        <p:pic>
          <p:nvPicPr>
            <p:cNvPr id="28" name="object 28"/>
            <p:cNvPicPr/>
            <p:nvPr/>
          </p:nvPicPr>
          <p:blipFill>
            <a:blip r:embed="rId18" cstate="print"/>
            <a:stretch>
              <a:fillRect/>
            </a:stretch>
          </p:blipFill>
          <p:spPr>
            <a:xfrm>
              <a:off x="1766569" y="1137158"/>
              <a:ext cx="2932049" cy="295656"/>
            </a:xfrm>
            <a:prstGeom prst="rect">
              <a:avLst/>
            </a:prstGeom>
          </p:spPr>
        </p:pic>
        <p:pic>
          <p:nvPicPr>
            <p:cNvPr id="29" name="object 29"/>
            <p:cNvPicPr/>
            <p:nvPr/>
          </p:nvPicPr>
          <p:blipFill>
            <a:blip r:embed="rId19" cstate="print"/>
            <a:stretch>
              <a:fillRect/>
            </a:stretch>
          </p:blipFill>
          <p:spPr>
            <a:xfrm>
              <a:off x="4556124" y="1137158"/>
              <a:ext cx="134112" cy="295656"/>
            </a:xfrm>
            <a:prstGeom prst="rect">
              <a:avLst/>
            </a:prstGeom>
          </p:spPr>
        </p:pic>
      </p:grpSp>
      <p:pic>
        <p:nvPicPr>
          <p:cNvPr id="30" name="object 30"/>
          <p:cNvPicPr/>
          <p:nvPr/>
        </p:nvPicPr>
        <p:blipFill>
          <a:blip r:embed="rId20" cstate="print"/>
          <a:stretch>
            <a:fillRect/>
          </a:stretch>
        </p:blipFill>
        <p:spPr>
          <a:xfrm>
            <a:off x="8247633" y="1137158"/>
            <a:ext cx="2557399" cy="295656"/>
          </a:xfrm>
          <a:prstGeom prst="rect">
            <a:avLst/>
          </a:prstGeom>
        </p:spPr>
      </p:pic>
      <p:sp>
        <p:nvSpPr>
          <p:cNvPr id="31" name="object 31"/>
          <p:cNvSpPr txBox="1"/>
          <p:nvPr/>
        </p:nvSpPr>
        <p:spPr>
          <a:xfrm>
            <a:off x="972108" y="1569465"/>
            <a:ext cx="2222500" cy="330835"/>
          </a:xfrm>
          <a:prstGeom prst="rect">
            <a:avLst/>
          </a:prstGeom>
        </p:spPr>
        <p:txBody>
          <a:bodyPr vert="horz" wrap="square" lIns="0" tIns="13335" rIns="0" bIns="0" rtlCol="0">
            <a:spAutoFit/>
          </a:bodyPr>
          <a:lstStyle/>
          <a:p>
            <a:pPr marL="12700">
              <a:lnSpc>
                <a:spcPct val="100000"/>
              </a:lnSpc>
              <a:spcBef>
                <a:spcPts val="105"/>
              </a:spcBef>
            </a:pPr>
            <a:r>
              <a:rPr sz="2000" spc="114" dirty="0">
                <a:solidFill>
                  <a:srgbClr val="252525"/>
                </a:solidFill>
                <a:latin typeface="Cambria"/>
                <a:cs typeface="Cambria"/>
              </a:rPr>
              <a:t>according</a:t>
            </a:r>
            <a:r>
              <a:rPr sz="2000" spc="160" dirty="0">
                <a:solidFill>
                  <a:srgbClr val="252525"/>
                </a:solidFill>
                <a:latin typeface="Cambria"/>
                <a:cs typeface="Cambria"/>
              </a:rPr>
              <a:t> </a:t>
            </a:r>
            <a:r>
              <a:rPr sz="2000" spc="114" dirty="0">
                <a:solidFill>
                  <a:srgbClr val="252525"/>
                </a:solidFill>
                <a:latin typeface="Cambria"/>
                <a:cs typeface="Cambria"/>
              </a:rPr>
              <a:t>to</a:t>
            </a:r>
            <a:r>
              <a:rPr sz="2000" spc="170" dirty="0">
                <a:solidFill>
                  <a:srgbClr val="252525"/>
                </a:solidFill>
                <a:latin typeface="Cambria"/>
                <a:cs typeface="Cambria"/>
              </a:rPr>
              <a:t> </a:t>
            </a:r>
            <a:r>
              <a:rPr sz="2000" spc="65" dirty="0">
                <a:solidFill>
                  <a:srgbClr val="252525"/>
                </a:solidFill>
                <a:latin typeface="Cambria"/>
                <a:cs typeface="Cambria"/>
              </a:rPr>
              <a:t>their</a:t>
            </a:r>
            <a:endParaRPr sz="2000">
              <a:latin typeface="Cambria"/>
              <a:cs typeface="Cambria"/>
            </a:endParaRPr>
          </a:p>
        </p:txBody>
      </p:sp>
      <p:pic>
        <p:nvPicPr>
          <p:cNvPr id="32" name="object 32"/>
          <p:cNvPicPr/>
          <p:nvPr/>
        </p:nvPicPr>
        <p:blipFill>
          <a:blip r:embed="rId21" cstate="print"/>
          <a:stretch>
            <a:fillRect/>
          </a:stretch>
        </p:blipFill>
        <p:spPr>
          <a:xfrm>
            <a:off x="3260471" y="1594358"/>
            <a:ext cx="899769" cy="295656"/>
          </a:xfrm>
          <a:prstGeom prst="rect">
            <a:avLst/>
          </a:prstGeom>
        </p:spPr>
      </p:pic>
      <p:sp>
        <p:nvSpPr>
          <p:cNvPr id="33" name="object 33"/>
          <p:cNvSpPr txBox="1"/>
          <p:nvPr/>
        </p:nvSpPr>
        <p:spPr>
          <a:xfrm>
            <a:off x="3997578" y="960475"/>
            <a:ext cx="5226685" cy="939800"/>
          </a:xfrm>
          <a:prstGeom prst="rect">
            <a:avLst/>
          </a:prstGeom>
        </p:spPr>
        <p:txBody>
          <a:bodyPr vert="horz" wrap="square" lIns="0" tIns="165100" rIns="0" bIns="0" rtlCol="0">
            <a:spAutoFit/>
          </a:bodyPr>
          <a:lstStyle/>
          <a:p>
            <a:pPr marR="344170" algn="ctr">
              <a:lnSpc>
                <a:spcPct val="100000"/>
              </a:lnSpc>
              <a:spcBef>
                <a:spcPts val="1300"/>
              </a:spcBef>
            </a:pPr>
            <a:r>
              <a:rPr lang="en-US" sz="2000" spc="125" dirty="0">
                <a:solidFill>
                  <a:srgbClr val="252525"/>
                </a:solidFill>
                <a:latin typeface="Cambria"/>
                <a:cs typeface="Cambria"/>
              </a:rPr>
              <a:t> </a:t>
            </a:r>
            <a:r>
              <a:rPr sz="2000" spc="125" dirty="0">
                <a:solidFill>
                  <a:srgbClr val="252525"/>
                </a:solidFill>
                <a:latin typeface="Cambria"/>
                <a:cs typeface="Cambria"/>
              </a:rPr>
              <a:t>Some</a:t>
            </a:r>
            <a:r>
              <a:rPr sz="2000" spc="390" dirty="0">
                <a:solidFill>
                  <a:srgbClr val="252525"/>
                </a:solidFill>
                <a:latin typeface="Cambria"/>
                <a:cs typeface="Cambria"/>
              </a:rPr>
              <a:t> </a:t>
            </a:r>
            <a:r>
              <a:rPr sz="2000" spc="120" dirty="0">
                <a:solidFill>
                  <a:srgbClr val="252525"/>
                </a:solidFill>
                <a:latin typeface="Cambria"/>
                <a:cs typeface="Cambria"/>
              </a:rPr>
              <a:t>language</a:t>
            </a:r>
            <a:r>
              <a:rPr sz="2000" spc="390" dirty="0">
                <a:solidFill>
                  <a:srgbClr val="252525"/>
                </a:solidFill>
                <a:latin typeface="Cambria"/>
                <a:cs typeface="Cambria"/>
              </a:rPr>
              <a:t> </a:t>
            </a:r>
            <a:r>
              <a:rPr sz="2000" spc="100" dirty="0">
                <a:solidFill>
                  <a:srgbClr val="252525"/>
                </a:solidFill>
                <a:latin typeface="Cambria"/>
                <a:cs typeface="Cambria"/>
              </a:rPr>
              <a:t>words</a:t>
            </a:r>
            <a:r>
              <a:rPr sz="2000" spc="385" dirty="0">
                <a:solidFill>
                  <a:srgbClr val="252525"/>
                </a:solidFill>
                <a:latin typeface="Cambria"/>
                <a:cs typeface="Cambria"/>
              </a:rPr>
              <a:t> </a:t>
            </a:r>
            <a:r>
              <a:rPr sz="2000" spc="85" dirty="0">
                <a:solidFill>
                  <a:srgbClr val="252525"/>
                </a:solidFill>
                <a:latin typeface="Cambria"/>
                <a:cs typeface="Cambria"/>
              </a:rPr>
              <a:t>have</a:t>
            </a:r>
            <a:endParaRPr sz="2000" dirty="0">
              <a:latin typeface="Cambria"/>
              <a:cs typeface="Cambria"/>
            </a:endParaRPr>
          </a:p>
          <a:p>
            <a:pPr marL="12700">
              <a:lnSpc>
                <a:spcPct val="100000"/>
              </a:lnSpc>
              <a:spcBef>
                <a:spcPts val="1200"/>
              </a:spcBef>
            </a:pPr>
            <a:r>
              <a:rPr sz="2000" spc="114" dirty="0">
                <a:solidFill>
                  <a:srgbClr val="252525"/>
                </a:solidFill>
                <a:latin typeface="Cambria"/>
                <a:cs typeface="Cambria"/>
              </a:rPr>
              <a:t>.</a:t>
            </a:r>
            <a:r>
              <a:rPr sz="2000" spc="145" dirty="0">
                <a:solidFill>
                  <a:srgbClr val="252525"/>
                </a:solidFill>
                <a:latin typeface="Cambria"/>
                <a:cs typeface="Cambria"/>
              </a:rPr>
              <a:t> </a:t>
            </a:r>
            <a:r>
              <a:rPr sz="2000" spc="70" dirty="0">
                <a:solidFill>
                  <a:srgbClr val="252525"/>
                </a:solidFill>
                <a:latin typeface="Cambria"/>
                <a:cs typeface="Cambria"/>
              </a:rPr>
              <a:t>For</a:t>
            </a:r>
            <a:r>
              <a:rPr sz="2000" spc="170" dirty="0">
                <a:solidFill>
                  <a:srgbClr val="252525"/>
                </a:solidFill>
                <a:latin typeface="Cambria"/>
                <a:cs typeface="Cambria"/>
              </a:rPr>
              <a:t> </a:t>
            </a:r>
            <a:r>
              <a:rPr sz="2000" spc="120" dirty="0">
                <a:solidFill>
                  <a:srgbClr val="252525"/>
                </a:solidFill>
                <a:latin typeface="Cambria"/>
                <a:cs typeface="Cambria"/>
              </a:rPr>
              <a:t>example,</a:t>
            </a:r>
            <a:r>
              <a:rPr sz="2000" spc="215" dirty="0">
                <a:solidFill>
                  <a:srgbClr val="252525"/>
                </a:solidFill>
                <a:latin typeface="Cambria"/>
                <a:cs typeface="Cambria"/>
              </a:rPr>
              <a:t> </a:t>
            </a:r>
            <a:r>
              <a:rPr sz="2000" spc="105" dirty="0">
                <a:solidFill>
                  <a:srgbClr val="252525"/>
                </a:solidFill>
                <a:latin typeface="Cambria"/>
                <a:cs typeface="Cambria"/>
              </a:rPr>
              <a:t>in</a:t>
            </a:r>
            <a:r>
              <a:rPr sz="2000" spc="170" dirty="0">
                <a:solidFill>
                  <a:srgbClr val="252525"/>
                </a:solidFill>
                <a:latin typeface="Cambria"/>
                <a:cs typeface="Cambria"/>
              </a:rPr>
              <a:t> </a:t>
            </a:r>
            <a:r>
              <a:rPr sz="2000" spc="110" dirty="0">
                <a:solidFill>
                  <a:srgbClr val="252525"/>
                </a:solidFill>
                <a:latin typeface="Cambria"/>
                <a:cs typeface="Cambria"/>
              </a:rPr>
              <a:t>the</a:t>
            </a:r>
            <a:r>
              <a:rPr sz="2000" spc="185" dirty="0">
                <a:solidFill>
                  <a:srgbClr val="252525"/>
                </a:solidFill>
                <a:latin typeface="Cambria"/>
                <a:cs typeface="Cambria"/>
              </a:rPr>
              <a:t> </a:t>
            </a:r>
            <a:r>
              <a:rPr sz="2000" spc="95" dirty="0">
                <a:solidFill>
                  <a:srgbClr val="252525"/>
                </a:solidFill>
                <a:latin typeface="Cambria"/>
                <a:cs typeface="Cambria"/>
              </a:rPr>
              <a:t>two</a:t>
            </a:r>
            <a:r>
              <a:rPr sz="2000" spc="165" dirty="0">
                <a:solidFill>
                  <a:srgbClr val="252525"/>
                </a:solidFill>
                <a:latin typeface="Cambria"/>
                <a:cs typeface="Cambria"/>
              </a:rPr>
              <a:t> </a:t>
            </a:r>
            <a:r>
              <a:rPr sz="2000" spc="110" dirty="0">
                <a:solidFill>
                  <a:srgbClr val="252525"/>
                </a:solidFill>
                <a:latin typeface="Cambria"/>
                <a:cs typeface="Cambria"/>
              </a:rPr>
              <a:t>sentences</a:t>
            </a:r>
            <a:r>
              <a:rPr sz="2000" spc="190" dirty="0">
                <a:solidFill>
                  <a:srgbClr val="252525"/>
                </a:solidFill>
                <a:latin typeface="Cambria"/>
                <a:cs typeface="Cambria"/>
              </a:rPr>
              <a:t> </a:t>
            </a:r>
            <a:r>
              <a:rPr sz="2000" spc="60" dirty="0">
                <a:solidFill>
                  <a:srgbClr val="252525"/>
                </a:solidFill>
                <a:latin typeface="Cambria"/>
                <a:cs typeface="Cambria"/>
              </a:rPr>
              <a:t>below:</a:t>
            </a:r>
            <a:endParaRPr sz="2000" dirty="0">
              <a:latin typeface="Cambria"/>
              <a:cs typeface="Cambria"/>
            </a:endParaRPr>
          </a:p>
        </p:txBody>
      </p:sp>
      <p:sp>
        <p:nvSpPr>
          <p:cNvPr id="34" name="object 34"/>
          <p:cNvSpPr txBox="1"/>
          <p:nvPr/>
        </p:nvSpPr>
        <p:spPr>
          <a:xfrm>
            <a:off x="972108" y="2152015"/>
            <a:ext cx="154305" cy="232410"/>
          </a:xfrm>
          <a:prstGeom prst="rect">
            <a:avLst/>
          </a:prstGeom>
        </p:spPr>
        <p:txBody>
          <a:bodyPr vert="horz" wrap="square" lIns="0" tIns="13335" rIns="0" bIns="0" rtlCol="0">
            <a:spAutoFit/>
          </a:bodyPr>
          <a:lstStyle/>
          <a:p>
            <a:pPr marL="12700">
              <a:lnSpc>
                <a:spcPct val="100000"/>
              </a:lnSpc>
              <a:spcBef>
                <a:spcPts val="105"/>
              </a:spcBef>
            </a:pPr>
            <a:r>
              <a:rPr sz="1350" spc="-50" dirty="0">
                <a:solidFill>
                  <a:srgbClr val="075A74"/>
                </a:solidFill>
                <a:latin typeface="Wingdings"/>
                <a:cs typeface="Wingdings"/>
              </a:rPr>
              <a:t></a:t>
            </a:r>
            <a:endParaRPr sz="1350">
              <a:latin typeface="Wingdings"/>
              <a:cs typeface="Wingdings"/>
            </a:endParaRPr>
          </a:p>
        </p:txBody>
      </p:sp>
      <p:pic>
        <p:nvPicPr>
          <p:cNvPr id="35" name="object 35"/>
          <p:cNvPicPr/>
          <p:nvPr/>
        </p:nvPicPr>
        <p:blipFill>
          <a:blip r:embed="rId22" cstate="print"/>
          <a:stretch>
            <a:fillRect/>
          </a:stretch>
        </p:blipFill>
        <p:spPr>
          <a:xfrm>
            <a:off x="1100632" y="3281502"/>
            <a:ext cx="788670" cy="295960"/>
          </a:xfrm>
          <a:prstGeom prst="rect">
            <a:avLst/>
          </a:prstGeom>
        </p:spPr>
      </p:pic>
      <p:pic>
        <p:nvPicPr>
          <p:cNvPr id="36" name="object 36"/>
          <p:cNvPicPr/>
          <p:nvPr/>
        </p:nvPicPr>
        <p:blipFill>
          <a:blip r:embed="rId23" cstate="print"/>
          <a:stretch>
            <a:fillRect/>
          </a:stretch>
        </p:blipFill>
        <p:spPr>
          <a:xfrm>
            <a:off x="3685666" y="3281502"/>
            <a:ext cx="2296922" cy="295960"/>
          </a:xfrm>
          <a:prstGeom prst="rect">
            <a:avLst/>
          </a:prstGeom>
        </p:spPr>
      </p:pic>
      <p:sp>
        <p:nvSpPr>
          <p:cNvPr id="37" name="object 37"/>
          <p:cNvSpPr txBox="1"/>
          <p:nvPr/>
        </p:nvSpPr>
        <p:spPr>
          <a:xfrm>
            <a:off x="5838825" y="3256610"/>
            <a:ext cx="2797810" cy="331470"/>
          </a:xfrm>
          <a:prstGeom prst="rect">
            <a:avLst/>
          </a:prstGeom>
        </p:spPr>
        <p:txBody>
          <a:bodyPr vert="horz" wrap="square" lIns="0" tIns="13335" rIns="0" bIns="0" rtlCol="0">
            <a:spAutoFit/>
          </a:bodyPr>
          <a:lstStyle/>
          <a:p>
            <a:pPr marL="12700">
              <a:lnSpc>
                <a:spcPct val="100000"/>
              </a:lnSpc>
              <a:spcBef>
                <a:spcPts val="105"/>
              </a:spcBef>
              <a:tabLst>
                <a:tab pos="1888489" algn="l"/>
              </a:tabLst>
            </a:pPr>
            <a:r>
              <a:rPr sz="2000" spc="114" dirty="0">
                <a:solidFill>
                  <a:srgbClr val="252525"/>
                </a:solidFill>
                <a:latin typeface="Cambria"/>
                <a:cs typeface="Cambria"/>
              </a:rPr>
              <a:t>,</a:t>
            </a:r>
            <a:r>
              <a:rPr sz="2000" spc="55" dirty="0">
                <a:solidFill>
                  <a:srgbClr val="252525"/>
                </a:solidFill>
                <a:latin typeface="Cambria"/>
                <a:cs typeface="Cambria"/>
              </a:rPr>
              <a:t>  </a:t>
            </a:r>
            <a:r>
              <a:rPr sz="2000" spc="85" dirty="0">
                <a:solidFill>
                  <a:srgbClr val="252525"/>
                </a:solidFill>
                <a:latin typeface="Cambria"/>
                <a:cs typeface="Cambria"/>
              </a:rPr>
              <a:t>however</a:t>
            </a:r>
            <a:r>
              <a:rPr sz="2000" spc="55" dirty="0">
                <a:solidFill>
                  <a:srgbClr val="252525"/>
                </a:solidFill>
                <a:latin typeface="Cambria"/>
                <a:cs typeface="Cambria"/>
              </a:rPr>
              <a:t>  </a:t>
            </a:r>
            <a:r>
              <a:rPr sz="2000" spc="85" dirty="0">
                <a:solidFill>
                  <a:srgbClr val="252525"/>
                </a:solidFill>
                <a:latin typeface="Cambria"/>
                <a:cs typeface="Cambria"/>
              </a:rPr>
              <a:t>the</a:t>
            </a:r>
            <a:r>
              <a:rPr sz="2000" dirty="0">
                <a:solidFill>
                  <a:srgbClr val="252525"/>
                </a:solidFill>
                <a:latin typeface="Cambria"/>
                <a:cs typeface="Cambria"/>
              </a:rPr>
              <a:t>	</a:t>
            </a:r>
            <a:r>
              <a:rPr sz="2000" spc="100" dirty="0">
                <a:solidFill>
                  <a:srgbClr val="252525"/>
                </a:solidFill>
                <a:latin typeface="Cambria"/>
                <a:cs typeface="Cambria"/>
              </a:rPr>
              <a:t>part</a:t>
            </a:r>
            <a:r>
              <a:rPr sz="2000" spc="55" dirty="0">
                <a:solidFill>
                  <a:srgbClr val="252525"/>
                </a:solidFill>
                <a:latin typeface="Cambria"/>
                <a:cs typeface="Cambria"/>
              </a:rPr>
              <a:t>  </a:t>
            </a:r>
            <a:r>
              <a:rPr sz="2000" spc="145" dirty="0">
                <a:solidFill>
                  <a:srgbClr val="252525"/>
                </a:solidFill>
                <a:latin typeface="Cambria"/>
                <a:cs typeface="Cambria"/>
              </a:rPr>
              <a:t>of</a:t>
            </a:r>
            <a:endParaRPr sz="2000">
              <a:latin typeface="Cambria"/>
              <a:cs typeface="Cambria"/>
            </a:endParaRPr>
          </a:p>
        </p:txBody>
      </p:sp>
      <p:sp>
        <p:nvSpPr>
          <p:cNvPr id="38" name="object 38"/>
          <p:cNvSpPr txBox="1"/>
          <p:nvPr/>
        </p:nvSpPr>
        <p:spPr>
          <a:xfrm>
            <a:off x="743508" y="2639695"/>
            <a:ext cx="4056379" cy="1405890"/>
          </a:xfrm>
          <a:prstGeom prst="rect">
            <a:avLst/>
          </a:prstGeom>
        </p:spPr>
        <p:txBody>
          <a:bodyPr vert="horz" wrap="square" lIns="0" tIns="13335" rIns="0" bIns="0" rtlCol="0">
            <a:spAutoFit/>
          </a:bodyPr>
          <a:lstStyle/>
          <a:p>
            <a:pPr marL="241300">
              <a:lnSpc>
                <a:spcPct val="100000"/>
              </a:lnSpc>
              <a:spcBef>
                <a:spcPts val="105"/>
              </a:spcBef>
            </a:pPr>
            <a:r>
              <a:rPr sz="1350" spc="-50" dirty="0">
                <a:solidFill>
                  <a:srgbClr val="075A74"/>
                </a:solidFill>
                <a:latin typeface="Wingdings"/>
                <a:cs typeface="Wingdings"/>
              </a:rPr>
              <a:t></a:t>
            </a:r>
            <a:endParaRPr sz="1350">
              <a:latin typeface="Wingdings"/>
              <a:cs typeface="Wingdings"/>
            </a:endParaRPr>
          </a:p>
          <a:p>
            <a:pPr>
              <a:lnSpc>
                <a:spcPct val="100000"/>
              </a:lnSpc>
            </a:pPr>
            <a:endParaRPr sz="1350">
              <a:latin typeface="Wingdings"/>
              <a:cs typeface="Wingdings"/>
            </a:endParaRPr>
          </a:p>
          <a:p>
            <a:pPr>
              <a:lnSpc>
                <a:spcPct val="100000"/>
              </a:lnSpc>
              <a:spcBef>
                <a:spcPts val="240"/>
              </a:spcBef>
            </a:pPr>
            <a:endParaRPr sz="1350">
              <a:latin typeface="Wingdings"/>
              <a:cs typeface="Wingdings"/>
            </a:endParaRPr>
          </a:p>
          <a:p>
            <a:pPr marL="240665" indent="-227965">
              <a:lnSpc>
                <a:spcPct val="100000"/>
              </a:lnSpc>
              <a:buClr>
                <a:srgbClr val="006F57"/>
              </a:buClr>
              <a:buSzPct val="75000"/>
              <a:buFont typeface="Wingdings"/>
              <a:buChar char=""/>
              <a:tabLst>
                <a:tab pos="240665" algn="l"/>
                <a:tab pos="987425" algn="l"/>
                <a:tab pos="2275840" algn="l"/>
              </a:tabLst>
            </a:pPr>
            <a:r>
              <a:rPr sz="2000" spc="-50" dirty="0">
                <a:solidFill>
                  <a:srgbClr val="252525"/>
                </a:solidFill>
                <a:latin typeface="Trebuchet MS"/>
                <a:cs typeface="Trebuchet MS"/>
              </a:rPr>
              <a:t>“</a:t>
            </a:r>
            <a:r>
              <a:rPr sz="2000" dirty="0">
                <a:solidFill>
                  <a:srgbClr val="252525"/>
                </a:solidFill>
                <a:latin typeface="Trebuchet MS"/>
                <a:cs typeface="Trebuchet MS"/>
              </a:rPr>
              <a:t>	”</a:t>
            </a:r>
            <a:r>
              <a:rPr sz="2000" spc="310" dirty="0">
                <a:solidFill>
                  <a:srgbClr val="252525"/>
                </a:solidFill>
                <a:latin typeface="Trebuchet MS"/>
                <a:cs typeface="Trebuchet MS"/>
              </a:rPr>
              <a:t> </a:t>
            </a:r>
            <a:r>
              <a:rPr sz="2000" spc="100" dirty="0">
                <a:solidFill>
                  <a:srgbClr val="252525"/>
                </a:solidFill>
                <a:latin typeface="Cambria"/>
                <a:cs typeface="Cambria"/>
              </a:rPr>
              <a:t>is</a:t>
            </a:r>
            <a:r>
              <a:rPr sz="2000" spc="475" dirty="0">
                <a:solidFill>
                  <a:srgbClr val="252525"/>
                </a:solidFill>
                <a:latin typeface="Cambria"/>
                <a:cs typeface="Cambria"/>
              </a:rPr>
              <a:t> </a:t>
            </a:r>
            <a:r>
              <a:rPr sz="2000" spc="114" dirty="0">
                <a:solidFill>
                  <a:srgbClr val="252525"/>
                </a:solidFill>
                <a:latin typeface="Cambria"/>
                <a:cs typeface="Cambria"/>
              </a:rPr>
              <a:t>used</a:t>
            </a:r>
            <a:r>
              <a:rPr sz="2000" dirty="0">
                <a:solidFill>
                  <a:srgbClr val="252525"/>
                </a:solidFill>
                <a:latin typeface="Cambria"/>
                <a:cs typeface="Cambria"/>
              </a:rPr>
              <a:t>	</a:t>
            </a:r>
            <a:r>
              <a:rPr sz="2000" spc="70" dirty="0">
                <a:solidFill>
                  <a:srgbClr val="252525"/>
                </a:solidFill>
                <a:latin typeface="Cambria"/>
                <a:cs typeface="Cambria"/>
              </a:rPr>
              <a:t>with</a:t>
            </a:r>
            <a:endParaRPr sz="2000">
              <a:latin typeface="Cambria"/>
              <a:cs typeface="Cambria"/>
            </a:endParaRPr>
          </a:p>
          <a:p>
            <a:pPr marL="241300">
              <a:lnSpc>
                <a:spcPct val="100000"/>
              </a:lnSpc>
              <a:spcBef>
                <a:spcPts val="1205"/>
              </a:spcBef>
            </a:pPr>
            <a:r>
              <a:rPr sz="2000" spc="120" dirty="0">
                <a:solidFill>
                  <a:srgbClr val="252525"/>
                </a:solidFill>
                <a:latin typeface="Cambria"/>
                <a:cs typeface="Cambria"/>
              </a:rPr>
              <a:t>both</a:t>
            </a:r>
            <a:r>
              <a:rPr sz="2000" spc="180" dirty="0">
                <a:solidFill>
                  <a:srgbClr val="252525"/>
                </a:solidFill>
                <a:latin typeface="Cambria"/>
                <a:cs typeface="Cambria"/>
              </a:rPr>
              <a:t> </a:t>
            </a:r>
            <a:r>
              <a:rPr sz="2000" spc="170" dirty="0">
                <a:solidFill>
                  <a:srgbClr val="252525"/>
                </a:solidFill>
                <a:latin typeface="Cambria"/>
                <a:cs typeface="Cambria"/>
              </a:rPr>
              <a:t>of</a:t>
            </a:r>
            <a:r>
              <a:rPr sz="2000" spc="175" dirty="0">
                <a:solidFill>
                  <a:srgbClr val="252525"/>
                </a:solidFill>
                <a:latin typeface="Cambria"/>
                <a:cs typeface="Cambria"/>
              </a:rPr>
              <a:t> </a:t>
            </a:r>
            <a:r>
              <a:rPr sz="2000" spc="114" dirty="0">
                <a:solidFill>
                  <a:srgbClr val="252525"/>
                </a:solidFill>
                <a:latin typeface="Cambria"/>
                <a:cs typeface="Cambria"/>
              </a:rPr>
              <a:t>the</a:t>
            </a:r>
            <a:r>
              <a:rPr sz="2000" spc="180" dirty="0">
                <a:solidFill>
                  <a:srgbClr val="252525"/>
                </a:solidFill>
                <a:latin typeface="Cambria"/>
                <a:cs typeface="Cambria"/>
              </a:rPr>
              <a:t> </a:t>
            </a:r>
            <a:r>
              <a:rPr sz="2000" spc="114" dirty="0">
                <a:solidFill>
                  <a:srgbClr val="252525"/>
                </a:solidFill>
                <a:latin typeface="Cambria"/>
                <a:cs typeface="Cambria"/>
              </a:rPr>
              <a:t>cases</a:t>
            </a:r>
            <a:r>
              <a:rPr sz="2000" spc="180" dirty="0">
                <a:solidFill>
                  <a:srgbClr val="252525"/>
                </a:solidFill>
                <a:latin typeface="Cambria"/>
                <a:cs typeface="Cambria"/>
              </a:rPr>
              <a:t> </a:t>
            </a:r>
            <a:r>
              <a:rPr sz="2000" spc="75" dirty="0">
                <a:solidFill>
                  <a:srgbClr val="252525"/>
                </a:solidFill>
                <a:latin typeface="Cambria"/>
                <a:cs typeface="Cambria"/>
              </a:rPr>
              <a:t>are</a:t>
            </a:r>
            <a:r>
              <a:rPr sz="2000" spc="195" dirty="0">
                <a:solidFill>
                  <a:srgbClr val="252525"/>
                </a:solidFill>
                <a:latin typeface="Cambria"/>
                <a:cs typeface="Cambria"/>
              </a:rPr>
              <a:t> </a:t>
            </a:r>
            <a:r>
              <a:rPr sz="2000" spc="100" dirty="0">
                <a:solidFill>
                  <a:srgbClr val="252525"/>
                </a:solidFill>
                <a:latin typeface="Cambria"/>
                <a:cs typeface="Cambria"/>
              </a:rPr>
              <a:t>different.</a:t>
            </a:r>
            <a:endParaRPr sz="2000">
              <a:latin typeface="Cambria"/>
              <a:cs typeface="Cambria"/>
            </a:endParaRPr>
          </a:p>
        </p:txBody>
      </p:sp>
      <p:pic>
        <p:nvPicPr>
          <p:cNvPr id="39" name="object 39"/>
          <p:cNvPicPr/>
          <p:nvPr/>
        </p:nvPicPr>
        <p:blipFill>
          <a:blip r:embed="rId24" cstate="print"/>
          <a:stretch>
            <a:fillRect/>
          </a:stretch>
        </p:blipFill>
        <p:spPr>
          <a:xfrm>
            <a:off x="8749030" y="3281502"/>
            <a:ext cx="1547113" cy="295960"/>
          </a:xfrm>
          <a:prstGeom prst="rect">
            <a:avLst/>
          </a:prstGeom>
        </p:spPr>
      </p:pic>
      <p:sp>
        <p:nvSpPr>
          <p:cNvPr id="40" name="object 40"/>
          <p:cNvSpPr txBox="1"/>
          <p:nvPr/>
        </p:nvSpPr>
        <p:spPr>
          <a:xfrm>
            <a:off x="10271252" y="3256610"/>
            <a:ext cx="391795" cy="331470"/>
          </a:xfrm>
          <a:prstGeom prst="rect">
            <a:avLst/>
          </a:prstGeom>
        </p:spPr>
        <p:txBody>
          <a:bodyPr vert="horz" wrap="square" lIns="0" tIns="13335" rIns="0" bIns="0" rtlCol="0">
            <a:spAutoFit/>
          </a:bodyPr>
          <a:lstStyle/>
          <a:p>
            <a:pPr marL="12700">
              <a:lnSpc>
                <a:spcPct val="100000"/>
              </a:lnSpc>
              <a:spcBef>
                <a:spcPts val="105"/>
              </a:spcBef>
            </a:pPr>
            <a:r>
              <a:rPr sz="2000" spc="100" dirty="0">
                <a:solidFill>
                  <a:srgbClr val="252525"/>
                </a:solidFill>
                <a:latin typeface="Cambria"/>
                <a:cs typeface="Cambria"/>
              </a:rPr>
              <a:t>for</a:t>
            </a:r>
            <a:endParaRPr sz="2000">
              <a:latin typeface="Cambria"/>
              <a:cs typeface="Cambria"/>
            </a:endParaRPr>
          </a:p>
        </p:txBody>
      </p:sp>
      <p:pic>
        <p:nvPicPr>
          <p:cNvPr id="41" name="object 41"/>
          <p:cNvPicPr/>
          <p:nvPr/>
        </p:nvPicPr>
        <p:blipFill>
          <a:blip r:embed="rId25" cstate="print"/>
          <a:stretch>
            <a:fillRect/>
          </a:stretch>
        </p:blipFill>
        <p:spPr>
          <a:xfrm>
            <a:off x="3988942" y="4450969"/>
            <a:ext cx="783336" cy="295656"/>
          </a:xfrm>
          <a:prstGeom prst="rect">
            <a:avLst/>
          </a:prstGeom>
        </p:spPr>
      </p:pic>
      <p:sp>
        <p:nvSpPr>
          <p:cNvPr id="42" name="object 42"/>
          <p:cNvSpPr txBox="1"/>
          <p:nvPr/>
        </p:nvSpPr>
        <p:spPr>
          <a:xfrm>
            <a:off x="743508" y="4426077"/>
            <a:ext cx="5292725" cy="330835"/>
          </a:xfrm>
          <a:prstGeom prst="rect">
            <a:avLst/>
          </a:prstGeom>
        </p:spPr>
        <p:txBody>
          <a:bodyPr vert="horz" wrap="square" lIns="0" tIns="12700" rIns="0" bIns="0" rtlCol="0">
            <a:spAutoFit/>
          </a:bodyPr>
          <a:lstStyle/>
          <a:p>
            <a:pPr marL="240665" indent="-227965">
              <a:lnSpc>
                <a:spcPct val="100000"/>
              </a:lnSpc>
              <a:spcBef>
                <a:spcPts val="100"/>
              </a:spcBef>
              <a:buClr>
                <a:srgbClr val="006F57"/>
              </a:buClr>
              <a:buSzPct val="75000"/>
              <a:buFont typeface="Wingdings"/>
              <a:buChar char=""/>
              <a:tabLst>
                <a:tab pos="240665" algn="l"/>
                <a:tab pos="3871595" algn="l"/>
              </a:tabLst>
            </a:pPr>
            <a:r>
              <a:rPr sz="2000" spc="65" dirty="0">
                <a:solidFill>
                  <a:srgbClr val="252525"/>
                </a:solidFill>
                <a:latin typeface="Cambria"/>
                <a:cs typeface="Cambria"/>
              </a:rPr>
              <a:t>In</a:t>
            </a:r>
            <a:r>
              <a:rPr sz="2000" spc="165" dirty="0">
                <a:solidFill>
                  <a:srgbClr val="252525"/>
                </a:solidFill>
                <a:latin typeface="Cambria"/>
                <a:cs typeface="Cambria"/>
              </a:rPr>
              <a:t> </a:t>
            </a:r>
            <a:r>
              <a:rPr sz="2000" spc="110" dirty="0">
                <a:solidFill>
                  <a:srgbClr val="252525"/>
                </a:solidFill>
                <a:latin typeface="Cambria"/>
                <a:cs typeface="Cambria"/>
              </a:rPr>
              <a:t>sentence</a:t>
            </a:r>
            <a:r>
              <a:rPr sz="2000" spc="195" dirty="0">
                <a:solidFill>
                  <a:srgbClr val="252525"/>
                </a:solidFill>
                <a:latin typeface="Cambria"/>
                <a:cs typeface="Cambria"/>
              </a:rPr>
              <a:t> </a:t>
            </a:r>
            <a:r>
              <a:rPr sz="2000" spc="55" dirty="0">
                <a:solidFill>
                  <a:srgbClr val="252525"/>
                </a:solidFill>
                <a:latin typeface="Cambria"/>
                <a:cs typeface="Cambria"/>
              </a:rPr>
              <a:t>I,</a:t>
            </a:r>
            <a:r>
              <a:rPr sz="2000" spc="175" dirty="0">
                <a:solidFill>
                  <a:srgbClr val="252525"/>
                </a:solidFill>
                <a:latin typeface="Cambria"/>
                <a:cs typeface="Cambria"/>
              </a:rPr>
              <a:t> </a:t>
            </a:r>
            <a:r>
              <a:rPr sz="2000" spc="110" dirty="0">
                <a:solidFill>
                  <a:srgbClr val="252525"/>
                </a:solidFill>
                <a:latin typeface="Cambria"/>
                <a:cs typeface="Cambria"/>
              </a:rPr>
              <a:t>the</a:t>
            </a:r>
            <a:r>
              <a:rPr sz="2000" spc="180" dirty="0">
                <a:solidFill>
                  <a:srgbClr val="252525"/>
                </a:solidFill>
                <a:latin typeface="Cambria"/>
                <a:cs typeface="Cambria"/>
              </a:rPr>
              <a:t> </a:t>
            </a:r>
            <a:r>
              <a:rPr sz="2000" spc="90" dirty="0">
                <a:solidFill>
                  <a:srgbClr val="252525"/>
                </a:solidFill>
                <a:latin typeface="Cambria"/>
                <a:cs typeface="Cambria"/>
              </a:rPr>
              <a:t>word</a:t>
            </a:r>
            <a:r>
              <a:rPr sz="2000" spc="180" dirty="0">
                <a:solidFill>
                  <a:srgbClr val="252525"/>
                </a:solidFill>
                <a:latin typeface="Cambria"/>
                <a:cs typeface="Cambria"/>
              </a:rPr>
              <a:t> </a:t>
            </a:r>
            <a:r>
              <a:rPr sz="2000" spc="-50" dirty="0">
                <a:solidFill>
                  <a:srgbClr val="252525"/>
                </a:solidFill>
                <a:latin typeface="Trebuchet MS"/>
                <a:cs typeface="Trebuchet MS"/>
              </a:rPr>
              <a:t>“</a:t>
            </a:r>
            <a:r>
              <a:rPr sz="2000" dirty="0">
                <a:solidFill>
                  <a:srgbClr val="252525"/>
                </a:solidFill>
                <a:latin typeface="Trebuchet MS"/>
                <a:cs typeface="Trebuchet MS"/>
              </a:rPr>
              <a:t>	</a:t>
            </a:r>
            <a:r>
              <a:rPr sz="2000" spc="-140" dirty="0">
                <a:solidFill>
                  <a:srgbClr val="252525"/>
                </a:solidFill>
                <a:latin typeface="Trebuchet MS"/>
                <a:cs typeface="Trebuchet MS"/>
              </a:rPr>
              <a:t>”</a:t>
            </a:r>
            <a:r>
              <a:rPr sz="2000" spc="-20" dirty="0">
                <a:solidFill>
                  <a:srgbClr val="252525"/>
                </a:solidFill>
                <a:latin typeface="Trebuchet MS"/>
                <a:cs typeface="Trebuchet MS"/>
              </a:rPr>
              <a:t> </a:t>
            </a:r>
            <a:r>
              <a:rPr sz="2000" spc="100" dirty="0">
                <a:solidFill>
                  <a:srgbClr val="252525"/>
                </a:solidFill>
                <a:latin typeface="Cambria"/>
                <a:cs typeface="Cambria"/>
              </a:rPr>
              <a:t>is</a:t>
            </a:r>
            <a:r>
              <a:rPr sz="2000" spc="190" dirty="0">
                <a:solidFill>
                  <a:srgbClr val="252525"/>
                </a:solidFill>
                <a:latin typeface="Cambria"/>
                <a:cs typeface="Cambria"/>
              </a:rPr>
              <a:t> </a:t>
            </a:r>
            <a:r>
              <a:rPr sz="2000" spc="135" dirty="0">
                <a:solidFill>
                  <a:srgbClr val="252525"/>
                </a:solidFill>
                <a:latin typeface="Cambria"/>
                <a:cs typeface="Cambria"/>
              </a:rPr>
              <a:t>used</a:t>
            </a:r>
            <a:r>
              <a:rPr sz="2000" spc="175" dirty="0">
                <a:solidFill>
                  <a:srgbClr val="252525"/>
                </a:solidFill>
                <a:latin typeface="Cambria"/>
                <a:cs typeface="Cambria"/>
              </a:rPr>
              <a:t> </a:t>
            </a:r>
            <a:r>
              <a:rPr sz="2000" spc="100" dirty="0">
                <a:solidFill>
                  <a:srgbClr val="252525"/>
                </a:solidFill>
                <a:latin typeface="Cambria"/>
                <a:cs typeface="Cambria"/>
              </a:rPr>
              <a:t>as</a:t>
            </a:r>
            <a:endParaRPr sz="2000">
              <a:latin typeface="Cambria"/>
              <a:cs typeface="Cambria"/>
            </a:endParaRPr>
          </a:p>
        </p:txBody>
      </p:sp>
      <p:pic>
        <p:nvPicPr>
          <p:cNvPr id="43" name="object 43"/>
          <p:cNvPicPr/>
          <p:nvPr/>
        </p:nvPicPr>
        <p:blipFill>
          <a:blip r:embed="rId26" cstate="print"/>
          <a:stretch>
            <a:fillRect/>
          </a:stretch>
        </p:blipFill>
        <p:spPr>
          <a:xfrm>
            <a:off x="6101460" y="4450969"/>
            <a:ext cx="722376" cy="295656"/>
          </a:xfrm>
          <a:prstGeom prst="rect">
            <a:avLst/>
          </a:prstGeom>
        </p:spPr>
      </p:pic>
      <p:sp>
        <p:nvSpPr>
          <p:cNvPr id="44" name="object 44"/>
          <p:cNvSpPr txBox="1"/>
          <p:nvPr/>
        </p:nvSpPr>
        <p:spPr>
          <a:xfrm>
            <a:off x="6666738" y="4426077"/>
            <a:ext cx="2929890" cy="330835"/>
          </a:xfrm>
          <a:prstGeom prst="rect">
            <a:avLst/>
          </a:prstGeom>
        </p:spPr>
        <p:txBody>
          <a:bodyPr vert="horz" wrap="square" lIns="0" tIns="12700" rIns="0" bIns="0" rtlCol="0">
            <a:spAutoFit/>
          </a:bodyPr>
          <a:lstStyle/>
          <a:p>
            <a:pPr marL="12700">
              <a:lnSpc>
                <a:spcPct val="100000"/>
              </a:lnSpc>
              <a:spcBef>
                <a:spcPts val="100"/>
              </a:spcBef>
            </a:pPr>
            <a:r>
              <a:rPr sz="2000" spc="114" dirty="0">
                <a:solidFill>
                  <a:srgbClr val="252525"/>
                </a:solidFill>
                <a:latin typeface="Cambria"/>
                <a:cs typeface="Cambria"/>
              </a:rPr>
              <a:t>,</a:t>
            </a:r>
            <a:r>
              <a:rPr sz="2000" spc="130" dirty="0">
                <a:solidFill>
                  <a:srgbClr val="252525"/>
                </a:solidFill>
                <a:latin typeface="Cambria"/>
                <a:cs typeface="Cambria"/>
              </a:rPr>
              <a:t> </a:t>
            </a:r>
            <a:r>
              <a:rPr sz="2000" spc="75" dirty="0">
                <a:solidFill>
                  <a:srgbClr val="252525"/>
                </a:solidFill>
                <a:latin typeface="Cambria"/>
                <a:cs typeface="Cambria"/>
              </a:rPr>
              <a:t>while</a:t>
            </a:r>
            <a:r>
              <a:rPr sz="2000" spc="180" dirty="0">
                <a:solidFill>
                  <a:srgbClr val="252525"/>
                </a:solidFill>
                <a:latin typeface="Cambria"/>
                <a:cs typeface="Cambria"/>
              </a:rPr>
              <a:t> </a:t>
            </a:r>
            <a:r>
              <a:rPr sz="2000" spc="105" dirty="0">
                <a:solidFill>
                  <a:srgbClr val="252525"/>
                </a:solidFill>
                <a:latin typeface="Cambria"/>
                <a:cs typeface="Cambria"/>
              </a:rPr>
              <a:t>in</a:t>
            </a:r>
            <a:r>
              <a:rPr sz="2000" spc="180" dirty="0">
                <a:solidFill>
                  <a:srgbClr val="252525"/>
                </a:solidFill>
                <a:latin typeface="Cambria"/>
                <a:cs typeface="Cambria"/>
              </a:rPr>
              <a:t> </a:t>
            </a:r>
            <a:r>
              <a:rPr sz="2000" dirty="0">
                <a:solidFill>
                  <a:srgbClr val="252525"/>
                </a:solidFill>
                <a:latin typeface="Cambria"/>
                <a:cs typeface="Cambria"/>
              </a:rPr>
              <a:t>II</a:t>
            </a:r>
            <a:r>
              <a:rPr sz="2000" spc="170" dirty="0">
                <a:solidFill>
                  <a:srgbClr val="252525"/>
                </a:solidFill>
                <a:latin typeface="Cambria"/>
                <a:cs typeface="Cambria"/>
              </a:rPr>
              <a:t> </a:t>
            </a:r>
            <a:r>
              <a:rPr sz="2000" spc="80" dirty="0">
                <a:solidFill>
                  <a:srgbClr val="252525"/>
                </a:solidFill>
                <a:latin typeface="Cambria"/>
                <a:cs typeface="Cambria"/>
              </a:rPr>
              <a:t>it</a:t>
            </a:r>
            <a:r>
              <a:rPr sz="2000" spc="180" dirty="0">
                <a:solidFill>
                  <a:srgbClr val="252525"/>
                </a:solidFill>
                <a:latin typeface="Cambria"/>
                <a:cs typeface="Cambria"/>
              </a:rPr>
              <a:t> </a:t>
            </a:r>
            <a:r>
              <a:rPr sz="2000" spc="100" dirty="0">
                <a:solidFill>
                  <a:srgbClr val="252525"/>
                </a:solidFill>
                <a:latin typeface="Cambria"/>
                <a:cs typeface="Cambria"/>
              </a:rPr>
              <a:t>is</a:t>
            </a:r>
            <a:r>
              <a:rPr sz="2000" spc="170" dirty="0">
                <a:solidFill>
                  <a:srgbClr val="252525"/>
                </a:solidFill>
                <a:latin typeface="Cambria"/>
                <a:cs typeface="Cambria"/>
              </a:rPr>
              <a:t> </a:t>
            </a:r>
            <a:r>
              <a:rPr sz="2000" spc="135" dirty="0">
                <a:solidFill>
                  <a:srgbClr val="252525"/>
                </a:solidFill>
                <a:latin typeface="Cambria"/>
                <a:cs typeface="Cambria"/>
              </a:rPr>
              <a:t>used</a:t>
            </a:r>
            <a:r>
              <a:rPr sz="2000" spc="185" dirty="0">
                <a:solidFill>
                  <a:srgbClr val="252525"/>
                </a:solidFill>
                <a:latin typeface="Cambria"/>
                <a:cs typeface="Cambria"/>
              </a:rPr>
              <a:t> </a:t>
            </a:r>
            <a:r>
              <a:rPr sz="2000" spc="100" dirty="0">
                <a:solidFill>
                  <a:srgbClr val="252525"/>
                </a:solidFill>
                <a:latin typeface="Cambria"/>
                <a:cs typeface="Cambria"/>
              </a:rPr>
              <a:t>as</a:t>
            </a:r>
            <a:endParaRPr sz="2000">
              <a:latin typeface="Cambria"/>
              <a:cs typeface="Cambria"/>
            </a:endParaRPr>
          </a:p>
        </p:txBody>
      </p:sp>
      <p:pic>
        <p:nvPicPr>
          <p:cNvPr id="45" name="object 45"/>
          <p:cNvPicPr/>
          <p:nvPr/>
        </p:nvPicPr>
        <p:blipFill>
          <a:blip r:embed="rId27" cstate="print"/>
          <a:stretch>
            <a:fillRect/>
          </a:stretch>
        </p:blipFill>
        <p:spPr>
          <a:xfrm>
            <a:off x="9660635" y="4450969"/>
            <a:ext cx="817245" cy="295656"/>
          </a:xfrm>
          <a:prstGeom prst="rect">
            <a:avLst/>
          </a:prstGeom>
        </p:spPr>
      </p:pic>
      <p:sp>
        <p:nvSpPr>
          <p:cNvPr id="46" name="object 46"/>
          <p:cNvSpPr txBox="1"/>
          <p:nvPr/>
        </p:nvSpPr>
        <p:spPr>
          <a:xfrm>
            <a:off x="10301731" y="4426077"/>
            <a:ext cx="93345" cy="330835"/>
          </a:xfrm>
          <a:prstGeom prst="rect">
            <a:avLst/>
          </a:prstGeom>
        </p:spPr>
        <p:txBody>
          <a:bodyPr vert="horz" wrap="square" lIns="0" tIns="12700" rIns="0" bIns="0" rtlCol="0">
            <a:spAutoFit/>
          </a:bodyPr>
          <a:lstStyle/>
          <a:p>
            <a:pPr marL="12700">
              <a:lnSpc>
                <a:spcPct val="100000"/>
              </a:lnSpc>
              <a:spcBef>
                <a:spcPts val="100"/>
              </a:spcBef>
            </a:pPr>
            <a:r>
              <a:rPr sz="2000" spc="65" dirty="0">
                <a:solidFill>
                  <a:srgbClr val="252525"/>
                </a:solidFill>
                <a:latin typeface="Cambria"/>
                <a:cs typeface="Cambria"/>
              </a:rPr>
              <a:t>.</a:t>
            </a:r>
            <a:endParaRPr sz="2000">
              <a:latin typeface="Cambria"/>
              <a:cs typeface="Cambria"/>
            </a:endParaRPr>
          </a:p>
        </p:txBody>
      </p:sp>
      <p:sp>
        <p:nvSpPr>
          <p:cNvPr id="48" name="object 4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47" name="object 47"/>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35</a:t>
            </a:r>
            <a:endParaRPr sz="1400">
              <a:latin typeface="Cambria"/>
              <a:cs typeface="Cambria"/>
            </a:endParaRPr>
          </a:p>
        </p:txBody>
      </p:sp>
      <p:sp>
        <p:nvSpPr>
          <p:cNvPr id="49" name="TextBox 48">
            <a:extLst>
              <a:ext uri="{FF2B5EF4-FFF2-40B4-BE49-F238E27FC236}">
                <a16:creationId xmlns:a16="http://schemas.microsoft.com/office/drawing/2014/main" id="{EB186164-5C3F-4447-8745-D024DAF2FC9B}"/>
              </a:ext>
            </a:extLst>
          </p:cNvPr>
          <p:cNvSpPr txBox="1"/>
          <p:nvPr/>
        </p:nvSpPr>
        <p:spPr>
          <a:xfrm>
            <a:off x="1213281" y="839038"/>
            <a:ext cx="3108400" cy="369332"/>
          </a:xfrm>
          <a:prstGeom prst="rect">
            <a:avLst/>
          </a:prstGeom>
          <a:noFill/>
        </p:spPr>
        <p:txBody>
          <a:bodyPr wrap="square" rtlCol="0">
            <a:spAutoFit/>
          </a:bodyPr>
          <a:lstStyle/>
          <a:p>
            <a:r>
              <a:rPr lang="ar-EG" sz="1800" spc="125" dirty="0">
                <a:solidFill>
                  <a:srgbClr val="252525"/>
                </a:solidFill>
                <a:latin typeface="Cambria"/>
                <a:cs typeface="Cambria"/>
              </a:rPr>
              <a:t>توضيح معنى الكلمة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10" dirty="0"/>
              <a:t>Part</a:t>
            </a:r>
            <a:r>
              <a:rPr sz="3600" spc="315" dirty="0"/>
              <a:t> </a:t>
            </a:r>
            <a:r>
              <a:rPr sz="3600" spc="300" dirty="0"/>
              <a:t>of</a:t>
            </a:r>
            <a:r>
              <a:rPr sz="3600" spc="320" dirty="0"/>
              <a:t> </a:t>
            </a:r>
            <a:r>
              <a:rPr sz="3600" spc="210" dirty="0"/>
              <a:t>Speech</a:t>
            </a:r>
            <a:r>
              <a:rPr sz="3600" spc="320" dirty="0"/>
              <a:t> </a:t>
            </a:r>
            <a:r>
              <a:rPr sz="3600" spc="225" dirty="0"/>
              <a:t>Tagging</a:t>
            </a:r>
            <a:r>
              <a:rPr sz="3600" spc="300" dirty="0"/>
              <a:t> </a:t>
            </a:r>
            <a:r>
              <a:rPr sz="3600" spc="215" dirty="0"/>
              <a:t>Applications</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2642742" y="3220542"/>
            <a:ext cx="6264275" cy="298450"/>
            <a:chOff x="2642742" y="3220542"/>
            <a:chExt cx="6264275" cy="298450"/>
          </a:xfrm>
        </p:grpSpPr>
        <p:sp>
          <p:nvSpPr>
            <p:cNvPr id="5" name="object 5"/>
            <p:cNvSpPr/>
            <p:nvPr/>
          </p:nvSpPr>
          <p:spPr>
            <a:xfrm>
              <a:off x="2642743" y="3221735"/>
              <a:ext cx="6144895" cy="297180"/>
            </a:xfrm>
            <a:custGeom>
              <a:avLst/>
              <a:gdLst/>
              <a:ahLst/>
              <a:cxnLst/>
              <a:rect l="l" t="t" r="r" b="b"/>
              <a:pathLst>
                <a:path w="6144895" h="297179">
                  <a:moveTo>
                    <a:pt x="3579863" y="0"/>
                  </a:moveTo>
                  <a:lnTo>
                    <a:pt x="3579863" y="0"/>
                  </a:lnTo>
                  <a:lnTo>
                    <a:pt x="0" y="0"/>
                  </a:lnTo>
                  <a:lnTo>
                    <a:pt x="0" y="297180"/>
                  </a:lnTo>
                  <a:lnTo>
                    <a:pt x="3579863" y="297180"/>
                  </a:lnTo>
                  <a:lnTo>
                    <a:pt x="3579863" y="0"/>
                  </a:lnTo>
                  <a:close/>
                </a:path>
                <a:path w="6144895" h="297179">
                  <a:moveTo>
                    <a:pt x="6144768" y="0"/>
                  </a:moveTo>
                  <a:lnTo>
                    <a:pt x="6144768" y="0"/>
                  </a:lnTo>
                  <a:lnTo>
                    <a:pt x="3579876" y="0"/>
                  </a:lnTo>
                  <a:lnTo>
                    <a:pt x="3579876" y="297180"/>
                  </a:lnTo>
                  <a:lnTo>
                    <a:pt x="6144768" y="297180"/>
                  </a:lnTo>
                  <a:lnTo>
                    <a:pt x="6144768"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2643250" y="3220542"/>
              <a:ext cx="1275588" cy="295960"/>
            </a:xfrm>
            <a:prstGeom prst="rect">
              <a:avLst/>
            </a:prstGeom>
          </p:spPr>
        </p:pic>
        <p:pic>
          <p:nvPicPr>
            <p:cNvPr id="7" name="object 7"/>
            <p:cNvPicPr/>
            <p:nvPr/>
          </p:nvPicPr>
          <p:blipFill>
            <a:blip r:embed="rId3" cstate="print"/>
            <a:stretch>
              <a:fillRect/>
            </a:stretch>
          </p:blipFill>
          <p:spPr>
            <a:xfrm>
              <a:off x="3851782" y="3220542"/>
              <a:ext cx="295656" cy="295960"/>
            </a:xfrm>
            <a:prstGeom prst="rect">
              <a:avLst/>
            </a:prstGeom>
          </p:spPr>
        </p:pic>
        <p:pic>
          <p:nvPicPr>
            <p:cNvPr id="8" name="object 8"/>
            <p:cNvPicPr/>
            <p:nvPr/>
          </p:nvPicPr>
          <p:blipFill>
            <a:blip r:embed="rId4" cstate="print"/>
            <a:stretch>
              <a:fillRect/>
            </a:stretch>
          </p:blipFill>
          <p:spPr>
            <a:xfrm>
              <a:off x="3999610" y="3220542"/>
              <a:ext cx="234696" cy="295960"/>
            </a:xfrm>
            <a:prstGeom prst="rect">
              <a:avLst/>
            </a:prstGeom>
          </p:spPr>
        </p:pic>
        <p:pic>
          <p:nvPicPr>
            <p:cNvPr id="9" name="object 9"/>
            <p:cNvPicPr/>
            <p:nvPr/>
          </p:nvPicPr>
          <p:blipFill>
            <a:blip r:embed="rId5" cstate="print"/>
            <a:stretch>
              <a:fillRect/>
            </a:stretch>
          </p:blipFill>
          <p:spPr>
            <a:xfrm>
              <a:off x="4116958" y="3220542"/>
              <a:ext cx="783336" cy="295960"/>
            </a:xfrm>
            <a:prstGeom prst="rect">
              <a:avLst/>
            </a:prstGeom>
          </p:spPr>
        </p:pic>
        <p:pic>
          <p:nvPicPr>
            <p:cNvPr id="10" name="object 10"/>
            <p:cNvPicPr/>
            <p:nvPr/>
          </p:nvPicPr>
          <p:blipFill>
            <a:blip r:embed="rId6" cstate="print"/>
            <a:stretch>
              <a:fillRect/>
            </a:stretch>
          </p:blipFill>
          <p:spPr>
            <a:xfrm>
              <a:off x="4821300" y="3220542"/>
              <a:ext cx="594360" cy="295960"/>
            </a:xfrm>
            <a:prstGeom prst="rect">
              <a:avLst/>
            </a:prstGeom>
          </p:spPr>
        </p:pic>
        <p:pic>
          <p:nvPicPr>
            <p:cNvPr id="11" name="object 11"/>
            <p:cNvPicPr/>
            <p:nvPr/>
          </p:nvPicPr>
          <p:blipFill>
            <a:blip r:embed="rId7" cstate="print"/>
            <a:stretch>
              <a:fillRect/>
            </a:stretch>
          </p:blipFill>
          <p:spPr>
            <a:xfrm>
              <a:off x="5295264" y="3220542"/>
              <a:ext cx="2278379" cy="295960"/>
            </a:xfrm>
            <a:prstGeom prst="rect">
              <a:avLst/>
            </a:prstGeom>
          </p:spPr>
        </p:pic>
        <p:pic>
          <p:nvPicPr>
            <p:cNvPr id="12" name="object 12"/>
            <p:cNvPicPr/>
            <p:nvPr/>
          </p:nvPicPr>
          <p:blipFill>
            <a:blip r:embed="rId8" cstate="print"/>
            <a:stretch>
              <a:fillRect/>
            </a:stretch>
          </p:blipFill>
          <p:spPr>
            <a:xfrm>
              <a:off x="7500873" y="3220542"/>
              <a:ext cx="582929" cy="295960"/>
            </a:xfrm>
            <a:prstGeom prst="rect">
              <a:avLst/>
            </a:prstGeom>
          </p:spPr>
        </p:pic>
        <p:pic>
          <p:nvPicPr>
            <p:cNvPr id="13" name="object 13"/>
            <p:cNvPicPr/>
            <p:nvPr/>
          </p:nvPicPr>
          <p:blipFill>
            <a:blip r:embed="rId9" cstate="print"/>
            <a:stretch>
              <a:fillRect/>
            </a:stretch>
          </p:blipFill>
          <p:spPr>
            <a:xfrm>
              <a:off x="8044941" y="3220542"/>
              <a:ext cx="782954" cy="295960"/>
            </a:xfrm>
            <a:prstGeom prst="rect">
              <a:avLst/>
            </a:prstGeom>
          </p:spPr>
        </p:pic>
        <p:pic>
          <p:nvPicPr>
            <p:cNvPr id="14" name="object 14"/>
            <p:cNvPicPr/>
            <p:nvPr/>
          </p:nvPicPr>
          <p:blipFill>
            <a:blip r:embed="rId10" cstate="print"/>
            <a:stretch>
              <a:fillRect/>
            </a:stretch>
          </p:blipFill>
          <p:spPr>
            <a:xfrm>
              <a:off x="8671305" y="3220542"/>
              <a:ext cx="235305" cy="295960"/>
            </a:xfrm>
            <a:prstGeom prst="rect">
              <a:avLst/>
            </a:prstGeom>
          </p:spPr>
        </p:pic>
      </p:grpSp>
      <p:sp>
        <p:nvSpPr>
          <p:cNvPr id="15" name="object 15"/>
          <p:cNvSpPr txBox="1"/>
          <p:nvPr/>
        </p:nvSpPr>
        <p:spPr>
          <a:xfrm>
            <a:off x="743508" y="117627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16" name="object 16"/>
          <p:cNvGrpSpPr/>
          <p:nvPr/>
        </p:nvGrpSpPr>
        <p:grpSpPr>
          <a:xfrm>
            <a:off x="984808" y="1137158"/>
            <a:ext cx="4380865" cy="295910"/>
            <a:chOff x="984808" y="1137158"/>
            <a:chExt cx="4380865" cy="295910"/>
          </a:xfrm>
        </p:grpSpPr>
        <p:pic>
          <p:nvPicPr>
            <p:cNvPr id="17" name="object 17"/>
            <p:cNvPicPr/>
            <p:nvPr/>
          </p:nvPicPr>
          <p:blipFill>
            <a:blip r:embed="rId11" cstate="print"/>
            <a:stretch>
              <a:fillRect/>
            </a:stretch>
          </p:blipFill>
          <p:spPr>
            <a:xfrm>
              <a:off x="984808" y="1137158"/>
              <a:ext cx="2305380" cy="295656"/>
            </a:xfrm>
            <a:prstGeom prst="rect">
              <a:avLst/>
            </a:prstGeom>
          </p:spPr>
        </p:pic>
        <p:pic>
          <p:nvPicPr>
            <p:cNvPr id="18" name="object 18"/>
            <p:cNvPicPr/>
            <p:nvPr/>
          </p:nvPicPr>
          <p:blipFill>
            <a:blip r:embed="rId12" cstate="print"/>
            <a:stretch>
              <a:fillRect/>
            </a:stretch>
          </p:blipFill>
          <p:spPr>
            <a:xfrm>
              <a:off x="3127883" y="1137158"/>
              <a:ext cx="292607" cy="295656"/>
            </a:xfrm>
            <a:prstGeom prst="rect">
              <a:avLst/>
            </a:prstGeom>
          </p:spPr>
        </p:pic>
        <p:pic>
          <p:nvPicPr>
            <p:cNvPr id="19" name="object 19"/>
            <p:cNvPicPr/>
            <p:nvPr/>
          </p:nvPicPr>
          <p:blipFill>
            <a:blip r:embed="rId13" cstate="print"/>
            <a:stretch>
              <a:fillRect/>
            </a:stretch>
          </p:blipFill>
          <p:spPr>
            <a:xfrm>
              <a:off x="3274187" y="1137158"/>
              <a:ext cx="2089175" cy="295656"/>
            </a:xfrm>
            <a:prstGeom prst="rect">
              <a:avLst/>
            </a:prstGeom>
          </p:spPr>
        </p:pic>
        <p:pic>
          <p:nvPicPr>
            <p:cNvPr id="20" name="object 20"/>
            <p:cNvPicPr/>
            <p:nvPr/>
          </p:nvPicPr>
          <p:blipFill>
            <a:blip r:embed="rId14" cstate="print"/>
            <a:stretch>
              <a:fillRect/>
            </a:stretch>
          </p:blipFill>
          <p:spPr>
            <a:xfrm>
              <a:off x="5231256" y="1137158"/>
              <a:ext cx="134112" cy="295656"/>
            </a:xfrm>
            <a:prstGeom prst="rect">
              <a:avLst/>
            </a:prstGeom>
          </p:spPr>
        </p:pic>
      </p:grpSp>
      <p:sp>
        <p:nvSpPr>
          <p:cNvPr id="21" name="object 21"/>
          <p:cNvSpPr txBox="1"/>
          <p:nvPr/>
        </p:nvSpPr>
        <p:spPr>
          <a:xfrm>
            <a:off x="5442584" y="1112265"/>
            <a:ext cx="3935095" cy="330835"/>
          </a:xfrm>
          <a:prstGeom prst="rect">
            <a:avLst/>
          </a:prstGeom>
        </p:spPr>
        <p:txBody>
          <a:bodyPr vert="horz" wrap="square" lIns="0" tIns="13335" rIns="0" bIns="0" rtlCol="0">
            <a:spAutoFit/>
          </a:bodyPr>
          <a:lstStyle/>
          <a:p>
            <a:pPr marL="12700">
              <a:lnSpc>
                <a:spcPct val="100000"/>
              </a:lnSpc>
              <a:spcBef>
                <a:spcPts val="105"/>
              </a:spcBef>
              <a:tabLst>
                <a:tab pos="360045" algn="l"/>
                <a:tab pos="1525905" algn="l"/>
                <a:tab pos="2454275" algn="l"/>
                <a:tab pos="3298190" algn="l"/>
              </a:tabLst>
            </a:pPr>
            <a:r>
              <a:rPr sz="2000" spc="185" dirty="0">
                <a:solidFill>
                  <a:srgbClr val="252525"/>
                </a:solidFill>
                <a:latin typeface="Cambria"/>
                <a:cs typeface="Cambria"/>
              </a:rPr>
              <a:t>A</a:t>
            </a:r>
            <a:r>
              <a:rPr sz="2000" dirty="0">
                <a:solidFill>
                  <a:srgbClr val="252525"/>
                </a:solidFill>
                <a:latin typeface="Cambria"/>
                <a:cs typeface="Cambria"/>
              </a:rPr>
              <a:t>	</a:t>
            </a:r>
            <a:r>
              <a:rPr sz="2000" spc="90" dirty="0">
                <a:solidFill>
                  <a:srgbClr val="252525"/>
                </a:solidFill>
                <a:latin typeface="Cambria"/>
                <a:cs typeface="Cambria"/>
              </a:rPr>
              <a:t>learning</a:t>
            </a:r>
            <a:r>
              <a:rPr sz="2000" dirty="0">
                <a:solidFill>
                  <a:srgbClr val="252525"/>
                </a:solidFill>
                <a:latin typeface="Cambria"/>
                <a:cs typeface="Cambria"/>
              </a:rPr>
              <a:t>	</a:t>
            </a:r>
            <a:r>
              <a:rPr sz="2000" spc="125" dirty="0">
                <a:solidFill>
                  <a:srgbClr val="252525"/>
                </a:solidFill>
                <a:latin typeface="Cambria"/>
                <a:cs typeface="Cambria"/>
              </a:rPr>
              <a:t>model</a:t>
            </a:r>
            <a:r>
              <a:rPr sz="2000" dirty="0">
                <a:solidFill>
                  <a:srgbClr val="252525"/>
                </a:solidFill>
                <a:latin typeface="Cambria"/>
                <a:cs typeface="Cambria"/>
              </a:rPr>
              <a:t>	</a:t>
            </a:r>
            <a:r>
              <a:rPr sz="2000" spc="120" dirty="0">
                <a:solidFill>
                  <a:srgbClr val="252525"/>
                </a:solidFill>
                <a:latin typeface="Cambria"/>
                <a:cs typeface="Cambria"/>
              </a:rPr>
              <a:t>could</a:t>
            </a:r>
            <a:r>
              <a:rPr sz="2000" dirty="0">
                <a:solidFill>
                  <a:srgbClr val="252525"/>
                </a:solidFill>
                <a:latin typeface="Cambria"/>
                <a:cs typeface="Cambria"/>
              </a:rPr>
              <a:t>	</a:t>
            </a:r>
            <a:r>
              <a:rPr sz="2000" spc="75" dirty="0">
                <a:solidFill>
                  <a:srgbClr val="252525"/>
                </a:solidFill>
                <a:latin typeface="Cambria"/>
                <a:cs typeface="Cambria"/>
              </a:rPr>
              <a:t>learn</a:t>
            </a:r>
            <a:endParaRPr sz="2000">
              <a:latin typeface="Cambria"/>
              <a:cs typeface="Cambria"/>
            </a:endParaRPr>
          </a:p>
        </p:txBody>
      </p:sp>
      <p:pic>
        <p:nvPicPr>
          <p:cNvPr id="22" name="object 22"/>
          <p:cNvPicPr/>
          <p:nvPr/>
        </p:nvPicPr>
        <p:blipFill>
          <a:blip r:embed="rId15" cstate="print"/>
          <a:stretch>
            <a:fillRect/>
          </a:stretch>
        </p:blipFill>
        <p:spPr>
          <a:xfrm>
            <a:off x="9521952" y="1137158"/>
            <a:ext cx="1253070" cy="295656"/>
          </a:xfrm>
          <a:prstGeom prst="rect">
            <a:avLst/>
          </a:prstGeom>
        </p:spPr>
      </p:pic>
      <p:pic>
        <p:nvPicPr>
          <p:cNvPr id="23" name="object 23"/>
          <p:cNvPicPr/>
          <p:nvPr/>
        </p:nvPicPr>
        <p:blipFill>
          <a:blip r:embed="rId16" cstate="print"/>
          <a:stretch>
            <a:fillRect/>
          </a:stretch>
        </p:blipFill>
        <p:spPr>
          <a:xfrm>
            <a:off x="984808" y="1594358"/>
            <a:ext cx="1226210" cy="295656"/>
          </a:xfrm>
          <a:prstGeom prst="rect">
            <a:avLst/>
          </a:prstGeom>
        </p:spPr>
      </p:pic>
      <p:pic>
        <p:nvPicPr>
          <p:cNvPr id="24" name="object 24"/>
          <p:cNvPicPr/>
          <p:nvPr/>
        </p:nvPicPr>
        <p:blipFill>
          <a:blip r:embed="rId17" cstate="print"/>
          <a:stretch>
            <a:fillRect/>
          </a:stretch>
        </p:blipFill>
        <p:spPr>
          <a:xfrm>
            <a:off x="2778886" y="1594358"/>
            <a:ext cx="830580" cy="295656"/>
          </a:xfrm>
          <a:prstGeom prst="rect">
            <a:avLst/>
          </a:prstGeom>
        </p:spPr>
      </p:pic>
      <p:pic>
        <p:nvPicPr>
          <p:cNvPr id="25" name="object 25"/>
          <p:cNvPicPr/>
          <p:nvPr/>
        </p:nvPicPr>
        <p:blipFill>
          <a:blip r:embed="rId18" cstate="print"/>
          <a:stretch>
            <a:fillRect/>
          </a:stretch>
        </p:blipFill>
        <p:spPr>
          <a:xfrm>
            <a:off x="4996560" y="1594358"/>
            <a:ext cx="832485" cy="295656"/>
          </a:xfrm>
          <a:prstGeom prst="rect">
            <a:avLst/>
          </a:prstGeom>
        </p:spPr>
      </p:pic>
      <p:sp>
        <p:nvSpPr>
          <p:cNvPr id="26" name="object 26"/>
          <p:cNvSpPr txBox="1"/>
          <p:nvPr/>
        </p:nvSpPr>
        <p:spPr>
          <a:xfrm>
            <a:off x="5753480" y="1569465"/>
            <a:ext cx="789940" cy="330835"/>
          </a:xfrm>
          <a:prstGeom prst="rect">
            <a:avLst/>
          </a:prstGeom>
        </p:spPr>
        <p:txBody>
          <a:bodyPr vert="horz" wrap="square" lIns="0" tIns="13335" rIns="0" bIns="0" rtlCol="0">
            <a:spAutoFit/>
          </a:bodyPr>
          <a:lstStyle/>
          <a:p>
            <a:pPr marL="12700">
              <a:lnSpc>
                <a:spcPct val="100000"/>
              </a:lnSpc>
              <a:spcBef>
                <a:spcPts val="105"/>
              </a:spcBef>
            </a:pPr>
            <a:r>
              <a:rPr sz="2000" spc="125" dirty="0">
                <a:solidFill>
                  <a:srgbClr val="252525"/>
                </a:solidFill>
                <a:latin typeface="Cambria"/>
                <a:cs typeface="Cambria"/>
              </a:rPr>
              <a:t>as</a:t>
            </a:r>
            <a:r>
              <a:rPr sz="2000" spc="360" dirty="0">
                <a:solidFill>
                  <a:srgbClr val="252525"/>
                </a:solidFill>
                <a:latin typeface="Cambria"/>
                <a:cs typeface="Cambria"/>
              </a:rPr>
              <a:t> </a:t>
            </a:r>
            <a:r>
              <a:rPr sz="2000" spc="85" dirty="0">
                <a:solidFill>
                  <a:srgbClr val="252525"/>
                </a:solidFill>
                <a:latin typeface="Cambria"/>
                <a:cs typeface="Cambria"/>
              </a:rPr>
              <a:t>the</a:t>
            </a:r>
            <a:endParaRPr sz="2000">
              <a:latin typeface="Cambria"/>
              <a:cs typeface="Cambria"/>
            </a:endParaRPr>
          </a:p>
        </p:txBody>
      </p:sp>
      <p:pic>
        <p:nvPicPr>
          <p:cNvPr id="27" name="object 27"/>
          <p:cNvPicPr/>
          <p:nvPr/>
        </p:nvPicPr>
        <p:blipFill>
          <a:blip r:embed="rId19" cstate="print"/>
          <a:stretch>
            <a:fillRect/>
          </a:stretch>
        </p:blipFill>
        <p:spPr>
          <a:xfrm>
            <a:off x="6635242" y="1594358"/>
            <a:ext cx="1181290" cy="295656"/>
          </a:xfrm>
          <a:prstGeom prst="rect">
            <a:avLst/>
          </a:prstGeom>
        </p:spPr>
      </p:pic>
      <p:grpSp>
        <p:nvGrpSpPr>
          <p:cNvPr id="28" name="object 28"/>
          <p:cNvGrpSpPr/>
          <p:nvPr/>
        </p:nvGrpSpPr>
        <p:grpSpPr>
          <a:xfrm>
            <a:off x="5414136" y="2051939"/>
            <a:ext cx="2774950" cy="295910"/>
            <a:chOff x="5414136" y="2051939"/>
            <a:chExt cx="2774950" cy="295910"/>
          </a:xfrm>
        </p:grpSpPr>
        <p:pic>
          <p:nvPicPr>
            <p:cNvPr id="29" name="object 29"/>
            <p:cNvPicPr/>
            <p:nvPr/>
          </p:nvPicPr>
          <p:blipFill>
            <a:blip r:embed="rId20" cstate="print"/>
            <a:stretch>
              <a:fillRect/>
            </a:stretch>
          </p:blipFill>
          <p:spPr>
            <a:xfrm>
              <a:off x="5414136" y="2051939"/>
              <a:ext cx="1092060" cy="295655"/>
            </a:xfrm>
            <a:prstGeom prst="rect">
              <a:avLst/>
            </a:prstGeom>
          </p:spPr>
        </p:pic>
        <p:pic>
          <p:nvPicPr>
            <p:cNvPr id="30" name="object 30"/>
            <p:cNvPicPr/>
            <p:nvPr/>
          </p:nvPicPr>
          <p:blipFill>
            <a:blip r:embed="rId21" cstate="print"/>
            <a:stretch>
              <a:fillRect/>
            </a:stretch>
          </p:blipFill>
          <p:spPr>
            <a:xfrm>
              <a:off x="6453504" y="2051939"/>
              <a:ext cx="1735201" cy="295655"/>
            </a:xfrm>
            <a:prstGeom prst="rect">
              <a:avLst/>
            </a:prstGeom>
          </p:spPr>
        </p:pic>
      </p:grpSp>
      <p:sp>
        <p:nvSpPr>
          <p:cNvPr id="31" name="object 31"/>
          <p:cNvSpPr txBox="1"/>
          <p:nvPr/>
        </p:nvSpPr>
        <p:spPr>
          <a:xfrm>
            <a:off x="7672578" y="1417294"/>
            <a:ext cx="2994025" cy="941069"/>
          </a:xfrm>
          <a:prstGeom prst="rect">
            <a:avLst/>
          </a:prstGeom>
        </p:spPr>
        <p:txBody>
          <a:bodyPr vert="horz" wrap="square" lIns="0" tIns="165100" rIns="0" bIns="0" rtlCol="0">
            <a:spAutoFit/>
          </a:bodyPr>
          <a:lstStyle/>
          <a:p>
            <a:pPr marL="12700">
              <a:lnSpc>
                <a:spcPct val="100000"/>
              </a:lnSpc>
              <a:spcBef>
                <a:spcPts val="1300"/>
              </a:spcBef>
            </a:pPr>
            <a:r>
              <a:rPr sz="2000" spc="114" dirty="0">
                <a:solidFill>
                  <a:srgbClr val="252525"/>
                </a:solidFill>
                <a:latin typeface="Cambria"/>
                <a:cs typeface="Cambria"/>
              </a:rPr>
              <a:t>,</a:t>
            </a:r>
            <a:r>
              <a:rPr sz="2000" spc="370" dirty="0">
                <a:solidFill>
                  <a:srgbClr val="252525"/>
                </a:solidFill>
                <a:latin typeface="Cambria"/>
                <a:cs typeface="Cambria"/>
              </a:rPr>
              <a:t> </a:t>
            </a:r>
            <a:r>
              <a:rPr sz="2000" spc="80" dirty="0">
                <a:solidFill>
                  <a:srgbClr val="252525"/>
                </a:solidFill>
                <a:latin typeface="Cambria"/>
                <a:cs typeface="Cambria"/>
              </a:rPr>
              <a:t>however</a:t>
            </a:r>
            <a:r>
              <a:rPr sz="2000" spc="365" dirty="0">
                <a:solidFill>
                  <a:srgbClr val="252525"/>
                </a:solidFill>
                <a:latin typeface="Cambria"/>
                <a:cs typeface="Cambria"/>
              </a:rPr>
              <a:t> </a:t>
            </a:r>
            <a:r>
              <a:rPr sz="2000" spc="130" dirty="0">
                <a:solidFill>
                  <a:srgbClr val="252525"/>
                </a:solidFill>
                <a:latin typeface="Cambria"/>
                <a:cs typeface="Cambria"/>
              </a:rPr>
              <a:t>if</a:t>
            </a:r>
            <a:r>
              <a:rPr sz="2000" spc="370" dirty="0">
                <a:solidFill>
                  <a:srgbClr val="252525"/>
                </a:solidFill>
                <a:latin typeface="Cambria"/>
                <a:cs typeface="Cambria"/>
              </a:rPr>
              <a:t> </a:t>
            </a:r>
            <a:r>
              <a:rPr sz="2000" spc="110" dirty="0">
                <a:solidFill>
                  <a:srgbClr val="252525"/>
                </a:solidFill>
                <a:latin typeface="Cambria"/>
                <a:cs typeface="Cambria"/>
              </a:rPr>
              <a:t>the</a:t>
            </a:r>
            <a:r>
              <a:rPr sz="2000" spc="395" dirty="0">
                <a:solidFill>
                  <a:srgbClr val="252525"/>
                </a:solidFill>
                <a:latin typeface="Cambria"/>
                <a:cs typeface="Cambria"/>
              </a:rPr>
              <a:t> </a:t>
            </a:r>
            <a:r>
              <a:rPr sz="2000" spc="100" dirty="0">
                <a:solidFill>
                  <a:srgbClr val="252525"/>
                </a:solidFill>
                <a:latin typeface="Cambria"/>
                <a:cs typeface="Cambria"/>
              </a:rPr>
              <a:t>part</a:t>
            </a:r>
            <a:r>
              <a:rPr sz="2000" spc="370" dirty="0">
                <a:solidFill>
                  <a:srgbClr val="252525"/>
                </a:solidFill>
                <a:latin typeface="Cambria"/>
                <a:cs typeface="Cambria"/>
              </a:rPr>
              <a:t> </a:t>
            </a:r>
            <a:r>
              <a:rPr sz="2000" spc="170" dirty="0">
                <a:solidFill>
                  <a:srgbClr val="252525"/>
                </a:solidFill>
                <a:latin typeface="Cambria"/>
                <a:cs typeface="Cambria"/>
              </a:rPr>
              <a:t>of</a:t>
            </a:r>
            <a:endParaRPr sz="2000">
              <a:latin typeface="Cambria"/>
              <a:cs typeface="Cambria"/>
            </a:endParaRPr>
          </a:p>
          <a:p>
            <a:pPr marL="372110">
              <a:lnSpc>
                <a:spcPct val="100000"/>
              </a:lnSpc>
              <a:spcBef>
                <a:spcPts val="1205"/>
              </a:spcBef>
            </a:pPr>
            <a:r>
              <a:rPr sz="2000" spc="114" dirty="0">
                <a:solidFill>
                  <a:srgbClr val="252525"/>
                </a:solidFill>
                <a:latin typeface="Cambria"/>
                <a:cs typeface="Cambria"/>
              </a:rPr>
              <a:t>,</a:t>
            </a:r>
            <a:r>
              <a:rPr sz="2000" spc="215" dirty="0">
                <a:solidFill>
                  <a:srgbClr val="252525"/>
                </a:solidFill>
                <a:latin typeface="Cambria"/>
                <a:cs typeface="Cambria"/>
              </a:rPr>
              <a:t> </a:t>
            </a:r>
            <a:r>
              <a:rPr sz="2000" spc="140" dirty="0">
                <a:solidFill>
                  <a:srgbClr val="252525"/>
                </a:solidFill>
                <a:latin typeface="Cambria"/>
                <a:cs typeface="Cambria"/>
              </a:rPr>
              <a:t>thus</a:t>
            </a:r>
            <a:r>
              <a:rPr sz="2000" spc="210" dirty="0">
                <a:solidFill>
                  <a:srgbClr val="252525"/>
                </a:solidFill>
                <a:latin typeface="Cambria"/>
                <a:cs typeface="Cambria"/>
              </a:rPr>
              <a:t> </a:t>
            </a:r>
            <a:r>
              <a:rPr sz="2000" spc="125" dirty="0">
                <a:solidFill>
                  <a:srgbClr val="252525"/>
                </a:solidFill>
                <a:latin typeface="Cambria"/>
                <a:cs typeface="Cambria"/>
              </a:rPr>
              <a:t>making</a:t>
            </a:r>
            <a:endParaRPr sz="2000">
              <a:latin typeface="Cambria"/>
              <a:cs typeface="Cambria"/>
            </a:endParaRPr>
          </a:p>
        </p:txBody>
      </p:sp>
      <p:pic>
        <p:nvPicPr>
          <p:cNvPr id="32" name="object 32"/>
          <p:cNvPicPr/>
          <p:nvPr/>
        </p:nvPicPr>
        <p:blipFill>
          <a:blip r:embed="rId22" cstate="print"/>
          <a:stretch>
            <a:fillRect/>
          </a:stretch>
        </p:blipFill>
        <p:spPr>
          <a:xfrm>
            <a:off x="9823704" y="2051939"/>
            <a:ext cx="963676" cy="295655"/>
          </a:xfrm>
          <a:prstGeom prst="rect">
            <a:avLst/>
          </a:prstGeom>
        </p:spPr>
      </p:pic>
      <p:pic>
        <p:nvPicPr>
          <p:cNvPr id="33" name="object 33"/>
          <p:cNvPicPr/>
          <p:nvPr/>
        </p:nvPicPr>
        <p:blipFill>
          <a:blip r:embed="rId19" cstate="print"/>
          <a:stretch>
            <a:fillRect/>
          </a:stretch>
        </p:blipFill>
        <p:spPr>
          <a:xfrm>
            <a:off x="984808" y="2509139"/>
            <a:ext cx="1181290" cy="295655"/>
          </a:xfrm>
          <a:prstGeom prst="rect">
            <a:avLst/>
          </a:prstGeom>
        </p:spPr>
      </p:pic>
      <p:sp>
        <p:nvSpPr>
          <p:cNvPr id="34" name="object 34"/>
          <p:cNvSpPr txBox="1"/>
          <p:nvPr/>
        </p:nvSpPr>
        <p:spPr>
          <a:xfrm>
            <a:off x="972108" y="1417294"/>
            <a:ext cx="4370070" cy="1398270"/>
          </a:xfrm>
          <a:prstGeom prst="rect">
            <a:avLst/>
          </a:prstGeom>
        </p:spPr>
        <p:txBody>
          <a:bodyPr vert="horz" wrap="square" lIns="0" tIns="12700" rIns="0" bIns="0" rtlCol="0">
            <a:spAutoFit/>
          </a:bodyPr>
          <a:lstStyle/>
          <a:p>
            <a:pPr marL="12700" marR="5080" indent="1191895">
              <a:lnSpc>
                <a:spcPct val="150100"/>
              </a:lnSpc>
              <a:spcBef>
                <a:spcPts val="100"/>
              </a:spcBef>
              <a:tabLst>
                <a:tab pos="2574290" algn="l"/>
              </a:tabLst>
            </a:pPr>
            <a:r>
              <a:rPr sz="2000" spc="170" dirty="0">
                <a:solidFill>
                  <a:srgbClr val="252525"/>
                </a:solidFill>
                <a:latin typeface="Cambria"/>
                <a:cs typeface="Cambria"/>
              </a:rPr>
              <a:t>of</a:t>
            </a:r>
            <a:r>
              <a:rPr sz="2000" spc="370" dirty="0">
                <a:solidFill>
                  <a:srgbClr val="252525"/>
                </a:solidFill>
                <a:latin typeface="Cambria"/>
                <a:cs typeface="Cambria"/>
              </a:rPr>
              <a:t> </a:t>
            </a:r>
            <a:r>
              <a:rPr sz="2000" spc="55" dirty="0">
                <a:solidFill>
                  <a:srgbClr val="252525"/>
                </a:solidFill>
                <a:latin typeface="Cambria"/>
                <a:cs typeface="Cambria"/>
              </a:rPr>
              <a:t>a</a:t>
            </a:r>
            <a:r>
              <a:rPr sz="2000" dirty="0">
                <a:solidFill>
                  <a:srgbClr val="252525"/>
                </a:solidFill>
                <a:latin typeface="Cambria"/>
                <a:cs typeface="Cambria"/>
              </a:rPr>
              <a:t>	</a:t>
            </a:r>
            <a:r>
              <a:rPr sz="2000" spc="90" dirty="0">
                <a:solidFill>
                  <a:srgbClr val="252525"/>
                </a:solidFill>
                <a:latin typeface="Cambria"/>
                <a:cs typeface="Cambria"/>
              </a:rPr>
              <a:t>when</a:t>
            </a:r>
            <a:r>
              <a:rPr sz="2000" spc="375" dirty="0">
                <a:solidFill>
                  <a:srgbClr val="252525"/>
                </a:solidFill>
                <a:latin typeface="Cambria"/>
                <a:cs typeface="Cambria"/>
              </a:rPr>
              <a:t> </a:t>
            </a:r>
            <a:r>
              <a:rPr sz="2000" spc="114" dirty="0">
                <a:solidFill>
                  <a:srgbClr val="252525"/>
                </a:solidFill>
                <a:latin typeface="Cambria"/>
                <a:cs typeface="Cambria"/>
              </a:rPr>
              <a:t>used </a:t>
            </a:r>
            <a:r>
              <a:rPr sz="2000" spc="120" dirty="0">
                <a:solidFill>
                  <a:srgbClr val="252525"/>
                </a:solidFill>
                <a:latin typeface="Cambria"/>
                <a:cs typeface="Cambria"/>
              </a:rPr>
              <a:t>speech</a:t>
            </a:r>
            <a:r>
              <a:rPr sz="2000" spc="229" dirty="0">
                <a:solidFill>
                  <a:srgbClr val="252525"/>
                </a:solidFill>
                <a:latin typeface="Cambria"/>
                <a:cs typeface="Cambria"/>
              </a:rPr>
              <a:t> </a:t>
            </a:r>
            <a:r>
              <a:rPr sz="2000" spc="120" dirty="0">
                <a:solidFill>
                  <a:srgbClr val="252525"/>
                </a:solidFill>
                <a:latin typeface="Cambria"/>
                <a:cs typeface="Cambria"/>
              </a:rPr>
              <a:t>tag</a:t>
            </a:r>
            <a:r>
              <a:rPr sz="2000" spc="229" dirty="0">
                <a:solidFill>
                  <a:srgbClr val="252525"/>
                </a:solidFill>
                <a:latin typeface="Cambria"/>
                <a:cs typeface="Cambria"/>
              </a:rPr>
              <a:t> </a:t>
            </a:r>
            <a:r>
              <a:rPr sz="2000" spc="100" dirty="0">
                <a:solidFill>
                  <a:srgbClr val="252525"/>
                </a:solidFill>
                <a:latin typeface="Cambria"/>
                <a:cs typeface="Cambria"/>
              </a:rPr>
              <a:t>is</a:t>
            </a:r>
            <a:r>
              <a:rPr sz="2000" spc="229" dirty="0">
                <a:solidFill>
                  <a:srgbClr val="252525"/>
                </a:solidFill>
                <a:latin typeface="Cambria"/>
                <a:cs typeface="Cambria"/>
              </a:rPr>
              <a:t> </a:t>
            </a:r>
            <a:r>
              <a:rPr sz="2000" spc="110" dirty="0">
                <a:solidFill>
                  <a:srgbClr val="252525"/>
                </a:solidFill>
                <a:latin typeface="Cambria"/>
                <a:cs typeface="Cambria"/>
              </a:rPr>
              <a:t>linked</a:t>
            </a:r>
            <a:r>
              <a:rPr sz="2000" spc="229" dirty="0">
                <a:solidFill>
                  <a:srgbClr val="252525"/>
                </a:solidFill>
                <a:latin typeface="Cambria"/>
                <a:cs typeface="Cambria"/>
              </a:rPr>
              <a:t> </a:t>
            </a:r>
            <a:r>
              <a:rPr sz="2000" spc="85" dirty="0">
                <a:solidFill>
                  <a:srgbClr val="252525"/>
                </a:solidFill>
                <a:latin typeface="Cambria"/>
                <a:cs typeface="Cambria"/>
              </a:rPr>
              <a:t>with</a:t>
            </a:r>
            <a:r>
              <a:rPr sz="2000" spc="225" dirty="0">
                <a:solidFill>
                  <a:srgbClr val="252525"/>
                </a:solidFill>
                <a:latin typeface="Cambria"/>
                <a:cs typeface="Cambria"/>
              </a:rPr>
              <a:t> </a:t>
            </a:r>
            <a:r>
              <a:rPr sz="2000" spc="130" dirty="0">
                <a:solidFill>
                  <a:srgbClr val="252525"/>
                </a:solidFill>
                <a:latin typeface="Cambria"/>
                <a:cs typeface="Cambria"/>
              </a:rPr>
              <a:t>them,</a:t>
            </a:r>
            <a:r>
              <a:rPr sz="2000" spc="229"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a:p>
            <a:pPr marL="1062990">
              <a:lnSpc>
                <a:spcPct val="100000"/>
              </a:lnSpc>
              <a:spcBef>
                <a:spcPts val="1200"/>
              </a:spcBef>
            </a:pPr>
            <a:r>
              <a:rPr sz="2000" spc="65" dirty="0">
                <a:solidFill>
                  <a:srgbClr val="252525"/>
                </a:solidFill>
                <a:latin typeface="Cambria"/>
                <a:cs typeface="Cambria"/>
              </a:rPr>
              <a:t>.</a:t>
            </a:r>
            <a:endParaRPr sz="2000">
              <a:latin typeface="Cambria"/>
              <a:cs typeface="Cambria"/>
            </a:endParaRPr>
          </a:p>
        </p:txBody>
      </p:sp>
      <p:sp>
        <p:nvSpPr>
          <p:cNvPr id="35" name="object 35"/>
          <p:cNvSpPr txBox="1"/>
          <p:nvPr/>
        </p:nvSpPr>
        <p:spPr>
          <a:xfrm>
            <a:off x="743508" y="3195650"/>
            <a:ext cx="1832610" cy="1029335"/>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spc="70" dirty="0">
                <a:solidFill>
                  <a:srgbClr val="252525"/>
                </a:solidFill>
                <a:latin typeface="Cambria"/>
                <a:cs typeface="Cambria"/>
              </a:rPr>
              <a:t>For</a:t>
            </a:r>
            <a:r>
              <a:rPr sz="2000" spc="160" dirty="0">
                <a:solidFill>
                  <a:srgbClr val="252525"/>
                </a:solidFill>
                <a:latin typeface="Cambria"/>
                <a:cs typeface="Cambria"/>
              </a:rPr>
              <a:t> </a:t>
            </a:r>
            <a:r>
              <a:rPr sz="2000" spc="95" dirty="0">
                <a:solidFill>
                  <a:srgbClr val="252525"/>
                </a:solidFill>
                <a:latin typeface="Cambria"/>
                <a:cs typeface="Cambria"/>
              </a:rPr>
              <a:t>example:</a:t>
            </a:r>
            <a:endParaRPr sz="2000">
              <a:latin typeface="Cambria"/>
              <a:cs typeface="Cambria"/>
            </a:endParaRPr>
          </a:p>
          <a:p>
            <a:pPr>
              <a:lnSpc>
                <a:spcPct val="100000"/>
              </a:lnSpc>
              <a:spcBef>
                <a:spcPts val="1350"/>
              </a:spcBef>
            </a:pPr>
            <a:endParaRPr sz="2000">
              <a:latin typeface="Cambria"/>
              <a:cs typeface="Cambria"/>
            </a:endParaRPr>
          </a:p>
          <a:p>
            <a:pPr marL="12700">
              <a:lnSpc>
                <a:spcPct val="100000"/>
              </a:lnSpc>
            </a:pPr>
            <a:r>
              <a:rPr sz="1500" spc="-50" dirty="0">
                <a:solidFill>
                  <a:srgbClr val="006F57"/>
                </a:solidFill>
                <a:latin typeface="Wingdings"/>
                <a:cs typeface="Wingdings"/>
              </a:rPr>
              <a:t></a:t>
            </a:r>
            <a:endParaRPr sz="1500">
              <a:latin typeface="Wingdings"/>
              <a:cs typeface="Wingdings"/>
            </a:endParaRPr>
          </a:p>
        </p:txBody>
      </p:sp>
      <p:grpSp>
        <p:nvGrpSpPr>
          <p:cNvPr id="36" name="object 36"/>
          <p:cNvGrpSpPr/>
          <p:nvPr/>
        </p:nvGrpSpPr>
        <p:grpSpPr>
          <a:xfrm>
            <a:off x="984808" y="3931284"/>
            <a:ext cx="9777730" cy="295910"/>
            <a:chOff x="984808" y="3931284"/>
            <a:chExt cx="9777730" cy="295910"/>
          </a:xfrm>
        </p:grpSpPr>
        <p:pic>
          <p:nvPicPr>
            <p:cNvPr id="37" name="object 37"/>
            <p:cNvPicPr/>
            <p:nvPr/>
          </p:nvPicPr>
          <p:blipFill>
            <a:blip r:embed="rId23" cstate="print"/>
            <a:stretch>
              <a:fillRect/>
            </a:stretch>
          </p:blipFill>
          <p:spPr>
            <a:xfrm>
              <a:off x="984808" y="3931284"/>
              <a:ext cx="1069416" cy="295656"/>
            </a:xfrm>
            <a:prstGeom prst="rect">
              <a:avLst/>
            </a:prstGeom>
          </p:spPr>
        </p:pic>
        <p:pic>
          <p:nvPicPr>
            <p:cNvPr id="38" name="object 38"/>
            <p:cNvPicPr/>
            <p:nvPr/>
          </p:nvPicPr>
          <p:blipFill>
            <a:blip r:embed="rId24" cstate="print"/>
            <a:stretch>
              <a:fillRect/>
            </a:stretch>
          </p:blipFill>
          <p:spPr>
            <a:xfrm>
              <a:off x="1920494" y="3931284"/>
              <a:ext cx="256641" cy="295656"/>
            </a:xfrm>
            <a:prstGeom prst="rect">
              <a:avLst/>
            </a:prstGeom>
          </p:spPr>
        </p:pic>
        <p:pic>
          <p:nvPicPr>
            <p:cNvPr id="39" name="object 39"/>
            <p:cNvPicPr/>
            <p:nvPr/>
          </p:nvPicPr>
          <p:blipFill>
            <a:blip r:embed="rId25" cstate="print"/>
            <a:stretch>
              <a:fillRect/>
            </a:stretch>
          </p:blipFill>
          <p:spPr>
            <a:xfrm>
              <a:off x="2125091" y="3931284"/>
              <a:ext cx="158495" cy="295656"/>
            </a:xfrm>
            <a:prstGeom prst="rect">
              <a:avLst/>
            </a:prstGeom>
          </p:spPr>
        </p:pic>
        <p:pic>
          <p:nvPicPr>
            <p:cNvPr id="40" name="object 40"/>
            <p:cNvPicPr/>
            <p:nvPr/>
          </p:nvPicPr>
          <p:blipFill>
            <a:blip r:embed="rId26" cstate="print"/>
            <a:stretch>
              <a:fillRect/>
            </a:stretch>
          </p:blipFill>
          <p:spPr>
            <a:xfrm>
              <a:off x="2204338" y="3931284"/>
              <a:ext cx="231648" cy="295656"/>
            </a:xfrm>
            <a:prstGeom prst="rect">
              <a:avLst/>
            </a:prstGeom>
          </p:spPr>
        </p:pic>
        <p:pic>
          <p:nvPicPr>
            <p:cNvPr id="41" name="object 41"/>
            <p:cNvPicPr/>
            <p:nvPr/>
          </p:nvPicPr>
          <p:blipFill>
            <a:blip r:embed="rId27" cstate="print"/>
            <a:stretch>
              <a:fillRect/>
            </a:stretch>
          </p:blipFill>
          <p:spPr>
            <a:xfrm>
              <a:off x="2320163" y="3931284"/>
              <a:ext cx="727710" cy="295656"/>
            </a:xfrm>
            <a:prstGeom prst="rect">
              <a:avLst/>
            </a:prstGeom>
          </p:spPr>
        </p:pic>
        <p:pic>
          <p:nvPicPr>
            <p:cNvPr id="42" name="object 42"/>
            <p:cNvPicPr/>
            <p:nvPr/>
          </p:nvPicPr>
          <p:blipFill>
            <a:blip r:embed="rId28" cstate="print"/>
            <a:stretch>
              <a:fillRect/>
            </a:stretch>
          </p:blipFill>
          <p:spPr>
            <a:xfrm>
              <a:off x="2902330" y="3931284"/>
              <a:ext cx="231648" cy="295656"/>
            </a:xfrm>
            <a:prstGeom prst="rect">
              <a:avLst/>
            </a:prstGeom>
          </p:spPr>
        </p:pic>
        <p:pic>
          <p:nvPicPr>
            <p:cNvPr id="43" name="object 43"/>
            <p:cNvPicPr/>
            <p:nvPr/>
          </p:nvPicPr>
          <p:blipFill>
            <a:blip r:embed="rId29" cstate="print"/>
            <a:stretch>
              <a:fillRect/>
            </a:stretch>
          </p:blipFill>
          <p:spPr>
            <a:xfrm>
              <a:off x="3018155" y="3931284"/>
              <a:ext cx="212598" cy="295656"/>
            </a:xfrm>
            <a:prstGeom prst="rect">
              <a:avLst/>
            </a:prstGeom>
          </p:spPr>
        </p:pic>
        <p:pic>
          <p:nvPicPr>
            <p:cNvPr id="44" name="object 44"/>
            <p:cNvPicPr/>
            <p:nvPr/>
          </p:nvPicPr>
          <p:blipFill>
            <a:blip r:embed="rId30" cstate="print"/>
            <a:stretch>
              <a:fillRect/>
            </a:stretch>
          </p:blipFill>
          <p:spPr>
            <a:xfrm>
              <a:off x="3159887" y="3931284"/>
              <a:ext cx="310896" cy="295656"/>
            </a:xfrm>
            <a:prstGeom prst="rect">
              <a:avLst/>
            </a:prstGeom>
          </p:spPr>
        </p:pic>
        <p:pic>
          <p:nvPicPr>
            <p:cNvPr id="45" name="object 45"/>
            <p:cNvPicPr/>
            <p:nvPr/>
          </p:nvPicPr>
          <p:blipFill>
            <a:blip r:embed="rId31" cstate="print"/>
            <a:stretch>
              <a:fillRect/>
            </a:stretch>
          </p:blipFill>
          <p:spPr>
            <a:xfrm>
              <a:off x="3315334" y="3931284"/>
              <a:ext cx="377189" cy="295656"/>
            </a:xfrm>
            <a:prstGeom prst="rect">
              <a:avLst/>
            </a:prstGeom>
          </p:spPr>
        </p:pic>
        <p:pic>
          <p:nvPicPr>
            <p:cNvPr id="46" name="object 46"/>
            <p:cNvPicPr/>
            <p:nvPr/>
          </p:nvPicPr>
          <p:blipFill>
            <a:blip r:embed="rId26" cstate="print"/>
            <a:stretch>
              <a:fillRect/>
            </a:stretch>
          </p:blipFill>
          <p:spPr>
            <a:xfrm>
              <a:off x="3617087" y="3931284"/>
              <a:ext cx="231648" cy="295656"/>
            </a:xfrm>
            <a:prstGeom prst="rect">
              <a:avLst/>
            </a:prstGeom>
          </p:spPr>
        </p:pic>
        <p:pic>
          <p:nvPicPr>
            <p:cNvPr id="47" name="object 47"/>
            <p:cNvPicPr/>
            <p:nvPr/>
          </p:nvPicPr>
          <p:blipFill>
            <a:blip r:embed="rId32" cstate="print"/>
            <a:stretch>
              <a:fillRect/>
            </a:stretch>
          </p:blipFill>
          <p:spPr>
            <a:xfrm>
              <a:off x="3732911" y="3931284"/>
              <a:ext cx="573786" cy="295656"/>
            </a:xfrm>
            <a:prstGeom prst="rect">
              <a:avLst/>
            </a:prstGeom>
          </p:spPr>
        </p:pic>
        <p:pic>
          <p:nvPicPr>
            <p:cNvPr id="48" name="object 48"/>
            <p:cNvPicPr/>
            <p:nvPr/>
          </p:nvPicPr>
          <p:blipFill>
            <a:blip r:embed="rId28" cstate="print"/>
            <a:stretch>
              <a:fillRect/>
            </a:stretch>
          </p:blipFill>
          <p:spPr>
            <a:xfrm>
              <a:off x="4115434" y="3931284"/>
              <a:ext cx="231648" cy="295656"/>
            </a:xfrm>
            <a:prstGeom prst="rect">
              <a:avLst/>
            </a:prstGeom>
          </p:spPr>
        </p:pic>
        <p:pic>
          <p:nvPicPr>
            <p:cNvPr id="49" name="object 49"/>
            <p:cNvPicPr/>
            <p:nvPr/>
          </p:nvPicPr>
          <p:blipFill>
            <a:blip r:embed="rId33" cstate="print"/>
            <a:stretch>
              <a:fillRect/>
            </a:stretch>
          </p:blipFill>
          <p:spPr>
            <a:xfrm>
              <a:off x="4231259" y="3931284"/>
              <a:ext cx="215341" cy="295656"/>
            </a:xfrm>
            <a:prstGeom prst="rect">
              <a:avLst/>
            </a:prstGeom>
          </p:spPr>
        </p:pic>
        <p:pic>
          <p:nvPicPr>
            <p:cNvPr id="50" name="object 50"/>
            <p:cNvPicPr/>
            <p:nvPr/>
          </p:nvPicPr>
          <p:blipFill>
            <a:blip r:embed="rId34" cstate="print"/>
            <a:stretch>
              <a:fillRect/>
            </a:stretch>
          </p:blipFill>
          <p:spPr>
            <a:xfrm>
              <a:off x="4374768" y="3931284"/>
              <a:ext cx="310896" cy="295656"/>
            </a:xfrm>
            <a:prstGeom prst="rect">
              <a:avLst/>
            </a:prstGeom>
          </p:spPr>
        </p:pic>
        <p:pic>
          <p:nvPicPr>
            <p:cNvPr id="51" name="object 51"/>
            <p:cNvPicPr/>
            <p:nvPr/>
          </p:nvPicPr>
          <p:blipFill>
            <a:blip r:embed="rId31" cstate="print"/>
            <a:stretch>
              <a:fillRect/>
            </a:stretch>
          </p:blipFill>
          <p:spPr>
            <a:xfrm>
              <a:off x="4530216" y="3931284"/>
              <a:ext cx="377189" cy="295656"/>
            </a:xfrm>
            <a:prstGeom prst="rect">
              <a:avLst/>
            </a:prstGeom>
          </p:spPr>
        </p:pic>
        <p:pic>
          <p:nvPicPr>
            <p:cNvPr id="52" name="object 52"/>
            <p:cNvPicPr/>
            <p:nvPr/>
          </p:nvPicPr>
          <p:blipFill>
            <a:blip r:embed="rId26" cstate="print"/>
            <a:stretch>
              <a:fillRect/>
            </a:stretch>
          </p:blipFill>
          <p:spPr>
            <a:xfrm>
              <a:off x="4831968" y="3931284"/>
              <a:ext cx="231648" cy="295656"/>
            </a:xfrm>
            <a:prstGeom prst="rect">
              <a:avLst/>
            </a:prstGeom>
          </p:spPr>
        </p:pic>
        <p:pic>
          <p:nvPicPr>
            <p:cNvPr id="53" name="object 53"/>
            <p:cNvPicPr/>
            <p:nvPr/>
          </p:nvPicPr>
          <p:blipFill>
            <a:blip r:embed="rId35" cstate="print"/>
            <a:stretch>
              <a:fillRect/>
            </a:stretch>
          </p:blipFill>
          <p:spPr>
            <a:xfrm>
              <a:off x="4947792" y="3931284"/>
              <a:ext cx="753872" cy="295656"/>
            </a:xfrm>
            <a:prstGeom prst="rect">
              <a:avLst/>
            </a:prstGeom>
          </p:spPr>
        </p:pic>
        <p:pic>
          <p:nvPicPr>
            <p:cNvPr id="54" name="object 54"/>
            <p:cNvPicPr/>
            <p:nvPr/>
          </p:nvPicPr>
          <p:blipFill>
            <a:blip r:embed="rId28" cstate="print"/>
            <a:stretch>
              <a:fillRect/>
            </a:stretch>
          </p:blipFill>
          <p:spPr>
            <a:xfrm>
              <a:off x="5593968" y="3931284"/>
              <a:ext cx="231648" cy="295656"/>
            </a:xfrm>
            <a:prstGeom prst="rect">
              <a:avLst/>
            </a:prstGeom>
          </p:spPr>
        </p:pic>
        <p:pic>
          <p:nvPicPr>
            <p:cNvPr id="55" name="object 55"/>
            <p:cNvPicPr/>
            <p:nvPr/>
          </p:nvPicPr>
          <p:blipFill>
            <a:blip r:embed="rId36" cstate="print"/>
            <a:stretch>
              <a:fillRect/>
            </a:stretch>
          </p:blipFill>
          <p:spPr>
            <a:xfrm>
              <a:off x="5709792" y="3931284"/>
              <a:ext cx="217170" cy="295656"/>
            </a:xfrm>
            <a:prstGeom prst="rect">
              <a:avLst/>
            </a:prstGeom>
          </p:spPr>
        </p:pic>
        <p:pic>
          <p:nvPicPr>
            <p:cNvPr id="56" name="object 56"/>
            <p:cNvPicPr/>
            <p:nvPr/>
          </p:nvPicPr>
          <p:blipFill>
            <a:blip r:embed="rId34" cstate="print"/>
            <a:stretch>
              <a:fillRect/>
            </a:stretch>
          </p:blipFill>
          <p:spPr>
            <a:xfrm>
              <a:off x="5854573" y="3931284"/>
              <a:ext cx="310896" cy="295656"/>
            </a:xfrm>
            <a:prstGeom prst="rect">
              <a:avLst/>
            </a:prstGeom>
          </p:spPr>
        </p:pic>
        <p:pic>
          <p:nvPicPr>
            <p:cNvPr id="57" name="object 57"/>
            <p:cNvPicPr/>
            <p:nvPr/>
          </p:nvPicPr>
          <p:blipFill>
            <a:blip r:embed="rId31" cstate="print"/>
            <a:stretch>
              <a:fillRect/>
            </a:stretch>
          </p:blipFill>
          <p:spPr>
            <a:xfrm>
              <a:off x="6010021" y="3931284"/>
              <a:ext cx="377189" cy="295656"/>
            </a:xfrm>
            <a:prstGeom prst="rect">
              <a:avLst/>
            </a:prstGeom>
          </p:spPr>
        </p:pic>
        <p:pic>
          <p:nvPicPr>
            <p:cNvPr id="58" name="object 58"/>
            <p:cNvPicPr/>
            <p:nvPr/>
          </p:nvPicPr>
          <p:blipFill>
            <a:blip r:embed="rId26" cstate="print"/>
            <a:stretch>
              <a:fillRect/>
            </a:stretch>
          </p:blipFill>
          <p:spPr>
            <a:xfrm>
              <a:off x="6311773" y="3931284"/>
              <a:ext cx="231648" cy="295656"/>
            </a:xfrm>
            <a:prstGeom prst="rect">
              <a:avLst/>
            </a:prstGeom>
          </p:spPr>
        </p:pic>
        <p:pic>
          <p:nvPicPr>
            <p:cNvPr id="59" name="object 59"/>
            <p:cNvPicPr/>
            <p:nvPr/>
          </p:nvPicPr>
          <p:blipFill>
            <a:blip r:embed="rId37" cstate="print"/>
            <a:stretch>
              <a:fillRect/>
            </a:stretch>
          </p:blipFill>
          <p:spPr>
            <a:xfrm>
              <a:off x="6427597" y="3931284"/>
              <a:ext cx="165201" cy="295656"/>
            </a:xfrm>
            <a:prstGeom prst="rect">
              <a:avLst/>
            </a:prstGeom>
          </p:spPr>
        </p:pic>
        <p:pic>
          <p:nvPicPr>
            <p:cNvPr id="60" name="object 60"/>
            <p:cNvPicPr/>
            <p:nvPr/>
          </p:nvPicPr>
          <p:blipFill>
            <a:blip r:embed="rId28" cstate="print"/>
            <a:stretch>
              <a:fillRect/>
            </a:stretch>
          </p:blipFill>
          <p:spPr>
            <a:xfrm>
              <a:off x="6509892" y="3931284"/>
              <a:ext cx="232257" cy="295656"/>
            </a:xfrm>
            <a:prstGeom prst="rect">
              <a:avLst/>
            </a:prstGeom>
          </p:spPr>
        </p:pic>
        <p:pic>
          <p:nvPicPr>
            <p:cNvPr id="61" name="object 61"/>
            <p:cNvPicPr/>
            <p:nvPr/>
          </p:nvPicPr>
          <p:blipFill>
            <a:blip r:embed="rId36" cstate="print"/>
            <a:stretch>
              <a:fillRect/>
            </a:stretch>
          </p:blipFill>
          <p:spPr>
            <a:xfrm>
              <a:off x="6626098" y="3931284"/>
              <a:ext cx="217170" cy="295656"/>
            </a:xfrm>
            <a:prstGeom prst="rect">
              <a:avLst/>
            </a:prstGeom>
          </p:spPr>
        </p:pic>
        <p:pic>
          <p:nvPicPr>
            <p:cNvPr id="62" name="object 62"/>
            <p:cNvPicPr/>
            <p:nvPr/>
          </p:nvPicPr>
          <p:blipFill>
            <a:blip r:embed="rId34" cstate="print"/>
            <a:stretch>
              <a:fillRect/>
            </a:stretch>
          </p:blipFill>
          <p:spPr>
            <a:xfrm>
              <a:off x="6770878" y="3931284"/>
              <a:ext cx="310896" cy="295656"/>
            </a:xfrm>
            <a:prstGeom prst="rect">
              <a:avLst/>
            </a:prstGeom>
          </p:spPr>
        </p:pic>
        <p:pic>
          <p:nvPicPr>
            <p:cNvPr id="63" name="object 63"/>
            <p:cNvPicPr/>
            <p:nvPr/>
          </p:nvPicPr>
          <p:blipFill>
            <a:blip r:embed="rId31" cstate="print"/>
            <a:stretch>
              <a:fillRect/>
            </a:stretch>
          </p:blipFill>
          <p:spPr>
            <a:xfrm>
              <a:off x="6926325" y="3931284"/>
              <a:ext cx="377190" cy="295656"/>
            </a:xfrm>
            <a:prstGeom prst="rect">
              <a:avLst/>
            </a:prstGeom>
          </p:spPr>
        </p:pic>
        <p:pic>
          <p:nvPicPr>
            <p:cNvPr id="64" name="object 64"/>
            <p:cNvPicPr/>
            <p:nvPr/>
          </p:nvPicPr>
          <p:blipFill>
            <a:blip r:embed="rId26" cstate="print"/>
            <a:stretch>
              <a:fillRect/>
            </a:stretch>
          </p:blipFill>
          <p:spPr>
            <a:xfrm>
              <a:off x="7228078" y="3931284"/>
              <a:ext cx="231648" cy="295656"/>
            </a:xfrm>
            <a:prstGeom prst="rect">
              <a:avLst/>
            </a:prstGeom>
          </p:spPr>
        </p:pic>
        <p:pic>
          <p:nvPicPr>
            <p:cNvPr id="65" name="object 65"/>
            <p:cNvPicPr/>
            <p:nvPr/>
          </p:nvPicPr>
          <p:blipFill>
            <a:blip r:embed="rId38" cstate="print"/>
            <a:stretch>
              <a:fillRect/>
            </a:stretch>
          </p:blipFill>
          <p:spPr>
            <a:xfrm>
              <a:off x="7343902" y="3931284"/>
              <a:ext cx="529590" cy="295656"/>
            </a:xfrm>
            <a:prstGeom prst="rect">
              <a:avLst/>
            </a:prstGeom>
          </p:spPr>
        </p:pic>
        <p:pic>
          <p:nvPicPr>
            <p:cNvPr id="66" name="object 66"/>
            <p:cNvPicPr/>
            <p:nvPr/>
          </p:nvPicPr>
          <p:blipFill>
            <a:blip r:embed="rId28" cstate="print"/>
            <a:stretch>
              <a:fillRect/>
            </a:stretch>
          </p:blipFill>
          <p:spPr>
            <a:xfrm>
              <a:off x="7767573" y="3931284"/>
              <a:ext cx="231648" cy="295656"/>
            </a:xfrm>
            <a:prstGeom prst="rect">
              <a:avLst/>
            </a:prstGeom>
          </p:spPr>
        </p:pic>
        <p:pic>
          <p:nvPicPr>
            <p:cNvPr id="67" name="object 67"/>
            <p:cNvPicPr/>
            <p:nvPr/>
          </p:nvPicPr>
          <p:blipFill>
            <a:blip r:embed="rId36" cstate="print"/>
            <a:stretch>
              <a:fillRect/>
            </a:stretch>
          </p:blipFill>
          <p:spPr>
            <a:xfrm>
              <a:off x="7883397" y="3931284"/>
              <a:ext cx="217170" cy="295656"/>
            </a:xfrm>
            <a:prstGeom prst="rect">
              <a:avLst/>
            </a:prstGeom>
          </p:spPr>
        </p:pic>
        <p:pic>
          <p:nvPicPr>
            <p:cNvPr id="68" name="object 68"/>
            <p:cNvPicPr/>
            <p:nvPr/>
          </p:nvPicPr>
          <p:blipFill>
            <a:blip r:embed="rId34" cstate="print"/>
            <a:stretch>
              <a:fillRect/>
            </a:stretch>
          </p:blipFill>
          <p:spPr>
            <a:xfrm>
              <a:off x="8028178" y="3931284"/>
              <a:ext cx="310896" cy="295656"/>
            </a:xfrm>
            <a:prstGeom prst="rect">
              <a:avLst/>
            </a:prstGeom>
          </p:spPr>
        </p:pic>
        <p:pic>
          <p:nvPicPr>
            <p:cNvPr id="69" name="object 69"/>
            <p:cNvPicPr/>
            <p:nvPr/>
          </p:nvPicPr>
          <p:blipFill>
            <a:blip r:embed="rId31" cstate="print"/>
            <a:stretch>
              <a:fillRect/>
            </a:stretch>
          </p:blipFill>
          <p:spPr>
            <a:xfrm>
              <a:off x="8183625" y="3931284"/>
              <a:ext cx="377190" cy="295656"/>
            </a:xfrm>
            <a:prstGeom prst="rect">
              <a:avLst/>
            </a:prstGeom>
          </p:spPr>
        </p:pic>
        <p:pic>
          <p:nvPicPr>
            <p:cNvPr id="70" name="object 70"/>
            <p:cNvPicPr/>
            <p:nvPr/>
          </p:nvPicPr>
          <p:blipFill>
            <a:blip r:embed="rId26" cstate="print"/>
            <a:stretch>
              <a:fillRect/>
            </a:stretch>
          </p:blipFill>
          <p:spPr>
            <a:xfrm>
              <a:off x="8485378" y="3931284"/>
              <a:ext cx="231648" cy="295656"/>
            </a:xfrm>
            <a:prstGeom prst="rect">
              <a:avLst/>
            </a:prstGeom>
          </p:spPr>
        </p:pic>
        <p:pic>
          <p:nvPicPr>
            <p:cNvPr id="71" name="object 71"/>
            <p:cNvPicPr/>
            <p:nvPr/>
          </p:nvPicPr>
          <p:blipFill>
            <a:blip r:embed="rId39" cstate="print"/>
            <a:stretch>
              <a:fillRect/>
            </a:stretch>
          </p:blipFill>
          <p:spPr>
            <a:xfrm>
              <a:off x="8601202" y="3931284"/>
              <a:ext cx="703326" cy="295656"/>
            </a:xfrm>
            <a:prstGeom prst="rect">
              <a:avLst/>
            </a:prstGeom>
          </p:spPr>
        </p:pic>
        <p:pic>
          <p:nvPicPr>
            <p:cNvPr id="72" name="object 72"/>
            <p:cNvPicPr/>
            <p:nvPr/>
          </p:nvPicPr>
          <p:blipFill>
            <a:blip r:embed="rId28" cstate="print"/>
            <a:stretch>
              <a:fillRect/>
            </a:stretch>
          </p:blipFill>
          <p:spPr>
            <a:xfrm>
              <a:off x="9163811" y="3931284"/>
              <a:ext cx="231648" cy="295656"/>
            </a:xfrm>
            <a:prstGeom prst="rect">
              <a:avLst/>
            </a:prstGeom>
          </p:spPr>
        </p:pic>
        <p:pic>
          <p:nvPicPr>
            <p:cNvPr id="73" name="object 73"/>
            <p:cNvPicPr/>
            <p:nvPr/>
          </p:nvPicPr>
          <p:blipFill>
            <a:blip r:embed="rId40" cstate="print"/>
            <a:stretch>
              <a:fillRect/>
            </a:stretch>
          </p:blipFill>
          <p:spPr>
            <a:xfrm>
              <a:off x="9279635" y="3931284"/>
              <a:ext cx="210311" cy="295656"/>
            </a:xfrm>
            <a:prstGeom prst="rect">
              <a:avLst/>
            </a:prstGeom>
          </p:spPr>
        </p:pic>
        <p:pic>
          <p:nvPicPr>
            <p:cNvPr id="74" name="object 74"/>
            <p:cNvPicPr/>
            <p:nvPr/>
          </p:nvPicPr>
          <p:blipFill>
            <a:blip r:embed="rId34" cstate="print"/>
            <a:stretch>
              <a:fillRect/>
            </a:stretch>
          </p:blipFill>
          <p:spPr>
            <a:xfrm>
              <a:off x="9419844" y="3931284"/>
              <a:ext cx="310896" cy="295656"/>
            </a:xfrm>
            <a:prstGeom prst="rect">
              <a:avLst/>
            </a:prstGeom>
          </p:spPr>
        </p:pic>
        <p:pic>
          <p:nvPicPr>
            <p:cNvPr id="75" name="object 75"/>
            <p:cNvPicPr/>
            <p:nvPr/>
          </p:nvPicPr>
          <p:blipFill>
            <a:blip r:embed="rId31" cstate="print"/>
            <a:stretch>
              <a:fillRect/>
            </a:stretch>
          </p:blipFill>
          <p:spPr>
            <a:xfrm>
              <a:off x="9575292" y="3931284"/>
              <a:ext cx="377190" cy="295656"/>
            </a:xfrm>
            <a:prstGeom prst="rect">
              <a:avLst/>
            </a:prstGeom>
          </p:spPr>
        </p:pic>
        <p:pic>
          <p:nvPicPr>
            <p:cNvPr id="76" name="object 76"/>
            <p:cNvPicPr/>
            <p:nvPr/>
          </p:nvPicPr>
          <p:blipFill>
            <a:blip r:embed="rId26" cstate="print"/>
            <a:stretch>
              <a:fillRect/>
            </a:stretch>
          </p:blipFill>
          <p:spPr>
            <a:xfrm>
              <a:off x="9877044" y="3931284"/>
              <a:ext cx="231648" cy="295656"/>
            </a:xfrm>
            <a:prstGeom prst="rect">
              <a:avLst/>
            </a:prstGeom>
          </p:spPr>
        </p:pic>
        <p:pic>
          <p:nvPicPr>
            <p:cNvPr id="77" name="object 77"/>
            <p:cNvPicPr/>
            <p:nvPr/>
          </p:nvPicPr>
          <p:blipFill>
            <a:blip r:embed="rId41" cstate="print"/>
            <a:stretch>
              <a:fillRect/>
            </a:stretch>
          </p:blipFill>
          <p:spPr>
            <a:xfrm>
              <a:off x="9992868" y="3931284"/>
              <a:ext cx="542925" cy="295656"/>
            </a:xfrm>
            <a:prstGeom prst="rect">
              <a:avLst/>
            </a:prstGeom>
          </p:spPr>
        </p:pic>
        <p:pic>
          <p:nvPicPr>
            <p:cNvPr id="78" name="object 78"/>
            <p:cNvPicPr/>
            <p:nvPr/>
          </p:nvPicPr>
          <p:blipFill>
            <a:blip r:embed="rId28" cstate="print"/>
            <a:stretch>
              <a:fillRect/>
            </a:stretch>
          </p:blipFill>
          <p:spPr>
            <a:xfrm>
              <a:off x="10427207" y="3931284"/>
              <a:ext cx="231648" cy="295656"/>
            </a:xfrm>
            <a:prstGeom prst="rect">
              <a:avLst/>
            </a:prstGeom>
          </p:spPr>
        </p:pic>
        <p:pic>
          <p:nvPicPr>
            <p:cNvPr id="79" name="object 79"/>
            <p:cNvPicPr/>
            <p:nvPr/>
          </p:nvPicPr>
          <p:blipFill>
            <a:blip r:embed="rId42" cstate="print"/>
            <a:stretch>
              <a:fillRect/>
            </a:stretch>
          </p:blipFill>
          <p:spPr>
            <a:xfrm>
              <a:off x="10543032" y="3931284"/>
              <a:ext cx="219455" cy="295656"/>
            </a:xfrm>
            <a:prstGeom prst="rect">
              <a:avLst/>
            </a:prstGeom>
          </p:spPr>
        </p:pic>
      </p:grpSp>
      <p:grpSp>
        <p:nvGrpSpPr>
          <p:cNvPr id="80" name="object 80"/>
          <p:cNvGrpSpPr/>
          <p:nvPr/>
        </p:nvGrpSpPr>
        <p:grpSpPr>
          <a:xfrm>
            <a:off x="984808" y="4388484"/>
            <a:ext cx="314325" cy="295910"/>
            <a:chOff x="984808" y="4388484"/>
            <a:chExt cx="314325" cy="295910"/>
          </a:xfrm>
        </p:grpSpPr>
        <p:pic>
          <p:nvPicPr>
            <p:cNvPr id="81" name="object 81"/>
            <p:cNvPicPr/>
            <p:nvPr/>
          </p:nvPicPr>
          <p:blipFill>
            <a:blip r:embed="rId34" cstate="print"/>
            <a:stretch>
              <a:fillRect/>
            </a:stretch>
          </p:blipFill>
          <p:spPr>
            <a:xfrm>
              <a:off x="984808" y="4388484"/>
              <a:ext cx="310896" cy="295656"/>
            </a:xfrm>
            <a:prstGeom prst="rect">
              <a:avLst/>
            </a:prstGeom>
          </p:spPr>
        </p:pic>
        <p:pic>
          <p:nvPicPr>
            <p:cNvPr id="82" name="object 82"/>
            <p:cNvPicPr/>
            <p:nvPr/>
          </p:nvPicPr>
          <p:blipFill>
            <a:blip r:embed="rId43" cstate="print"/>
            <a:stretch>
              <a:fillRect/>
            </a:stretch>
          </p:blipFill>
          <p:spPr>
            <a:xfrm>
              <a:off x="1140256" y="4388484"/>
              <a:ext cx="158496" cy="295656"/>
            </a:xfrm>
            <a:prstGeom prst="rect">
              <a:avLst/>
            </a:prstGeom>
          </p:spPr>
        </p:pic>
      </p:grpSp>
      <p:sp>
        <p:nvSpPr>
          <p:cNvPr id="83" name="object 83"/>
          <p:cNvSpPr txBox="1"/>
          <p:nvPr/>
        </p:nvSpPr>
        <p:spPr>
          <a:xfrm>
            <a:off x="743508" y="5139690"/>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84" name="object 84"/>
          <p:cNvGrpSpPr/>
          <p:nvPr/>
        </p:nvGrpSpPr>
        <p:grpSpPr>
          <a:xfrm>
            <a:off x="984808" y="5100573"/>
            <a:ext cx="2361565" cy="295910"/>
            <a:chOff x="984808" y="5100573"/>
            <a:chExt cx="2361565" cy="295910"/>
          </a:xfrm>
        </p:grpSpPr>
        <p:pic>
          <p:nvPicPr>
            <p:cNvPr id="85" name="object 85"/>
            <p:cNvPicPr/>
            <p:nvPr/>
          </p:nvPicPr>
          <p:blipFill>
            <a:blip r:embed="rId44" cstate="print"/>
            <a:stretch>
              <a:fillRect/>
            </a:stretch>
          </p:blipFill>
          <p:spPr>
            <a:xfrm>
              <a:off x="984808" y="5100573"/>
              <a:ext cx="2236470" cy="295656"/>
            </a:xfrm>
            <a:prstGeom prst="rect">
              <a:avLst/>
            </a:prstGeom>
          </p:spPr>
        </p:pic>
        <p:pic>
          <p:nvPicPr>
            <p:cNvPr id="86" name="object 86"/>
            <p:cNvPicPr/>
            <p:nvPr/>
          </p:nvPicPr>
          <p:blipFill>
            <a:blip r:embed="rId24" cstate="print"/>
            <a:stretch>
              <a:fillRect/>
            </a:stretch>
          </p:blipFill>
          <p:spPr>
            <a:xfrm>
              <a:off x="3089783" y="5100573"/>
              <a:ext cx="256031" cy="295656"/>
            </a:xfrm>
            <a:prstGeom prst="rect">
              <a:avLst/>
            </a:prstGeom>
          </p:spPr>
        </p:pic>
      </p:grpSp>
      <p:sp>
        <p:nvSpPr>
          <p:cNvPr id="87" name="object 87"/>
          <p:cNvSpPr txBox="1"/>
          <p:nvPr/>
        </p:nvSpPr>
        <p:spPr>
          <a:xfrm>
            <a:off x="972108" y="5657799"/>
            <a:ext cx="154305" cy="232410"/>
          </a:xfrm>
          <a:prstGeom prst="rect">
            <a:avLst/>
          </a:prstGeom>
        </p:spPr>
        <p:txBody>
          <a:bodyPr vert="horz" wrap="square" lIns="0" tIns="13335" rIns="0" bIns="0" rtlCol="0">
            <a:spAutoFit/>
          </a:bodyPr>
          <a:lstStyle/>
          <a:p>
            <a:pPr marL="12700">
              <a:lnSpc>
                <a:spcPct val="100000"/>
              </a:lnSpc>
              <a:spcBef>
                <a:spcPts val="105"/>
              </a:spcBef>
            </a:pPr>
            <a:r>
              <a:rPr sz="1350" spc="-50" dirty="0">
                <a:solidFill>
                  <a:srgbClr val="075A74"/>
                </a:solidFill>
                <a:latin typeface="Wingdings"/>
                <a:cs typeface="Wingdings"/>
              </a:rPr>
              <a:t></a:t>
            </a:r>
            <a:endParaRPr sz="1350">
              <a:latin typeface="Wingdings"/>
              <a:cs typeface="Wingdings"/>
            </a:endParaRPr>
          </a:p>
        </p:txBody>
      </p:sp>
      <p:grpSp>
        <p:nvGrpSpPr>
          <p:cNvPr id="88" name="object 88"/>
          <p:cNvGrpSpPr/>
          <p:nvPr/>
        </p:nvGrpSpPr>
        <p:grpSpPr>
          <a:xfrm>
            <a:off x="1213408" y="5562600"/>
            <a:ext cx="7593965" cy="368935"/>
            <a:chOff x="1213408" y="5562600"/>
            <a:chExt cx="7593965" cy="368935"/>
          </a:xfrm>
        </p:grpSpPr>
        <p:pic>
          <p:nvPicPr>
            <p:cNvPr id="89" name="object 89"/>
            <p:cNvPicPr/>
            <p:nvPr/>
          </p:nvPicPr>
          <p:blipFill>
            <a:blip r:embed="rId45" cstate="print"/>
            <a:stretch>
              <a:fillRect/>
            </a:stretch>
          </p:blipFill>
          <p:spPr>
            <a:xfrm>
              <a:off x="1213408" y="5624779"/>
              <a:ext cx="143256" cy="266700"/>
            </a:xfrm>
            <a:prstGeom prst="rect">
              <a:avLst/>
            </a:prstGeom>
          </p:spPr>
        </p:pic>
        <p:pic>
          <p:nvPicPr>
            <p:cNvPr id="90" name="object 90"/>
            <p:cNvPicPr/>
            <p:nvPr/>
          </p:nvPicPr>
          <p:blipFill>
            <a:blip r:embed="rId46" cstate="print"/>
            <a:stretch>
              <a:fillRect/>
            </a:stretch>
          </p:blipFill>
          <p:spPr>
            <a:xfrm>
              <a:off x="1284985" y="5624779"/>
              <a:ext cx="210312" cy="266700"/>
            </a:xfrm>
            <a:prstGeom prst="rect">
              <a:avLst/>
            </a:prstGeom>
          </p:spPr>
        </p:pic>
        <p:pic>
          <p:nvPicPr>
            <p:cNvPr id="91" name="object 91"/>
            <p:cNvPicPr/>
            <p:nvPr/>
          </p:nvPicPr>
          <p:blipFill>
            <a:blip r:embed="rId47" cstate="print"/>
            <a:stretch>
              <a:fillRect/>
            </a:stretch>
          </p:blipFill>
          <p:spPr>
            <a:xfrm>
              <a:off x="1390141" y="5624779"/>
              <a:ext cx="1055827" cy="266700"/>
            </a:xfrm>
            <a:prstGeom prst="rect">
              <a:avLst/>
            </a:prstGeom>
          </p:spPr>
        </p:pic>
        <p:pic>
          <p:nvPicPr>
            <p:cNvPr id="92" name="object 92"/>
            <p:cNvPicPr/>
            <p:nvPr/>
          </p:nvPicPr>
          <p:blipFill>
            <a:blip r:embed="rId48" cstate="print"/>
            <a:stretch>
              <a:fillRect/>
            </a:stretch>
          </p:blipFill>
          <p:spPr>
            <a:xfrm>
              <a:off x="2314066" y="5624779"/>
              <a:ext cx="210312" cy="266700"/>
            </a:xfrm>
            <a:prstGeom prst="rect">
              <a:avLst/>
            </a:prstGeom>
          </p:spPr>
        </p:pic>
        <p:pic>
          <p:nvPicPr>
            <p:cNvPr id="93" name="object 93"/>
            <p:cNvPicPr/>
            <p:nvPr/>
          </p:nvPicPr>
          <p:blipFill>
            <a:blip r:embed="rId49" cstate="print"/>
            <a:stretch>
              <a:fillRect/>
            </a:stretch>
          </p:blipFill>
          <p:spPr>
            <a:xfrm>
              <a:off x="2419222" y="5624779"/>
              <a:ext cx="121919" cy="266700"/>
            </a:xfrm>
            <a:prstGeom prst="rect">
              <a:avLst/>
            </a:prstGeom>
          </p:spPr>
        </p:pic>
        <p:pic>
          <p:nvPicPr>
            <p:cNvPr id="94" name="object 94"/>
            <p:cNvPicPr/>
            <p:nvPr/>
          </p:nvPicPr>
          <p:blipFill>
            <a:blip r:embed="rId50" cstate="print"/>
            <a:stretch>
              <a:fillRect/>
            </a:stretch>
          </p:blipFill>
          <p:spPr>
            <a:xfrm>
              <a:off x="2692019" y="5624779"/>
              <a:ext cx="277368" cy="266700"/>
            </a:xfrm>
            <a:prstGeom prst="rect">
              <a:avLst/>
            </a:prstGeom>
          </p:spPr>
        </p:pic>
        <p:pic>
          <p:nvPicPr>
            <p:cNvPr id="95" name="object 95"/>
            <p:cNvPicPr/>
            <p:nvPr/>
          </p:nvPicPr>
          <p:blipFill>
            <a:blip r:embed="rId51" cstate="print"/>
            <a:stretch>
              <a:fillRect/>
            </a:stretch>
          </p:blipFill>
          <p:spPr>
            <a:xfrm>
              <a:off x="2830702" y="5624779"/>
              <a:ext cx="198881" cy="266700"/>
            </a:xfrm>
            <a:prstGeom prst="rect">
              <a:avLst/>
            </a:prstGeom>
          </p:spPr>
        </p:pic>
        <p:pic>
          <p:nvPicPr>
            <p:cNvPr id="96" name="object 96"/>
            <p:cNvPicPr/>
            <p:nvPr/>
          </p:nvPicPr>
          <p:blipFill>
            <a:blip r:embed="rId45" cstate="print"/>
            <a:stretch>
              <a:fillRect/>
            </a:stretch>
          </p:blipFill>
          <p:spPr>
            <a:xfrm>
              <a:off x="3173602" y="5624779"/>
              <a:ext cx="143255" cy="266700"/>
            </a:xfrm>
            <a:prstGeom prst="rect">
              <a:avLst/>
            </a:prstGeom>
          </p:spPr>
        </p:pic>
        <p:pic>
          <p:nvPicPr>
            <p:cNvPr id="97" name="object 97"/>
            <p:cNvPicPr/>
            <p:nvPr/>
          </p:nvPicPr>
          <p:blipFill>
            <a:blip r:embed="rId46" cstate="print"/>
            <a:stretch>
              <a:fillRect/>
            </a:stretch>
          </p:blipFill>
          <p:spPr>
            <a:xfrm>
              <a:off x="3245230" y="5624779"/>
              <a:ext cx="210311" cy="266700"/>
            </a:xfrm>
            <a:prstGeom prst="rect">
              <a:avLst/>
            </a:prstGeom>
          </p:spPr>
        </p:pic>
        <p:pic>
          <p:nvPicPr>
            <p:cNvPr id="98" name="object 98"/>
            <p:cNvPicPr/>
            <p:nvPr/>
          </p:nvPicPr>
          <p:blipFill>
            <a:blip r:embed="rId52" cstate="print"/>
            <a:stretch>
              <a:fillRect/>
            </a:stretch>
          </p:blipFill>
          <p:spPr>
            <a:xfrm>
              <a:off x="3350387" y="5624779"/>
              <a:ext cx="1024127" cy="266700"/>
            </a:xfrm>
            <a:prstGeom prst="rect">
              <a:avLst/>
            </a:prstGeom>
          </p:spPr>
        </p:pic>
        <p:pic>
          <p:nvPicPr>
            <p:cNvPr id="99" name="object 99"/>
            <p:cNvPicPr/>
            <p:nvPr/>
          </p:nvPicPr>
          <p:blipFill>
            <a:blip r:embed="rId53" cstate="print"/>
            <a:stretch>
              <a:fillRect/>
            </a:stretch>
          </p:blipFill>
          <p:spPr>
            <a:xfrm>
              <a:off x="4228211" y="5624779"/>
              <a:ext cx="277977" cy="266700"/>
            </a:xfrm>
            <a:prstGeom prst="rect">
              <a:avLst/>
            </a:prstGeom>
          </p:spPr>
        </p:pic>
        <p:pic>
          <p:nvPicPr>
            <p:cNvPr id="100" name="object 100"/>
            <p:cNvPicPr/>
            <p:nvPr/>
          </p:nvPicPr>
          <p:blipFill>
            <a:blip r:embed="rId48" cstate="print"/>
            <a:stretch>
              <a:fillRect/>
            </a:stretch>
          </p:blipFill>
          <p:spPr>
            <a:xfrm>
              <a:off x="4367149" y="5624779"/>
              <a:ext cx="210312" cy="266700"/>
            </a:xfrm>
            <a:prstGeom prst="rect">
              <a:avLst/>
            </a:prstGeom>
          </p:spPr>
        </p:pic>
        <p:pic>
          <p:nvPicPr>
            <p:cNvPr id="101" name="object 101"/>
            <p:cNvPicPr/>
            <p:nvPr/>
          </p:nvPicPr>
          <p:blipFill>
            <a:blip r:embed="rId49" cstate="print"/>
            <a:stretch>
              <a:fillRect/>
            </a:stretch>
          </p:blipFill>
          <p:spPr>
            <a:xfrm>
              <a:off x="4472304" y="5624779"/>
              <a:ext cx="121920" cy="266700"/>
            </a:xfrm>
            <a:prstGeom prst="rect">
              <a:avLst/>
            </a:prstGeom>
          </p:spPr>
        </p:pic>
        <p:pic>
          <p:nvPicPr>
            <p:cNvPr id="102" name="object 102"/>
            <p:cNvPicPr/>
            <p:nvPr/>
          </p:nvPicPr>
          <p:blipFill>
            <a:blip r:embed="rId50" cstate="print"/>
            <a:stretch>
              <a:fillRect/>
            </a:stretch>
          </p:blipFill>
          <p:spPr>
            <a:xfrm>
              <a:off x="4743577" y="5624779"/>
              <a:ext cx="277367" cy="266700"/>
            </a:xfrm>
            <a:prstGeom prst="rect">
              <a:avLst/>
            </a:prstGeom>
          </p:spPr>
        </p:pic>
        <p:pic>
          <p:nvPicPr>
            <p:cNvPr id="103" name="object 103"/>
            <p:cNvPicPr/>
            <p:nvPr/>
          </p:nvPicPr>
          <p:blipFill>
            <a:blip r:embed="rId51" cstate="print"/>
            <a:stretch>
              <a:fillRect/>
            </a:stretch>
          </p:blipFill>
          <p:spPr>
            <a:xfrm>
              <a:off x="4882260" y="5624779"/>
              <a:ext cx="198882" cy="266700"/>
            </a:xfrm>
            <a:prstGeom prst="rect">
              <a:avLst/>
            </a:prstGeom>
          </p:spPr>
        </p:pic>
        <p:pic>
          <p:nvPicPr>
            <p:cNvPr id="104" name="object 104"/>
            <p:cNvPicPr/>
            <p:nvPr/>
          </p:nvPicPr>
          <p:blipFill>
            <a:blip r:embed="rId45" cstate="print"/>
            <a:stretch>
              <a:fillRect/>
            </a:stretch>
          </p:blipFill>
          <p:spPr>
            <a:xfrm>
              <a:off x="5225160" y="5624779"/>
              <a:ext cx="143255" cy="266700"/>
            </a:xfrm>
            <a:prstGeom prst="rect">
              <a:avLst/>
            </a:prstGeom>
          </p:spPr>
        </p:pic>
        <p:pic>
          <p:nvPicPr>
            <p:cNvPr id="105" name="object 105"/>
            <p:cNvPicPr/>
            <p:nvPr/>
          </p:nvPicPr>
          <p:blipFill>
            <a:blip r:embed="rId46" cstate="print"/>
            <a:stretch>
              <a:fillRect/>
            </a:stretch>
          </p:blipFill>
          <p:spPr>
            <a:xfrm>
              <a:off x="5296788" y="5624779"/>
              <a:ext cx="210312" cy="266700"/>
            </a:xfrm>
            <a:prstGeom prst="rect">
              <a:avLst/>
            </a:prstGeom>
          </p:spPr>
        </p:pic>
        <p:pic>
          <p:nvPicPr>
            <p:cNvPr id="106" name="object 106"/>
            <p:cNvPicPr/>
            <p:nvPr/>
          </p:nvPicPr>
          <p:blipFill>
            <a:blip r:embed="rId54" cstate="print"/>
            <a:stretch>
              <a:fillRect/>
            </a:stretch>
          </p:blipFill>
          <p:spPr>
            <a:xfrm>
              <a:off x="5401944" y="5624779"/>
              <a:ext cx="1163320" cy="266700"/>
            </a:xfrm>
            <a:prstGeom prst="rect">
              <a:avLst/>
            </a:prstGeom>
          </p:spPr>
        </p:pic>
        <p:pic>
          <p:nvPicPr>
            <p:cNvPr id="107" name="object 107"/>
            <p:cNvPicPr/>
            <p:nvPr/>
          </p:nvPicPr>
          <p:blipFill>
            <a:blip r:embed="rId48" cstate="print"/>
            <a:stretch>
              <a:fillRect/>
            </a:stretch>
          </p:blipFill>
          <p:spPr>
            <a:xfrm>
              <a:off x="6448933" y="5624779"/>
              <a:ext cx="210921" cy="266700"/>
            </a:xfrm>
            <a:prstGeom prst="rect">
              <a:avLst/>
            </a:prstGeom>
          </p:spPr>
        </p:pic>
        <p:pic>
          <p:nvPicPr>
            <p:cNvPr id="108" name="object 108"/>
            <p:cNvPicPr/>
            <p:nvPr/>
          </p:nvPicPr>
          <p:blipFill>
            <a:blip r:embed="rId49" cstate="print"/>
            <a:stretch>
              <a:fillRect/>
            </a:stretch>
          </p:blipFill>
          <p:spPr>
            <a:xfrm>
              <a:off x="6554469" y="5624779"/>
              <a:ext cx="121920" cy="266700"/>
            </a:xfrm>
            <a:prstGeom prst="rect">
              <a:avLst/>
            </a:prstGeom>
          </p:spPr>
        </p:pic>
        <p:pic>
          <p:nvPicPr>
            <p:cNvPr id="109" name="object 109"/>
            <p:cNvPicPr/>
            <p:nvPr/>
          </p:nvPicPr>
          <p:blipFill>
            <a:blip r:embed="rId50" cstate="print"/>
            <a:stretch>
              <a:fillRect/>
            </a:stretch>
          </p:blipFill>
          <p:spPr>
            <a:xfrm>
              <a:off x="6825741" y="5624779"/>
              <a:ext cx="277368" cy="266700"/>
            </a:xfrm>
            <a:prstGeom prst="rect">
              <a:avLst/>
            </a:prstGeom>
          </p:spPr>
        </p:pic>
        <p:pic>
          <p:nvPicPr>
            <p:cNvPr id="110" name="object 110"/>
            <p:cNvPicPr/>
            <p:nvPr/>
          </p:nvPicPr>
          <p:blipFill>
            <a:blip r:embed="rId51" cstate="print"/>
            <a:stretch>
              <a:fillRect/>
            </a:stretch>
          </p:blipFill>
          <p:spPr>
            <a:xfrm>
              <a:off x="6964425" y="5624779"/>
              <a:ext cx="198881" cy="266700"/>
            </a:xfrm>
            <a:prstGeom prst="rect">
              <a:avLst/>
            </a:prstGeom>
          </p:spPr>
        </p:pic>
        <p:pic>
          <p:nvPicPr>
            <p:cNvPr id="111" name="object 111"/>
            <p:cNvPicPr/>
            <p:nvPr/>
          </p:nvPicPr>
          <p:blipFill>
            <a:blip r:embed="rId45" cstate="print"/>
            <a:stretch>
              <a:fillRect/>
            </a:stretch>
          </p:blipFill>
          <p:spPr>
            <a:xfrm>
              <a:off x="7308849" y="5624779"/>
              <a:ext cx="143255" cy="266700"/>
            </a:xfrm>
            <a:prstGeom prst="rect">
              <a:avLst/>
            </a:prstGeom>
          </p:spPr>
        </p:pic>
        <p:pic>
          <p:nvPicPr>
            <p:cNvPr id="112" name="object 112"/>
            <p:cNvPicPr/>
            <p:nvPr/>
          </p:nvPicPr>
          <p:blipFill>
            <a:blip r:embed="rId46" cstate="print"/>
            <a:stretch>
              <a:fillRect/>
            </a:stretch>
          </p:blipFill>
          <p:spPr>
            <a:xfrm>
              <a:off x="7380478" y="5624779"/>
              <a:ext cx="210311" cy="266700"/>
            </a:xfrm>
            <a:prstGeom prst="rect">
              <a:avLst/>
            </a:prstGeom>
          </p:spPr>
        </p:pic>
        <p:pic>
          <p:nvPicPr>
            <p:cNvPr id="113" name="object 113"/>
            <p:cNvPicPr/>
            <p:nvPr/>
          </p:nvPicPr>
          <p:blipFill>
            <a:blip r:embed="rId55" cstate="print"/>
            <a:stretch>
              <a:fillRect/>
            </a:stretch>
          </p:blipFill>
          <p:spPr>
            <a:xfrm>
              <a:off x="7485634" y="5624779"/>
              <a:ext cx="731520" cy="266700"/>
            </a:xfrm>
            <a:prstGeom prst="rect">
              <a:avLst/>
            </a:prstGeom>
          </p:spPr>
        </p:pic>
        <p:pic>
          <p:nvPicPr>
            <p:cNvPr id="114" name="object 114"/>
            <p:cNvPicPr/>
            <p:nvPr/>
          </p:nvPicPr>
          <p:blipFill>
            <a:blip r:embed="rId48" cstate="print"/>
            <a:stretch>
              <a:fillRect/>
            </a:stretch>
          </p:blipFill>
          <p:spPr>
            <a:xfrm>
              <a:off x="8095233" y="5624779"/>
              <a:ext cx="210311" cy="266700"/>
            </a:xfrm>
            <a:prstGeom prst="rect">
              <a:avLst/>
            </a:prstGeom>
          </p:spPr>
        </p:pic>
        <p:pic>
          <p:nvPicPr>
            <p:cNvPr id="115" name="object 115"/>
            <p:cNvPicPr/>
            <p:nvPr/>
          </p:nvPicPr>
          <p:blipFill>
            <a:blip r:embed="rId49" cstate="print"/>
            <a:stretch>
              <a:fillRect/>
            </a:stretch>
          </p:blipFill>
          <p:spPr>
            <a:xfrm>
              <a:off x="8200390" y="5624779"/>
              <a:ext cx="121920" cy="266700"/>
            </a:xfrm>
            <a:prstGeom prst="rect">
              <a:avLst/>
            </a:prstGeom>
          </p:spPr>
        </p:pic>
        <p:pic>
          <p:nvPicPr>
            <p:cNvPr id="116" name="object 116"/>
            <p:cNvPicPr/>
            <p:nvPr/>
          </p:nvPicPr>
          <p:blipFill>
            <a:blip r:embed="rId50" cstate="print"/>
            <a:stretch>
              <a:fillRect/>
            </a:stretch>
          </p:blipFill>
          <p:spPr>
            <a:xfrm>
              <a:off x="8471661" y="5624779"/>
              <a:ext cx="277368" cy="266700"/>
            </a:xfrm>
            <a:prstGeom prst="rect">
              <a:avLst/>
            </a:prstGeom>
          </p:spPr>
        </p:pic>
        <p:pic>
          <p:nvPicPr>
            <p:cNvPr id="117" name="object 117"/>
            <p:cNvPicPr/>
            <p:nvPr/>
          </p:nvPicPr>
          <p:blipFill>
            <a:blip r:embed="rId56" cstate="print"/>
            <a:stretch>
              <a:fillRect/>
            </a:stretch>
          </p:blipFill>
          <p:spPr>
            <a:xfrm>
              <a:off x="8610345" y="5624779"/>
              <a:ext cx="196596" cy="266700"/>
            </a:xfrm>
            <a:prstGeom prst="rect">
              <a:avLst/>
            </a:prstGeom>
          </p:spPr>
        </p:pic>
        <p:sp>
          <p:nvSpPr>
            <p:cNvPr id="118" name="object 118"/>
            <p:cNvSpPr/>
            <p:nvPr/>
          </p:nvSpPr>
          <p:spPr>
            <a:xfrm>
              <a:off x="2362200" y="5562600"/>
              <a:ext cx="6125210" cy="368935"/>
            </a:xfrm>
            <a:custGeom>
              <a:avLst/>
              <a:gdLst/>
              <a:ahLst/>
              <a:cxnLst/>
              <a:rect l="l" t="t" r="r" b="b"/>
              <a:pathLst>
                <a:path w="6125209" h="368935">
                  <a:moveTo>
                    <a:pt x="6124956" y="0"/>
                  </a:moveTo>
                  <a:lnTo>
                    <a:pt x="0" y="0"/>
                  </a:lnTo>
                  <a:lnTo>
                    <a:pt x="0" y="368808"/>
                  </a:lnTo>
                  <a:lnTo>
                    <a:pt x="6124956" y="368808"/>
                  </a:lnTo>
                  <a:lnTo>
                    <a:pt x="6124956" y="0"/>
                  </a:lnTo>
                  <a:close/>
                </a:path>
              </a:pathLst>
            </a:custGeom>
            <a:solidFill>
              <a:srgbClr val="D9D9D9"/>
            </a:solidFill>
          </p:spPr>
          <p:txBody>
            <a:bodyPr wrap="square" lIns="0" tIns="0" rIns="0" bIns="0" rtlCol="0"/>
            <a:lstStyle/>
            <a:p>
              <a:endParaRPr/>
            </a:p>
          </p:txBody>
        </p:sp>
      </p:grpSp>
      <p:grpSp>
        <p:nvGrpSpPr>
          <p:cNvPr id="119" name="object 119"/>
          <p:cNvGrpSpPr/>
          <p:nvPr/>
        </p:nvGrpSpPr>
        <p:grpSpPr>
          <a:xfrm>
            <a:off x="8951976" y="5624779"/>
            <a:ext cx="1275715" cy="266700"/>
            <a:chOff x="8951976" y="5624779"/>
            <a:chExt cx="1275715" cy="266700"/>
          </a:xfrm>
        </p:grpSpPr>
        <p:pic>
          <p:nvPicPr>
            <p:cNvPr id="120" name="object 120"/>
            <p:cNvPicPr/>
            <p:nvPr/>
          </p:nvPicPr>
          <p:blipFill>
            <a:blip r:embed="rId45" cstate="print"/>
            <a:stretch>
              <a:fillRect/>
            </a:stretch>
          </p:blipFill>
          <p:spPr>
            <a:xfrm>
              <a:off x="8951976" y="5624779"/>
              <a:ext cx="143255" cy="266700"/>
            </a:xfrm>
            <a:prstGeom prst="rect">
              <a:avLst/>
            </a:prstGeom>
          </p:spPr>
        </p:pic>
        <p:pic>
          <p:nvPicPr>
            <p:cNvPr id="121" name="object 121"/>
            <p:cNvPicPr/>
            <p:nvPr/>
          </p:nvPicPr>
          <p:blipFill>
            <a:blip r:embed="rId46" cstate="print"/>
            <a:stretch>
              <a:fillRect/>
            </a:stretch>
          </p:blipFill>
          <p:spPr>
            <a:xfrm>
              <a:off x="9023604" y="5624779"/>
              <a:ext cx="210311" cy="266700"/>
            </a:xfrm>
            <a:prstGeom prst="rect">
              <a:avLst/>
            </a:prstGeom>
          </p:spPr>
        </p:pic>
        <p:pic>
          <p:nvPicPr>
            <p:cNvPr id="122" name="object 122"/>
            <p:cNvPicPr/>
            <p:nvPr/>
          </p:nvPicPr>
          <p:blipFill>
            <a:blip r:embed="rId57" cstate="print"/>
            <a:stretch>
              <a:fillRect/>
            </a:stretch>
          </p:blipFill>
          <p:spPr>
            <a:xfrm>
              <a:off x="9128760" y="5624779"/>
              <a:ext cx="996264" cy="266700"/>
            </a:xfrm>
            <a:prstGeom prst="rect">
              <a:avLst/>
            </a:prstGeom>
          </p:spPr>
        </p:pic>
        <p:pic>
          <p:nvPicPr>
            <p:cNvPr id="123" name="object 123"/>
            <p:cNvPicPr/>
            <p:nvPr/>
          </p:nvPicPr>
          <p:blipFill>
            <a:blip r:embed="rId48" cstate="print"/>
            <a:stretch>
              <a:fillRect/>
            </a:stretch>
          </p:blipFill>
          <p:spPr>
            <a:xfrm>
              <a:off x="10000488" y="5624779"/>
              <a:ext cx="210311" cy="266700"/>
            </a:xfrm>
            <a:prstGeom prst="rect">
              <a:avLst/>
            </a:prstGeom>
          </p:spPr>
        </p:pic>
        <p:pic>
          <p:nvPicPr>
            <p:cNvPr id="124" name="object 124"/>
            <p:cNvPicPr/>
            <p:nvPr/>
          </p:nvPicPr>
          <p:blipFill>
            <a:blip r:embed="rId49" cstate="print"/>
            <a:stretch>
              <a:fillRect/>
            </a:stretch>
          </p:blipFill>
          <p:spPr>
            <a:xfrm>
              <a:off x="10105644" y="5624779"/>
              <a:ext cx="121920" cy="266700"/>
            </a:xfrm>
            <a:prstGeom prst="rect">
              <a:avLst/>
            </a:prstGeom>
          </p:spPr>
        </p:pic>
      </p:grpSp>
      <p:grpSp>
        <p:nvGrpSpPr>
          <p:cNvPr id="125" name="object 125"/>
          <p:cNvGrpSpPr/>
          <p:nvPr/>
        </p:nvGrpSpPr>
        <p:grpSpPr>
          <a:xfrm>
            <a:off x="10376916" y="5624779"/>
            <a:ext cx="340360" cy="266700"/>
            <a:chOff x="10376916" y="5624779"/>
            <a:chExt cx="340360" cy="266700"/>
          </a:xfrm>
        </p:grpSpPr>
        <p:pic>
          <p:nvPicPr>
            <p:cNvPr id="126" name="object 126"/>
            <p:cNvPicPr/>
            <p:nvPr/>
          </p:nvPicPr>
          <p:blipFill>
            <a:blip r:embed="rId50" cstate="print"/>
            <a:stretch>
              <a:fillRect/>
            </a:stretch>
          </p:blipFill>
          <p:spPr>
            <a:xfrm>
              <a:off x="10376916" y="5624779"/>
              <a:ext cx="277368" cy="266700"/>
            </a:xfrm>
            <a:prstGeom prst="rect">
              <a:avLst/>
            </a:prstGeom>
          </p:spPr>
        </p:pic>
        <p:pic>
          <p:nvPicPr>
            <p:cNvPr id="127" name="object 127"/>
            <p:cNvPicPr/>
            <p:nvPr/>
          </p:nvPicPr>
          <p:blipFill>
            <a:blip r:embed="rId58" cstate="print"/>
            <a:stretch>
              <a:fillRect/>
            </a:stretch>
          </p:blipFill>
          <p:spPr>
            <a:xfrm>
              <a:off x="10515600" y="5624779"/>
              <a:ext cx="201168" cy="266700"/>
            </a:xfrm>
            <a:prstGeom prst="rect">
              <a:avLst/>
            </a:prstGeom>
          </p:spPr>
        </p:pic>
      </p:grpSp>
      <p:grpSp>
        <p:nvGrpSpPr>
          <p:cNvPr id="128" name="object 128"/>
          <p:cNvGrpSpPr/>
          <p:nvPr/>
        </p:nvGrpSpPr>
        <p:grpSpPr>
          <a:xfrm>
            <a:off x="1213408" y="6036259"/>
            <a:ext cx="4928235" cy="266700"/>
            <a:chOff x="1213408" y="6036259"/>
            <a:chExt cx="4928235" cy="266700"/>
          </a:xfrm>
        </p:grpSpPr>
        <p:pic>
          <p:nvPicPr>
            <p:cNvPr id="129" name="object 129"/>
            <p:cNvPicPr/>
            <p:nvPr/>
          </p:nvPicPr>
          <p:blipFill>
            <a:blip r:embed="rId45" cstate="print"/>
            <a:stretch>
              <a:fillRect/>
            </a:stretch>
          </p:blipFill>
          <p:spPr>
            <a:xfrm>
              <a:off x="1213408" y="6036259"/>
              <a:ext cx="143256" cy="266700"/>
            </a:xfrm>
            <a:prstGeom prst="rect">
              <a:avLst/>
            </a:prstGeom>
          </p:spPr>
        </p:pic>
        <p:pic>
          <p:nvPicPr>
            <p:cNvPr id="130" name="object 130"/>
            <p:cNvPicPr/>
            <p:nvPr/>
          </p:nvPicPr>
          <p:blipFill>
            <a:blip r:embed="rId46" cstate="print"/>
            <a:stretch>
              <a:fillRect/>
            </a:stretch>
          </p:blipFill>
          <p:spPr>
            <a:xfrm>
              <a:off x="1284985" y="6036259"/>
              <a:ext cx="210312" cy="266700"/>
            </a:xfrm>
            <a:prstGeom prst="rect">
              <a:avLst/>
            </a:prstGeom>
          </p:spPr>
        </p:pic>
        <p:pic>
          <p:nvPicPr>
            <p:cNvPr id="131" name="object 131"/>
            <p:cNvPicPr/>
            <p:nvPr/>
          </p:nvPicPr>
          <p:blipFill>
            <a:blip r:embed="rId59" cstate="print"/>
            <a:stretch>
              <a:fillRect/>
            </a:stretch>
          </p:blipFill>
          <p:spPr>
            <a:xfrm>
              <a:off x="1390141" y="6036259"/>
              <a:ext cx="1034922" cy="266700"/>
            </a:xfrm>
            <a:prstGeom prst="rect">
              <a:avLst/>
            </a:prstGeom>
          </p:spPr>
        </p:pic>
        <p:pic>
          <p:nvPicPr>
            <p:cNvPr id="132" name="object 132"/>
            <p:cNvPicPr/>
            <p:nvPr/>
          </p:nvPicPr>
          <p:blipFill>
            <a:blip r:embed="rId48" cstate="print"/>
            <a:stretch>
              <a:fillRect/>
            </a:stretch>
          </p:blipFill>
          <p:spPr>
            <a:xfrm>
              <a:off x="2295778" y="6036259"/>
              <a:ext cx="210312" cy="266700"/>
            </a:xfrm>
            <a:prstGeom prst="rect">
              <a:avLst/>
            </a:prstGeom>
          </p:spPr>
        </p:pic>
        <p:pic>
          <p:nvPicPr>
            <p:cNvPr id="133" name="object 133"/>
            <p:cNvPicPr/>
            <p:nvPr/>
          </p:nvPicPr>
          <p:blipFill>
            <a:blip r:embed="rId49" cstate="print"/>
            <a:stretch>
              <a:fillRect/>
            </a:stretch>
          </p:blipFill>
          <p:spPr>
            <a:xfrm>
              <a:off x="2400934" y="6036259"/>
              <a:ext cx="121919" cy="266700"/>
            </a:xfrm>
            <a:prstGeom prst="rect">
              <a:avLst/>
            </a:prstGeom>
          </p:spPr>
        </p:pic>
        <p:pic>
          <p:nvPicPr>
            <p:cNvPr id="134" name="object 134"/>
            <p:cNvPicPr/>
            <p:nvPr/>
          </p:nvPicPr>
          <p:blipFill>
            <a:blip r:embed="rId50" cstate="print"/>
            <a:stretch>
              <a:fillRect/>
            </a:stretch>
          </p:blipFill>
          <p:spPr>
            <a:xfrm>
              <a:off x="2535047" y="6036259"/>
              <a:ext cx="277368" cy="266700"/>
            </a:xfrm>
            <a:prstGeom prst="rect">
              <a:avLst/>
            </a:prstGeom>
          </p:spPr>
        </p:pic>
        <p:pic>
          <p:nvPicPr>
            <p:cNvPr id="135" name="object 135"/>
            <p:cNvPicPr/>
            <p:nvPr/>
          </p:nvPicPr>
          <p:blipFill>
            <a:blip r:embed="rId60" cstate="print"/>
            <a:stretch>
              <a:fillRect/>
            </a:stretch>
          </p:blipFill>
          <p:spPr>
            <a:xfrm>
              <a:off x="2673730" y="6036259"/>
              <a:ext cx="345948" cy="266700"/>
            </a:xfrm>
            <a:prstGeom prst="rect">
              <a:avLst/>
            </a:prstGeom>
          </p:spPr>
        </p:pic>
        <p:pic>
          <p:nvPicPr>
            <p:cNvPr id="136" name="object 136"/>
            <p:cNvPicPr/>
            <p:nvPr/>
          </p:nvPicPr>
          <p:blipFill>
            <a:blip r:embed="rId46" cstate="print"/>
            <a:stretch>
              <a:fillRect/>
            </a:stretch>
          </p:blipFill>
          <p:spPr>
            <a:xfrm>
              <a:off x="2948050" y="6036259"/>
              <a:ext cx="210312" cy="266700"/>
            </a:xfrm>
            <a:prstGeom prst="rect">
              <a:avLst/>
            </a:prstGeom>
          </p:spPr>
        </p:pic>
        <p:pic>
          <p:nvPicPr>
            <p:cNvPr id="137" name="object 137"/>
            <p:cNvPicPr/>
            <p:nvPr/>
          </p:nvPicPr>
          <p:blipFill>
            <a:blip r:embed="rId61" cstate="print"/>
            <a:stretch>
              <a:fillRect/>
            </a:stretch>
          </p:blipFill>
          <p:spPr>
            <a:xfrm>
              <a:off x="3053206" y="6036259"/>
              <a:ext cx="952715" cy="266700"/>
            </a:xfrm>
            <a:prstGeom prst="rect">
              <a:avLst/>
            </a:prstGeom>
          </p:spPr>
        </p:pic>
        <p:pic>
          <p:nvPicPr>
            <p:cNvPr id="138" name="object 138"/>
            <p:cNvPicPr/>
            <p:nvPr/>
          </p:nvPicPr>
          <p:blipFill>
            <a:blip r:embed="rId48" cstate="print"/>
            <a:stretch>
              <a:fillRect/>
            </a:stretch>
          </p:blipFill>
          <p:spPr>
            <a:xfrm>
              <a:off x="3886834" y="6036259"/>
              <a:ext cx="210312" cy="266700"/>
            </a:xfrm>
            <a:prstGeom prst="rect">
              <a:avLst/>
            </a:prstGeom>
          </p:spPr>
        </p:pic>
        <p:pic>
          <p:nvPicPr>
            <p:cNvPr id="139" name="object 139"/>
            <p:cNvPicPr/>
            <p:nvPr/>
          </p:nvPicPr>
          <p:blipFill>
            <a:blip r:embed="rId49" cstate="print"/>
            <a:stretch>
              <a:fillRect/>
            </a:stretch>
          </p:blipFill>
          <p:spPr>
            <a:xfrm>
              <a:off x="3991990" y="6036259"/>
              <a:ext cx="121920" cy="266700"/>
            </a:xfrm>
            <a:prstGeom prst="rect">
              <a:avLst/>
            </a:prstGeom>
          </p:spPr>
        </p:pic>
        <p:pic>
          <p:nvPicPr>
            <p:cNvPr id="140" name="object 140"/>
            <p:cNvPicPr/>
            <p:nvPr/>
          </p:nvPicPr>
          <p:blipFill>
            <a:blip r:embed="rId50" cstate="print"/>
            <a:stretch>
              <a:fillRect/>
            </a:stretch>
          </p:blipFill>
          <p:spPr>
            <a:xfrm>
              <a:off x="4120006" y="6036259"/>
              <a:ext cx="277367" cy="266700"/>
            </a:xfrm>
            <a:prstGeom prst="rect">
              <a:avLst/>
            </a:prstGeom>
          </p:spPr>
        </p:pic>
        <p:pic>
          <p:nvPicPr>
            <p:cNvPr id="141" name="object 141"/>
            <p:cNvPicPr/>
            <p:nvPr/>
          </p:nvPicPr>
          <p:blipFill>
            <a:blip r:embed="rId62" cstate="print"/>
            <a:stretch>
              <a:fillRect/>
            </a:stretch>
          </p:blipFill>
          <p:spPr>
            <a:xfrm>
              <a:off x="4258690" y="6036259"/>
              <a:ext cx="346201" cy="266700"/>
            </a:xfrm>
            <a:prstGeom prst="rect">
              <a:avLst/>
            </a:prstGeom>
          </p:spPr>
        </p:pic>
        <p:pic>
          <p:nvPicPr>
            <p:cNvPr id="142" name="object 142"/>
            <p:cNvPicPr/>
            <p:nvPr/>
          </p:nvPicPr>
          <p:blipFill>
            <a:blip r:embed="rId46" cstate="print"/>
            <a:stretch>
              <a:fillRect/>
            </a:stretch>
          </p:blipFill>
          <p:spPr>
            <a:xfrm>
              <a:off x="4533265" y="6036259"/>
              <a:ext cx="210312" cy="266700"/>
            </a:xfrm>
            <a:prstGeom prst="rect">
              <a:avLst/>
            </a:prstGeom>
          </p:spPr>
        </p:pic>
        <p:pic>
          <p:nvPicPr>
            <p:cNvPr id="143" name="object 143"/>
            <p:cNvPicPr/>
            <p:nvPr/>
          </p:nvPicPr>
          <p:blipFill>
            <a:blip r:embed="rId63" cstate="print"/>
            <a:stretch>
              <a:fillRect/>
            </a:stretch>
          </p:blipFill>
          <p:spPr>
            <a:xfrm>
              <a:off x="4638421" y="6036259"/>
              <a:ext cx="1121664" cy="266700"/>
            </a:xfrm>
            <a:prstGeom prst="rect">
              <a:avLst/>
            </a:prstGeom>
          </p:spPr>
        </p:pic>
        <p:pic>
          <p:nvPicPr>
            <p:cNvPr id="144" name="object 144"/>
            <p:cNvPicPr/>
            <p:nvPr/>
          </p:nvPicPr>
          <p:blipFill>
            <a:blip r:embed="rId48" cstate="print"/>
            <a:stretch>
              <a:fillRect/>
            </a:stretch>
          </p:blipFill>
          <p:spPr>
            <a:xfrm>
              <a:off x="5619877" y="6036259"/>
              <a:ext cx="210312" cy="266700"/>
            </a:xfrm>
            <a:prstGeom prst="rect">
              <a:avLst/>
            </a:prstGeom>
          </p:spPr>
        </p:pic>
        <p:pic>
          <p:nvPicPr>
            <p:cNvPr id="145" name="object 145"/>
            <p:cNvPicPr/>
            <p:nvPr/>
          </p:nvPicPr>
          <p:blipFill>
            <a:blip r:embed="rId49" cstate="print"/>
            <a:stretch>
              <a:fillRect/>
            </a:stretch>
          </p:blipFill>
          <p:spPr>
            <a:xfrm>
              <a:off x="5725033" y="6036259"/>
              <a:ext cx="121920" cy="266700"/>
            </a:xfrm>
            <a:prstGeom prst="rect">
              <a:avLst/>
            </a:prstGeom>
          </p:spPr>
        </p:pic>
        <p:pic>
          <p:nvPicPr>
            <p:cNvPr id="146" name="object 146"/>
            <p:cNvPicPr/>
            <p:nvPr/>
          </p:nvPicPr>
          <p:blipFill>
            <a:blip r:embed="rId50" cstate="print"/>
            <a:stretch>
              <a:fillRect/>
            </a:stretch>
          </p:blipFill>
          <p:spPr>
            <a:xfrm>
              <a:off x="5859144" y="6036259"/>
              <a:ext cx="277367" cy="266700"/>
            </a:xfrm>
            <a:prstGeom prst="rect">
              <a:avLst/>
            </a:prstGeom>
          </p:spPr>
        </p:pic>
        <p:pic>
          <p:nvPicPr>
            <p:cNvPr id="147" name="object 147"/>
            <p:cNvPicPr/>
            <p:nvPr/>
          </p:nvPicPr>
          <p:blipFill>
            <a:blip r:embed="rId64" cstate="print"/>
            <a:stretch>
              <a:fillRect/>
            </a:stretch>
          </p:blipFill>
          <p:spPr>
            <a:xfrm>
              <a:off x="5997829" y="6036259"/>
              <a:ext cx="143255" cy="266700"/>
            </a:xfrm>
            <a:prstGeom prst="rect">
              <a:avLst/>
            </a:prstGeom>
          </p:spPr>
        </p:pic>
      </p:grpSp>
      <p:sp>
        <p:nvSpPr>
          <p:cNvPr id="148" name="object 148"/>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36</a:t>
            </a:r>
            <a:endParaRPr sz="1400">
              <a:latin typeface="Cambria"/>
              <a:cs typeface="Cambria"/>
            </a:endParaRPr>
          </a:p>
        </p:txBody>
      </p:sp>
      <p:sp>
        <p:nvSpPr>
          <p:cNvPr id="150" name="object 150"/>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149" name="object 149"/>
          <p:cNvSpPr txBox="1"/>
          <p:nvPr/>
        </p:nvSpPr>
        <p:spPr>
          <a:xfrm>
            <a:off x="2362200" y="5562600"/>
            <a:ext cx="6125210" cy="368935"/>
          </a:xfrm>
          <a:prstGeom prst="rect">
            <a:avLst/>
          </a:prstGeom>
        </p:spPr>
        <p:txBody>
          <a:bodyPr vert="horz" wrap="square" lIns="0" tIns="31750" rIns="0" bIns="0" rtlCol="0">
            <a:spAutoFit/>
          </a:bodyPr>
          <a:lstStyle/>
          <a:p>
            <a:pPr marL="91440">
              <a:lnSpc>
                <a:spcPct val="100000"/>
              </a:lnSpc>
              <a:spcBef>
                <a:spcPts val="250"/>
              </a:spcBef>
            </a:pPr>
            <a:r>
              <a:rPr sz="1800" b="1" i="1" dirty="0">
                <a:solidFill>
                  <a:srgbClr val="043B4E"/>
                </a:solidFill>
                <a:latin typeface="Constantia"/>
                <a:cs typeface="Constantia"/>
              </a:rPr>
              <a:t>PRP$-</a:t>
            </a:r>
            <a:r>
              <a:rPr sz="1800" b="1" i="1" spc="-25" dirty="0">
                <a:solidFill>
                  <a:srgbClr val="043B4E"/>
                </a:solidFill>
                <a:latin typeface="Constantia"/>
                <a:cs typeface="Constantia"/>
              </a:rPr>
              <a:t> </a:t>
            </a:r>
            <a:r>
              <a:rPr sz="1800" b="1" i="1" spc="-10" dirty="0">
                <a:solidFill>
                  <a:srgbClr val="043B4E"/>
                </a:solidFill>
                <a:latin typeface="Constantia"/>
                <a:cs typeface="Constantia"/>
              </a:rPr>
              <a:t>possessive</a:t>
            </a:r>
            <a:r>
              <a:rPr sz="1800" b="1" i="1" spc="-5" dirty="0">
                <a:solidFill>
                  <a:srgbClr val="043B4E"/>
                </a:solidFill>
                <a:latin typeface="Constantia"/>
                <a:cs typeface="Constantia"/>
              </a:rPr>
              <a:t> </a:t>
            </a:r>
            <a:r>
              <a:rPr sz="1800" b="1" i="1" dirty="0">
                <a:solidFill>
                  <a:srgbClr val="043B4E"/>
                </a:solidFill>
                <a:latin typeface="Constantia"/>
                <a:cs typeface="Constantia"/>
              </a:rPr>
              <a:t>pronoun,</a:t>
            </a:r>
            <a:r>
              <a:rPr sz="1800" b="1" i="1" spc="-55" dirty="0">
                <a:solidFill>
                  <a:srgbClr val="043B4E"/>
                </a:solidFill>
                <a:latin typeface="Constantia"/>
                <a:cs typeface="Constantia"/>
              </a:rPr>
              <a:t> </a:t>
            </a:r>
            <a:r>
              <a:rPr sz="1800" b="1" i="1" dirty="0">
                <a:solidFill>
                  <a:srgbClr val="043B4E"/>
                </a:solidFill>
                <a:latin typeface="Constantia"/>
                <a:cs typeface="Constantia"/>
              </a:rPr>
              <a:t>MD</a:t>
            </a:r>
            <a:r>
              <a:rPr sz="1800" b="1" i="1" spc="-50" dirty="0">
                <a:solidFill>
                  <a:srgbClr val="043B4E"/>
                </a:solidFill>
                <a:latin typeface="Constantia"/>
                <a:cs typeface="Constantia"/>
              </a:rPr>
              <a:t> </a:t>
            </a:r>
            <a:r>
              <a:rPr sz="1800" b="1" i="1" dirty="0">
                <a:solidFill>
                  <a:srgbClr val="043B4E"/>
                </a:solidFill>
                <a:latin typeface="Constantia"/>
                <a:cs typeface="Constantia"/>
              </a:rPr>
              <a:t>-</a:t>
            </a:r>
            <a:r>
              <a:rPr sz="1800" b="1" i="1" spc="-45" dirty="0">
                <a:solidFill>
                  <a:srgbClr val="043B4E"/>
                </a:solidFill>
                <a:latin typeface="Constantia"/>
                <a:cs typeface="Constantia"/>
              </a:rPr>
              <a:t> </a:t>
            </a:r>
            <a:r>
              <a:rPr sz="1800" b="1" i="1" spc="-10" dirty="0">
                <a:solidFill>
                  <a:srgbClr val="043B4E"/>
                </a:solidFill>
                <a:latin typeface="Constantia"/>
                <a:cs typeface="Constantia"/>
              </a:rPr>
              <a:t>Modal</a:t>
            </a:r>
            <a:endParaRPr sz="1800">
              <a:latin typeface="Constantia"/>
              <a:cs typeface="Constant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22" baseline="6944" dirty="0">
                <a:solidFill>
                  <a:srgbClr val="075A74"/>
                </a:solidFill>
                <a:latin typeface="Arial Black"/>
                <a:cs typeface="Arial Black"/>
              </a:rPr>
              <a:t> </a:t>
            </a:r>
            <a:r>
              <a:rPr sz="3600" spc="110" dirty="0"/>
              <a:t>Part</a:t>
            </a:r>
            <a:r>
              <a:rPr sz="3600" spc="315" dirty="0"/>
              <a:t> </a:t>
            </a:r>
            <a:r>
              <a:rPr sz="3600" spc="300" dirty="0"/>
              <a:t>of</a:t>
            </a:r>
            <a:r>
              <a:rPr sz="3600" spc="315" dirty="0"/>
              <a:t> </a:t>
            </a:r>
            <a:r>
              <a:rPr sz="3600" spc="210" dirty="0"/>
              <a:t>Speech</a:t>
            </a:r>
            <a:r>
              <a:rPr sz="3600" spc="320" dirty="0"/>
              <a:t> </a:t>
            </a:r>
            <a:r>
              <a:rPr sz="3600" spc="215" dirty="0"/>
              <a:t>Tagging</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984808" y="1042669"/>
            <a:ext cx="4608195" cy="295910"/>
            <a:chOff x="984808" y="1042669"/>
            <a:chExt cx="4608195" cy="295910"/>
          </a:xfrm>
        </p:grpSpPr>
        <p:pic>
          <p:nvPicPr>
            <p:cNvPr id="5" name="object 5"/>
            <p:cNvPicPr/>
            <p:nvPr/>
          </p:nvPicPr>
          <p:blipFill>
            <a:blip r:embed="rId2" cstate="print"/>
            <a:stretch>
              <a:fillRect/>
            </a:stretch>
          </p:blipFill>
          <p:spPr>
            <a:xfrm>
              <a:off x="984808" y="1042669"/>
              <a:ext cx="1992757" cy="295655"/>
            </a:xfrm>
            <a:prstGeom prst="rect">
              <a:avLst/>
            </a:prstGeom>
          </p:spPr>
        </p:pic>
        <p:pic>
          <p:nvPicPr>
            <p:cNvPr id="6" name="object 6"/>
            <p:cNvPicPr/>
            <p:nvPr/>
          </p:nvPicPr>
          <p:blipFill>
            <a:blip r:embed="rId3" cstate="print"/>
            <a:stretch>
              <a:fillRect/>
            </a:stretch>
          </p:blipFill>
          <p:spPr>
            <a:xfrm>
              <a:off x="2932811" y="1042669"/>
              <a:ext cx="652272" cy="295655"/>
            </a:xfrm>
            <a:prstGeom prst="rect">
              <a:avLst/>
            </a:prstGeom>
          </p:spPr>
        </p:pic>
        <p:pic>
          <p:nvPicPr>
            <p:cNvPr id="7" name="object 7"/>
            <p:cNvPicPr/>
            <p:nvPr/>
          </p:nvPicPr>
          <p:blipFill>
            <a:blip r:embed="rId4" cstate="print"/>
            <a:stretch>
              <a:fillRect/>
            </a:stretch>
          </p:blipFill>
          <p:spPr>
            <a:xfrm>
              <a:off x="3521074" y="1042669"/>
              <a:ext cx="2071624" cy="295655"/>
            </a:xfrm>
            <a:prstGeom prst="rect">
              <a:avLst/>
            </a:prstGeom>
          </p:spPr>
        </p:pic>
        <p:pic>
          <p:nvPicPr>
            <p:cNvPr id="8" name="object 8"/>
            <p:cNvPicPr/>
            <p:nvPr/>
          </p:nvPicPr>
          <p:blipFill>
            <a:blip r:embed="rId5" cstate="print"/>
            <a:stretch>
              <a:fillRect/>
            </a:stretch>
          </p:blipFill>
          <p:spPr>
            <a:xfrm>
              <a:off x="5444616" y="1042669"/>
              <a:ext cx="134112" cy="295655"/>
            </a:xfrm>
            <a:prstGeom prst="rect">
              <a:avLst/>
            </a:prstGeom>
          </p:spPr>
        </p:pic>
      </p:grpSp>
      <p:sp>
        <p:nvSpPr>
          <p:cNvPr id="9" name="object 9"/>
          <p:cNvSpPr txBox="1"/>
          <p:nvPr/>
        </p:nvSpPr>
        <p:spPr>
          <a:xfrm>
            <a:off x="743508" y="1017777"/>
            <a:ext cx="9917430" cy="635635"/>
          </a:xfrm>
          <a:prstGeom prst="rect">
            <a:avLst/>
          </a:prstGeom>
        </p:spPr>
        <p:txBody>
          <a:bodyPr vert="horz" wrap="square" lIns="0" tIns="13335" rIns="0" bIns="0" rtlCol="0">
            <a:spAutoFit/>
          </a:bodyPr>
          <a:lstStyle/>
          <a:p>
            <a:pPr marL="241300" marR="5080" indent="-228600">
              <a:lnSpc>
                <a:spcPct val="100000"/>
              </a:lnSpc>
              <a:spcBef>
                <a:spcPts val="105"/>
              </a:spcBef>
              <a:buFont typeface="Wingdings"/>
              <a:buChar char=""/>
              <a:tabLst>
                <a:tab pos="241300" algn="l"/>
                <a:tab pos="4865370" algn="l"/>
              </a:tabLst>
            </a:pPr>
            <a:r>
              <a:rPr sz="1500" dirty="0">
                <a:solidFill>
                  <a:srgbClr val="006F57"/>
                </a:solidFill>
                <a:latin typeface="Times New Roman"/>
                <a:cs typeface="Times New Roman"/>
              </a:rPr>
              <a:t>	</a:t>
            </a:r>
            <a:r>
              <a:rPr sz="2000" spc="100" dirty="0">
                <a:solidFill>
                  <a:srgbClr val="585757"/>
                </a:solidFill>
                <a:latin typeface="Cambria"/>
                <a:cs typeface="Cambria"/>
              </a:rPr>
              <a:t>POS</a:t>
            </a:r>
            <a:r>
              <a:rPr sz="2000" spc="350" dirty="0">
                <a:solidFill>
                  <a:srgbClr val="585757"/>
                </a:solidFill>
                <a:latin typeface="Cambria"/>
                <a:cs typeface="Cambria"/>
              </a:rPr>
              <a:t> </a:t>
            </a:r>
            <a:r>
              <a:rPr sz="2000" spc="125" dirty="0">
                <a:solidFill>
                  <a:srgbClr val="585757"/>
                </a:solidFill>
                <a:latin typeface="Cambria"/>
                <a:cs typeface="Cambria"/>
              </a:rPr>
              <a:t>tags</a:t>
            </a:r>
            <a:r>
              <a:rPr sz="2000" spc="330" dirty="0">
                <a:solidFill>
                  <a:srgbClr val="585757"/>
                </a:solidFill>
                <a:latin typeface="Cambria"/>
                <a:cs typeface="Cambria"/>
              </a:rPr>
              <a:t> </a:t>
            </a:r>
            <a:r>
              <a:rPr sz="2000" spc="80" dirty="0">
                <a:solidFill>
                  <a:srgbClr val="585757"/>
                </a:solidFill>
                <a:latin typeface="Cambria"/>
                <a:cs typeface="Cambria"/>
              </a:rPr>
              <a:t>are</a:t>
            </a:r>
            <a:r>
              <a:rPr sz="2000" spc="345" dirty="0">
                <a:solidFill>
                  <a:srgbClr val="585757"/>
                </a:solidFill>
                <a:latin typeface="Cambria"/>
                <a:cs typeface="Cambria"/>
              </a:rPr>
              <a:t> </a:t>
            </a:r>
            <a:r>
              <a:rPr sz="2000" spc="110" dirty="0">
                <a:solidFill>
                  <a:srgbClr val="585757"/>
                </a:solidFill>
                <a:latin typeface="Cambria"/>
                <a:cs typeface="Cambria"/>
              </a:rPr>
              <a:t>the</a:t>
            </a:r>
            <a:r>
              <a:rPr sz="2000" spc="345" dirty="0">
                <a:solidFill>
                  <a:srgbClr val="585757"/>
                </a:solidFill>
                <a:latin typeface="Cambria"/>
                <a:cs typeface="Cambria"/>
              </a:rPr>
              <a:t> </a:t>
            </a:r>
            <a:r>
              <a:rPr sz="2000" spc="110" dirty="0">
                <a:solidFill>
                  <a:srgbClr val="585757"/>
                </a:solidFill>
                <a:latin typeface="Cambria"/>
                <a:cs typeface="Cambria"/>
              </a:rPr>
              <a:t>basis</a:t>
            </a:r>
            <a:r>
              <a:rPr sz="2000" spc="345" dirty="0">
                <a:solidFill>
                  <a:srgbClr val="585757"/>
                </a:solidFill>
                <a:latin typeface="Cambria"/>
                <a:cs typeface="Cambria"/>
              </a:rPr>
              <a:t> </a:t>
            </a:r>
            <a:r>
              <a:rPr sz="2000" spc="170" dirty="0">
                <a:solidFill>
                  <a:srgbClr val="585757"/>
                </a:solidFill>
                <a:latin typeface="Cambria"/>
                <a:cs typeface="Cambria"/>
              </a:rPr>
              <a:t>of</a:t>
            </a:r>
            <a:r>
              <a:rPr sz="2000" spc="340" dirty="0">
                <a:solidFill>
                  <a:srgbClr val="585757"/>
                </a:solidFill>
                <a:latin typeface="Cambria"/>
                <a:cs typeface="Cambria"/>
              </a:rPr>
              <a:t> </a:t>
            </a:r>
            <a:r>
              <a:rPr sz="2000" spc="114" dirty="0">
                <a:solidFill>
                  <a:srgbClr val="585757"/>
                </a:solidFill>
                <a:latin typeface="Cambria"/>
                <a:cs typeface="Cambria"/>
              </a:rPr>
              <a:t>lemmatization </a:t>
            </a:r>
            <a:r>
              <a:rPr sz="2000" spc="110" dirty="0">
                <a:solidFill>
                  <a:srgbClr val="585757"/>
                </a:solidFill>
                <a:latin typeface="Cambria"/>
                <a:cs typeface="Cambria"/>
              </a:rPr>
              <a:t>process</a:t>
            </a:r>
            <a:r>
              <a:rPr sz="2000" spc="215" dirty="0">
                <a:solidFill>
                  <a:srgbClr val="585757"/>
                </a:solidFill>
                <a:latin typeface="Cambria"/>
                <a:cs typeface="Cambria"/>
              </a:rPr>
              <a:t> </a:t>
            </a:r>
            <a:r>
              <a:rPr sz="2000" spc="120" dirty="0">
                <a:solidFill>
                  <a:srgbClr val="585757"/>
                </a:solidFill>
                <a:latin typeface="Cambria"/>
                <a:cs typeface="Cambria"/>
              </a:rPr>
              <a:t>for</a:t>
            </a:r>
            <a:r>
              <a:rPr sz="2000" spc="195" dirty="0">
                <a:solidFill>
                  <a:srgbClr val="585757"/>
                </a:solidFill>
                <a:latin typeface="Cambria"/>
                <a:cs typeface="Cambria"/>
              </a:rPr>
              <a:t> </a:t>
            </a:r>
            <a:r>
              <a:rPr sz="2000" spc="105" dirty="0">
                <a:solidFill>
                  <a:srgbClr val="585757"/>
                </a:solidFill>
                <a:latin typeface="Cambria"/>
                <a:cs typeface="Cambria"/>
              </a:rPr>
              <a:t>converting</a:t>
            </a:r>
            <a:r>
              <a:rPr sz="2000" spc="165" dirty="0">
                <a:solidFill>
                  <a:srgbClr val="585757"/>
                </a:solidFill>
                <a:latin typeface="Cambria"/>
                <a:cs typeface="Cambria"/>
              </a:rPr>
              <a:t> </a:t>
            </a:r>
            <a:r>
              <a:rPr sz="2000" spc="105" dirty="0">
                <a:solidFill>
                  <a:srgbClr val="585757"/>
                </a:solidFill>
                <a:latin typeface="Cambria"/>
                <a:cs typeface="Cambria"/>
              </a:rPr>
              <a:t>a</a:t>
            </a:r>
            <a:r>
              <a:rPr sz="2000" spc="190" dirty="0">
                <a:solidFill>
                  <a:srgbClr val="585757"/>
                </a:solidFill>
                <a:latin typeface="Cambria"/>
                <a:cs typeface="Cambria"/>
              </a:rPr>
              <a:t> </a:t>
            </a:r>
            <a:r>
              <a:rPr sz="2000" spc="90" dirty="0">
                <a:solidFill>
                  <a:srgbClr val="585757"/>
                </a:solidFill>
                <a:latin typeface="Cambria"/>
                <a:cs typeface="Cambria"/>
              </a:rPr>
              <a:t>word</a:t>
            </a:r>
            <a:r>
              <a:rPr sz="2000" spc="175" dirty="0">
                <a:solidFill>
                  <a:srgbClr val="585757"/>
                </a:solidFill>
                <a:latin typeface="Cambria"/>
                <a:cs typeface="Cambria"/>
              </a:rPr>
              <a:t> </a:t>
            </a:r>
            <a:r>
              <a:rPr sz="2000" spc="114" dirty="0">
                <a:solidFill>
                  <a:srgbClr val="585757"/>
                </a:solidFill>
                <a:latin typeface="Cambria"/>
                <a:cs typeface="Cambria"/>
              </a:rPr>
              <a:t>to</a:t>
            </a:r>
            <a:r>
              <a:rPr sz="2000" spc="185" dirty="0">
                <a:solidFill>
                  <a:srgbClr val="585757"/>
                </a:solidFill>
                <a:latin typeface="Cambria"/>
                <a:cs typeface="Cambria"/>
              </a:rPr>
              <a:t> </a:t>
            </a:r>
            <a:r>
              <a:rPr sz="2000" spc="100" dirty="0">
                <a:solidFill>
                  <a:srgbClr val="585757"/>
                </a:solidFill>
                <a:latin typeface="Cambria"/>
                <a:cs typeface="Cambria"/>
              </a:rPr>
              <a:t>its</a:t>
            </a:r>
            <a:r>
              <a:rPr sz="2000" spc="190" dirty="0">
                <a:solidFill>
                  <a:srgbClr val="585757"/>
                </a:solidFill>
                <a:latin typeface="Cambria"/>
                <a:cs typeface="Cambria"/>
              </a:rPr>
              <a:t> </a:t>
            </a:r>
            <a:r>
              <a:rPr sz="2000" spc="105" dirty="0">
                <a:solidFill>
                  <a:srgbClr val="585757"/>
                </a:solidFill>
                <a:latin typeface="Cambria"/>
                <a:cs typeface="Cambria"/>
              </a:rPr>
              <a:t>base</a:t>
            </a:r>
            <a:r>
              <a:rPr sz="2000" spc="215" dirty="0">
                <a:solidFill>
                  <a:srgbClr val="585757"/>
                </a:solidFill>
                <a:latin typeface="Cambria"/>
                <a:cs typeface="Cambria"/>
              </a:rPr>
              <a:t> </a:t>
            </a:r>
            <a:r>
              <a:rPr sz="2000" spc="145" dirty="0">
                <a:solidFill>
                  <a:srgbClr val="585757"/>
                </a:solidFill>
                <a:latin typeface="Cambria"/>
                <a:cs typeface="Cambria"/>
              </a:rPr>
              <a:t>form</a:t>
            </a:r>
            <a:r>
              <a:rPr sz="2000" spc="195" dirty="0">
                <a:solidFill>
                  <a:srgbClr val="585757"/>
                </a:solidFill>
                <a:latin typeface="Cambria"/>
                <a:cs typeface="Cambria"/>
              </a:rPr>
              <a:t> </a:t>
            </a:r>
            <a:r>
              <a:rPr sz="2000" spc="55" dirty="0">
                <a:solidFill>
                  <a:srgbClr val="585757"/>
                </a:solidFill>
                <a:latin typeface="Cambria"/>
                <a:cs typeface="Cambria"/>
              </a:rPr>
              <a:t>(lemma).</a:t>
            </a:r>
            <a:endParaRPr sz="2000">
              <a:latin typeface="Cambria"/>
              <a:cs typeface="Cambria"/>
            </a:endParaRPr>
          </a:p>
        </p:txBody>
      </p:sp>
      <p:sp>
        <p:nvSpPr>
          <p:cNvPr id="10" name="object 10"/>
          <p:cNvSpPr txBox="1"/>
          <p:nvPr/>
        </p:nvSpPr>
        <p:spPr>
          <a:xfrm>
            <a:off x="743508" y="1945589"/>
            <a:ext cx="16827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11" name="object 11"/>
          <p:cNvGrpSpPr/>
          <p:nvPr/>
        </p:nvGrpSpPr>
        <p:grpSpPr>
          <a:xfrm>
            <a:off x="984808" y="1906473"/>
            <a:ext cx="3737610" cy="296545"/>
            <a:chOff x="984808" y="1906473"/>
            <a:chExt cx="3737610" cy="296545"/>
          </a:xfrm>
        </p:grpSpPr>
        <p:pic>
          <p:nvPicPr>
            <p:cNvPr id="12" name="object 12"/>
            <p:cNvPicPr/>
            <p:nvPr/>
          </p:nvPicPr>
          <p:blipFill>
            <a:blip r:embed="rId6" cstate="print"/>
            <a:stretch>
              <a:fillRect/>
            </a:stretch>
          </p:blipFill>
          <p:spPr>
            <a:xfrm>
              <a:off x="984808" y="1906473"/>
              <a:ext cx="2600655" cy="295960"/>
            </a:xfrm>
            <a:prstGeom prst="rect">
              <a:avLst/>
            </a:prstGeom>
          </p:spPr>
        </p:pic>
        <p:pic>
          <p:nvPicPr>
            <p:cNvPr id="13" name="object 13"/>
            <p:cNvPicPr/>
            <p:nvPr/>
          </p:nvPicPr>
          <p:blipFill>
            <a:blip r:embed="rId7" cstate="print"/>
            <a:stretch>
              <a:fillRect/>
            </a:stretch>
          </p:blipFill>
          <p:spPr>
            <a:xfrm>
              <a:off x="3518027" y="1906473"/>
              <a:ext cx="1203871" cy="295960"/>
            </a:xfrm>
            <a:prstGeom prst="rect">
              <a:avLst/>
            </a:prstGeom>
          </p:spPr>
        </p:pic>
        <p:pic>
          <p:nvPicPr>
            <p:cNvPr id="14" name="object 14"/>
            <p:cNvPicPr/>
            <p:nvPr/>
          </p:nvPicPr>
          <p:blipFill>
            <a:blip r:embed="rId8" cstate="print"/>
            <a:stretch>
              <a:fillRect/>
            </a:stretch>
          </p:blipFill>
          <p:spPr>
            <a:xfrm>
              <a:off x="4571365" y="1906473"/>
              <a:ext cx="134112" cy="295960"/>
            </a:xfrm>
            <a:prstGeom prst="rect">
              <a:avLst/>
            </a:prstGeom>
          </p:spPr>
        </p:pic>
      </p:grpSp>
      <p:sp>
        <p:nvSpPr>
          <p:cNvPr id="15" name="object 15"/>
          <p:cNvSpPr txBox="1"/>
          <p:nvPr/>
        </p:nvSpPr>
        <p:spPr>
          <a:xfrm>
            <a:off x="4721733" y="1881581"/>
            <a:ext cx="5943600" cy="331470"/>
          </a:xfrm>
          <a:prstGeom prst="rect">
            <a:avLst/>
          </a:prstGeom>
        </p:spPr>
        <p:txBody>
          <a:bodyPr vert="horz" wrap="square" lIns="0" tIns="13335" rIns="0" bIns="0" rtlCol="0">
            <a:spAutoFit/>
          </a:bodyPr>
          <a:lstStyle/>
          <a:p>
            <a:pPr marL="12700">
              <a:lnSpc>
                <a:spcPct val="100000"/>
              </a:lnSpc>
              <a:spcBef>
                <a:spcPts val="105"/>
              </a:spcBef>
            </a:pPr>
            <a:r>
              <a:rPr sz="2000" spc="105" dirty="0">
                <a:solidFill>
                  <a:srgbClr val="585757"/>
                </a:solidFill>
                <a:latin typeface="Cambria"/>
                <a:cs typeface="Cambria"/>
              </a:rPr>
              <a:t>POS</a:t>
            </a:r>
            <a:r>
              <a:rPr sz="2000" spc="320" dirty="0">
                <a:solidFill>
                  <a:srgbClr val="585757"/>
                </a:solidFill>
                <a:latin typeface="Cambria"/>
                <a:cs typeface="Cambria"/>
              </a:rPr>
              <a:t> </a:t>
            </a:r>
            <a:r>
              <a:rPr sz="2000" spc="120" dirty="0">
                <a:solidFill>
                  <a:srgbClr val="585757"/>
                </a:solidFill>
                <a:latin typeface="Cambria"/>
                <a:cs typeface="Cambria"/>
              </a:rPr>
              <a:t>tags</a:t>
            </a:r>
            <a:r>
              <a:rPr sz="2000" spc="295" dirty="0">
                <a:solidFill>
                  <a:srgbClr val="585757"/>
                </a:solidFill>
                <a:latin typeface="Cambria"/>
                <a:cs typeface="Cambria"/>
              </a:rPr>
              <a:t> </a:t>
            </a:r>
            <a:r>
              <a:rPr sz="2000" spc="75" dirty="0">
                <a:solidFill>
                  <a:srgbClr val="585757"/>
                </a:solidFill>
                <a:latin typeface="Cambria"/>
                <a:cs typeface="Cambria"/>
              </a:rPr>
              <a:t>are</a:t>
            </a:r>
            <a:r>
              <a:rPr sz="2000" spc="325" dirty="0">
                <a:solidFill>
                  <a:srgbClr val="585757"/>
                </a:solidFill>
                <a:latin typeface="Cambria"/>
                <a:cs typeface="Cambria"/>
              </a:rPr>
              <a:t> </a:t>
            </a:r>
            <a:r>
              <a:rPr sz="2000" spc="110" dirty="0">
                <a:solidFill>
                  <a:srgbClr val="585757"/>
                </a:solidFill>
                <a:latin typeface="Cambria"/>
                <a:cs typeface="Cambria"/>
              </a:rPr>
              <a:t>also</a:t>
            </a:r>
            <a:r>
              <a:rPr sz="2000" spc="335" dirty="0">
                <a:solidFill>
                  <a:srgbClr val="585757"/>
                </a:solidFill>
                <a:latin typeface="Cambria"/>
                <a:cs typeface="Cambria"/>
              </a:rPr>
              <a:t> </a:t>
            </a:r>
            <a:r>
              <a:rPr sz="2000" spc="135" dirty="0">
                <a:solidFill>
                  <a:srgbClr val="585757"/>
                </a:solidFill>
                <a:latin typeface="Cambria"/>
                <a:cs typeface="Cambria"/>
              </a:rPr>
              <a:t>useful</a:t>
            </a:r>
            <a:r>
              <a:rPr sz="2000" spc="305" dirty="0">
                <a:solidFill>
                  <a:srgbClr val="585757"/>
                </a:solidFill>
                <a:latin typeface="Cambria"/>
                <a:cs typeface="Cambria"/>
              </a:rPr>
              <a:t> </a:t>
            </a:r>
            <a:r>
              <a:rPr sz="2000" spc="105" dirty="0">
                <a:solidFill>
                  <a:srgbClr val="585757"/>
                </a:solidFill>
                <a:latin typeface="Cambria"/>
                <a:cs typeface="Cambria"/>
              </a:rPr>
              <a:t>in</a:t>
            </a:r>
            <a:r>
              <a:rPr sz="2000" spc="315" dirty="0">
                <a:solidFill>
                  <a:srgbClr val="585757"/>
                </a:solidFill>
                <a:latin typeface="Cambria"/>
                <a:cs typeface="Cambria"/>
              </a:rPr>
              <a:t> </a:t>
            </a:r>
            <a:r>
              <a:rPr sz="2000" spc="114" dirty="0">
                <a:solidFill>
                  <a:srgbClr val="585757"/>
                </a:solidFill>
                <a:latin typeface="Cambria"/>
                <a:cs typeface="Cambria"/>
              </a:rPr>
              <a:t>efficient</a:t>
            </a:r>
            <a:r>
              <a:rPr sz="2000" spc="320" dirty="0">
                <a:solidFill>
                  <a:srgbClr val="585757"/>
                </a:solidFill>
                <a:latin typeface="Cambria"/>
                <a:cs typeface="Cambria"/>
              </a:rPr>
              <a:t> </a:t>
            </a:r>
            <a:r>
              <a:rPr sz="2000" spc="105" dirty="0">
                <a:solidFill>
                  <a:srgbClr val="585757"/>
                </a:solidFill>
                <a:latin typeface="Cambria"/>
                <a:cs typeface="Cambria"/>
              </a:rPr>
              <a:t>removal</a:t>
            </a:r>
            <a:r>
              <a:rPr sz="2000" spc="305" dirty="0">
                <a:solidFill>
                  <a:srgbClr val="585757"/>
                </a:solidFill>
                <a:latin typeface="Cambria"/>
                <a:cs typeface="Cambria"/>
              </a:rPr>
              <a:t> </a:t>
            </a:r>
            <a:r>
              <a:rPr sz="2000" spc="155" dirty="0">
                <a:solidFill>
                  <a:srgbClr val="585757"/>
                </a:solidFill>
                <a:latin typeface="Cambria"/>
                <a:cs typeface="Cambria"/>
              </a:rPr>
              <a:t>of</a:t>
            </a:r>
            <a:endParaRPr sz="2000">
              <a:latin typeface="Cambria"/>
              <a:cs typeface="Cambria"/>
            </a:endParaRPr>
          </a:p>
        </p:txBody>
      </p:sp>
      <p:grpSp>
        <p:nvGrpSpPr>
          <p:cNvPr id="16" name="object 16"/>
          <p:cNvGrpSpPr/>
          <p:nvPr/>
        </p:nvGrpSpPr>
        <p:grpSpPr>
          <a:xfrm>
            <a:off x="8517381" y="2769742"/>
            <a:ext cx="2272665" cy="295910"/>
            <a:chOff x="8517381" y="2769742"/>
            <a:chExt cx="2272665" cy="295910"/>
          </a:xfrm>
        </p:grpSpPr>
        <p:pic>
          <p:nvPicPr>
            <p:cNvPr id="17" name="object 17"/>
            <p:cNvPicPr/>
            <p:nvPr/>
          </p:nvPicPr>
          <p:blipFill>
            <a:blip r:embed="rId9" cstate="print"/>
            <a:stretch>
              <a:fillRect/>
            </a:stretch>
          </p:blipFill>
          <p:spPr>
            <a:xfrm>
              <a:off x="8517381" y="2769742"/>
              <a:ext cx="618134" cy="295655"/>
            </a:xfrm>
            <a:prstGeom prst="rect">
              <a:avLst/>
            </a:prstGeom>
          </p:spPr>
        </p:pic>
        <p:pic>
          <p:nvPicPr>
            <p:cNvPr id="18" name="object 18"/>
            <p:cNvPicPr/>
            <p:nvPr/>
          </p:nvPicPr>
          <p:blipFill>
            <a:blip r:embed="rId10" cstate="print"/>
            <a:stretch>
              <a:fillRect/>
            </a:stretch>
          </p:blipFill>
          <p:spPr>
            <a:xfrm>
              <a:off x="9092183" y="2769742"/>
              <a:ext cx="1697736" cy="295655"/>
            </a:xfrm>
            <a:prstGeom prst="rect">
              <a:avLst/>
            </a:prstGeom>
          </p:spPr>
        </p:pic>
      </p:grpSp>
      <p:grpSp>
        <p:nvGrpSpPr>
          <p:cNvPr id="19" name="object 19"/>
          <p:cNvGrpSpPr/>
          <p:nvPr/>
        </p:nvGrpSpPr>
        <p:grpSpPr>
          <a:xfrm>
            <a:off x="984808" y="3074542"/>
            <a:ext cx="4652010" cy="295910"/>
            <a:chOff x="984808" y="3074542"/>
            <a:chExt cx="4652010" cy="295910"/>
          </a:xfrm>
        </p:grpSpPr>
        <p:pic>
          <p:nvPicPr>
            <p:cNvPr id="20" name="object 20"/>
            <p:cNvPicPr/>
            <p:nvPr/>
          </p:nvPicPr>
          <p:blipFill>
            <a:blip r:embed="rId11" cstate="print"/>
            <a:stretch>
              <a:fillRect/>
            </a:stretch>
          </p:blipFill>
          <p:spPr>
            <a:xfrm>
              <a:off x="984808" y="3074542"/>
              <a:ext cx="617220" cy="295655"/>
            </a:xfrm>
            <a:prstGeom prst="rect">
              <a:avLst/>
            </a:prstGeom>
          </p:spPr>
        </p:pic>
        <p:pic>
          <p:nvPicPr>
            <p:cNvPr id="21" name="object 21"/>
            <p:cNvPicPr/>
            <p:nvPr/>
          </p:nvPicPr>
          <p:blipFill>
            <a:blip r:embed="rId12" cstate="print"/>
            <a:stretch>
              <a:fillRect/>
            </a:stretch>
          </p:blipFill>
          <p:spPr>
            <a:xfrm>
              <a:off x="1556257" y="3074542"/>
              <a:ext cx="1415923" cy="295655"/>
            </a:xfrm>
            <a:prstGeom prst="rect">
              <a:avLst/>
            </a:prstGeom>
          </p:spPr>
        </p:pic>
        <p:pic>
          <p:nvPicPr>
            <p:cNvPr id="22" name="object 22"/>
            <p:cNvPicPr/>
            <p:nvPr/>
          </p:nvPicPr>
          <p:blipFill>
            <a:blip r:embed="rId13" cstate="print"/>
            <a:stretch>
              <a:fillRect/>
            </a:stretch>
          </p:blipFill>
          <p:spPr>
            <a:xfrm>
              <a:off x="2909950" y="3074542"/>
              <a:ext cx="958291" cy="295655"/>
            </a:xfrm>
            <a:prstGeom prst="rect">
              <a:avLst/>
            </a:prstGeom>
          </p:spPr>
        </p:pic>
        <p:pic>
          <p:nvPicPr>
            <p:cNvPr id="23" name="object 23"/>
            <p:cNvPicPr/>
            <p:nvPr/>
          </p:nvPicPr>
          <p:blipFill>
            <a:blip r:embed="rId14" cstate="print"/>
            <a:stretch>
              <a:fillRect/>
            </a:stretch>
          </p:blipFill>
          <p:spPr>
            <a:xfrm>
              <a:off x="3786250" y="3074542"/>
              <a:ext cx="393191" cy="295655"/>
            </a:xfrm>
            <a:prstGeom prst="rect">
              <a:avLst/>
            </a:prstGeom>
          </p:spPr>
        </p:pic>
        <p:pic>
          <p:nvPicPr>
            <p:cNvPr id="24" name="object 24"/>
            <p:cNvPicPr/>
            <p:nvPr/>
          </p:nvPicPr>
          <p:blipFill>
            <a:blip r:embed="rId15" cstate="print"/>
            <a:stretch>
              <a:fillRect/>
            </a:stretch>
          </p:blipFill>
          <p:spPr>
            <a:xfrm>
              <a:off x="4126102" y="3074542"/>
              <a:ext cx="283463" cy="295655"/>
            </a:xfrm>
            <a:prstGeom prst="rect">
              <a:avLst/>
            </a:prstGeom>
          </p:spPr>
        </p:pic>
        <p:pic>
          <p:nvPicPr>
            <p:cNvPr id="25" name="object 25"/>
            <p:cNvPicPr/>
            <p:nvPr/>
          </p:nvPicPr>
          <p:blipFill>
            <a:blip r:embed="rId16" cstate="print"/>
            <a:stretch>
              <a:fillRect/>
            </a:stretch>
          </p:blipFill>
          <p:spPr>
            <a:xfrm>
              <a:off x="4347336" y="3074542"/>
              <a:ext cx="1289303" cy="295655"/>
            </a:xfrm>
            <a:prstGeom prst="rect">
              <a:avLst/>
            </a:prstGeom>
          </p:spPr>
        </p:pic>
      </p:grpSp>
      <p:sp>
        <p:nvSpPr>
          <p:cNvPr id="26" name="object 26"/>
          <p:cNvSpPr txBox="1"/>
          <p:nvPr/>
        </p:nvSpPr>
        <p:spPr>
          <a:xfrm>
            <a:off x="743508" y="2187067"/>
            <a:ext cx="7672705" cy="1193800"/>
          </a:xfrm>
          <a:prstGeom prst="rect">
            <a:avLst/>
          </a:prstGeom>
        </p:spPr>
        <p:txBody>
          <a:bodyPr vert="horz" wrap="square" lIns="0" tIns="13335" rIns="0" bIns="0" rtlCol="0">
            <a:spAutoFit/>
          </a:bodyPr>
          <a:lstStyle/>
          <a:p>
            <a:pPr marL="241300">
              <a:lnSpc>
                <a:spcPct val="100000"/>
              </a:lnSpc>
              <a:spcBef>
                <a:spcPts val="105"/>
              </a:spcBef>
            </a:pPr>
            <a:r>
              <a:rPr sz="2000" spc="105" dirty="0">
                <a:solidFill>
                  <a:srgbClr val="585757"/>
                </a:solidFill>
                <a:latin typeface="Cambria"/>
                <a:cs typeface="Cambria"/>
              </a:rPr>
              <a:t>stopwords.</a:t>
            </a:r>
            <a:endParaRPr sz="2000">
              <a:latin typeface="Cambria"/>
              <a:cs typeface="Cambria"/>
            </a:endParaRPr>
          </a:p>
          <a:p>
            <a:pPr marL="240665" indent="-227965">
              <a:lnSpc>
                <a:spcPct val="100000"/>
              </a:lnSpc>
              <a:spcBef>
                <a:spcPts val="1989"/>
              </a:spcBef>
              <a:buClr>
                <a:srgbClr val="006F57"/>
              </a:buClr>
              <a:buSzPct val="75000"/>
              <a:buFont typeface="Wingdings"/>
              <a:buChar char=""/>
              <a:tabLst>
                <a:tab pos="240665" algn="l"/>
              </a:tabLst>
            </a:pPr>
            <a:r>
              <a:rPr sz="2000" spc="65" dirty="0">
                <a:solidFill>
                  <a:srgbClr val="585757"/>
                </a:solidFill>
                <a:latin typeface="Cambria"/>
                <a:cs typeface="Cambria"/>
              </a:rPr>
              <a:t>For</a:t>
            </a:r>
            <a:r>
              <a:rPr sz="2000" spc="415" dirty="0">
                <a:solidFill>
                  <a:srgbClr val="585757"/>
                </a:solidFill>
                <a:latin typeface="Cambria"/>
                <a:cs typeface="Cambria"/>
              </a:rPr>
              <a:t> </a:t>
            </a:r>
            <a:r>
              <a:rPr sz="2000" spc="120" dirty="0">
                <a:solidFill>
                  <a:srgbClr val="585757"/>
                </a:solidFill>
                <a:latin typeface="Cambria"/>
                <a:cs typeface="Cambria"/>
              </a:rPr>
              <a:t>example,</a:t>
            </a:r>
            <a:r>
              <a:rPr sz="2000" spc="445" dirty="0">
                <a:solidFill>
                  <a:srgbClr val="585757"/>
                </a:solidFill>
                <a:latin typeface="Cambria"/>
                <a:cs typeface="Cambria"/>
              </a:rPr>
              <a:t> </a:t>
            </a:r>
            <a:r>
              <a:rPr sz="2000" spc="85" dirty="0">
                <a:solidFill>
                  <a:srgbClr val="585757"/>
                </a:solidFill>
                <a:latin typeface="Cambria"/>
                <a:cs typeface="Cambria"/>
              </a:rPr>
              <a:t>there</a:t>
            </a:r>
            <a:r>
              <a:rPr sz="2000" spc="445" dirty="0">
                <a:solidFill>
                  <a:srgbClr val="585757"/>
                </a:solidFill>
                <a:latin typeface="Cambria"/>
                <a:cs typeface="Cambria"/>
              </a:rPr>
              <a:t> </a:t>
            </a:r>
            <a:r>
              <a:rPr sz="2000" spc="75" dirty="0">
                <a:solidFill>
                  <a:srgbClr val="585757"/>
                </a:solidFill>
                <a:latin typeface="Cambria"/>
                <a:cs typeface="Cambria"/>
              </a:rPr>
              <a:t>are</a:t>
            </a:r>
            <a:r>
              <a:rPr sz="2000" spc="455" dirty="0">
                <a:solidFill>
                  <a:srgbClr val="585757"/>
                </a:solidFill>
                <a:latin typeface="Cambria"/>
                <a:cs typeface="Cambria"/>
              </a:rPr>
              <a:t> </a:t>
            </a:r>
            <a:r>
              <a:rPr sz="2000" spc="140" dirty="0">
                <a:solidFill>
                  <a:srgbClr val="585757"/>
                </a:solidFill>
                <a:latin typeface="Cambria"/>
                <a:cs typeface="Cambria"/>
              </a:rPr>
              <a:t>some</a:t>
            </a:r>
            <a:r>
              <a:rPr sz="2000" spc="450" dirty="0">
                <a:solidFill>
                  <a:srgbClr val="585757"/>
                </a:solidFill>
                <a:latin typeface="Cambria"/>
                <a:cs typeface="Cambria"/>
              </a:rPr>
              <a:t> </a:t>
            </a:r>
            <a:r>
              <a:rPr sz="2000" spc="125" dirty="0">
                <a:solidFill>
                  <a:srgbClr val="585757"/>
                </a:solidFill>
                <a:latin typeface="Cambria"/>
                <a:cs typeface="Cambria"/>
              </a:rPr>
              <a:t>tags</a:t>
            </a:r>
            <a:r>
              <a:rPr sz="2000" spc="425" dirty="0">
                <a:solidFill>
                  <a:srgbClr val="585757"/>
                </a:solidFill>
                <a:latin typeface="Cambria"/>
                <a:cs typeface="Cambria"/>
              </a:rPr>
              <a:t> </a:t>
            </a:r>
            <a:r>
              <a:rPr sz="2000" spc="105" dirty="0">
                <a:solidFill>
                  <a:srgbClr val="585757"/>
                </a:solidFill>
                <a:latin typeface="Cambria"/>
                <a:cs typeface="Cambria"/>
              </a:rPr>
              <a:t>which</a:t>
            </a:r>
            <a:r>
              <a:rPr sz="2000" spc="430" dirty="0">
                <a:solidFill>
                  <a:srgbClr val="585757"/>
                </a:solidFill>
                <a:latin typeface="Cambria"/>
                <a:cs typeface="Cambria"/>
              </a:rPr>
              <a:t> </a:t>
            </a:r>
            <a:r>
              <a:rPr sz="2000" spc="90" dirty="0">
                <a:solidFill>
                  <a:srgbClr val="585757"/>
                </a:solidFill>
                <a:latin typeface="Cambria"/>
                <a:cs typeface="Cambria"/>
              </a:rPr>
              <a:t>always</a:t>
            </a:r>
            <a:r>
              <a:rPr sz="2000" spc="430" dirty="0">
                <a:solidFill>
                  <a:srgbClr val="585757"/>
                </a:solidFill>
                <a:latin typeface="Cambria"/>
                <a:cs typeface="Cambria"/>
              </a:rPr>
              <a:t> </a:t>
            </a:r>
            <a:r>
              <a:rPr sz="2000" spc="114" dirty="0">
                <a:solidFill>
                  <a:srgbClr val="585757"/>
                </a:solidFill>
                <a:latin typeface="Cambria"/>
                <a:cs typeface="Cambria"/>
              </a:rPr>
              <a:t>define</a:t>
            </a:r>
            <a:r>
              <a:rPr sz="2000" spc="445" dirty="0">
                <a:solidFill>
                  <a:srgbClr val="585757"/>
                </a:solidFill>
                <a:latin typeface="Cambria"/>
                <a:cs typeface="Cambria"/>
              </a:rPr>
              <a:t> </a:t>
            </a:r>
            <a:r>
              <a:rPr sz="2000" spc="80" dirty="0">
                <a:solidFill>
                  <a:srgbClr val="585757"/>
                </a:solidFill>
                <a:latin typeface="Cambria"/>
                <a:cs typeface="Cambria"/>
              </a:rPr>
              <a:t>the</a:t>
            </a:r>
            <a:endParaRPr sz="2000">
              <a:latin typeface="Cambria"/>
              <a:cs typeface="Cambria"/>
            </a:endParaRPr>
          </a:p>
          <a:p>
            <a:pPr marL="4749800">
              <a:lnSpc>
                <a:spcPct val="100000"/>
              </a:lnSpc>
            </a:pPr>
            <a:r>
              <a:rPr sz="2000" spc="65" dirty="0">
                <a:solidFill>
                  <a:srgbClr val="585757"/>
                </a:solidFill>
                <a:latin typeface="Cambria"/>
                <a:cs typeface="Cambria"/>
              </a:rPr>
              <a:t>.</a:t>
            </a:r>
            <a:endParaRPr sz="2000">
              <a:latin typeface="Cambria"/>
              <a:cs typeface="Cambria"/>
            </a:endParaRPr>
          </a:p>
        </p:txBody>
      </p:sp>
      <p:sp>
        <p:nvSpPr>
          <p:cNvPr id="27" name="object 27"/>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37</a:t>
            </a:r>
            <a:endParaRPr sz="1400">
              <a:latin typeface="Cambria"/>
              <a:cs typeface="Cambria"/>
            </a:endParaRPr>
          </a:p>
        </p:txBody>
      </p:sp>
      <p:grpSp>
        <p:nvGrpSpPr>
          <p:cNvPr id="28" name="object 28"/>
          <p:cNvGrpSpPr/>
          <p:nvPr/>
        </p:nvGrpSpPr>
        <p:grpSpPr>
          <a:xfrm>
            <a:off x="3114738" y="4007675"/>
            <a:ext cx="5505450" cy="1488440"/>
            <a:chOff x="3114738" y="4007675"/>
            <a:chExt cx="5505450" cy="1488440"/>
          </a:xfrm>
        </p:grpSpPr>
        <p:pic>
          <p:nvPicPr>
            <p:cNvPr id="29" name="object 29"/>
            <p:cNvPicPr/>
            <p:nvPr/>
          </p:nvPicPr>
          <p:blipFill>
            <a:blip r:embed="rId17" cstate="print"/>
            <a:stretch>
              <a:fillRect/>
            </a:stretch>
          </p:blipFill>
          <p:spPr>
            <a:xfrm>
              <a:off x="3124200" y="4017264"/>
              <a:ext cx="5486400" cy="1469136"/>
            </a:xfrm>
            <a:prstGeom prst="rect">
              <a:avLst/>
            </a:prstGeom>
          </p:spPr>
        </p:pic>
        <p:sp>
          <p:nvSpPr>
            <p:cNvPr id="30" name="object 30"/>
            <p:cNvSpPr/>
            <p:nvPr/>
          </p:nvSpPr>
          <p:spPr>
            <a:xfrm>
              <a:off x="3119501" y="4012438"/>
              <a:ext cx="5495925" cy="1478915"/>
            </a:xfrm>
            <a:custGeom>
              <a:avLst/>
              <a:gdLst/>
              <a:ahLst/>
              <a:cxnLst/>
              <a:rect l="l" t="t" r="r" b="b"/>
              <a:pathLst>
                <a:path w="5495925" h="1478914">
                  <a:moveTo>
                    <a:pt x="0" y="1478661"/>
                  </a:moveTo>
                  <a:lnTo>
                    <a:pt x="5495925" y="1478661"/>
                  </a:lnTo>
                  <a:lnTo>
                    <a:pt x="5495925" y="0"/>
                  </a:lnTo>
                  <a:lnTo>
                    <a:pt x="0" y="0"/>
                  </a:lnTo>
                  <a:lnTo>
                    <a:pt x="0" y="1478661"/>
                  </a:lnTo>
                  <a:close/>
                </a:path>
              </a:pathLst>
            </a:custGeom>
            <a:ln w="9525">
              <a:solidFill>
                <a:srgbClr val="222F28"/>
              </a:solidFill>
            </a:ln>
          </p:spPr>
          <p:txBody>
            <a:bodyPr wrap="square" lIns="0" tIns="0" rIns="0" bIns="0" rtlCol="0"/>
            <a:lstStyle/>
            <a:p>
              <a:endParaRPr/>
            </a:p>
          </p:txBody>
        </p:sp>
      </p:grpSp>
      <p:sp>
        <p:nvSpPr>
          <p:cNvPr id="31" name="object 31"/>
          <p:cNvSpPr txBox="1"/>
          <p:nvPr/>
        </p:nvSpPr>
        <p:spPr>
          <a:xfrm>
            <a:off x="3886200" y="5725667"/>
            <a:ext cx="3124200" cy="401320"/>
          </a:xfrm>
          <a:prstGeom prst="rect">
            <a:avLst/>
          </a:prstGeom>
          <a:solidFill>
            <a:srgbClr val="F1F1F1"/>
          </a:solidFill>
          <a:ln w="9525">
            <a:solidFill>
              <a:srgbClr val="222F28"/>
            </a:solidFill>
          </a:ln>
        </p:spPr>
        <p:txBody>
          <a:bodyPr vert="horz" wrap="square" lIns="0" tIns="30480" rIns="0" bIns="0" rtlCol="0">
            <a:spAutoFit/>
          </a:bodyPr>
          <a:lstStyle/>
          <a:p>
            <a:pPr marL="320675">
              <a:lnSpc>
                <a:spcPct val="100000"/>
              </a:lnSpc>
              <a:spcBef>
                <a:spcPts val="240"/>
              </a:spcBef>
            </a:pPr>
            <a:r>
              <a:rPr sz="2000" spc="-10" dirty="0">
                <a:solidFill>
                  <a:srgbClr val="252525"/>
                </a:solidFill>
                <a:latin typeface="Constantia"/>
                <a:cs typeface="Constantia"/>
              </a:rPr>
              <a:t>Common</a:t>
            </a:r>
            <a:r>
              <a:rPr sz="2000" spc="-95" dirty="0">
                <a:solidFill>
                  <a:srgbClr val="252525"/>
                </a:solidFill>
                <a:latin typeface="Constantia"/>
                <a:cs typeface="Constantia"/>
              </a:rPr>
              <a:t> </a:t>
            </a:r>
            <a:r>
              <a:rPr sz="2000" spc="-10" dirty="0">
                <a:solidFill>
                  <a:srgbClr val="252525"/>
                </a:solidFill>
                <a:latin typeface="Constantia"/>
                <a:cs typeface="Constantia"/>
              </a:rPr>
              <a:t>stop</a:t>
            </a:r>
            <a:r>
              <a:rPr sz="2000" spc="-114" dirty="0">
                <a:solidFill>
                  <a:srgbClr val="252525"/>
                </a:solidFill>
                <a:latin typeface="Constantia"/>
                <a:cs typeface="Constantia"/>
              </a:rPr>
              <a:t> </a:t>
            </a:r>
            <a:r>
              <a:rPr sz="2000" spc="-20" dirty="0">
                <a:solidFill>
                  <a:srgbClr val="252525"/>
                </a:solidFill>
                <a:latin typeface="Constantia"/>
                <a:cs typeface="Constantia"/>
              </a:rPr>
              <a:t>words</a:t>
            </a:r>
            <a:endParaRPr sz="2000">
              <a:latin typeface="Constantia"/>
              <a:cs typeface="Constantia"/>
            </a:endParaRPr>
          </a:p>
        </p:txBody>
      </p:sp>
      <p:sp>
        <p:nvSpPr>
          <p:cNvPr id="32" name="object 32"/>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pPr>
            <a:r>
              <a:rPr sz="5400" baseline="6944" dirty="0">
                <a:solidFill>
                  <a:srgbClr val="075A74"/>
                </a:solidFill>
                <a:latin typeface="Arial Black"/>
                <a:cs typeface="Arial Black"/>
              </a:rPr>
              <a:t>+</a:t>
            </a:r>
            <a:r>
              <a:rPr sz="5400" spc="-307" baseline="6944" dirty="0">
                <a:solidFill>
                  <a:srgbClr val="075A74"/>
                </a:solidFill>
                <a:latin typeface="Arial Black"/>
                <a:cs typeface="Arial Black"/>
              </a:rPr>
              <a:t> </a:t>
            </a:r>
            <a:r>
              <a:rPr sz="3600" spc="185" dirty="0"/>
              <a:t>Syntactic</a:t>
            </a:r>
            <a:r>
              <a:rPr sz="3600" spc="330" dirty="0"/>
              <a:t> </a:t>
            </a:r>
            <a:r>
              <a:rPr sz="3600" spc="155" dirty="0"/>
              <a:t>Parsing</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307340" y="148107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pic>
        <p:nvPicPr>
          <p:cNvPr id="5" name="object 5"/>
          <p:cNvPicPr/>
          <p:nvPr/>
        </p:nvPicPr>
        <p:blipFill>
          <a:blip r:embed="rId2" cstate="print"/>
          <a:stretch>
            <a:fillRect/>
          </a:stretch>
        </p:blipFill>
        <p:spPr>
          <a:xfrm>
            <a:off x="548640" y="1441958"/>
            <a:ext cx="1113307" cy="295656"/>
          </a:xfrm>
          <a:prstGeom prst="rect">
            <a:avLst/>
          </a:prstGeom>
        </p:spPr>
      </p:pic>
      <p:grpSp>
        <p:nvGrpSpPr>
          <p:cNvPr id="6" name="object 6"/>
          <p:cNvGrpSpPr/>
          <p:nvPr/>
        </p:nvGrpSpPr>
        <p:grpSpPr>
          <a:xfrm>
            <a:off x="2392933" y="1441958"/>
            <a:ext cx="3554729" cy="295910"/>
            <a:chOff x="2392933" y="1441958"/>
            <a:chExt cx="3554729" cy="295910"/>
          </a:xfrm>
        </p:grpSpPr>
        <p:pic>
          <p:nvPicPr>
            <p:cNvPr id="7" name="object 7"/>
            <p:cNvPicPr/>
            <p:nvPr/>
          </p:nvPicPr>
          <p:blipFill>
            <a:blip r:embed="rId3" cstate="print"/>
            <a:stretch>
              <a:fillRect/>
            </a:stretch>
          </p:blipFill>
          <p:spPr>
            <a:xfrm>
              <a:off x="2392933" y="1441958"/>
              <a:ext cx="830275" cy="295656"/>
            </a:xfrm>
            <a:prstGeom prst="rect">
              <a:avLst/>
            </a:prstGeom>
          </p:spPr>
        </p:pic>
        <p:pic>
          <p:nvPicPr>
            <p:cNvPr id="8" name="object 8"/>
            <p:cNvPicPr/>
            <p:nvPr/>
          </p:nvPicPr>
          <p:blipFill>
            <a:blip r:embed="rId4" cstate="print"/>
            <a:stretch>
              <a:fillRect/>
            </a:stretch>
          </p:blipFill>
          <p:spPr>
            <a:xfrm>
              <a:off x="3164077" y="1441958"/>
              <a:ext cx="386791" cy="295656"/>
            </a:xfrm>
            <a:prstGeom prst="rect">
              <a:avLst/>
            </a:prstGeom>
          </p:spPr>
        </p:pic>
        <p:pic>
          <p:nvPicPr>
            <p:cNvPr id="9" name="object 9"/>
            <p:cNvPicPr/>
            <p:nvPr/>
          </p:nvPicPr>
          <p:blipFill>
            <a:blip r:embed="rId5" cstate="print"/>
            <a:stretch>
              <a:fillRect/>
            </a:stretch>
          </p:blipFill>
          <p:spPr>
            <a:xfrm>
              <a:off x="3499738" y="1441958"/>
              <a:ext cx="1089964" cy="295656"/>
            </a:xfrm>
            <a:prstGeom prst="rect">
              <a:avLst/>
            </a:prstGeom>
          </p:spPr>
        </p:pic>
        <p:pic>
          <p:nvPicPr>
            <p:cNvPr id="10" name="object 10"/>
            <p:cNvPicPr/>
            <p:nvPr/>
          </p:nvPicPr>
          <p:blipFill>
            <a:blip r:embed="rId6" cstate="print"/>
            <a:stretch>
              <a:fillRect/>
            </a:stretch>
          </p:blipFill>
          <p:spPr>
            <a:xfrm>
              <a:off x="4487291" y="1441958"/>
              <a:ext cx="1459991" cy="295656"/>
            </a:xfrm>
            <a:prstGeom prst="rect">
              <a:avLst/>
            </a:prstGeom>
          </p:spPr>
        </p:pic>
      </p:grpSp>
      <p:sp>
        <p:nvSpPr>
          <p:cNvPr id="11" name="object 11"/>
          <p:cNvSpPr txBox="1"/>
          <p:nvPr/>
        </p:nvSpPr>
        <p:spPr>
          <a:xfrm>
            <a:off x="5867780" y="1417065"/>
            <a:ext cx="704215" cy="330835"/>
          </a:xfrm>
          <a:prstGeom prst="rect">
            <a:avLst/>
          </a:prstGeom>
        </p:spPr>
        <p:txBody>
          <a:bodyPr vert="horz" wrap="square" lIns="0" tIns="13335" rIns="0" bIns="0" rtlCol="0">
            <a:spAutoFit/>
          </a:bodyPr>
          <a:lstStyle/>
          <a:p>
            <a:pPr marL="12700">
              <a:lnSpc>
                <a:spcPct val="100000"/>
              </a:lnSpc>
              <a:spcBef>
                <a:spcPts val="105"/>
              </a:spcBef>
            </a:pPr>
            <a:r>
              <a:rPr sz="2000" spc="100" dirty="0">
                <a:solidFill>
                  <a:srgbClr val="252525"/>
                </a:solidFill>
                <a:latin typeface="Cambria"/>
                <a:cs typeface="Cambria"/>
              </a:rPr>
              <a:t>is</a:t>
            </a:r>
            <a:r>
              <a:rPr sz="2000" spc="185"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p:txBody>
      </p:sp>
      <p:pic>
        <p:nvPicPr>
          <p:cNvPr id="12" name="object 12"/>
          <p:cNvPicPr/>
          <p:nvPr/>
        </p:nvPicPr>
        <p:blipFill>
          <a:blip r:embed="rId7" cstate="print"/>
          <a:stretch>
            <a:fillRect/>
          </a:stretch>
        </p:blipFill>
        <p:spPr>
          <a:xfrm>
            <a:off x="6639432" y="1441958"/>
            <a:ext cx="1171003" cy="295656"/>
          </a:xfrm>
          <a:prstGeom prst="rect">
            <a:avLst/>
          </a:prstGeom>
        </p:spPr>
      </p:pic>
      <p:sp>
        <p:nvSpPr>
          <p:cNvPr id="13" name="object 13"/>
          <p:cNvSpPr txBox="1"/>
          <p:nvPr/>
        </p:nvSpPr>
        <p:spPr>
          <a:xfrm>
            <a:off x="535940" y="1873961"/>
            <a:ext cx="608965" cy="331470"/>
          </a:xfrm>
          <a:prstGeom prst="rect">
            <a:avLst/>
          </a:prstGeom>
        </p:spPr>
        <p:txBody>
          <a:bodyPr vert="horz" wrap="square" lIns="0" tIns="13335" rIns="0" bIns="0" rtlCol="0">
            <a:spAutoFit/>
          </a:bodyPr>
          <a:lstStyle/>
          <a:p>
            <a:pPr marL="12700">
              <a:lnSpc>
                <a:spcPct val="100000"/>
              </a:lnSpc>
              <a:spcBef>
                <a:spcPts val="105"/>
              </a:spcBef>
              <a:tabLst>
                <a:tab pos="457200" algn="l"/>
              </a:tabLst>
            </a:pPr>
            <a:r>
              <a:rPr sz="2000" spc="145" dirty="0">
                <a:solidFill>
                  <a:srgbClr val="252525"/>
                </a:solidFill>
                <a:latin typeface="Cambria"/>
                <a:cs typeface="Cambria"/>
              </a:rPr>
              <a:t>of</a:t>
            </a:r>
            <a:r>
              <a:rPr sz="2000"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p:txBody>
      </p:sp>
      <p:pic>
        <p:nvPicPr>
          <p:cNvPr id="14" name="object 14"/>
          <p:cNvPicPr/>
          <p:nvPr/>
        </p:nvPicPr>
        <p:blipFill>
          <a:blip r:embed="rId8" cstate="print"/>
          <a:stretch>
            <a:fillRect/>
          </a:stretch>
        </p:blipFill>
        <p:spPr>
          <a:xfrm>
            <a:off x="1323086" y="1898853"/>
            <a:ext cx="874776" cy="295960"/>
          </a:xfrm>
          <a:prstGeom prst="rect">
            <a:avLst/>
          </a:prstGeom>
        </p:spPr>
      </p:pic>
      <p:pic>
        <p:nvPicPr>
          <p:cNvPr id="15" name="object 15"/>
          <p:cNvPicPr/>
          <p:nvPr/>
        </p:nvPicPr>
        <p:blipFill>
          <a:blip r:embed="rId9" cstate="print"/>
          <a:stretch>
            <a:fillRect/>
          </a:stretch>
        </p:blipFill>
        <p:spPr>
          <a:xfrm>
            <a:off x="4568063" y="1898853"/>
            <a:ext cx="477520" cy="295960"/>
          </a:xfrm>
          <a:prstGeom prst="rect">
            <a:avLst/>
          </a:prstGeom>
        </p:spPr>
      </p:pic>
      <p:pic>
        <p:nvPicPr>
          <p:cNvPr id="16" name="object 16"/>
          <p:cNvPicPr/>
          <p:nvPr/>
        </p:nvPicPr>
        <p:blipFill>
          <a:blip r:embed="rId10" cstate="print"/>
          <a:stretch>
            <a:fillRect/>
          </a:stretch>
        </p:blipFill>
        <p:spPr>
          <a:xfrm>
            <a:off x="5116703" y="1898853"/>
            <a:ext cx="386334" cy="295960"/>
          </a:xfrm>
          <a:prstGeom prst="rect">
            <a:avLst/>
          </a:prstGeom>
        </p:spPr>
      </p:pic>
      <p:grpSp>
        <p:nvGrpSpPr>
          <p:cNvPr id="17" name="object 17"/>
          <p:cNvGrpSpPr/>
          <p:nvPr/>
        </p:nvGrpSpPr>
        <p:grpSpPr>
          <a:xfrm>
            <a:off x="5564759" y="1898853"/>
            <a:ext cx="2176145" cy="296545"/>
            <a:chOff x="5564759" y="1898853"/>
            <a:chExt cx="2176145" cy="296545"/>
          </a:xfrm>
        </p:grpSpPr>
        <p:pic>
          <p:nvPicPr>
            <p:cNvPr id="18" name="object 18"/>
            <p:cNvPicPr/>
            <p:nvPr/>
          </p:nvPicPr>
          <p:blipFill>
            <a:blip r:embed="rId11" cstate="print"/>
            <a:stretch>
              <a:fillRect/>
            </a:stretch>
          </p:blipFill>
          <p:spPr>
            <a:xfrm>
              <a:off x="5564759" y="1898853"/>
              <a:ext cx="1398905" cy="295960"/>
            </a:xfrm>
            <a:prstGeom prst="rect">
              <a:avLst/>
            </a:prstGeom>
          </p:spPr>
        </p:pic>
        <p:pic>
          <p:nvPicPr>
            <p:cNvPr id="19" name="object 19"/>
            <p:cNvPicPr/>
            <p:nvPr/>
          </p:nvPicPr>
          <p:blipFill>
            <a:blip r:embed="rId12" cstate="print"/>
            <a:stretch>
              <a:fillRect/>
            </a:stretch>
          </p:blipFill>
          <p:spPr>
            <a:xfrm>
              <a:off x="6977761" y="1898853"/>
              <a:ext cx="762609" cy="295960"/>
            </a:xfrm>
            <a:prstGeom prst="rect">
              <a:avLst/>
            </a:prstGeom>
          </p:spPr>
        </p:pic>
      </p:grpSp>
      <p:pic>
        <p:nvPicPr>
          <p:cNvPr id="20" name="object 20"/>
          <p:cNvPicPr/>
          <p:nvPr/>
        </p:nvPicPr>
        <p:blipFill>
          <a:blip r:embed="rId13" cstate="print"/>
          <a:stretch>
            <a:fillRect/>
          </a:stretch>
        </p:blipFill>
        <p:spPr>
          <a:xfrm>
            <a:off x="548640" y="2356739"/>
            <a:ext cx="2114956" cy="295655"/>
          </a:xfrm>
          <a:prstGeom prst="rect">
            <a:avLst/>
          </a:prstGeom>
        </p:spPr>
      </p:pic>
      <p:sp>
        <p:nvSpPr>
          <p:cNvPr id="21" name="object 21"/>
          <p:cNvSpPr txBox="1"/>
          <p:nvPr/>
        </p:nvSpPr>
        <p:spPr>
          <a:xfrm>
            <a:off x="1589277" y="1265761"/>
            <a:ext cx="3371215" cy="1397000"/>
          </a:xfrm>
          <a:prstGeom prst="rect">
            <a:avLst/>
          </a:prstGeom>
        </p:spPr>
        <p:txBody>
          <a:bodyPr vert="horz" wrap="square" lIns="0" tIns="164465" rIns="0" bIns="0" rtlCol="0">
            <a:spAutoFit/>
          </a:bodyPr>
          <a:lstStyle/>
          <a:p>
            <a:pPr marL="12700">
              <a:lnSpc>
                <a:spcPct val="100000"/>
              </a:lnSpc>
              <a:spcBef>
                <a:spcPts val="1295"/>
              </a:spcBef>
            </a:pPr>
            <a:r>
              <a:rPr sz="2000" spc="105" dirty="0">
                <a:solidFill>
                  <a:srgbClr val="252525"/>
                </a:solidFill>
                <a:latin typeface="Cambria"/>
                <a:cs typeface="Cambria"/>
              </a:rPr>
              <a:t>in</a:t>
            </a:r>
            <a:r>
              <a:rPr sz="2000" spc="175" dirty="0">
                <a:solidFill>
                  <a:srgbClr val="252525"/>
                </a:solidFill>
                <a:latin typeface="Cambria"/>
                <a:cs typeface="Cambria"/>
              </a:rPr>
              <a:t> </a:t>
            </a:r>
            <a:r>
              <a:rPr sz="2000" spc="80" dirty="0">
                <a:solidFill>
                  <a:srgbClr val="252525"/>
                </a:solidFill>
                <a:latin typeface="Cambria"/>
                <a:cs typeface="Cambria"/>
              </a:rPr>
              <a:t>the</a:t>
            </a:r>
            <a:endParaRPr sz="2000" dirty="0">
              <a:latin typeface="Cambria"/>
              <a:cs typeface="Cambria"/>
            </a:endParaRPr>
          </a:p>
          <a:p>
            <a:pPr marL="673735">
              <a:lnSpc>
                <a:spcPct val="100000"/>
              </a:lnSpc>
              <a:spcBef>
                <a:spcPts val="1200"/>
              </a:spcBef>
              <a:tabLst>
                <a:tab pos="1120140" algn="l"/>
                <a:tab pos="1786889" algn="l"/>
                <a:tab pos="2649220" algn="l"/>
              </a:tabLst>
            </a:pPr>
            <a:r>
              <a:rPr sz="2000" spc="145" dirty="0">
                <a:solidFill>
                  <a:srgbClr val="252525"/>
                </a:solidFill>
                <a:latin typeface="Cambria"/>
                <a:cs typeface="Cambria"/>
              </a:rPr>
              <a:t>of</a:t>
            </a:r>
            <a:r>
              <a:rPr sz="2000" dirty="0">
                <a:solidFill>
                  <a:srgbClr val="252525"/>
                </a:solidFill>
                <a:latin typeface="Cambria"/>
                <a:cs typeface="Cambria"/>
              </a:rPr>
              <a:t>	</a:t>
            </a:r>
            <a:r>
              <a:rPr sz="2000" spc="85" dirty="0">
                <a:solidFill>
                  <a:srgbClr val="252525"/>
                </a:solidFill>
                <a:latin typeface="Cambria"/>
                <a:cs typeface="Cambria"/>
              </a:rPr>
              <a:t>text</a:t>
            </a:r>
            <a:r>
              <a:rPr sz="2000" dirty="0">
                <a:solidFill>
                  <a:srgbClr val="252525"/>
                </a:solidFill>
                <a:latin typeface="Cambria"/>
                <a:cs typeface="Cambria"/>
              </a:rPr>
              <a:t>	</a:t>
            </a:r>
            <a:r>
              <a:rPr sz="2000" spc="120" dirty="0">
                <a:solidFill>
                  <a:srgbClr val="252525"/>
                </a:solidFill>
                <a:latin typeface="Cambria"/>
                <a:cs typeface="Cambria"/>
              </a:rPr>
              <a:t>using</a:t>
            </a:r>
            <a:r>
              <a:rPr sz="2000" dirty="0">
                <a:solidFill>
                  <a:srgbClr val="252525"/>
                </a:solidFill>
                <a:latin typeface="Cambria"/>
                <a:cs typeface="Cambria"/>
              </a:rPr>
              <a:t>	</a:t>
            </a:r>
            <a:r>
              <a:rPr sz="2000" spc="55" dirty="0">
                <a:solidFill>
                  <a:srgbClr val="252525"/>
                </a:solidFill>
                <a:latin typeface="Cambria"/>
                <a:cs typeface="Cambria"/>
              </a:rPr>
              <a:t>a</a:t>
            </a:r>
            <a:endParaRPr sz="2000" dirty="0">
              <a:latin typeface="Cambria"/>
              <a:cs typeface="Cambria"/>
            </a:endParaRPr>
          </a:p>
          <a:p>
            <a:pPr marL="1057910">
              <a:lnSpc>
                <a:spcPct val="100000"/>
              </a:lnSpc>
              <a:spcBef>
                <a:spcPts val="1200"/>
              </a:spcBef>
              <a:tabLst>
                <a:tab pos="2391410" algn="l"/>
                <a:tab pos="2774315" algn="l"/>
              </a:tabLst>
            </a:pPr>
            <a:r>
              <a:rPr sz="2000" spc="100" dirty="0">
                <a:solidFill>
                  <a:srgbClr val="252525"/>
                </a:solidFill>
                <a:latin typeface="Cambria"/>
                <a:cs typeface="Cambria"/>
              </a:rPr>
              <a:t>according</a:t>
            </a:r>
            <a:r>
              <a:rPr sz="2000" dirty="0">
                <a:solidFill>
                  <a:srgbClr val="252525"/>
                </a:solidFill>
                <a:latin typeface="Cambria"/>
                <a:cs typeface="Cambria"/>
              </a:rPr>
              <a:t>	</a:t>
            </a:r>
            <a:r>
              <a:rPr sz="2000" spc="90" dirty="0">
                <a:solidFill>
                  <a:srgbClr val="252525"/>
                </a:solidFill>
                <a:latin typeface="Cambria"/>
                <a:cs typeface="Cambria"/>
              </a:rPr>
              <a:t>to</a:t>
            </a:r>
            <a:r>
              <a:rPr sz="2000" dirty="0">
                <a:solidFill>
                  <a:srgbClr val="252525"/>
                </a:solidFill>
                <a:latin typeface="Cambria"/>
                <a:cs typeface="Cambria"/>
              </a:rPr>
              <a:t>	</a:t>
            </a:r>
            <a:r>
              <a:rPr sz="2000" spc="75" dirty="0">
                <a:solidFill>
                  <a:srgbClr val="252525"/>
                </a:solidFill>
                <a:latin typeface="Cambria"/>
                <a:cs typeface="Cambria"/>
              </a:rPr>
              <a:t>their</a:t>
            </a:r>
            <a:endParaRPr sz="2000" dirty="0">
              <a:latin typeface="Cambria"/>
              <a:cs typeface="Cambria"/>
            </a:endParaRPr>
          </a:p>
        </p:txBody>
      </p:sp>
      <p:pic>
        <p:nvPicPr>
          <p:cNvPr id="22" name="object 22"/>
          <p:cNvPicPr/>
          <p:nvPr/>
        </p:nvPicPr>
        <p:blipFill>
          <a:blip r:embed="rId14" cstate="print"/>
          <a:stretch>
            <a:fillRect/>
          </a:stretch>
        </p:blipFill>
        <p:spPr>
          <a:xfrm>
            <a:off x="5077078" y="2356739"/>
            <a:ext cx="1263561" cy="295655"/>
          </a:xfrm>
          <a:prstGeom prst="rect">
            <a:avLst/>
          </a:prstGeom>
        </p:spPr>
      </p:pic>
      <p:sp>
        <p:nvSpPr>
          <p:cNvPr id="23" name="object 23"/>
          <p:cNvSpPr txBox="1"/>
          <p:nvPr/>
        </p:nvSpPr>
        <p:spPr>
          <a:xfrm>
            <a:off x="6331077" y="1721668"/>
            <a:ext cx="1362710" cy="941069"/>
          </a:xfrm>
          <a:prstGeom prst="rect">
            <a:avLst/>
          </a:prstGeom>
        </p:spPr>
        <p:txBody>
          <a:bodyPr vert="horz" wrap="square" lIns="0" tIns="165735" rIns="0" bIns="0" rtlCol="0">
            <a:spAutoFit/>
          </a:bodyPr>
          <a:lstStyle/>
          <a:p>
            <a:pPr marR="5080" algn="r">
              <a:lnSpc>
                <a:spcPct val="100000"/>
              </a:lnSpc>
              <a:spcBef>
                <a:spcPts val="1305"/>
              </a:spcBef>
            </a:pPr>
            <a:r>
              <a:rPr sz="2000" spc="65" dirty="0">
                <a:solidFill>
                  <a:srgbClr val="252525"/>
                </a:solidFill>
                <a:latin typeface="Cambria"/>
                <a:cs typeface="Cambria"/>
              </a:rPr>
              <a:t>,</a:t>
            </a:r>
            <a:endParaRPr sz="2000">
              <a:latin typeface="Cambria"/>
              <a:cs typeface="Cambria"/>
            </a:endParaRPr>
          </a:p>
          <a:p>
            <a:pPr marR="8255" algn="r">
              <a:lnSpc>
                <a:spcPct val="100000"/>
              </a:lnSpc>
              <a:spcBef>
                <a:spcPts val="1200"/>
              </a:spcBef>
              <a:tabLst>
                <a:tab pos="1081405" algn="l"/>
              </a:tabLst>
            </a:pPr>
            <a:r>
              <a:rPr sz="2000" spc="80" dirty="0">
                <a:solidFill>
                  <a:srgbClr val="252525"/>
                </a:solidFill>
                <a:latin typeface="Cambria"/>
                <a:cs typeface="Cambria"/>
              </a:rPr>
              <a:t>relation</a:t>
            </a:r>
            <a:r>
              <a:rPr sz="2000" dirty="0">
                <a:solidFill>
                  <a:srgbClr val="252525"/>
                </a:solidFill>
                <a:latin typeface="Cambria"/>
                <a:cs typeface="Cambria"/>
              </a:rPr>
              <a:t>	</a:t>
            </a:r>
            <a:r>
              <a:rPr sz="2000" spc="90" dirty="0">
                <a:solidFill>
                  <a:srgbClr val="252525"/>
                </a:solidFill>
                <a:latin typeface="Cambria"/>
                <a:cs typeface="Cambria"/>
              </a:rPr>
              <a:t>to</a:t>
            </a:r>
            <a:endParaRPr sz="2000">
              <a:latin typeface="Cambria"/>
              <a:cs typeface="Cambria"/>
            </a:endParaRPr>
          </a:p>
        </p:txBody>
      </p:sp>
      <p:sp>
        <p:nvSpPr>
          <p:cNvPr id="24" name="object 24"/>
          <p:cNvSpPr txBox="1"/>
          <p:nvPr/>
        </p:nvSpPr>
        <p:spPr>
          <a:xfrm>
            <a:off x="535940" y="2789047"/>
            <a:ext cx="1391920" cy="330835"/>
          </a:xfrm>
          <a:prstGeom prst="rect">
            <a:avLst/>
          </a:prstGeom>
        </p:spPr>
        <p:txBody>
          <a:bodyPr vert="horz" wrap="square" lIns="0" tIns="13335" rIns="0" bIns="0" rtlCol="0">
            <a:spAutoFit/>
          </a:bodyPr>
          <a:lstStyle/>
          <a:p>
            <a:pPr marL="12700">
              <a:lnSpc>
                <a:spcPct val="100000"/>
              </a:lnSpc>
              <a:spcBef>
                <a:spcPts val="105"/>
              </a:spcBef>
            </a:pPr>
            <a:r>
              <a:rPr sz="2000" spc="120" dirty="0">
                <a:solidFill>
                  <a:srgbClr val="252525"/>
                </a:solidFill>
                <a:latin typeface="Cambria"/>
                <a:cs typeface="Cambria"/>
              </a:rPr>
              <a:t>each</a:t>
            </a:r>
            <a:r>
              <a:rPr sz="2000" spc="165" dirty="0">
                <a:solidFill>
                  <a:srgbClr val="252525"/>
                </a:solidFill>
                <a:latin typeface="Cambria"/>
                <a:cs typeface="Cambria"/>
              </a:rPr>
              <a:t> </a:t>
            </a:r>
            <a:r>
              <a:rPr sz="2000" spc="90" dirty="0">
                <a:solidFill>
                  <a:srgbClr val="252525"/>
                </a:solidFill>
                <a:latin typeface="Cambria"/>
                <a:cs typeface="Cambria"/>
              </a:rPr>
              <a:t>other.</a:t>
            </a:r>
            <a:endParaRPr sz="2000">
              <a:latin typeface="Cambria"/>
              <a:cs typeface="Cambria"/>
            </a:endParaRPr>
          </a:p>
        </p:txBody>
      </p:sp>
      <p:sp>
        <p:nvSpPr>
          <p:cNvPr id="25" name="object 25"/>
          <p:cNvSpPr txBox="1"/>
          <p:nvPr/>
        </p:nvSpPr>
        <p:spPr>
          <a:xfrm>
            <a:off x="307340" y="3349218"/>
            <a:ext cx="1843405" cy="939800"/>
          </a:xfrm>
          <a:prstGeom prst="rect">
            <a:avLst/>
          </a:prstGeom>
        </p:spPr>
        <p:txBody>
          <a:bodyPr vert="horz" wrap="square" lIns="0" tIns="12700" rIns="0" bIns="0" rtlCol="0">
            <a:spAutoFit/>
          </a:bodyPr>
          <a:lstStyle/>
          <a:p>
            <a:pPr marL="241300" marR="5080" indent="-228600">
              <a:lnSpc>
                <a:spcPct val="150000"/>
              </a:lnSpc>
              <a:spcBef>
                <a:spcPts val="100"/>
              </a:spcBef>
              <a:buClr>
                <a:srgbClr val="006F57"/>
              </a:buClr>
              <a:buSzPct val="75000"/>
              <a:buFont typeface="Wingdings"/>
              <a:buChar char=""/>
              <a:tabLst>
                <a:tab pos="241300" algn="l"/>
              </a:tabLst>
            </a:pPr>
            <a:r>
              <a:rPr sz="2000" spc="130" dirty="0">
                <a:solidFill>
                  <a:srgbClr val="252525"/>
                </a:solidFill>
                <a:latin typeface="Cambria"/>
                <a:cs typeface="Cambria"/>
              </a:rPr>
              <a:t>Only</a:t>
            </a:r>
            <a:r>
              <a:rPr sz="2000" spc="375" dirty="0">
                <a:solidFill>
                  <a:srgbClr val="252525"/>
                </a:solidFill>
                <a:latin typeface="Cambria"/>
                <a:cs typeface="Cambria"/>
              </a:rPr>
              <a:t> </a:t>
            </a:r>
            <a:r>
              <a:rPr sz="2000" spc="125" dirty="0">
                <a:solidFill>
                  <a:srgbClr val="252525"/>
                </a:solidFill>
                <a:latin typeface="Cambria"/>
                <a:cs typeface="Cambria"/>
              </a:rPr>
              <a:t>using</a:t>
            </a:r>
            <a:r>
              <a:rPr sz="2000" spc="370" dirty="0">
                <a:solidFill>
                  <a:srgbClr val="252525"/>
                </a:solidFill>
                <a:latin typeface="Cambria"/>
                <a:cs typeface="Cambria"/>
              </a:rPr>
              <a:t> </a:t>
            </a:r>
            <a:r>
              <a:rPr sz="2000" spc="55" dirty="0">
                <a:solidFill>
                  <a:srgbClr val="252525"/>
                </a:solidFill>
                <a:latin typeface="Cambria"/>
                <a:cs typeface="Cambria"/>
              </a:rPr>
              <a:t>a </a:t>
            </a:r>
            <a:r>
              <a:rPr sz="2000" spc="100" dirty="0">
                <a:solidFill>
                  <a:srgbClr val="252525"/>
                </a:solidFill>
                <a:latin typeface="Cambria"/>
                <a:cs typeface="Cambria"/>
              </a:rPr>
              <a:t>an</a:t>
            </a:r>
            <a:endParaRPr sz="2000">
              <a:latin typeface="Cambria"/>
              <a:cs typeface="Cambria"/>
            </a:endParaRPr>
          </a:p>
        </p:txBody>
      </p:sp>
      <p:pic>
        <p:nvPicPr>
          <p:cNvPr id="26" name="object 26"/>
          <p:cNvPicPr/>
          <p:nvPr/>
        </p:nvPicPr>
        <p:blipFill>
          <a:blip r:embed="rId15" cstate="print"/>
          <a:stretch>
            <a:fillRect/>
          </a:stretch>
        </p:blipFill>
        <p:spPr>
          <a:xfrm>
            <a:off x="2240533" y="3525901"/>
            <a:ext cx="1397254" cy="295656"/>
          </a:xfrm>
          <a:prstGeom prst="rect">
            <a:avLst/>
          </a:prstGeom>
        </p:spPr>
      </p:pic>
      <p:sp>
        <p:nvSpPr>
          <p:cNvPr id="27" name="object 27"/>
          <p:cNvSpPr txBox="1"/>
          <p:nvPr/>
        </p:nvSpPr>
        <p:spPr>
          <a:xfrm>
            <a:off x="3450463" y="3501009"/>
            <a:ext cx="93345" cy="330835"/>
          </a:xfrm>
          <a:prstGeom prst="rect">
            <a:avLst/>
          </a:prstGeom>
        </p:spPr>
        <p:txBody>
          <a:bodyPr vert="horz" wrap="square" lIns="0" tIns="13335" rIns="0" bIns="0" rtlCol="0">
            <a:spAutoFit/>
          </a:bodyPr>
          <a:lstStyle/>
          <a:p>
            <a:pPr marL="12700">
              <a:lnSpc>
                <a:spcPct val="100000"/>
              </a:lnSpc>
              <a:spcBef>
                <a:spcPts val="105"/>
              </a:spcBef>
            </a:pPr>
            <a:r>
              <a:rPr sz="2000" spc="65" dirty="0">
                <a:solidFill>
                  <a:srgbClr val="252525"/>
                </a:solidFill>
                <a:latin typeface="Cambria"/>
                <a:cs typeface="Cambria"/>
              </a:rPr>
              <a:t>,</a:t>
            </a:r>
            <a:endParaRPr sz="2000">
              <a:latin typeface="Cambria"/>
              <a:cs typeface="Cambria"/>
            </a:endParaRPr>
          </a:p>
        </p:txBody>
      </p:sp>
      <p:pic>
        <p:nvPicPr>
          <p:cNvPr id="28" name="object 28"/>
          <p:cNvPicPr/>
          <p:nvPr/>
        </p:nvPicPr>
        <p:blipFill>
          <a:blip r:embed="rId16" cstate="print"/>
          <a:stretch>
            <a:fillRect/>
          </a:stretch>
        </p:blipFill>
        <p:spPr>
          <a:xfrm>
            <a:off x="3630803" y="3525901"/>
            <a:ext cx="1116444" cy="295656"/>
          </a:xfrm>
          <a:prstGeom prst="rect">
            <a:avLst/>
          </a:prstGeom>
        </p:spPr>
      </p:pic>
      <p:grpSp>
        <p:nvGrpSpPr>
          <p:cNvPr id="29" name="object 29"/>
          <p:cNvGrpSpPr/>
          <p:nvPr/>
        </p:nvGrpSpPr>
        <p:grpSpPr>
          <a:xfrm>
            <a:off x="1021080" y="3983101"/>
            <a:ext cx="2956560" cy="295910"/>
            <a:chOff x="1021080" y="3983101"/>
            <a:chExt cx="2956560" cy="295910"/>
          </a:xfrm>
        </p:grpSpPr>
        <p:pic>
          <p:nvPicPr>
            <p:cNvPr id="30" name="object 30"/>
            <p:cNvPicPr/>
            <p:nvPr/>
          </p:nvPicPr>
          <p:blipFill>
            <a:blip r:embed="rId17" cstate="print"/>
            <a:stretch>
              <a:fillRect/>
            </a:stretch>
          </p:blipFill>
          <p:spPr>
            <a:xfrm>
              <a:off x="1021080" y="3983101"/>
              <a:ext cx="1354963" cy="295656"/>
            </a:xfrm>
            <a:prstGeom prst="rect">
              <a:avLst/>
            </a:prstGeom>
          </p:spPr>
        </p:pic>
        <p:pic>
          <p:nvPicPr>
            <p:cNvPr id="31" name="object 31"/>
            <p:cNvPicPr/>
            <p:nvPr/>
          </p:nvPicPr>
          <p:blipFill>
            <a:blip r:embed="rId18" cstate="print"/>
            <a:stretch>
              <a:fillRect/>
            </a:stretch>
          </p:blipFill>
          <p:spPr>
            <a:xfrm>
              <a:off x="2414269" y="3983101"/>
              <a:ext cx="1563243" cy="295656"/>
            </a:xfrm>
            <a:prstGeom prst="rect">
              <a:avLst/>
            </a:prstGeom>
          </p:spPr>
        </p:pic>
      </p:grpSp>
      <p:grpSp>
        <p:nvGrpSpPr>
          <p:cNvPr id="32" name="object 32"/>
          <p:cNvGrpSpPr/>
          <p:nvPr/>
        </p:nvGrpSpPr>
        <p:grpSpPr>
          <a:xfrm>
            <a:off x="4022471" y="3983101"/>
            <a:ext cx="1630680" cy="295910"/>
            <a:chOff x="4022471" y="3983101"/>
            <a:chExt cx="1630680" cy="295910"/>
          </a:xfrm>
        </p:grpSpPr>
        <p:pic>
          <p:nvPicPr>
            <p:cNvPr id="33" name="object 33"/>
            <p:cNvPicPr/>
            <p:nvPr/>
          </p:nvPicPr>
          <p:blipFill>
            <a:blip r:embed="rId19" cstate="print"/>
            <a:stretch>
              <a:fillRect/>
            </a:stretch>
          </p:blipFill>
          <p:spPr>
            <a:xfrm>
              <a:off x="4022471" y="3983101"/>
              <a:ext cx="852220" cy="295656"/>
            </a:xfrm>
            <a:prstGeom prst="rect">
              <a:avLst/>
            </a:prstGeom>
          </p:spPr>
        </p:pic>
        <p:pic>
          <p:nvPicPr>
            <p:cNvPr id="34" name="object 34"/>
            <p:cNvPicPr/>
            <p:nvPr/>
          </p:nvPicPr>
          <p:blipFill>
            <a:blip r:embed="rId20" cstate="print"/>
            <a:stretch>
              <a:fillRect/>
            </a:stretch>
          </p:blipFill>
          <p:spPr>
            <a:xfrm>
              <a:off x="4906391" y="3983101"/>
              <a:ext cx="746150" cy="295656"/>
            </a:xfrm>
            <a:prstGeom prst="rect">
              <a:avLst/>
            </a:prstGeom>
          </p:spPr>
        </p:pic>
      </p:grpSp>
      <p:grpSp>
        <p:nvGrpSpPr>
          <p:cNvPr id="35" name="object 35"/>
          <p:cNvGrpSpPr/>
          <p:nvPr/>
        </p:nvGrpSpPr>
        <p:grpSpPr>
          <a:xfrm>
            <a:off x="548640" y="4440301"/>
            <a:ext cx="2937510" cy="295910"/>
            <a:chOff x="548640" y="4440301"/>
            <a:chExt cx="2937510" cy="295910"/>
          </a:xfrm>
        </p:grpSpPr>
        <p:pic>
          <p:nvPicPr>
            <p:cNvPr id="36" name="object 36"/>
            <p:cNvPicPr/>
            <p:nvPr/>
          </p:nvPicPr>
          <p:blipFill>
            <a:blip r:embed="rId21" cstate="print"/>
            <a:stretch>
              <a:fillRect/>
            </a:stretch>
          </p:blipFill>
          <p:spPr>
            <a:xfrm>
              <a:off x="548640" y="4440301"/>
              <a:ext cx="1544828" cy="295656"/>
            </a:xfrm>
            <a:prstGeom prst="rect">
              <a:avLst/>
            </a:prstGeom>
          </p:spPr>
        </p:pic>
        <p:pic>
          <p:nvPicPr>
            <p:cNvPr id="37" name="object 37"/>
            <p:cNvPicPr/>
            <p:nvPr/>
          </p:nvPicPr>
          <p:blipFill>
            <a:blip r:embed="rId22" cstate="print"/>
            <a:stretch>
              <a:fillRect/>
            </a:stretch>
          </p:blipFill>
          <p:spPr>
            <a:xfrm>
              <a:off x="2037842" y="4440301"/>
              <a:ext cx="1447800" cy="295656"/>
            </a:xfrm>
            <a:prstGeom prst="rect">
              <a:avLst/>
            </a:prstGeom>
          </p:spPr>
        </p:pic>
      </p:grpSp>
      <p:sp>
        <p:nvSpPr>
          <p:cNvPr id="38" name="object 38"/>
          <p:cNvSpPr txBox="1"/>
          <p:nvPr/>
        </p:nvSpPr>
        <p:spPr>
          <a:xfrm>
            <a:off x="3401695" y="4415409"/>
            <a:ext cx="282575" cy="330835"/>
          </a:xfrm>
          <a:prstGeom prst="rect">
            <a:avLst/>
          </a:prstGeom>
        </p:spPr>
        <p:txBody>
          <a:bodyPr vert="horz" wrap="square" lIns="0" tIns="12700" rIns="0" bIns="0" rtlCol="0">
            <a:spAutoFit/>
          </a:bodyPr>
          <a:lstStyle/>
          <a:p>
            <a:pPr marL="12700">
              <a:lnSpc>
                <a:spcPct val="100000"/>
              </a:lnSpc>
              <a:spcBef>
                <a:spcPts val="100"/>
              </a:spcBef>
            </a:pPr>
            <a:r>
              <a:rPr sz="2000" spc="145" dirty="0">
                <a:solidFill>
                  <a:srgbClr val="252525"/>
                </a:solidFill>
                <a:latin typeface="Cambria"/>
                <a:cs typeface="Cambria"/>
              </a:rPr>
              <a:t>of</a:t>
            </a:r>
            <a:endParaRPr sz="2000">
              <a:latin typeface="Cambria"/>
              <a:cs typeface="Cambria"/>
            </a:endParaRPr>
          </a:p>
        </p:txBody>
      </p:sp>
      <p:grpSp>
        <p:nvGrpSpPr>
          <p:cNvPr id="39" name="object 39"/>
          <p:cNvGrpSpPr/>
          <p:nvPr/>
        </p:nvGrpSpPr>
        <p:grpSpPr>
          <a:xfrm>
            <a:off x="3748151" y="4440301"/>
            <a:ext cx="2449830" cy="295910"/>
            <a:chOff x="3748151" y="4440301"/>
            <a:chExt cx="2449830" cy="295910"/>
          </a:xfrm>
        </p:grpSpPr>
        <p:pic>
          <p:nvPicPr>
            <p:cNvPr id="40" name="object 40"/>
            <p:cNvPicPr/>
            <p:nvPr/>
          </p:nvPicPr>
          <p:blipFill>
            <a:blip r:embed="rId23" cstate="print"/>
            <a:stretch>
              <a:fillRect/>
            </a:stretch>
          </p:blipFill>
          <p:spPr>
            <a:xfrm>
              <a:off x="3748151" y="4440301"/>
              <a:ext cx="1091793" cy="295656"/>
            </a:xfrm>
            <a:prstGeom prst="rect">
              <a:avLst/>
            </a:prstGeom>
          </p:spPr>
        </p:pic>
        <p:pic>
          <p:nvPicPr>
            <p:cNvPr id="41" name="object 41"/>
            <p:cNvPicPr/>
            <p:nvPr/>
          </p:nvPicPr>
          <p:blipFill>
            <a:blip r:embed="rId24" cstate="print"/>
            <a:stretch>
              <a:fillRect/>
            </a:stretch>
          </p:blipFill>
          <p:spPr>
            <a:xfrm>
              <a:off x="4732655" y="4440301"/>
              <a:ext cx="1465072" cy="295656"/>
            </a:xfrm>
            <a:prstGeom prst="rect">
              <a:avLst/>
            </a:prstGeom>
          </p:spPr>
        </p:pic>
      </p:grpSp>
      <p:sp>
        <p:nvSpPr>
          <p:cNvPr id="42" name="object 42"/>
          <p:cNvSpPr txBox="1"/>
          <p:nvPr/>
        </p:nvSpPr>
        <p:spPr>
          <a:xfrm>
            <a:off x="4697095" y="3349218"/>
            <a:ext cx="2994660" cy="1397000"/>
          </a:xfrm>
          <a:prstGeom prst="rect">
            <a:avLst/>
          </a:prstGeom>
        </p:spPr>
        <p:txBody>
          <a:bodyPr vert="horz" wrap="square" lIns="0" tIns="165100" rIns="0" bIns="0" rtlCol="0">
            <a:spAutoFit/>
          </a:bodyPr>
          <a:lstStyle/>
          <a:p>
            <a:pPr marR="5080" algn="r">
              <a:lnSpc>
                <a:spcPct val="100000"/>
              </a:lnSpc>
              <a:spcBef>
                <a:spcPts val="1300"/>
              </a:spcBef>
            </a:pPr>
            <a:r>
              <a:rPr sz="2000" spc="114" dirty="0">
                <a:solidFill>
                  <a:srgbClr val="252525"/>
                </a:solidFill>
                <a:latin typeface="Cambria"/>
                <a:cs typeface="Cambria"/>
              </a:rPr>
              <a:t>can</a:t>
            </a:r>
            <a:r>
              <a:rPr sz="2000" spc="380" dirty="0">
                <a:solidFill>
                  <a:srgbClr val="252525"/>
                </a:solidFill>
                <a:latin typeface="Cambria"/>
                <a:cs typeface="Cambria"/>
              </a:rPr>
              <a:t> </a:t>
            </a:r>
            <a:r>
              <a:rPr sz="2000" spc="100" dirty="0">
                <a:solidFill>
                  <a:srgbClr val="252525"/>
                </a:solidFill>
                <a:latin typeface="Cambria"/>
                <a:cs typeface="Cambria"/>
              </a:rPr>
              <a:t>potentially</a:t>
            </a:r>
            <a:r>
              <a:rPr sz="2000" spc="390" dirty="0">
                <a:solidFill>
                  <a:srgbClr val="252525"/>
                </a:solidFill>
                <a:latin typeface="Cambria"/>
                <a:cs typeface="Cambria"/>
              </a:rPr>
              <a:t> </a:t>
            </a:r>
            <a:r>
              <a:rPr sz="2000" spc="105" dirty="0">
                <a:solidFill>
                  <a:srgbClr val="252525"/>
                </a:solidFill>
                <a:latin typeface="Cambria"/>
                <a:cs typeface="Cambria"/>
              </a:rPr>
              <a:t>produce</a:t>
            </a:r>
            <a:endParaRPr sz="2000">
              <a:latin typeface="Cambria"/>
              <a:cs typeface="Cambria"/>
            </a:endParaRPr>
          </a:p>
          <a:p>
            <a:pPr marR="6350" algn="r">
              <a:lnSpc>
                <a:spcPct val="100000"/>
              </a:lnSpc>
              <a:spcBef>
                <a:spcPts val="1200"/>
              </a:spcBef>
              <a:tabLst>
                <a:tab pos="1153160" algn="l"/>
                <a:tab pos="1581785" algn="l"/>
              </a:tabLst>
            </a:pPr>
            <a:r>
              <a:rPr sz="2000" spc="100" dirty="0">
                <a:solidFill>
                  <a:srgbClr val="252525"/>
                </a:solidFill>
                <a:latin typeface="Cambria"/>
                <a:cs typeface="Cambria"/>
              </a:rPr>
              <a:t>because</a:t>
            </a:r>
            <a:r>
              <a:rPr sz="2000" dirty="0">
                <a:solidFill>
                  <a:srgbClr val="252525"/>
                </a:solidFill>
                <a:latin typeface="Cambria"/>
                <a:cs typeface="Cambria"/>
              </a:rPr>
              <a:t>	</a:t>
            </a:r>
            <a:r>
              <a:rPr sz="2000" spc="145" dirty="0">
                <a:solidFill>
                  <a:srgbClr val="252525"/>
                </a:solidFill>
                <a:latin typeface="Cambria"/>
                <a:cs typeface="Cambria"/>
              </a:rPr>
              <a:t>of</a:t>
            </a:r>
            <a:r>
              <a:rPr sz="2000"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a:p>
            <a:pPr marR="210820" algn="ctr">
              <a:lnSpc>
                <a:spcPct val="100000"/>
              </a:lnSpc>
              <a:spcBef>
                <a:spcPts val="1200"/>
              </a:spcBef>
            </a:pPr>
            <a:r>
              <a:rPr sz="2000" spc="65" dirty="0">
                <a:solidFill>
                  <a:srgbClr val="252525"/>
                </a:solidFill>
                <a:latin typeface="Cambria"/>
                <a:cs typeface="Cambria"/>
              </a:rPr>
              <a:t>.</a:t>
            </a:r>
            <a:endParaRPr sz="2000">
              <a:latin typeface="Cambria"/>
              <a:cs typeface="Cambria"/>
            </a:endParaRPr>
          </a:p>
        </p:txBody>
      </p:sp>
      <p:sp>
        <p:nvSpPr>
          <p:cNvPr id="43" name="object 43"/>
          <p:cNvSpPr txBox="1"/>
          <p:nvPr/>
        </p:nvSpPr>
        <p:spPr>
          <a:xfrm>
            <a:off x="307340" y="5189982"/>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44" name="object 44"/>
          <p:cNvGrpSpPr/>
          <p:nvPr/>
        </p:nvGrpSpPr>
        <p:grpSpPr>
          <a:xfrm>
            <a:off x="548640" y="5150865"/>
            <a:ext cx="7284720" cy="295910"/>
            <a:chOff x="548640" y="5150865"/>
            <a:chExt cx="7284720" cy="295910"/>
          </a:xfrm>
        </p:grpSpPr>
        <p:pic>
          <p:nvPicPr>
            <p:cNvPr id="45" name="object 45"/>
            <p:cNvPicPr/>
            <p:nvPr/>
          </p:nvPicPr>
          <p:blipFill>
            <a:blip r:embed="rId25" cstate="print"/>
            <a:stretch>
              <a:fillRect/>
            </a:stretch>
          </p:blipFill>
          <p:spPr>
            <a:xfrm>
              <a:off x="548640" y="5150865"/>
              <a:ext cx="3113684" cy="295656"/>
            </a:xfrm>
            <a:prstGeom prst="rect">
              <a:avLst/>
            </a:prstGeom>
          </p:spPr>
        </p:pic>
        <p:pic>
          <p:nvPicPr>
            <p:cNvPr id="46" name="object 46"/>
            <p:cNvPicPr/>
            <p:nvPr/>
          </p:nvPicPr>
          <p:blipFill>
            <a:blip r:embed="rId26" cstate="print"/>
            <a:stretch>
              <a:fillRect/>
            </a:stretch>
          </p:blipFill>
          <p:spPr>
            <a:xfrm>
              <a:off x="3615563" y="5150865"/>
              <a:ext cx="1252296" cy="295656"/>
            </a:xfrm>
            <a:prstGeom prst="rect">
              <a:avLst/>
            </a:prstGeom>
          </p:spPr>
        </p:pic>
        <p:pic>
          <p:nvPicPr>
            <p:cNvPr id="47" name="object 47"/>
            <p:cNvPicPr/>
            <p:nvPr/>
          </p:nvPicPr>
          <p:blipFill>
            <a:blip r:embed="rId27" cstate="print"/>
            <a:stretch>
              <a:fillRect/>
            </a:stretch>
          </p:blipFill>
          <p:spPr>
            <a:xfrm>
              <a:off x="4827143" y="5150865"/>
              <a:ext cx="2433434" cy="295656"/>
            </a:xfrm>
            <a:prstGeom prst="rect">
              <a:avLst/>
            </a:prstGeom>
          </p:spPr>
        </p:pic>
        <p:pic>
          <p:nvPicPr>
            <p:cNvPr id="48" name="object 48"/>
            <p:cNvPicPr/>
            <p:nvPr/>
          </p:nvPicPr>
          <p:blipFill>
            <a:blip r:embed="rId28" cstate="print"/>
            <a:stretch>
              <a:fillRect/>
            </a:stretch>
          </p:blipFill>
          <p:spPr>
            <a:xfrm>
              <a:off x="7221600" y="5150865"/>
              <a:ext cx="611631" cy="295656"/>
            </a:xfrm>
            <a:prstGeom prst="rect">
              <a:avLst/>
            </a:prstGeom>
          </p:spPr>
        </p:pic>
      </p:grpSp>
      <p:grpSp>
        <p:nvGrpSpPr>
          <p:cNvPr id="49" name="object 49"/>
          <p:cNvGrpSpPr/>
          <p:nvPr/>
        </p:nvGrpSpPr>
        <p:grpSpPr>
          <a:xfrm>
            <a:off x="548640" y="5608015"/>
            <a:ext cx="5199380" cy="295910"/>
            <a:chOff x="548640" y="5608015"/>
            <a:chExt cx="5199380" cy="295910"/>
          </a:xfrm>
        </p:grpSpPr>
        <p:pic>
          <p:nvPicPr>
            <p:cNvPr id="50" name="object 50"/>
            <p:cNvPicPr/>
            <p:nvPr/>
          </p:nvPicPr>
          <p:blipFill>
            <a:blip r:embed="rId29" cstate="print"/>
            <a:stretch>
              <a:fillRect/>
            </a:stretch>
          </p:blipFill>
          <p:spPr>
            <a:xfrm>
              <a:off x="548640" y="5608015"/>
              <a:ext cx="452628" cy="295656"/>
            </a:xfrm>
            <a:prstGeom prst="rect">
              <a:avLst/>
            </a:prstGeom>
          </p:spPr>
        </p:pic>
        <p:pic>
          <p:nvPicPr>
            <p:cNvPr id="51" name="object 51"/>
            <p:cNvPicPr/>
            <p:nvPr/>
          </p:nvPicPr>
          <p:blipFill>
            <a:blip r:embed="rId30" cstate="print"/>
            <a:stretch>
              <a:fillRect/>
            </a:stretch>
          </p:blipFill>
          <p:spPr>
            <a:xfrm>
              <a:off x="928115" y="5608015"/>
              <a:ext cx="737616" cy="295656"/>
            </a:xfrm>
            <a:prstGeom prst="rect">
              <a:avLst/>
            </a:prstGeom>
          </p:spPr>
        </p:pic>
        <p:pic>
          <p:nvPicPr>
            <p:cNvPr id="52" name="object 52"/>
            <p:cNvPicPr/>
            <p:nvPr/>
          </p:nvPicPr>
          <p:blipFill>
            <a:blip r:embed="rId31" cstate="print"/>
            <a:stretch>
              <a:fillRect/>
            </a:stretch>
          </p:blipFill>
          <p:spPr>
            <a:xfrm>
              <a:off x="1595881" y="5608015"/>
              <a:ext cx="372618" cy="295656"/>
            </a:xfrm>
            <a:prstGeom prst="rect">
              <a:avLst/>
            </a:prstGeom>
          </p:spPr>
        </p:pic>
        <p:pic>
          <p:nvPicPr>
            <p:cNvPr id="53" name="object 53"/>
            <p:cNvPicPr/>
            <p:nvPr/>
          </p:nvPicPr>
          <p:blipFill>
            <a:blip r:embed="rId32" cstate="print"/>
            <a:stretch>
              <a:fillRect/>
            </a:stretch>
          </p:blipFill>
          <p:spPr>
            <a:xfrm>
              <a:off x="1923542" y="5608015"/>
              <a:ext cx="848563" cy="295656"/>
            </a:xfrm>
            <a:prstGeom prst="rect">
              <a:avLst/>
            </a:prstGeom>
          </p:spPr>
        </p:pic>
        <p:pic>
          <p:nvPicPr>
            <p:cNvPr id="54" name="object 54"/>
            <p:cNvPicPr/>
            <p:nvPr/>
          </p:nvPicPr>
          <p:blipFill>
            <a:blip r:embed="rId33" cstate="print"/>
            <a:stretch>
              <a:fillRect/>
            </a:stretch>
          </p:blipFill>
          <p:spPr>
            <a:xfrm>
              <a:off x="2706878" y="5608015"/>
              <a:ext cx="372618" cy="295656"/>
            </a:xfrm>
            <a:prstGeom prst="rect">
              <a:avLst/>
            </a:prstGeom>
          </p:spPr>
        </p:pic>
        <p:pic>
          <p:nvPicPr>
            <p:cNvPr id="55" name="object 55"/>
            <p:cNvPicPr/>
            <p:nvPr/>
          </p:nvPicPr>
          <p:blipFill>
            <a:blip r:embed="rId34" cstate="print"/>
            <a:stretch>
              <a:fillRect/>
            </a:stretch>
          </p:blipFill>
          <p:spPr>
            <a:xfrm>
              <a:off x="3033013" y="5608015"/>
              <a:ext cx="773950" cy="295656"/>
            </a:xfrm>
            <a:prstGeom prst="rect">
              <a:avLst/>
            </a:prstGeom>
          </p:spPr>
        </p:pic>
        <p:pic>
          <p:nvPicPr>
            <p:cNvPr id="56" name="object 56"/>
            <p:cNvPicPr/>
            <p:nvPr/>
          </p:nvPicPr>
          <p:blipFill>
            <a:blip r:embed="rId35" cstate="print"/>
            <a:stretch>
              <a:fillRect/>
            </a:stretch>
          </p:blipFill>
          <p:spPr>
            <a:xfrm>
              <a:off x="3755770" y="5608015"/>
              <a:ext cx="582929" cy="295656"/>
            </a:xfrm>
            <a:prstGeom prst="rect">
              <a:avLst/>
            </a:prstGeom>
          </p:spPr>
        </p:pic>
        <p:pic>
          <p:nvPicPr>
            <p:cNvPr id="57" name="object 57"/>
            <p:cNvPicPr/>
            <p:nvPr/>
          </p:nvPicPr>
          <p:blipFill>
            <a:blip r:embed="rId22" cstate="print"/>
            <a:stretch>
              <a:fillRect/>
            </a:stretch>
          </p:blipFill>
          <p:spPr>
            <a:xfrm>
              <a:off x="4299838" y="5608015"/>
              <a:ext cx="1448181" cy="295656"/>
            </a:xfrm>
            <a:prstGeom prst="rect">
              <a:avLst/>
            </a:prstGeom>
          </p:spPr>
        </p:pic>
      </p:grpSp>
      <p:sp>
        <p:nvSpPr>
          <p:cNvPr id="58" name="object 58"/>
          <p:cNvSpPr txBox="1"/>
          <p:nvPr/>
        </p:nvSpPr>
        <p:spPr>
          <a:xfrm>
            <a:off x="5590413" y="5583123"/>
            <a:ext cx="93345" cy="330835"/>
          </a:xfrm>
          <a:prstGeom prst="rect">
            <a:avLst/>
          </a:prstGeom>
        </p:spPr>
        <p:txBody>
          <a:bodyPr vert="horz" wrap="square" lIns="0" tIns="12700" rIns="0" bIns="0" rtlCol="0">
            <a:spAutoFit/>
          </a:bodyPr>
          <a:lstStyle/>
          <a:p>
            <a:pPr marL="12700">
              <a:lnSpc>
                <a:spcPct val="100000"/>
              </a:lnSpc>
              <a:spcBef>
                <a:spcPts val="100"/>
              </a:spcBef>
            </a:pPr>
            <a:r>
              <a:rPr sz="2000" spc="65" dirty="0">
                <a:solidFill>
                  <a:srgbClr val="252525"/>
                </a:solidFill>
                <a:latin typeface="Cambria"/>
                <a:cs typeface="Cambria"/>
              </a:rPr>
              <a:t>.</a:t>
            </a:r>
            <a:endParaRPr sz="2000">
              <a:latin typeface="Cambria"/>
              <a:cs typeface="Cambria"/>
            </a:endParaRPr>
          </a:p>
        </p:txBody>
      </p:sp>
      <p:sp>
        <p:nvSpPr>
          <p:cNvPr id="59" name="object 59"/>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38</a:t>
            </a:r>
            <a:endParaRPr sz="1400">
              <a:latin typeface="Cambria"/>
              <a:cs typeface="Cambria"/>
            </a:endParaRPr>
          </a:p>
        </p:txBody>
      </p:sp>
      <p:pic>
        <p:nvPicPr>
          <p:cNvPr id="60" name="object 60"/>
          <p:cNvPicPr/>
          <p:nvPr/>
        </p:nvPicPr>
        <p:blipFill>
          <a:blip r:embed="rId36" cstate="print"/>
          <a:stretch>
            <a:fillRect/>
          </a:stretch>
        </p:blipFill>
        <p:spPr>
          <a:xfrm>
            <a:off x="8066164" y="2754264"/>
            <a:ext cx="3734528" cy="2277203"/>
          </a:xfrm>
          <a:prstGeom prst="rect">
            <a:avLst/>
          </a:prstGeom>
        </p:spPr>
      </p:pic>
      <p:sp>
        <p:nvSpPr>
          <p:cNvPr id="61" name="object 61"/>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089" y="165608"/>
            <a:ext cx="9701530" cy="574040"/>
          </a:xfrm>
          <a:prstGeom prst="rect">
            <a:avLst/>
          </a:prstGeom>
        </p:spPr>
        <p:txBody>
          <a:bodyPr vert="horz" wrap="square" lIns="0" tIns="12700" rIns="0" bIns="0" rtlCol="0">
            <a:spAutoFit/>
          </a:bodyPr>
          <a:lstStyle/>
          <a:p>
            <a:pPr marL="12700">
              <a:lnSpc>
                <a:spcPct val="100000"/>
              </a:lnSpc>
              <a:spcBef>
                <a:spcPts val="100"/>
              </a:spcBef>
            </a:pPr>
            <a:r>
              <a:rPr sz="5400" baseline="-5401" dirty="0">
                <a:solidFill>
                  <a:srgbClr val="075A74"/>
                </a:solidFill>
                <a:latin typeface="Arial Black"/>
                <a:cs typeface="Arial Black"/>
              </a:rPr>
              <a:t>+</a:t>
            </a:r>
            <a:r>
              <a:rPr sz="5400" spc="-300" baseline="-5401" dirty="0">
                <a:solidFill>
                  <a:srgbClr val="075A74"/>
                </a:solidFill>
                <a:latin typeface="Arial Black"/>
                <a:cs typeface="Arial Black"/>
              </a:rPr>
              <a:t> </a:t>
            </a:r>
            <a:r>
              <a:rPr sz="2800" spc="160" dirty="0"/>
              <a:t>Term</a:t>
            </a:r>
            <a:r>
              <a:rPr sz="2800" spc="285" dirty="0"/>
              <a:t> </a:t>
            </a:r>
            <a:r>
              <a:rPr sz="2800" spc="135" dirty="0"/>
              <a:t>frequency-</a:t>
            </a:r>
            <a:r>
              <a:rPr sz="2800" spc="120" dirty="0"/>
              <a:t>inverse</a:t>
            </a:r>
            <a:r>
              <a:rPr sz="2800" spc="325" dirty="0"/>
              <a:t> </a:t>
            </a:r>
            <a:r>
              <a:rPr sz="2800" spc="190" dirty="0"/>
              <a:t>document</a:t>
            </a:r>
            <a:r>
              <a:rPr sz="2800" spc="310" dirty="0"/>
              <a:t> </a:t>
            </a:r>
            <a:r>
              <a:rPr sz="2800" spc="160" dirty="0"/>
              <a:t>frequency</a:t>
            </a:r>
            <a:r>
              <a:rPr sz="2800" spc="254" dirty="0"/>
              <a:t> </a:t>
            </a:r>
            <a:r>
              <a:rPr sz="2800" spc="-10" dirty="0"/>
              <a:t>(TF-</a:t>
            </a:r>
            <a:r>
              <a:rPr sz="2800" spc="-20" dirty="0"/>
              <a:t>IDF)</a:t>
            </a:r>
            <a:endParaRPr sz="28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587857" y="1527683"/>
            <a:ext cx="2876550" cy="269875"/>
            <a:chOff x="587857" y="1527683"/>
            <a:chExt cx="2876550" cy="269875"/>
          </a:xfrm>
        </p:grpSpPr>
        <p:sp>
          <p:nvSpPr>
            <p:cNvPr id="5" name="object 5"/>
            <p:cNvSpPr/>
            <p:nvPr/>
          </p:nvSpPr>
          <p:spPr>
            <a:xfrm>
              <a:off x="587857" y="1528825"/>
              <a:ext cx="2814955" cy="268605"/>
            </a:xfrm>
            <a:custGeom>
              <a:avLst/>
              <a:gdLst/>
              <a:ahLst/>
              <a:cxnLst/>
              <a:rect l="l" t="t" r="r" b="b"/>
              <a:pathLst>
                <a:path w="2814954" h="268605">
                  <a:moveTo>
                    <a:pt x="1175004" y="0"/>
                  </a:moveTo>
                  <a:lnTo>
                    <a:pt x="0" y="0"/>
                  </a:lnTo>
                  <a:lnTo>
                    <a:pt x="0" y="268224"/>
                  </a:lnTo>
                  <a:lnTo>
                    <a:pt x="1175004" y="268224"/>
                  </a:lnTo>
                  <a:lnTo>
                    <a:pt x="1175004" y="0"/>
                  </a:lnTo>
                  <a:close/>
                </a:path>
                <a:path w="2814954" h="268605">
                  <a:moveTo>
                    <a:pt x="2442984" y="0"/>
                  </a:moveTo>
                  <a:lnTo>
                    <a:pt x="1246657" y="0"/>
                  </a:lnTo>
                  <a:lnTo>
                    <a:pt x="1175029" y="0"/>
                  </a:lnTo>
                  <a:lnTo>
                    <a:pt x="1175029" y="268224"/>
                  </a:lnTo>
                  <a:lnTo>
                    <a:pt x="1246657" y="268224"/>
                  </a:lnTo>
                  <a:lnTo>
                    <a:pt x="2442984" y="268224"/>
                  </a:lnTo>
                  <a:lnTo>
                    <a:pt x="2442984" y="0"/>
                  </a:lnTo>
                  <a:close/>
                </a:path>
                <a:path w="2814954" h="268605">
                  <a:moveTo>
                    <a:pt x="2814853" y="0"/>
                  </a:moveTo>
                  <a:lnTo>
                    <a:pt x="2753893" y="0"/>
                  </a:lnTo>
                  <a:lnTo>
                    <a:pt x="2514625" y="0"/>
                  </a:lnTo>
                  <a:lnTo>
                    <a:pt x="2442997" y="0"/>
                  </a:lnTo>
                  <a:lnTo>
                    <a:pt x="2442997" y="268224"/>
                  </a:lnTo>
                  <a:lnTo>
                    <a:pt x="2514625" y="268224"/>
                  </a:lnTo>
                  <a:lnTo>
                    <a:pt x="2753893" y="268224"/>
                  </a:lnTo>
                  <a:lnTo>
                    <a:pt x="2814853" y="268224"/>
                  </a:lnTo>
                  <a:lnTo>
                    <a:pt x="2814853" y="0"/>
                  </a:lnTo>
                  <a:close/>
                </a:path>
              </a:pathLst>
            </a:custGeom>
            <a:solidFill>
              <a:srgbClr val="FFFF00"/>
            </a:solidFill>
          </p:spPr>
          <p:txBody>
            <a:bodyPr wrap="square" lIns="0" tIns="0" rIns="0" bIns="0" rtlCol="0"/>
            <a:lstStyle/>
            <a:p>
              <a:endParaRPr/>
            </a:p>
          </p:txBody>
        </p:sp>
        <p:pic>
          <p:nvPicPr>
            <p:cNvPr id="6" name="object 6"/>
            <p:cNvPicPr/>
            <p:nvPr/>
          </p:nvPicPr>
          <p:blipFill>
            <a:blip r:embed="rId2" cstate="print"/>
            <a:stretch>
              <a:fillRect/>
            </a:stretch>
          </p:blipFill>
          <p:spPr>
            <a:xfrm>
              <a:off x="587959" y="1527683"/>
              <a:ext cx="1321816" cy="266700"/>
            </a:xfrm>
            <a:prstGeom prst="rect">
              <a:avLst/>
            </a:prstGeom>
          </p:spPr>
        </p:pic>
        <p:pic>
          <p:nvPicPr>
            <p:cNvPr id="7" name="object 7"/>
            <p:cNvPicPr/>
            <p:nvPr/>
          </p:nvPicPr>
          <p:blipFill>
            <a:blip r:embed="rId3" cstate="print"/>
            <a:stretch>
              <a:fillRect/>
            </a:stretch>
          </p:blipFill>
          <p:spPr>
            <a:xfrm>
              <a:off x="1834895" y="1527683"/>
              <a:ext cx="1329308" cy="266700"/>
            </a:xfrm>
            <a:prstGeom prst="rect">
              <a:avLst/>
            </a:prstGeom>
          </p:spPr>
        </p:pic>
        <p:pic>
          <p:nvPicPr>
            <p:cNvPr id="8" name="object 8"/>
            <p:cNvPicPr/>
            <p:nvPr/>
          </p:nvPicPr>
          <p:blipFill>
            <a:blip r:embed="rId4" cstate="print"/>
            <a:stretch>
              <a:fillRect/>
            </a:stretch>
          </p:blipFill>
          <p:spPr>
            <a:xfrm>
              <a:off x="3102863" y="1527683"/>
              <a:ext cx="358901" cy="266700"/>
            </a:xfrm>
            <a:prstGeom prst="rect">
              <a:avLst/>
            </a:prstGeom>
          </p:spPr>
        </p:pic>
        <p:pic>
          <p:nvPicPr>
            <p:cNvPr id="9" name="object 9"/>
            <p:cNvPicPr/>
            <p:nvPr/>
          </p:nvPicPr>
          <p:blipFill>
            <a:blip r:embed="rId5" cstate="print"/>
            <a:stretch>
              <a:fillRect/>
            </a:stretch>
          </p:blipFill>
          <p:spPr>
            <a:xfrm>
              <a:off x="3342131" y="1527683"/>
              <a:ext cx="121920" cy="266700"/>
            </a:xfrm>
            <a:prstGeom prst="rect">
              <a:avLst/>
            </a:prstGeom>
          </p:spPr>
        </p:pic>
      </p:grpSp>
      <p:grpSp>
        <p:nvGrpSpPr>
          <p:cNvPr id="10" name="object 10"/>
          <p:cNvGrpSpPr/>
          <p:nvPr/>
        </p:nvGrpSpPr>
        <p:grpSpPr>
          <a:xfrm>
            <a:off x="587857" y="2091258"/>
            <a:ext cx="4123054" cy="269875"/>
            <a:chOff x="587857" y="2091258"/>
            <a:chExt cx="4123054" cy="269875"/>
          </a:xfrm>
        </p:grpSpPr>
        <p:sp>
          <p:nvSpPr>
            <p:cNvPr id="11" name="object 11"/>
            <p:cNvSpPr/>
            <p:nvPr/>
          </p:nvSpPr>
          <p:spPr>
            <a:xfrm>
              <a:off x="587857" y="2092705"/>
              <a:ext cx="4123054" cy="268605"/>
            </a:xfrm>
            <a:custGeom>
              <a:avLst/>
              <a:gdLst/>
              <a:ahLst/>
              <a:cxnLst/>
              <a:rect l="l" t="t" r="r" b="b"/>
              <a:pathLst>
                <a:path w="4123054" h="268605">
                  <a:moveTo>
                    <a:pt x="841235" y="0"/>
                  </a:moveTo>
                  <a:lnTo>
                    <a:pt x="0" y="0"/>
                  </a:lnTo>
                  <a:lnTo>
                    <a:pt x="0" y="268224"/>
                  </a:lnTo>
                  <a:lnTo>
                    <a:pt x="841235" y="268224"/>
                  </a:lnTo>
                  <a:lnTo>
                    <a:pt x="841235" y="0"/>
                  </a:lnTo>
                  <a:close/>
                </a:path>
                <a:path w="4123054" h="268605">
                  <a:moveTo>
                    <a:pt x="2159520" y="0"/>
                  </a:moveTo>
                  <a:lnTo>
                    <a:pt x="2087905" y="0"/>
                  </a:lnTo>
                  <a:lnTo>
                    <a:pt x="912901" y="0"/>
                  </a:lnTo>
                  <a:lnTo>
                    <a:pt x="841273" y="0"/>
                  </a:lnTo>
                  <a:lnTo>
                    <a:pt x="841273" y="268224"/>
                  </a:lnTo>
                  <a:lnTo>
                    <a:pt x="912901" y="268224"/>
                  </a:lnTo>
                  <a:lnTo>
                    <a:pt x="2087905" y="268224"/>
                  </a:lnTo>
                  <a:lnTo>
                    <a:pt x="2159520" y="268224"/>
                  </a:lnTo>
                  <a:lnTo>
                    <a:pt x="2159520" y="0"/>
                  </a:lnTo>
                  <a:close/>
                </a:path>
                <a:path w="4123054" h="268605">
                  <a:moveTo>
                    <a:pt x="3427488" y="0"/>
                  </a:moveTo>
                  <a:lnTo>
                    <a:pt x="3355873" y="0"/>
                  </a:lnTo>
                  <a:lnTo>
                    <a:pt x="2159533" y="0"/>
                  </a:lnTo>
                  <a:lnTo>
                    <a:pt x="2159533" y="268224"/>
                  </a:lnTo>
                  <a:lnTo>
                    <a:pt x="3355873" y="268224"/>
                  </a:lnTo>
                  <a:lnTo>
                    <a:pt x="3427488" y="268224"/>
                  </a:lnTo>
                  <a:lnTo>
                    <a:pt x="3427488" y="0"/>
                  </a:lnTo>
                  <a:close/>
                </a:path>
                <a:path w="4123054" h="268605">
                  <a:moveTo>
                    <a:pt x="4122445" y="0"/>
                  </a:moveTo>
                  <a:lnTo>
                    <a:pt x="4050817" y="0"/>
                  </a:lnTo>
                  <a:lnTo>
                    <a:pt x="3989857" y="0"/>
                  </a:lnTo>
                  <a:lnTo>
                    <a:pt x="3427501" y="0"/>
                  </a:lnTo>
                  <a:lnTo>
                    <a:pt x="3427501" y="268224"/>
                  </a:lnTo>
                  <a:lnTo>
                    <a:pt x="3989857" y="268224"/>
                  </a:lnTo>
                  <a:lnTo>
                    <a:pt x="4050817" y="268224"/>
                  </a:lnTo>
                  <a:lnTo>
                    <a:pt x="4122445" y="268224"/>
                  </a:lnTo>
                  <a:lnTo>
                    <a:pt x="4122445" y="0"/>
                  </a:lnTo>
                  <a:close/>
                </a:path>
              </a:pathLst>
            </a:custGeom>
            <a:solidFill>
              <a:srgbClr val="FFFF00"/>
            </a:solidFill>
          </p:spPr>
          <p:txBody>
            <a:bodyPr wrap="square" lIns="0" tIns="0" rIns="0" bIns="0" rtlCol="0"/>
            <a:lstStyle/>
            <a:p>
              <a:endParaRPr/>
            </a:p>
          </p:txBody>
        </p:sp>
        <p:pic>
          <p:nvPicPr>
            <p:cNvPr id="12" name="object 12"/>
            <p:cNvPicPr/>
            <p:nvPr/>
          </p:nvPicPr>
          <p:blipFill>
            <a:blip r:embed="rId6" cstate="print"/>
            <a:stretch>
              <a:fillRect/>
            </a:stretch>
          </p:blipFill>
          <p:spPr>
            <a:xfrm>
              <a:off x="587959" y="2091258"/>
              <a:ext cx="961428" cy="267004"/>
            </a:xfrm>
            <a:prstGeom prst="rect">
              <a:avLst/>
            </a:prstGeom>
          </p:spPr>
        </p:pic>
        <p:pic>
          <p:nvPicPr>
            <p:cNvPr id="13" name="object 13"/>
            <p:cNvPicPr/>
            <p:nvPr/>
          </p:nvPicPr>
          <p:blipFill>
            <a:blip r:embed="rId2" cstate="print"/>
            <a:stretch>
              <a:fillRect/>
            </a:stretch>
          </p:blipFill>
          <p:spPr>
            <a:xfrm>
              <a:off x="1500885" y="2091258"/>
              <a:ext cx="1322197" cy="267004"/>
            </a:xfrm>
            <a:prstGeom prst="rect">
              <a:avLst/>
            </a:prstGeom>
          </p:spPr>
        </p:pic>
        <p:pic>
          <p:nvPicPr>
            <p:cNvPr id="14" name="object 14"/>
            <p:cNvPicPr/>
            <p:nvPr/>
          </p:nvPicPr>
          <p:blipFill>
            <a:blip r:embed="rId3" cstate="print"/>
            <a:stretch>
              <a:fillRect/>
            </a:stretch>
          </p:blipFill>
          <p:spPr>
            <a:xfrm>
              <a:off x="2747772" y="2091258"/>
              <a:ext cx="1329309" cy="267004"/>
            </a:xfrm>
            <a:prstGeom prst="rect">
              <a:avLst/>
            </a:prstGeom>
          </p:spPr>
        </p:pic>
        <p:pic>
          <p:nvPicPr>
            <p:cNvPr id="15" name="object 15"/>
            <p:cNvPicPr/>
            <p:nvPr/>
          </p:nvPicPr>
          <p:blipFill>
            <a:blip r:embed="rId7" cstate="print"/>
            <a:stretch>
              <a:fillRect/>
            </a:stretch>
          </p:blipFill>
          <p:spPr>
            <a:xfrm>
              <a:off x="4015739" y="2091258"/>
              <a:ext cx="675195" cy="267004"/>
            </a:xfrm>
            <a:prstGeom prst="rect">
              <a:avLst/>
            </a:prstGeom>
          </p:spPr>
        </p:pic>
        <p:pic>
          <p:nvPicPr>
            <p:cNvPr id="16" name="object 16"/>
            <p:cNvPicPr/>
            <p:nvPr/>
          </p:nvPicPr>
          <p:blipFill>
            <a:blip r:embed="rId5" cstate="print"/>
            <a:stretch>
              <a:fillRect/>
            </a:stretch>
          </p:blipFill>
          <p:spPr>
            <a:xfrm>
              <a:off x="4578350" y="2091258"/>
              <a:ext cx="121920" cy="267004"/>
            </a:xfrm>
            <a:prstGeom prst="rect">
              <a:avLst/>
            </a:prstGeom>
          </p:spPr>
        </p:pic>
      </p:grpSp>
      <p:grpSp>
        <p:nvGrpSpPr>
          <p:cNvPr id="17" name="object 17"/>
          <p:cNvGrpSpPr/>
          <p:nvPr/>
        </p:nvGrpSpPr>
        <p:grpSpPr>
          <a:xfrm>
            <a:off x="816457" y="2655697"/>
            <a:ext cx="10880090" cy="269240"/>
            <a:chOff x="816457" y="2655697"/>
            <a:chExt cx="10880090" cy="269240"/>
          </a:xfrm>
        </p:grpSpPr>
        <p:sp>
          <p:nvSpPr>
            <p:cNvPr id="18" name="object 18"/>
            <p:cNvSpPr/>
            <p:nvPr/>
          </p:nvSpPr>
          <p:spPr>
            <a:xfrm>
              <a:off x="816457" y="2656585"/>
              <a:ext cx="10880090" cy="268605"/>
            </a:xfrm>
            <a:custGeom>
              <a:avLst/>
              <a:gdLst/>
              <a:ahLst/>
              <a:cxnLst/>
              <a:rect l="l" t="t" r="r" b="b"/>
              <a:pathLst>
                <a:path w="10880090" h="268605">
                  <a:moveTo>
                    <a:pt x="533400" y="0"/>
                  </a:moveTo>
                  <a:lnTo>
                    <a:pt x="437388" y="0"/>
                  </a:lnTo>
                  <a:lnTo>
                    <a:pt x="0" y="0"/>
                  </a:lnTo>
                  <a:lnTo>
                    <a:pt x="0" y="268224"/>
                  </a:lnTo>
                  <a:lnTo>
                    <a:pt x="437388" y="268224"/>
                  </a:lnTo>
                  <a:lnTo>
                    <a:pt x="533400" y="268224"/>
                  </a:lnTo>
                  <a:lnTo>
                    <a:pt x="533400" y="0"/>
                  </a:lnTo>
                  <a:close/>
                </a:path>
                <a:path w="10880090" h="268605">
                  <a:moveTo>
                    <a:pt x="6118872" y="0"/>
                  </a:moveTo>
                  <a:lnTo>
                    <a:pt x="6118872" y="0"/>
                  </a:lnTo>
                  <a:lnTo>
                    <a:pt x="533425" y="0"/>
                  </a:lnTo>
                  <a:lnTo>
                    <a:pt x="533425" y="268224"/>
                  </a:lnTo>
                  <a:lnTo>
                    <a:pt x="6118872" y="268224"/>
                  </a:lnTo>
                  <a:lnTo>
                    <a:pt x="6118872" y="0"/>
                  </a:lnTo>
                  <a:close/>
                </a:path>
                <a:path w="10880090" h="268605">
                  <a:moveTo>
                    <a:pt x="6848869" y="0"/>
                  </a:moveTo>
                  <a:lnTo>
                    <a:pt x="6752869" y="0"/>
                  </a:lnTo>
                  <a:lnTo>
                    <a:pt x="6118885" y="0"/>
                  </a:lnTo>
                  <a:lnTo>
                    <a:pt x="6118885" y="268224"/>
                  </a:lnTo>
                  <a:lnTo>
                    <a:pt x="6752869" y="268224"/>
                  </a:lnTo>
                  <a:lnTo>
                    <a:pt x="6848869" y="268224"/>
                  </a:lnTo>
                  <a:lnTo>
                    <a:pt x="6848869" y="0"/>
                  </a:lnTo>
                  <a:close/>
                </a:path>
                <a:path w="10880090" h="268605">
                  <a:moveTo>
                    <a:pt x="7876045" y="0"/>
                  </a:moveTo>
                  <a:lnTo>
                    <a:pt x="7815097" y="0"/>
                  </a:lnTo>
                  <a:lnTo>
                    <a:pt x="7213117" y="0"/>
                  </a:lnTo>
                  <a:lnTo>
                    <a:pt x="7117105" y="0"/>
                  </a:lnTo>
                  <a:lnTo>
                    <a:pt x="6848881" y="0"/>
                  </a:lnTo>
                  <a:lnTo>
                    <a:pt x="6848881" y="268224"/>
                  </a:lnTo>
                  <a:lnTo>
                    <a:pt x="7117105" y="268224"/>
                  </a:lnTo>
                  <a:lnTo>
                    <a:pt x="7213117" y="268224"/>
                  </a:lnTo>
                  <a:lnTo>
                    <a:pt x="7815097" y="268224"/>
                  </a:lnTo>
                  <a:lnTo>
                    <a:pt x="7876045" y="268224"/>
                  </a:lnTo>
                  <a:lnTo>
                    <a:pt x="7876045" y="0"/>
                  </a:lnTo>
                  <a:close/>
                </a:path>
                <a:path w="10880090" h="268605">
                  <a:moveTo>
                    <a:pt x="9235453" y="0"/>
                  </a:moveTo>
                  <a:lnTo>
                    <a:pt x="9235453" y="0"/>
                  </a:lnTo>
                  <a:lnTo>
                    <a:pt x="7876057" y="0"/>
                  </a:lnTo>
                  <a:lnTo>
                    <a:pt x="7876057" y="268224"/>
                  </a:lnTo>
                  <a:lnTo>
                    <a:pt x="9235453" y="268224"/>
                  </a:lnTo>
                  <a:lnTo>
                    <a:pt x="9235453" y="0"/>
                  </a:lnTo>
                  <a:close/>
                </a:path>
                <a:path w="10880090" h="268605">
                  <a:moveTo>
                    <a:pt x="9691129" y="0"/>
                  </a:moveTo>
                  <a:lnTo>
                    <a:pt x="9595129" y="0"/>
                  </a:lnTo>
                  <a:lnTo>
                    <a:pt x="9235465" y="0"/>
                  </a:lnTo>
                  <a:lnTo>
                    <a:pt x="9235465" y="268224"/>
                  </a:lnTo>
                  <a:lnTo>
                    <a:pt x="9595129" y="268224"/>
                  </a:lnTo>
                  <a:lnTo>
                    <a:pt x="9691129" y="268224"/>
                  </a:lnTo>
                  <a:lnTo>
                    <a:pt x="9691129" y="0"/>
                  </a:lnTo>
                  <a:close/>
                </a:path>
                <a:path w="10880090" h="268605">
                  <a:moveTo>
                    <a:pt x="10879861" y="0"/>
                  </a:moveTo>
                  <a:lnTo>
                    <a:pt x="10808233" y="0"/>
                  </a:lnTo>
                  <a:lnTo>
                    <a:pt x="10450093" y="0"/>
                  </a:lnTo>
                  <a:lnTo>
                    <a:pt x="10354081" y="0"/>
                  </a:lnTo>
                  <a:lnTo>
                    <a:pt x="9691141" y="0"/>
                  </a:lnTo>
                  <a:lnTo>
                    <a:pt x="9691141" y="268224"/>
                  </a:lnTo>
                  <a:lnTo>
                    <a:pt x="10354081" y="268224"/>
                  </a:lnTo>
                  <a:lnTo>
                    <a:pt x="10450093" y="268224"/>
                  </a:lnTo>
                  <a:lnTo>
                    <a:pt x="10808233" y="268224"/>
                  </a:lnTo>
                  <a:lnTo>
                    <a:pt x="10879861" y="268224"/>
                  </a:lnTo>
                  <a:lnTo>
                    <a:pt x="10879861" y="0"/>
                  </a:lnTo>
                  <a:close/>
                </a:path>
              </a:pathLst>
            </a:custGeom>
            <a:solidFill>
              <a:srgbClr val="FFFF00"/>
            </a:solidFill>
          </p:spPr>
          <p:txBody>
            <a:bodyPr wrap="square" lIns="0" tIns="0" rIns="0" bIns="0" rtlCol="0"/>
            <a:lstStyle/>
            <a:p>
              <a:endParaRPr/>
            </a:p>
          </p:txBody>
        </p:sp>
        <p:pic>
          <p:nvPicPr>
            <p:cNvPr id="19" name="object 19"/>
            <p:cNvPicPr/>
            <p:nvPr/>
          </p:nvPicPr>
          <p:blipFill>
            <a:blip r:embed="rId8" cstate="print"/>
            <a:stretch>
              <a:fillRect/>
            </a:stretch>
          </p:blipFill>
          <p:spPr>
            <a:xfrm>
              <a:off x="816559" y="2655697"/>
              <a:ext cx="583184" cy="266700"/>
            </a:xfrm>
            <a:prstGeom prst="rect">
              <a:avLst/>
            </a:prstGeom>
          </p:spPr>
        </p:pic>
        <p:pic>
          <p:nvPicPr>
            <p:cNvPr id="20" name="object 20"/>
            <p:cNvPicPr/>
            <p:nvPr/>
          </p:nvPicPr>
          <p:blipFill>
            <a:blip r:embed="rId9" cstate="print"/>
            <a:stretch>
              <a:fillRect/>
            </a:stretch>
          </p:blipFill>
          <p:spPr>
            <a:xfrm>
              <a:off x="1350010" y="2655697"/>
              <a:ext cx="745235" cy="266700"/>
            </a:xfrm>
            <a:prstGeom prst="rect">
              <a:avLst/>
            </a:prstGeom>
          </p:spPr>
        </p:pic>
        <p:pic>
          <p:nvPicPr>
            <p:cNvPr id="21" name="object 21"/>
            <p:cNvPicPr/>
            <p:nvPr/>
          </p:nvPicPr>
          <p:blipFill>
            <a:blip r:embed="rId10" cstate="print"/>
            <a:stretch>
              <a:fillRect/>
            </a:stretch>
          </p:blipFill>
          <p:spPr>
            <a:xfrm>
              <a:off x="2042160" y="2655697"/>
              <a:ext cx="2253145" cy="266700"/>
            </a:xfrm>
            <a:prstGeom prst="rect">
              <a:avLst/>
            </a:prstGeom>
          </p:spPr>
        </p:pic>
        <p:pic>
          <p:nvPicPr>
            <p:cNvPr id="22" name="object 22"/>
            <p:cNvPicPr/>
            <p:nvPr/>
          </p:nvPicPr>
          <p:blipFill>
            <a:blip r:embed="rId11" cstate="print"/>
            <a:stretch>
              <a:fillRect/>
            </a:stretch>
          </p:blipFill>
          <p:spPr>
            <a:xfrm>
              <a:off x="4256786" y="2655697"/>
              <a:ext cx="4496549" cy="266700"/>
            </a:xfrm>
            <a:prstGeom prst="rect">
              <a:avLst/>
            </a:prstGeom>
          </p:spPr>
        </p:pic>
      </p:grpSp>
      <p:grpSp>
        <p:nvGrpSpPr>
          <p:cNvPr id="23" name="object 23"/>
          <p:cNvGrpSpPr/>
          <p:nvPr/>
        </p:nvGrpSpPr>
        <p:grpSpPr>
          <a:xfrm>
            <a:off x="587857" y="963802"/>
            <a:ext cx="1329690" cy="269875"/>
            <a:chOff x="587857" y="963802"/>
            <a:chExt cx="1329690" cy="269875"/>
          </a:xfrm>
        </p:grpSpPr>
        <p:pic>
          <p:nvPicPr>
            <p:cNvPr id="24" name="object 24"/>
            <p:cNvPicPr/>
            <p:nvPr/>
          </p:nvPicPr>
          <p:blipFill>
            <a:blip r:embed="rId12" cstate="print"/>
            <a:stretch>
              <a:fillRect/>
            </a:stretch>
          </p:blipFill>
          <p:spPr>
            <a:xfrm>
              <a:off x="587857" y="963802"/>
              <a:ext cx="1329410" cy="269367"/>
            </a:xfrm>
            <a:prstGeom prst="rect">
              <a:avLst/>
            </a:prstGeom>
          </p:spPr>
        </p:pic>
        <p:pic>
          <p:nvPicPr>
            <p:cNvPr id="25" name="object 25"/>
            <p:cNvPicPr/>
            <p:nvPr/>
          </p:nvPicPr>
          <p:blipFill>
            <a:blip r:embed="rId5" cstate="print"/>
            <a:stretch>
              <a:fillRect/>
            </a:stretch>
          </p:blipFill>
          <p:spPr>
            <a:xfrm>
              <a:off x="1784349" y="963802"/>
              <a:ext cx="121919" cy="266700"/>
            </a:xfrm>
            <a:prstGeom prst="rect">
              <a:avLst/>
            </a:prstGeom>
          </p:spPr>
        </p:pic>
      </p:grpSp>
      <p:grpSp>
        <p:nvGrpSpPr>
          <p:cNvPr id="26" name="object 26"/>
          <p:cNvGrpSpPr/>
          <p:nvPr/>
        </p:nvGrpSpPr>
        <p:grpSpPr>
          <a:xfrm>
            <a:off x="816457" y="3067176"/>
            <a:ext cx="3925570" cy="267970"/>
            <a:chOff x="816457" y="3067176"/>
            <a:chExt cx="3925570" cy="267970"/>
          </a:xfrm>
        </p:grpSpPr>
        <p:sp>
          <p:nvSpPr>
            <p:cNvPr id="27" name="object 27"/>
            <p:cNvSpPr/>
            <p:nvPr/>
          </p:nvSpPr>
          <p:spPr>
            <a:xfrm>
              <a:off x="816457" y="3068065"/>
              <a:ext cx="3845560" cy="266700"/>
            </a:xfrm>
            <a:custGeom>
              <a:avLst/>
              <a:gdLst/>
              <a:ahLst/>
              <a:cxnLst/>
              <a:rect l="l" t="t" r="r" b="b"/>
              <a:pathLst>
                <a:path w="3845560" h="266700">
                  <a:moveTo>
                    <a:pt x="489204" y="0"/>
                  </a:moveTo>
                  <a:lnTo>
                    <a:pt x="417576" y="0"/>
                  </a:lnTo>
                  <a:lnTo>
                    <a:pt x="0" y="0"/>
                  </a:lnTo>
                  <a:lnTo>
                    <a:pt x="0" y="266700"/>
                  </a:lnTo>
                  <a:lnTo>
                    <a:pt x="417576" y="266700"/>
                  </a:lnTo>
                  <a:lnTo>
                    <a:pt x="489204" y="266700"/>
                  </a:lnTo>
                  <a:lnTo>
                    <a:pt x="489204" y="0"/>
                  </a:lnTo>
                  <a:close/>
                </a:path>
                <a:path w="3845560" h="266700">
                  <a:moveTo>
                    <a:pt x="1644408" y="0"/>
                  </a:moveTo>
                  <a:lnTo>
                    <a:pt x="489229" y="0"/>
                  </a:lnTo>
                  <a:lnTo>
                    <a:pt x="489229" y="266700"/>
                  </a:lnTo>
                  <a:lnTo>
                    <a:pt x="1644408" y="266700"/>
                  </a:lnTo>
                  <a:lnTo>
                    <a:pt x="1644408" y="0"/>
                  </a:lnTo>
                  <a:close/>
                </a:path>
                <a:path w="3845560" h="266700">
                  <a:moveTo>
                    <a:pt x="2147328" y="0"/>
                  </a:moveTo>
                  <a:lnTo>
                    <a:pt x="2075713" y="0"/>
                  </a:lnTo>
                  <a:lnTo>
                    <a:pt x="1716049" y="0"/>
                  </a:lnTo>
                  <a:lnTo>
                    <a:pt x="1644421" y="0"/>
                  </a:lnTo>
                  <a:lnTo>
                    <a:pt x="1644421" y="266700"/>
                  </a:lnTo>
                  <a:lnTo>
                    <a:pt x="1716049" y="266700"/>
                  </a:lnTo>
                  <a:lnTo>
                    <a:pt x="2075713" y="266700"/>
                  </a:lnTo>
                  <a:lnTo>
                    <a:pt x="2147328" y="266700"/>
                  </a:lnTo>
                  <a:lnTo>
                    <a:pt x="2147328" y="0"/>
                  </a:lnTo>
                  <a:close/>
                </a:path>
                <a:path w="3845560" h="266700">
                  <a:moveTo>
                    <a:pt x="2801124" y="0"/>
                  </a:moveTo>
                  <a:lnTo>
                    <a:pt x="2729509" y="0"/>
                  </a:lnTo>
                  <a:lnTo>
                    <a:pt x="2147341" y="0"/>
                  </a:lnTo>
                  <a:lnTo>
                    <a:pt x="2147341" y="266700"/>
                  </a:lnTo>
                  <a:lnTo>
                    <a:pt x="2729509" y="266700"/>
                  </a:lnTo>
                  <a:lnTo>
                    <a:pt x="2801124" y="266700"/>
                  </a:lnTo>
                  <a:lnTo>
                    <a:pt x="2801124" y="0"/>
                  </a:lnTo>
                  <a:close/>
                </a:path>
                <a:path w="3845560" h="266700">
                  <a:moveTo>
                    <a:pt x="3845077" y="0"/>
                  </a:moveTo>
                  <a:lnTo>
                    <a:pt x="3784117" y="0"/>
                  </a:lnTo>
                  <a:lnTo>
                    <a:pt x="2801137" y="0"/>
                  </a:lnTo>
                  <a:lnTo>
                    <a:pt x="2801137" y="266700"/>
                  </a:lnTo>
                  <a:lnTo>
                    <a:pt x="3784117" y="266700"/>
                  </a:lnTo>
                  <a:lnTo>
                    <a:pt x="3845077" y="266700"/>
                  </a:lnTo>
                  <a:lnTo>
                    <a:pt x="3845077" y="0"/>
                  </a:lnTo>
                  <a:close/>
                </a:path>
              </a:pathLst>
            </a:custGeom>
            <a:solidFill>
              <a:srgbClr val="FFFF00"/>
            </a:solidFill>
          </p:spPr>
          <p:txBody>
            <a:bodyPr wrap="square" lIns="0" tIns="0" rIns="0" bIns="0" rtlCol="0"/>
            <a:lstStyle/>
            <a:p>
              <a:endParaRPr/>
            </a:p>
          </p:txBody>
        </p:sp>
        <p:pic>
          <p:nvPicPr>
            <p:cNvPr id="28" name="object 28"/>
            <p:cNvPicPr/>
            <p:nvPr/>
          </p:nvPicPr>
          <p:blipFill>
            <a:blip r:embed="rId13" cstate="print"/>
            <a:stretch>
              <a:fillRect/>
            </a:stretch>
          </p:blipFill>
          <p:spPr>
            <a:xfrm>
              <a:off x="816559" y="3067176"/>
              <a:ext cx="1773097" cy="266700"/>
            </a:xfrm>
            <a:prstGeom prst="rect">
              <a:avLst/>
            </a:prstGeom>
          </p:spPr>
        </p:pic>
        <p:pic>
          <p:nvPicPr>
            <p:cNvPr id="29" name="object 29"/>
            <p:cNvPicPr/>
            <p:nvPr/>
          </p:nvPicPr>
          <p:blipFill>
            <a:blip r:embed="rId14" cstate="print"/>
            <a:stretch>
              <a:fillRect/>
            </a:stretch>
          </p:blipFill>
          <p:spPr>
            <a:xfrm>
              <a:off x="2532887" y="3067176"/>
              <a:ext cx="479551" cy="266700"/>
            </a:xfrm>
            <a:prstGeom prst="rect">
              <a:avLst/>
            </a:prstGeom>
          </p:spPr>
        </p:pic>
        <p:pic>
          <p:nvPicPr>
            <p:cNvPr id="30" name="object 30"/>
            <p:cNvPicPr/>
            <p:nvPr/>
          </p:nvPicPr>
          <p:blipFill>
            <a:blip r:embed="rId15" cstate="print"/>
            <a:stretch>
              <a:fillRect/>
            </a:stretch>
          </p:blipFill>
          <p:spPr>
            <a:xfrm>
              <a:off x="2964180" y="3067176"/>
              <a:ext cx="727709" cy="266700"/>
            </a:xfrm>
            <a:prstGeom prst="rect">
              <a:avLst/>
            </a:prstGeom>
          </p:spPr>
        </p:pic>
        <p:pic>
          <p:nvPicPr>
            <p:cNvPr id="31" name="object 31"/>
            <p:cNvPicPr/>
            <p:nvPr/>
          </p:nvPicPr>
          <p:blipFill>
            <a:blip r:embed="rId16" cstate="print"/>
            <a:stretch>
              <a:fillRect/>
            </a:stretch>
          </p:blipFill>
          <p:spPr>
            <a:xfrm>
              <a:off x="3617975" y="3067176"/>
              <a:ext cx="1123759" cy="266700"/>
            </a:xfrm>
            <a:prstGeom prst="rect">
              <a:avLst/>
            </a:prstGeom>
          </p:spPr>
        </p:pic>
        <p:pic>
          <p:nvPicPr>
            <p:cNvPr id="32" name="object 32"/>
            <p:cNvPicPr/>
            <p:nvPr/>
          </p:nvPicPr>
          <p:blipFill>
            <a:blip r:embed="rId17" cstate="print"/>
            <a:stretch>
              <a:fillRect/>
            </a:stretch>
          </p:blipFill>
          <p:spPr>
            <a:xfrm>
              <a:off x="4601209" y="3067176"/>
              <a:ext cx="121920" cy="266700"/>
            </a:xfrm>
            <a:prstGeom prst="rect">
              <a:avLst/>
            </a:prstGeom>
          </p:spPr>
        </p:pic>
      </p:grpSp>
      <p:sp>
        <p:nvSpPr>
          <p:cNvPr id="33" name="object 33"/>
          <p:cNvSpPr txBox="1"/>
          <p:nvPr/>
        </p:nvSpPr>
        <p:spPr>
          <a:xfrm>
            <a:off x="346659" y="996822"/>
            <a:ext cx="154305" cy="232410"/>
          </a:xfrm>
          <a:prstGeom prst="rect">
            <a:avLst/>
          </a:prstGeom>
        </p:spPr>
        <p:txBody>
          <a:bodyPr vert="horz" wrap="square" lIns="0" tIns="13335" rIns="0" bIns="0" rtlCol="0">
            <a:spAutoFit/>
          </a:bodyPr>
          <a:lstStyle/>
          <a:p>
            <a:pPr marL="12700">
              <a:lnSpc>
                <a:spcPct val="100000"/>
              </a:lnSpc>
              <a:spcBef>
                <a:spcPts val="105"/>
              </a:spcBef>
            </a:pPr>
            <a:r>
              <a:rPr sz="1350" spc="-50" dirty="0">
                <a:solidFill>
                  <a:srgbClr val="006F57"/>
                </a:solidFill>
                <a:latin typeface="Wingdings"/>
                <a:cs typeface="Wingdings"/>
              </a:rPr>
              <a:t></a:t>
            </a:r>
            <a:endParaRPr sz="1350">
              <a:latin typeface="Wingdings"/>
              <a:cs typeface="Wingdings"/>
            </a:endParaRPr>
          </a:p>
        </p:txBody>
      </p:sp>
      <p:grpSp>
        <p:nvGrpSpPr>
          <p:cNvPr id="34" name="object 34"/>
          <p:cNvGrpSpPr/>
          <p:nvPr/>
        </p:nvGrpSpPr>
        <p:grpSpPr>
          <a:xfrm>
            <a:off x="3896867" y="963802"/>
            <a:ext cx="2846705" cy="266700"/>
            <a:chOff x="3896867" y="963802"/>
            <a:chExt cx="2846705" cy="266700"/>
          </a:xfrm>
        </p:grpSpPr>
        <p:pic>
          <p:nvPicPr>
            <p:cNvPr id="35" name="object 35"/>
            <p:cNvPicPr/>
            <p:nvPr/>
          </p:nvPicPr>
          <p:blipFill>
            <a:blip r:embed="rId18" cstate="print"/>
            <a:stretch>
              <a:fillRect/>
            </a:stretch>
          </p:blipFill>
          <p:spPr>
            <a:xfrm>
              <a:off x="3896867" y="963802"/>
              <a:ext cx="632358" cy="266700"/>
            </a:xfrm>
            <a:prstGeom prst="rect">
              <a:avLst/>
            </a:prstGeom>
          </p:spPr>
        </p:pic>
        <p:pic>
          <p:nvPicPr>
            <p:cNvPr id="36" name="object 36"/>
            <p:cNvPicPr/>
            <p:nvPr/>
          </p:nvPicPr>
          <p:blipFill>
            <a:blip r:embed="rId19" cstate="print"/>
            <a:stretch>
              <a:fillRect/>
            </a:stretch>
          </p:blipFill>
          <p:spPr>
            <a:xfrm>
              <a:off x="4441189" y="963802"/>
              <a:ext cx="709574" cy="266700"/>
            </a:xfrm>
            <a:prstGeom prst="rect">
              <a:avLst/>
            </a:prstGeom>
          </p:spPr>
        </p:pic>
        <p:pic>
          <p:nvPicPr>
            <p:cNvPr id="37" name="object 37"/>
            <p:cNvPicPr/>
            <p:nvPr/>
          </p:nvPicPr>
          <p:blipFill>
            <a:blip r:embed="rId20" cstate="print"/>
            <a:stretch>
              <a:fillRect/>
            </a:stretch>
          </p:blipFill>
          <p:spPr>
            <a:xfrm>
              <a:off x="5105653" y="963802"/>
              <a:ext cx="289560" cy="266700"/>
            </a:xfrm>
            <a:prstGeom prst="rect">
              <a:avLst/>
            </a:prstGeom>
          </p:spPr>
        </p:pic>
        <p:pic>
          <p:nvPicPr>
            <p:cNvPr id="38" name="object 38"/>
            <p:cNvPicPr/>
            <p:nvPr/>
          </p:nvPicPr>
          <p:blipFill>
            <a:blip r:embed="rId21" cstate="print"/>
            <a:stretch>
              <a:fillRect/>
            </a:stretch>
          </p:blipFill>
          <p:spPr>
            <a:xfrm>
              <a:off x="5320537" y="963802"/>
              <a:ext cx="749808" cy="266700"/>
            </a:xfrm>
            <a:prstGeom prst="rect">
              <a:avLst/>
            </a:prstGeom>
          </p:spPr>
        </p:pic>
        <p:pic>
          <p:nvPicPr>
            <p:cNvPr id="39" name="object 39"/>
            <p:cNvPicPr/>
            <p:nvPr/>
          </p:nvPicPr>
          <p:blipFill>
            <a:blip r:embed="rId15" cstate="print"/>
            <a:stretch>
              <a:fillRect/>
            </a:stretch>
          </p:blipFill>
          <p:spPr>
            <a:xfrm>
              <a:off x="6015482" y="963802"/>
              <a:ext cx="728090" cy="266700"/>
            </a:xfrm>
            <a:prstGeom prst="rect">
              <a:avLst/>
            </a:prstGeom>
          </p:spPr>
        </p:pic>
      </p:grpSp>
      <p:sp>
        <p:nvSpPr>
          <p:cNvPr id="40" name="object 40"/>
          <p:cNvSpPr txBox="1"/>
          <p:nvPr/>
        </p:nvSpPr>
        <p:spPr>
          <a:xfrm>
            <a:off x="346659" y="1560703"/>
            <a:ext cx="154305" cy="232410"/>
          </a:xfrm>
          <a:prstGeom prst="rect">
            <a:avLst/>
          </a:prstGeom>
        </p:spPr>
        <p:txBody>
          <a:bodyPr vert="horz" wrap="square" lIns="0" tIns="13335" rIns="0" bIns="0" rtlCol="0">
            <a:spAutoFit/>
          </a:bodyPr>
          <a:lstStyle/>
          <a:p>
            <a:pPr marL="12700">
              <a:lnSpc>
                <a:spcPct val="100000"/>
              </a:lnSpc>
              <a:spcBef>
                <a:spcPts val="105"/>
              </a:spcBef>
            </a:pPr>
            <a:r>
              <a:rPr sz="1350" spc="-50" dirty="0">
                <a:solidFill>
                  <a:srgbClr val="006F57"/>
                </a:solidFill>
                <a:latin typeface="Wingdings"/>
                <a:cs typeface="Wingdings"/>
              </a:rPr>
              <a:t></a:t>
            </a:r>
            <a:endParaRPr sz="1350">
              <a:latin typeface="Wingdings"/>
              <a:cs typeface="Wingdings"/>
            </a:endParaRPr>
          </a:p>
        </p:txBody>
      </p:sp>
      <p:grpSp>
        <p:nvGrpSpPr>
          <p:cNvPr id="41" name="object 41"/>
          <p:cNvGrpSpPr/>
          <p:nvPr/>
        </p:nvGrpSpPr>
        <p:grpSpPr>
          <a:xfrm>
            <a:off x="4023359" y="1527683"/>
            <a:ext cx="2200910" cy="266700"/>
            <a:chOff x="4023359" y="1527683"/>
            <a:chExt cx="2200910" cy="266700"/>
          </a:xfrm>
        </p:grpSpPr>
        <p:pic>
          <p:nvPicPr>
            <p:cNvPr id="42" name="object 42"/>
            <p:cNvPicPr/>
            <p:nvPr/>
          </p:nvPicPr>
          <p:blipFill>
            <a:blip r:embed="rId22" cstate="print"/>
            <a:stretch>
              <a:fillRect/>
            </a:stretch>
          </p:blipFill>
          <p:spPr>
            <a:xfrm>
              <a:off x="4023359" y="1527683"/>
              <a:ext cx="1431925" cy="266700"/>
            </a:xfrm>
            <a:prstGeom prst="rect">
              <a:avLst/>
            </a:prstGeom>
          </p:spPr>
        </p:pic>
        <p:pic>
          <p:nvPicPr>
            <p:cNvPr id="43" name="object 43"/>
            <p:cNvPicPr/>
            <p:nvPr/>
          </p:nvPicPr>
          <p:blipFill>
            <a:blip r:embed="rId23" cstate="print"/>
            <a:stretch>
              <a:fillRect/>
            </a:stretch>
          </p:blipFill>
          <p:spPr>
            <a:xfrm>
              <a:off x="5393689" y="1527683"/>
              <a:ext cx="830275" cy="266700"/>
            </a:xfrm>
            <a:prstGeom prst="rect">
              <a:avLst/>
            </a:prstGeom>
          </p:spPr>
        </p:pic>
      </p:grpSp>
      <p:sp>
        <p:nvSpPr>
          <p:cNvPr id="44" name="object 44"/>
          <p:cNvSpPr txBox="1"/>
          <p:nvPr/>
        </p:nvSpPr>
        <p:spPr>
          <a:xfrm>
            <a:off x="1904492" y="940434"/>
            <a:ext cx="7862570" cy="863600"/>
          </a:xfrm>
          <a:prstGeom prst="rect">
            <a:avLst/>
          </a:prstGeom>
        </p:spPr>
        <p:txBody>
          <a:bodyPr vert="horz" wrap="square" lIns="0" tIns="12700" rIns="0" bIns="0" rtlCol="0">
            <a:spAutoFit/>
          </a:bodyPr>
          <a:lstStyle/>
          <a:p>
            <a:pPr marL="12700">
              <a:lnSpc>
                <a:spcPct val="100000"/>
              </a:lnSpc>
              <a:spcBef>
                <a:spcPts val="100"/>
              </a:spcBef>
              <a:tabLst>
                <a:tab pos="4765040" algn="l"/>
              </a:tabLst>
            </a:pPr>
            <a:r>
              <a:rPr sz="1800" spc="100" dirty="0">
                <a:solidFill>
                  <a:srgbClr val="252525"/>
                </a:solidFill>
                <a:latin typeface="Cambria"/>
                <a:cs typeface="Cambria"/>
              </a:rPr>
              <a:t>This</a:t>
            </a:r>
            <a:r>
              <a:rPr sz="1800" spc="180" dirty="0">
                <a:solidFill>
                  <a:srgbClr val="252525"/>
                </a:solidFill>
                <a:latin typeface="Cambria"/>
                <a:cs typeface="Cambria"/>
              </a:rPr>
              <a:t> </a:t>
            </a:r>
            <a:r>
              <a:rPr sz="1800" spc="110" dirty="0">
                <a:solidFill>
                  <a:srgbClr val="252525"/>
                </a:solidFill>
                <a:latin typeface="Cambria"/>
                <a:cs typeface="Cambria"/>
              </a:rPr>
              <a:t>summarizes</a:t>
            </a:r>
            <a:r>
              <a:rPr sz="1800" dirty="0">
                <a:solidFill>
                  <a:srgbClr val="252525"/>
                </a:solidFill>
                <a:latin typeface="Cambria"/>
                <a:cs typeface="Cambria"/>
              </a:rPr>
              <a:t>	</a:t>
            </a:r>
            <a:r>
              <a:rPr sz="1800" spc="90" dirty="0">
                <a:solidFill>
                  <a:srgbClr val="252525"/>
                </a:solidFill>
                <a:latin typeface="Cambria"/>
                <a:cs typeface="Cambria"/>
              </a:rPr>
              <a:t>appears</a:t>
            </a:r>
            <a:r>
              <a:rPr sz="1800" spc="204" dirty="0">
                <a:solidFill>
                  <a:srgbClr val="252525"/>
                </a:solidFill>
                <a:latin typeface="Cambria"/>
                <a:cs typeface="Cambria"/>
              </a:rPr>
              <a:t> </a:t>
            </a:r>
            <a:r>
              <a:rPr sz="1800" spc="70" dirty="0">
                <a:solidFill>
                  <a:srgbClr val="252525"/>
                </a:solidFill>
                <a:latin typeface="Cambria"/>
                <a:cs typeface="Cambria"/>
              </a:rPr>
              <a:t>within</a:t>
            </a:r>
            <a:r>
              <a:rPr sz="1800" spc="200" dirty="0">
                <a:solidFill>
                  <a:srgbClr val="252525"/>
                </a:solidFill>
                <a:latin typeface="Cambria"/>
                <a:cs typeface="Cambria"/>
              </a:rPr>
              <a:t> </a:t>
            </a:r>
            <a:r>
              <a:rPr sz="1800" spc="95" dirty="0">
                <a:solidFill>
                  <a:srgbClr val="252525"/>
                </a:solidFill>
                <a:latin typeface="Cambria"/>
                <a:cs typeface="Cambria"/>
              </a:rPr>
              <a:t>a</a:t>
            </a:r>
            <a:r>
              <a:rPr sz="1800" spc="160" dirty="0">
                <a:solidFill>
                  <a:srgbClr val="252525"/>
                </a:solidFill>
                <a:latin typeface="Cambria"/>
                <a:cs typeface="Cambria"/>
              </a:rPr>
              <a:t> </a:t>
            </a:r>
            <a:r>
              <a:rPr sz="1800" spc="110" dirty="0">
                <a:solidFill>
                  <a:srgbClr val="252525"/>
                </a:solidFill>
                <a:latin typeface="Cambria"/>
                <a:cs typeface="Cambria"/>
              </a:rPr>
              <a:t>document.</a:t>
            </a:r>
            <a:endParaRPr sz="1800">
              <a:latin typeface="Cambria"/>
              <a:cs typeface="Cambria"/>
            </a:endParaRPr>
          </a:p>
          <a:p>
            <a:pPr>
              <a:lnSpc>
                <a:spcPct val="100000"/>
              </a:lnSpc>
              <a:spcBef>
                <a:spcPts val="165"/>
              </a:spcBef>
            </a:pPr>
            <a:endParaRPr sz="1800">
              <a:latin typeface="Cambria"/>
              <a:cs typeface="Cambria"/>
            </a:endParaRPr>
          </a:p>
          <a:p>
            <a:pPr marR="197485" algn="ctr">
              <a:lnSpc>
                <a:spcPct val="100000"/>
              </a:lnSpc>
              <a:spcBef>
                <a:spcPts val="5"/>
              </a:spcBef>
              <a:tabLst>
                <a:tab pos="2682240" algn="l"/>
              </a:tabLst>
            </a:pPr>
            <a:r>
              <a:rPr sz="1800" spc="80" dirty="0">
                <a:solidFill>
                  <a:srgbClr val="252525"/>
                </a:solidFill>
                <a:latin typeface="Cambria"/>
                <a:cs typeface="Cambria"/>
              </a:rPr>
              <a:t>This</a:t>
            </a:r>
            <a:r>
              <a:rPr sz="1800" dirty="0">
                <a:solidFill>
                  <a:srgbClr val="252525"/>
                </a:solidFill>
                <a:latin typeface="Cambria"/>
                <a:cs typeface="Cambria"/>
              </a:rPr>
              <a:t>	</a:t>
            </a:r>
            <a:r>
              <a:rPr sz="1800" spc="100" dirty="0">
                <a:solidFill>
                  <a:srgbClr val="252525"/>
                </a:solidFill>
                <a:latin typeface="Cambria"/>
                <a:cs typeface="Cambria"/>
              </a:rPr>
              <a:t>that</a:t>
            </a:r>
            <a:r>
              <a:rPr sz="1800" spc="165" dirty="0">
                <a:solidFill>
                  <a:srgbClr val="252525"/>
                </a:solidFill>
                <a:latin typeface="Cambria"/>
                <a:cs typeface="Cambria"/>
              </a:rPr>
              <a:t> </a:t>
            </a:r>
            <a:r>
              <a:rPr sz="1800" spc="85" dirty="0">
                <a:solidFill>
                  <a:srgbClr val="252525"/>
                </a:solidFill>
                <a:latin typeface="Cambria"/>
                <a:cs typeface="Cambria"/>
              </a:rPr>
              <a:t>appear</a:t>
            </a:r>
            <a:r>
              <a:rPr sz="1800" spc="185" dirty="0">
                <a:solidFill>
                  <a:srgbClr val="252525"/>
                </a:solidFill>
                <a:latin typeface="Cambria"/>
                <a:cs typeface="Cambria"/>
              </a:rPr>
              <a:t> </a:t>
            </a:r>
            <a:r>
              <a:rPr sz="1800" spc="95" dirty="0">
                <a:solidFill>
                  <a:srgbClr val="252525"/>
                </a:solidFill>
                <a:latin typeface="Cambria"/>
                <a:cs typeface="Cambria"/>
              </a:rPr>
              <a:t>a</a:t>
            </a:r>
            <a:r>
              <a:rPr sz="1800" spc="170" dirty="0">
                <a:solidFill>
                  <a:srgbClr val="252525"/>
                </a:solidFill>
                <a:latin typeface="Cambria"/>
                <a:cs typeface="Cambria"/>
              </a:rPr>
              <a:t> </a:t>
            </a:r>
            <a:r>
              <a:rPr sz="1800" spc="60" dirty="0">
                <a:solidFill>
                  <a:srgbClr val="252525"/>
                </a:solidFill>
                <a:latin typeface="Cambria"/>
                <a:cs typeface="Cambria"/>
              </a:rPr>
              <a:t>lot</a:t>
            </a:r>
            <a:endParaRPr sz="1800">
              <a:latin typeface="Cambria"/>
              <a:cs typeface="Cambria"/>
            </a:endParaRPr>
          </a:p>
        </p:txBody>
      </p:sp>
      <p:grpSp>
        <p:nvGrpSpPr>
          <p:cNvPr id="45" name="object 45"/>
          <p:cNvGrpSpPr/>
          <p:nvPr/>
        </p:nvGrpSpPr>
        <p:grpSpPr>
          <a:xfrm>
            <a:off x="8064118" y="1527683"/>
            <a:ext cx="2183765" cy="266700"/>
            <a:chOff x="8064118" y="1527683"/>
            <a:chExt cx="2183765" cy="266700"/>
          </a:xfrm>
        </p:grpSpPr>
        <p:pic>
          <p:nvPicPr>
            <p:cNvPr id="46" name="object 46"/>
            <p:cNvPicPr/>
            <p:nvPr/>
          </p:nvPicPr>
          <p:blipFill>
            <a:blip r:embed="rId24" cstate="print"/>
            <a:stretch>
              <a:fillRect/>
            </a:stretch>
          </p:blipFill>
          <p:spPr>
            <a:xfrm>
              <a:off x="8064118" y="1527683"/>
              <a:ext cx="857351" cy="266700"/>
            </a:xfrm>
            <a:prstGeom prst="rect">
              <a:avLst/>
            </a:prstGeom>
          </p:spPr>
        </p:pic>
        <p:pic>
          <p:nvPicPr>
            <p:cNvPr id="47" name="object 47"/>
            <p:cNvPicPr/>
            <p:nvPr/>
          </p:nvPicPr>
          <p:blipFill>
            <a:blip r:embed="rId25" cstate="print"/>
            <a:stretch>
              <a:fillRect/>
            </a:stretch>
          </p:blipFill>
          <p:spPr>
            <a:xfrm>
              <a:off x="8867520" y="1527683"/>
              <a:ext cx="1380108" cy="266700"/>
            </a:xfrm>
            <a:prstGeom prst="rect">
              <a:avLst/>
            </a:prstGeom>
          </p:spPr>
        </p:pic>
      </p:grpSp>
      <p:sp>
        <p:nvSpPr>
          <p:cNvPr id="48" name="object 48"/>
          <p:cNvSpPr txBox="1"/>
          <p:nvPr/>
        </p:nvSpPr>
        <p:spPr>
          <a:xfrm>
            <a:off x="10096881" y="1504315"/>
            <a:ext cx="8636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252525"/>
                </a:solidFill>
                <a:latin typeface="Cambria"/>
                <a:cs typeface="Cambria"/>
              </a:rPr>
              <a:t>.</a:t>
            </a:r>
            <a:endParaRPr sz="1800">
              <a:latin typeface="Cambria"/>
              <a:cs typeface="Cambria"/>
            </a:endParaRPr>
          </a:p>
        </p:txBody>
      </p:sp>
      <p:sp>
        <p:nvSpPr>
          <p:cNvPr id="49" name="object 49"/>
          <p:cNvSpPr txBox="1"/>
          <p:nvPr/>
        </p:nvSpPr>
        <p:spPr>
          <a:xfrm>
            <a:off x="346659" y="2124278"/>
            <a:ext cx="154305" cy="233045"/>
          </a:xfrm>
          <a:prstGeom prst="rect">
            <a:avLst/>
          </a:prstGeom>
        </p:spPr>
        <p:txBody>
          <a:bodyPr vert="horz" wrap="square" lIns="0" tIns="13335" rIns="0" bIns="0" rtlCol="0">
            <a:spAutoFit/>
          </a:bodyPr>
          <a:lstStyle/>
          <a:p>
            <a:pPr marL="12700">
              <a:lnSpc>
                <a:spcPct val="100000"/>
              </a:lnSpc>
              <a:spcBef>
                <a:spcPts val="105"/>
              </a:spcBef>
            </a:pPr>
            <a:r>
              <a:rPr sz="1350" spc="-50" dirty="0">
                <a:solidFill>
                  <a:srgbClr val="006F57"/>
                </a:solidFill>
                <a:latin typeface="Wingdings"/>
                <a:cs typeface="Wingdings"/>
              </a:rPr>
              <a:t></a:t>
            </a:r>
            <a:endParaRPr sz="1350">
              <a:latin typeface="Wingdings"/>
              <a:cs typeface="Wingdings"/>
            </a:endParaRPr>
          </a:p>
        </p:txBody>
      </p:sp>
      <p:grpSp>
        <p:nvGrpSpPr>
          <p:cNvPr id="50" name="object 50"/>
          <p:cNvGrpSpPr/>
          <p:nvPr/>
        </p:nvGrpSpPr>
        <p:grpSpPr>
          <a:xfrm>
            <a:off x="5160517" y="2091258"/>
            <a:ext cx="2106295" cy="267335"/>
            <a:chOff x="5160517" y="2091258"/>
            <a:chExt cx="2106295" cy="267335"/>
          </a:xfrm>
        </p:grpSpPr>
        <p:pic>
          <p:nvPicPr>
            <p:cNvPr id="51" name="object 51"/>
            <p:cNvPicPr/>
            <p:nvPr/>
          </p:nvPicPr>
          <p:blipFill>
            <a:blip r:embed="rId26" cstate="print"/>
            <a:stretch>
              <a:fillRect/>
            </a:stretch>
          </p:blipFill>
          <p:spPr>
            <a:xfrm>
              <a:off x="5160517" y="2091258"/>
              <a:ext cx="890777" cy="267004"/>
            </a:xfrm>
            <a:prstGeom prst="rect">
              <a:avLst/>
            </a:prstGeom>
          </p:spPr>
        </p:pic>
        <p:pic>
          <p:nvPicPr>
            <p:cNvPr id="52" name="object 52"/>
            <p:cNvPicPr/>
            <p:nvPr/>
          </p:nvPicPr>
          <p:blipFill>
            <a:blip r:embed="rId27" cstate="print"/>
            <a:stretch>
              <a:fillRect/>
            </a:stretch>
          </p:blipFill>
          <p:spPr>
            <a:xfrm>
              <a:off x="5994145" y="2091258"/>
              <a:ext cx="1272667" cy="267004"/>
            </a:xfrm>
            <a:prstGeom prst="rect">
              <a:avLst/>
            </a:prstGeom>
          </p:spPr>
        </p:pic>
      </p:grpSp>
      <p:sp>
        <p:nvSpPr>
          <p:cNvPr id="53" name="object 53"/>
          <p:cNvSpPr txBox="1"/>
          <p:nvPr/>
        </p:nvSpPr>
        <p:spPr>
          <a:xfrm>
            <a:off x="4698238" y="2067890"/>
            <a:ext cx="5977255" cy="300355"/>
          </a:xfrm>
          <a:prstGeom prst="rect">
            <a:avLst/>
          </a:prstGeom>
        </p:spPr>
        <p:txBody>
          <a:bodyPr vert="horz" wrap="square" lIns="0" tIns="12700" rIns="0" bIns="0" rtlCol="0">
            <a:spAutoFit/>
          </a:bodyPr>
          <a:lstStyle/>
          <a:p>
            <a:pPr marL="12700">
              <a:lnSpc>
                <a:spcPct val="100000"/>
              </a:lnSpc>
              <a:spcBef>
                <a:spcPts val="100"/>
              </a:spcBef>
              <a:tabLst>
                <a:tab pos="2519680" algn="l"/>
              </a:tabLst>
            </a:pPr>
            <a:r>
              <a:rPr sz="1800" spc="80" dirty="0">
                <a:solidFill>
                  <a:srgbClr val="252525"/>
                </a:solidFill>
                <a:latin typeface="Cambria"/>
                <a:cs typeface="Cambria"/>
              </a:rPr>
              <a:t>is</a:t>
            </a:r>
            <a:r>
              <a:rPr sz="1800" spc="170" dirty="0">
                <a:solidFill>
                  <a:srgbClr val="252525"/>
                </a:solidFill>
                <a:latin typeface="Cambria"/>
                <a:cs typeface="Cambria"/>
              </a:rPr>
              <a:t> </a:t>
            </a:r>
            <a:r>
              <a:rPr sz="1800" spc="45" dirty="0">
                <a:solidFill>
                  <a:srgbClr val="252525"/>
                </a:solidFill>
                <a:latin typeface="Cambria"/>
                <a:cs typeface="Cambria"/>
              </a:rPr>
              <a:t>a</a:t>
            </a:r>
            <a:r>
              <a:rPr sz="1800" dirty="0">
                <a:solidFill>
                  <a:srgbClr val="252525"/>
                </a:solidFill>
                <a:latin typeface="Cambria"/>
                <a:cs typeface="Cambria"/>
              </a:rPr>
              <a:t>	</a:t>
            </a:r>
            <a:r>
              <a:rPr sz="1800" spc="90" dirty="0">
                <a:solidFill>
                  <a:srgbClr val="252525"/>
                </a:solidFill>
                <a:latin typeface="Cambria"/>
                <a:cs typeface="Cambria"/>
              </a:rPr>
              <a:t>how</a:t>
            </a:r>
            <a:r>
              <a:rPr sz="1800" spc="175" dirty="0">
                <a:solidFill>
                  <a:srgbClr val="252525"/>
                </a:solidFill>
                <a:latin typeface="Cambria"/>
                <a:cs typeface="Cambria"/>
              </a:rPr>
              <a:t> </a:t>
            </a:r>
            <a:r>
              <a:rPr sz="1800" spc="120" dirty="0">
                <a:solidFill>
                  <a:srgbClr val="252525"/>
                </a:solidFill>
                <a:latin typeface="Cambria"/>
                <a:cs typeface="Cambria"/>
              </a:rPr>
              <a:t>commonly</a:t>
            </a:r>
            <a:r>
              <a:rPr sz="1800" spc="200" dirty="0">
                <a:solidFill>
                  <a:srgbClr val="252525"/>
                </a:solidFill>
                <a:latin typeface="Cambria"/>
                <a:cs typeface="Cambria"/>
              </a:rPr>
              <a:t> </a:t>
            </a:r>
            <a:r>
              <a:rPr sz="1800" spc="95" dirty="0">
                <a:solidFill>
                  <a:srgbClr val="252525"/>
                </a:solidFill>
                <a:latin typeface="Cambria"/>
                <a:cs typeface="Cambria"/>
              </a:rPr>
              <a:t>a</a:t>
            </a:r>
            <a:r>
              <a:rPr sz="1800" spc="170" dirty="0">
                <a:solidFill>
                  <a:srgbClr val="252525"/>
                </a:solidFill>
                <a:latin typeface="Cambria"/>
                <a:cs typeface="Cambria"/>
              </a:rPr>
              <a:t> </a:t>
            </a:r>
            <a:r>
              <a:rPr sz="1800" spc="80" dirty="0">
                <a:solidFill>
                  <a:srgbClr val="252525"/>
                </a:solidFill>
                <a:latin typeface="Cambria"/>
                <a:cs typeface="Cambria"/>
              </a:rPr>
              <a:t>word</a:t>
            </a:r>
            <a:r>
              <a:rPr sz="1800" spc="165" dirty="0">
                <a:solidFill>
                  <a:srgbClr val="252525"/>
                </a:solidFill>
                <a:latin typeface="Cambria"/>
                <a:cs typeface="Cambria"/>
              </a:rPr>
              <a:t> </a:t>
            </a:r>
            <a:r>
              <a:rPr sz="1800" spc="80" dirty="0">
                <a:solidFill>
                  <a:srgbClr val="252525"/>
                </a:solidFill>
                <a:latin typeface="Cambria"/>
                <a:cs typeface="Cambria"/>
              </a:rPr>
              <a:t>is</a:t>
            </a:r>
            <a:r>
              <a:rPr sz="1800" spc="175" dirty="0">
                <a:solidFill>
                  <a:srgbClr val="252525"/>
                </a:solidFill>
                <a:latin typeface="Cambria"/>
                <a:cs typeface="Cambria"/>
              </a:rPr>
              <a:t> </a:t>
            </a:r>
            <a:r>
              <a:rPr sz="1800" spc="95" dirty="0">
                <a:solidFill>
                  <a:srgbClr val="252525"/>
                </a:solidFill>
                <a:latin typeface="Cambria"/>
                <a:cs typeface="Cambria"/>
              </a:rPr>
              <a:t>used.</a:t>
            </a:r>
            <a:endParaRPr sz="1800">
              <a:latin typeface="Cambria"/>
              <a:cs typeface="Cambria"/>
            </a:endParaRPr>
          </a:p>
        </p:txBody>
      </p:sp>
      <p:pic>
        <p:nvPicPr>
          <p:cNvPr id="54" name="object 54"/>
          <p:cNvPicPr/>
          <p:nvPr/>
        </p:nvPicPr>
        <p:blipFill>
          <a:blip r:embed="rId28" cstate="print"/>
          <a:stretch>
            <a:fillRect/>
          </a:stretch>
        </p:blipFill>
        <p:spPr>
          <a:xfrm>
            <a:off x="3011042" y="3624656"/>
            <a:ext cx="463677" cy="254177"/>
          </a:xfrm>
          <a:prstGeom prst="rect">
            <a:avLst/>
          </a:prstGeom>
        </p:spPr>
      </p:pic>
      <p:sp>
        <p:nvSpPr>
          <p:cNvPr id="55" name="object 55"/>
          <p:cNvSpPr txBox="1"/>
          <p:nvPr/>
        </p:nvSpPr>
        <p:spPr>
          <a:xfrm>
            <a:off x="575259" y="2688716"/>
            <a:ext cx="154305" cy="232410"/>
          </a:xfrm>
          <a:prstGeom prst="rect">
            <a:avLst/>
          </a:prstGeom>
        </p:spPr>
        <p:txBody>
          <a:bodyPr vert="horz" wrap="square" lIns="0" tIns="13335" rIns="0" bIns="0" rtlCol="0">
            <a:spAutoFit/>
          </a:bodyPr>
          <a:lstStyle/>
          <a:p>
            <a:pPr marL="12700">
              <a:lnSpc>
                <a:spcPct val="100000"/>
              </a:lnSpc>
              <a:spcBef>
                <a:spcPts val="105"/>
              </a:spcBef>
            </a:pPr>
            <a:r>
              <a:rPr sz="1350" spc="-50" dirty="0">
                <a:solidFill>
                  <a:srgbClr val="075A74"/>
                </a:solidFill>
                <a:latin typeface="Wingdings"/>
                <a:cs typeface="Wingdings"/>
              </a:rPr>
              <a:t></a:t>
            </a:r>
            <a:endParaRPr sz="1350">
              <a:latin typeface="Wingdings"/>
              <a:cs typeface="Wingdings"/>
            </a:endParaRPr>
          </a:p>
        </p:txBody>
      </p:sp>
      <p:sp>
        <p:nvSpPr>
          <p:cNvPr id="56" name="object 56"/>
          <p:cNvSpPr txBox="1"/>
          <p:nvPr/>
        </p:nvSpPr>
        <p:spPr>
          <a:xfrm>
            <a:off x="816457" y="2656585"/>
            <a:ext cx="10880090" cy="268605"/>
          </a:xfrm>
          <a:prstGeom prst="rect">
            <a:avLst/>
          </a:prstGeom>
        </p:spPr>
        <p:txBody>
          <a:bodyPr vert="horz" wrap="square" lIns="0" tIns="0" rIns="0" bIns="0" rtlCol="0">
            <a:spAutoFit/>
          </a:bodyPr>
          <a:lstStyle/>
          <a:p>
            <a:pPr marR="2994660" algn="r">
              <a:lnSpc>
                <a:spcPts val="2070"/>
              </a:lnSpc>
            </a:pPr>
            <a:r>
              <a:rPr sz="1800" spc="50" dirty="0">
                <a:solidFill>
                  <a:srgbClr val="252525"/>
                </a:solidFill>
                <a:latin typeface="Cambria"/>
                <a:cs typeface="Cambria"/>
              </a:rPr>
              <a:t>.</a:t>
            </a:r>
            <a:endParaRPr sz="1800">
              <a:latin typeface="Cambria"/>
              <a:cs typeface="Cambria"/>
            </a:endParaRPr>
          </a:p>
        </p:txBody>
      </p:sp>
      <p:grpSp>
        <p:nvGrpSpPr>
          <p:cNvPr id="57" name="object 57"/>
          <p:cNvGrpSpPr/>
          <p:nvPr/>
        </p:nvGrpSpPr>
        <p:grpSpPr>
          <a:xfrm>
            <a:off x="8789796" y="2655697"/>
            <a:ext cx="2955925" cy="266700"/>
            <a:chOff x="8789796" y="2655697"/>
            <a:chExt cx="2955925" cy="266700"/>
          </a:xfrm>
        </p:grpSpPr>
        <p:pic>
          <p:nvPicPr>
            <p:cNvPr id="58" name="object 58"/>
            <p:cNvPicPr/>
            <p:nvPr/>
          </p:nvPicPr>
          <p:blipFill>
            <a:blip r:embed="rId8" cstate="print"/>
            <a:stretch>
              <a:fillRect/>
            </a:stretch>
          </p:blipFill>
          <p:spPr>
            <a:xfrm>
              <a:off x="8789796" y="2655697"/>
              <a:ext cx="583183" cy="266700"/>
            </a:xfrm>
            <a:prstGeom prst="rect">
              <a:avLst/>
            </a:prstGeom>
          </p:spPr>
        </p:pic>
        <p:pic>
          <p:nvPicPr>
            <p:cNvPr id="59" name="object 59"/>
            <p:cNvPicPr/>
            <p:nvPr/>
          </p:nvPicPr>
          <p:blipFill>
            <a:blip r:embed="rId29" cstate="print"/>
            <a:stretch>
              <a:fillRect/>
            </a:stretch>
          </p:blipFill>
          <p:spPr>
            <a:xfrm>
              <a:off x="9323196" y="2655697"/>
              <a:ext cx="2422525" cy="266700"/>
            </a:xfrm>
            <a:prstGeom prst="rect">
              <a:avLst/>
            </a:prstGeom>
          </p:spPr>
        </p:pic>
      </p:grpSp>
      <p:grpSp>
        <p:nvGrpSpPr>
          <p:cNvPr id="60" name="object 60"/>
          <p:cNvGrpSpPr/>
          <p:nvPr/>
        </p:nvGrpSpPr>
        <p:grpSpPr>
          <a:xfrm>
            <a:off x="4598161" y="3624656"/>
            <a:ext cx="2047875" cy="252095"/>
            <a:chOff x="4598161" y="3624656"/>
            <a:chExt cx="2047875" cy="252095"/>
          </a:xfrm>
        </p:grpSpPr>
        <p:pic>
          <p:nvPicPr>
            <p:cNvPr id="61" name="object 61"/>
            <p:cNvPicPr/>
            <p:nvPr/>
          </p:nvPicPr>
          <p:blipFill>
            <a:blip r:embed="rId30" cstate="print"/>
            <a:stretch>
              <a:fillRect/>
            </a:stretch>
          </p:blipFill>
          <p:spPr>
            <a:xfrm>
              <a:off x="4598161" y="3624656"/>
              <a:ext cx="849884" cy="251764"/>
            </a:xfrm>
            <a:prstGeom prst="rect">
              <a:avLst/>
            </a:prstGeom>
          </p:spPr>
        </p:pic>
        <p:pic>
          <p:nvPicPr>
            <p:cNvPr id="62" name="object 62"/>
            <p:cNvPicPr/>
            <p:nvPr/>
          </p:nvPicPr>
          <p:blipFill>
            <a:blip r:embed="rId31" cstate="print"/>
            <a:stretch>
              <a:fillRect/>
            </a:stretch>
          </p:blipFill>
          <p:spPr>
            <a:xfrm>
              <a:off x="5395213" y="3624656"/>
              <a:ext cx="1250683" cy="251764"/>
            </a:xfrm>
            <a:prstGeom prst="rect">
              <a:avLst/>
            </a:prstGeom>
          </p:spPr>
        </p:pic>
      </p:grpSp>
      <p:sp>
        <p:nvSpPr>
          <p:cNvPr id="63" name="object 63"/>
          <p:cNvSpPr txBox="1"/>
          <p:nvPr/>
        </p:nvSpPr>
        <p:spPr>
          <a:xfrm>
            <a:off x="6588379" y="3601288"/>
            <a:ext cx="3503929" cy="285750"/>
          </a:xfrm>
          <a:prstGeom prst="rect">
            <a:avLst/>
          </a:prstGeom>
        </p:spPr>
        <p:txBody>
          <a:bodyPr vert="horz" wrap="square" lIns="0" tIns="13335" rIns="0" bIns="0" rtlCol="0">
            <a:spAutoFit/>
          </a:bodyPr>
          <a:lstStyle/>
          <a:p>
            <a:pPr marL="12700">
              <a:lnSpc>
                <a:spcPct val="100000"/>
              </a:lnSpc>
              <a:spcBef>
                <a:spcPts val="105"/>
              </a:spcBef>
            </a:pPr>
            <a:r>
              <a:rPr sz="1700" spc="100" dirty="0">
                <a:solidFill>
                  <a:srgbClr val="252525"/>
                </a:solidFill>
                <a:latin typeface="Cambria"/>
                <a:cs typeface="Cambria"/>
              </a:rPr>
              <a:t>texts</a:t>
            </a:r>
            <a:r>
              <a:rPr sz="1700" spc="175" dirty="0">
                <a:solidFill>
                  <a:srgbClr val="252525"/>
                </a:solidFill>
                <a:latin typeface="Cambria"/>
                <a:cs typeface="Cambria"/>
              </a:rPr>
              <a:t> </a:t>
            </a:r>
            <a:r>
              <a:rPr sz="1700" spc="125" dirty="0">
                <a:solidFill>
                  <a:srgbClr val="252525"/>
                </a:solidFill>
                <a:latin typeface="Cambria"/>
                <a:cs typeface="Cambria"/>
              </a:rPr>
              <a:t>and</a:t>
            </a:r>
            <a:r>
              <a:rPr sz="1700" spc="150" dirty="0">
                <a:solidFill>
                  <a:srgbClr val="252525"/>
                </a:solidFill>
                <a:latin typeface="Cambria"/>
                <a:cs typeface="Cambria"/>
              </a:rPr>
              <a:t> </a:t>
            </a:r>
            <a:r>
              <a:rPr sz="1700" spc="95" dirty="0">
                <a:solidFill>
                  <a:srgbClr val="252525"/>
                </a:solidFill>
                <a:latin typeface="Cambria"/>
                <a:cs typeface="Cambria"/>
              </a:rPr>
              <a:t>would</a:t>
            </a:r>
            <a:r>
              <a:rPr sz="1700" spc="165" dirty="0">
                <a:solidFill>
                  <a:srgbClr val="252525"/>
                </a:solidFill>
                <a:latin typeface="Cambria"/>
                <a:cs typeface="Cambria"/>
              </a:rPr>
              <a:t> </a:t>
            </a:r>
            <a:r>
              <a:rPr sz="1700" spc="120" dirty="0">
                <a:solidFill>
                  <a:srgbClr val="252525"/>
                </a:solidFill>
                <a:latin typeface="Cambria"/>
                <a:cs typeface="Cambria"/>
              </a:rPr>
              <a:t>thus</a:t>
            </a:r>
            <a:r>
              <a:rPr sz="1700" spc="175" dirty="0">
                <a:solidFill>
                  <a:srgbClr val="252525"/>
                </a:solidFill>
                <a:latin typeface="Cambria"/>
                <a:cs typeface="Cambria"/>
              </a:rPr>
              <a:t> </a:t>
            </a:r>
            <a:r>
              <a:rPr sz="1700" spc="80" dirty="0">
                <a:solidFill>
                  <a:srgbClr val="252525"/>
                </a:solidFill>
                <a:latin typeface="Cambria"/>
                <a:cs typeface="Cambria"/>
              </a:rPr>
              <a:t>have</a:t>
            </a:r>
            <a:r>
              <a:rPr sz="1700" spc="180" dirty="0">
                <a:solidFill>
                  <a:srgbClr val="252525"/>
                </a:solidFill>
                <a:latin typeface="Cambria"/>
                <a:cs typeface="Cambria"/>
              </a:rPr>
              <a:t> </a:t>
            </a:r>
            <a:r>
              <a:rPr sz="1700" spc="95" dirty="0">
                <a:solidFill>
                  <a:srgbClr val="252525"/>
                </a:solidFill>
                <a:latin typeface="Cambria"/>
                <a:cs typeface="Cambria"/>
              </a:rPr>
              <a:t>a</a:t>
            </a:r>
            <a:r>
              <a:rPr sz="1700" spc="155" dirty="0">
                <a:solidFill>
                  <a:srgbClr val="252525"/>
                </a:solidFill>
                <a:latin typeface="Cambria"/>
                <a:cs typeface="Cambria"/>
              </a:rPr>
              <a:t> </a:t>
            </a:r>
            <a:r>
              <a:rPr sz="1700" spc="35" dirty="0">
                <a:solidFill>
                  <a:srgbClr val="252525"/>
                </a:solidFill>
                <a:latin typeface="Cambria"/>
                <a:cs typeface="Cambria"/>
              </a:rPr>
              <a:t>very</a:t>
            </a:r>
            <a:endParaRPr sz="1700">
              <a:latin typeface="Cambria"/>
              <a:cs typeface="Cambria"/>
            </a:endParaRPr>
          </a:p>
        </p:txBody>
      </p:sp>
      <p:sp>
        <p:nvSpPr>
          <p:cNvPr id="64" name="object 64"/>
          <p:cNvSpPr txBox="1"/>
          <p:nvPr/>
        </p:nvSpPr>
        <p:spPr>
          <a:xfrm>
            <a:off x="346659" y="3471855"/>
            <a:ext cx="2611120" cy="803910"/>
          </a:xfrm>
          <a:prstGeom prst="rect">
            <a:avLst/>
          </a:prstGeom>
        </p:spPr>
        <p:txBody>
          <a:bodyPr vert="horz" wrap="square" lIns="0" tIns="142875" rIns="0" bIns="0" rtlCol="0">
            <a:spAutoFit/>
          </a:bodyPr>
          <a:lstStyle/>
          <a:p>
            <a:pPr marL="240665" indent="-227965">
              <a:lnSpc>
                <a:spcPct val="100000"/>
              </a:lnSpc>
              <a:spcBef>
                <a:spcPts val="1125"/>
              </a:spcBef>
              <a:buClr>
                <a:srgbClr val="006F57"/>
              </a:buClr>
              <a:buSzPct val="73529"/>
              <a:buFont typeface="Wingdings"/>
              <a:buChar char=""/>
              <a:tabLst>
                <a:tab pos="240665" algn="l"/>
              </a:tabLst>
            </a:pPr>
            <a:r>
              <a:rPr sz="1700" spc="65" dirty="0">
                <a:solidFill>
                  <a:srgbClr val="252525"/>
                </a:solidFill>
                <a:latin typeface="Cambria"/>
                <a:cs typeface="Cambria"/>
              </a:rPr>
              <a:t>For</a:t>
            </a:r>
            <a:r>
              <a:rPr sz="1700" spc="155" dirty="0">
                <a:solidFill>
                  <a:srgbClr val="252525"/>
                </a:solidFill>
                <a:latin typeface="Cambria"/>
                <a:cs typeface="Cambria"/>
              </a:rPr>
              <a:t> </a:t>
            </a:r>
            <a:r>
              <a:rPr sz="1700" spc="105" dirty="0">
                <a:solidFill>
                  <a:srgbClr val="252525"/>
                </a:solidFill>
                <a:latin typeface="Cambria"/>
                <a:cs typeface="Cambria"/>
              </a:rPr>
              <a:t>example,</a:t>
            </a:r>
            <a:r>
              <a:rPr sz="1700" spc="185" dirty="0">
                <a:solidFill>
                  <a:srgbClr val="252525"/>
                </a:solidFill>
                <a:latin typeface="Cambria"/>
                <a:cs typeface="Cambria"/>
              </a:rPr>
              <a:t> </a:t>
            </a:r>
            <a:r>
              <a:rPr sz="1700" spc="100" dirty="0">
                <a:solidFill>
                  <a:srgbClr val="252525"/>
                </a:solidFill>
                <a:latin typeface="Cambria"/>
                <a:cs typeface="Cambria"/>
              </a:rPr>
              <a:t>the</a:t>
            </a:r>
            <a:r>
              <a:rPr sz="1700" spc="175" dirty="0">
                <a:solidFill>
                  <a:srgbClr val="252525"/>
                </a:solidFill>
                <a:latin typeface="Cambria"/>
                <a:cs typeface="Cambria"/>
              </a:rPr>
              <a:t> </a:t>
            </a:r>
            <a:r>
              <a:rPr sz="1700" spc="60" dirty="0">
                <a:solidFill>
                  <a:srgbClr val="252525"/>
                </a:solidFill>
                <a:latin typeface="Cambria"/>
                <a:cs typeface="Cambria"/>
              </a:rPr>
              <a:t>word</a:t>
            </a:r>
            <a:endParaRPr sz="1700">
              <a:latin typeface="Cambria"/>
              <a:cs typeface="Cambria"/>
            </a:endParaRPr>
          </a:p>
          <a:p>
            <a:pPr marL="241300">
              <a:lnSpc>
                <a:spcPct val="100000"/>
              </a:lnSpc>
              <a:spcBef>
                <a:spcPts val="1019"/>
              </a:spcBef>
            </a:pPr>
            <a:r>
              <a:rPr sz="1700" spc="110" dirty="0">
                <a:solidFill>
                  <a:srgbClr val="252525"/>
                </a:solidFill>
                <a:latin typeface="Cambria"/>
                <a:cs typeface="Cambria"/>
              </a:rPr>
              <a:t>as</a:t>
            </a:r>
            <a:r>
              <a:rPr sz="1700" spc="150" dirty="0">
                <a:solidFill>
                  <a:srgbClr val="252525"/>
                </a:solidFill>
                <a:latin typeface="Cambria"/>
                <a:cs typeface="Cambria"/>
              </a:rPr>
              <a:t> </a:t>
            </a:r>
            <a:r>
              <a:rPr sz="1700" spc="60" dirty="0">
                <a:solidFill>
                  <a:srgbClr val="252525"/>
                </a:solidFill>
                <a:latin typeface="Cambria"/>
                <a:cs typeface="Cambria"/>
              </a:rPr>
              <a:t>it</a:t>
            </a:r>
            <a:r>
              <a:rPr sz="1700" spc="140" dirty="0">
                <a:solidFill>
                  <a:srgbClr val="252525"/>
                </a:solidFill>
                <a:latin typeface="Cambria"/>
                <a:cs typeface="Cambria"/>
              </a:rPr>
              <a:t> </a:t>
            </a:r>
            <a:r>
              <a:rPr sz="1700" spc="70" dirty="0">
                <a:solidFill>
                  <a:srgbClr val="252525"/>
                </a:solidFill>
                <a:latin typeface="Cambria"/>
                <a:cs typeface="Cambria"/>
              </a:rPr>
              <a:t>carries</a:t>
            </a:r>
            <a:r>
              <a:rPr sz="1700" spc="195" dirty="0">
                <a:solidFill>
                  <a:srgbClr val="252525"/>
                </a:solidFill>
                <a:latin typeface="Cambria"/>
                <a:cs typeface="Cambria"/>
              </a:rPr>
              <a:t> </a:t>
            </a:r>
            <a:r>
              <a:rPr sz="1700" spc="40" dirty="0">
                <a:solidFill>
                  <a:srgbClr val="252525"/>
                </a:solidFill>
                <a:latin typeface="Cambria"/>
                <a:cs typeface="Cambria"/>
              </a:rPr>
              <a:t>very</a:t>
            </a:r>
            <a:endParaRPr sz="1700">
              <a:latin typeface="Cambria"/>
              <a:cs typeface="Cambria"/>
            </a:endParaRPr>
          </a:p>
        </p:txBody>
      </p:sp>
      <p:grpSp>
        <p:nvGrpSpPr>
          <p:cNvPr id="65" name="object 65"/>
          <p:cNvGrpSpPr/>
          <p:nvPr/>
        </p:nvGrpSpPr>
        <p:grpSpPr>
          <a:xfrm>
            <a:off x="10149205" y="3624656"/>
            <a:ext cx="1592580" cy="252095"/>
            <a:chOff x="10149205" y="3624656"/>
            <a:chExt cx="1592580" cy="252095"/>
          </a:xfrm>
        </p:grpSpPr>
        <p:pic>
          <p:nvPicPr>
            <p:cNvPr id="66" name="object 66"/>
            <p:cNvPicPr/>
            <p:nvPr/>
          </p:nvPicPr>
          <p:blipFill>
            <a:blip r:embed="rId32" cstate="print"/>
            <a:stretch>
              <a:fillRect/>
            </a:stretch>
          </p:blipFill>
          <p:spPr>
            <a:xfrm>
              <a:off x="10149205" y="3624656"/>
              <a:ext cx="501903" cy="251764"/>
            </a:xfrm>
            <a:prstGeom prst="rect">
              <a:avLst/>
            </a:prstGeom>
          </p:spPr>
        </p:pic>
        <p:pic>
          <p:nvPicPr>
            <p:cNvPr id="67" name="object 67"/>
            <p:cNvPicPr/>
            <p:nvPr/>
          </p:nvPicPr>
          <p:blipFill>
            <a:blip r:embed="rId33" cstate="print"/>
            <a:stretch>
              <a:fillRect/>
            </a:stretch>
          </p:blipFill>
          <p:spPr>
            <a:xfrm>
              <a:off x="10594213" y="3624656"/>
              <a:ext cx="518566" cy="251764"/>
            </a:xfrm>
            <a:prstGeom prst="rect">
              <a:avLst/>
            </a:prstGeom>
          </p:spPr>
        </p:pic>
        <p:pic>
          <p:nvPicPr>
            <p:cNvPr id="68" name="object 68"/>
            <p:cNvPicPr/>
            <p:nvPr/>
          </p:nvPicPr>
          <p:blipFill>
            <a:blip r:embed="rId34" cstate="print"/>
            <a:stretch>
              <a:fillRect/>
            </a:stretch>
          </p:blipFill>
          <p:spPr>
            <a:xfrm>
              <a:off x="11051794" y="3624656"/>
              <a:ext cx="689457" cy="251764"/>
            </a:xfrm>
            <a:prstGeom prst="rect">
              <a:avLst/>
            </a:prstGeom>
          </p:spPr>
        </p:pic>
      </p:grpSp>
      <p:grpSp>
        <p:nvGrpSpPr>
          <p:cNvPr id="69" name="object 69"/>
          <p:cNvGrpSpPr/>
          <p:nvPr/>
        </p:nvGrpSpPr>
        <p:grpSpPr>
          <a:xfrm>
            <a:off x="2380488" y="4013961"/>
            <a:ext cx="1290320" cy="251460"/>
            <a:chOff x="2380488" y="4013961"/>
            <a:chExt cx="1290320" cy="251460"/>
          </a:xfrm>
        </p:grpSpPr>
        <p:pic>
          <p:nvPicPr>
            <p:cNvPr id="70" name="object 70"/>
            <p:cNvPicPr/>
            <p:nvPr/>
          </p:nvPicPr>
          <p:blipFill>
            <a:blip r:embed="rId35" cstate="print"/>
            <a:stretch>
              <a:fillRect/>
            </a:stretch>
          </p:blipFill>
          <p:spPr>
            <a:xfrm>
              <a:off x="2380488" y="4013961"/>
              <a:ext cx="754380" cy="251460"/>
            </a:xfrm>
            <a:prstGeom prst="rect">
              <a:avLst/>
            </a:prstGeom>
          </p:spPr>
        </p:pic>
        <p:pic>
          <p:nvPicPr>
            <p:cNvPr id="71" name="object 71"/>
            <p:cNvPicPr/>
            <p:nvPr/>
          </p:nvPicPr>
          <p:blipFill>
            <a:blip r:embed="rId36" cstate="print"/>
            <a:stretch>
              <a:fillRect/>
            </a:stretch>
          </p:blipFill>
          <p:spPr>
            <a:xfrm>
              <a:off x="3034284" y="4013961"/>
              <a:ext cx="636422" cy="251460"/>
            </a:xfrm>
            <a:prstGeom prst="rect">
              <a:avLst/>
            </a:prstGeom>
          </p:spPr>
        </p:pic>
      </p:grpSp>
      <p:sp>
        <p:nvSpPr>
          <p:cNvPr id="72" name="object 72"/>
          <p:cNvSpPr txBox="1"/>
          <p:nvPr/>
        </p:nvSpPr>
        <p:spPr>
          <a:xfrm>
            <a:off x="3414776" y="3471855"/>
            <a:ext cx="1633220" cy="803910"/>
          </a:xfrm>
          <a:prstGeom prst="rect">
            <a:avLst/>
          </a:prstGeom>
        </p:spPr>
        <p:txBody>
          <a:bodyPr vert="horz" wrap="square" lIns="0" tIns="142875" rIns="0" bIns="0" rtlCol="0">
            <a:spAutoFit/>
          </a:bodyPr>
          <a:lstStyle/>
          <a:p>
            <a:pPr marL="12700">
              <a:lnSpc>
                <a:spcPct val="100000"/>
              </a:lnSpc>
              <a:spcBef>
                <a:spcPts val="1125"/>
              </a:spcBef>
            </a:pPr>
            <a:r>
              <a:rPr sz="1700" spc="95" dirty="0">
                <a:solidFill>
                  <a:srgbClr val="252525"/>
                </a:solidFill>
                <a:latin typeface="Cambria"/>
                <a:cs typeface="Cambria"/>
              </a:rPr>
              <a:t>appears</a:t>
            </a:r>
            <a:r>
              <a:rPr sz="1700" spc="195" dirty="0">
                <a:solidFill>
                  <a:srgbClr val="252525"/>
                </a:solidFill>
                <a:latin typeface="Cambria"/>
                <a:cs typeface="Cambria"/>
              </a:rPr>
              <a:t> </a:t>
            </a:r>
            <a:r>
              <a:rPr sz="1700" spc="50" dirty="0">
                <a:solidFill>
                  <a:srgbClr val="252525"/>
                </a:solidFill>
                <a:latin typeface="Cambria"/>
                <a:cs typeface="Cambria"/>
              </a:rPr>
              <a:t>in</a:t>
            </a:r>
            <a:endParaRPr sz="1700">
              <a:latin typeface="Cambria"/>
              <a:cs typeface="Cambria"/>
            </a:endParaRPr>
          </a:p>
          <a:p>
            <a:pPr marL="149860">
              <a:lnSpc>
                <a:spcPct val="100000"/>
              </a:lnSpc>
              <a:spcBef>
                <a:spcPts val="1019"/>
              </a:spcBef>
            </a:pPr>
            <a:r>
              <a:rPr sz="1700" spc="-120" dirty="0">
                <a:solidFill>
                  <a:srgbClr val="252525"/>
                </a:solidFill>
                <a:latin typeface="Trebuchet MS"/>
                <a:cs typeface="Trebuchet MS"/>
              </a:rPr>
              <a:t>”</a:t>
            </a:r>
            <a:r>
              <a:rPr sz="1700" spc="-25" dirty="0">
                <a:solidFill>
                  <a:srgbClr val="252525"/>
                </a:solidFill>
                <a:latin typeface="Trebuchet MS"/>
                <a:cs typeface="Trebuchet MS"/>
              </a:rPr>
              <a:t> </a:t>
            </a:r>
            <a:r>
              <a:rPr sz="1700" spc="90" dirty="0">
                <a:solidFill>
                  <a:srgbClr val="252525"/>
                </a:solidFill>
                <a:latin typeface="Cambria"/>
                <a:cs typeface="Cambria"/>
              </a:rPr>
              <a:t>information.</a:t>
            </a:r>
            <a:endParaRPr sz="1700">
              <a:latin typeface="Cambria"/>
              <a:cs typeface="Cambria"/>
            </a:endParaRPr>
          </a:p>
        </p:txBody>
      </p:sp>
      <p:sp>
        <p:nvSpPr>
          <p:cNvPr id="73" name="object 73"/>
          <p:cNvSpPr txBox="1"/>
          <p:nvPr/>
        </p:nvSpPr>
        <p:spPr>
          <a:xfrm>
            <a:off x="575259" y="4402683"/>
            <a:ext cx="3745229" cy="802640"/>
          </a:xfrm>
          <a:prstGeom prst="rect">
            <a:avLst/>
          </a:prstGeom>
        </p:spPr>
        <p:txBody>
          <a:bodyPr vert="horz" wrap="square" lIns="0" tIns="12700" rIns="0" bIns="0" rtlCol="0">
            <a:spAutoFit/>
          </a:bodyPr>
          <a:lstStyle/>
          <a:p>
            <a:pPr marL="241300" marR="5080" indent="-228600">
              <a:lnSpc>
                <a:spcPct val="150000"/>
              </a:lnSpc>
              <a:spcBef>
                <a:spcPts val="100"/>
              </a:spcBef>
              <a:buClr>
                <a:srgbClr val="075A74"/>
              </a:buClr>
              <a:buSzPct val="73529"/>
              <a:buFont typeface="Wingdings"/>
              <a:buChar char=""/>
              <a:tabLst>
                <a:tab pos="241300" algn="l"/>
              </a:tabLst>
            </a:pPr>
            <a:r>
              <a:rPr sz="1700" spc="55" dirty="0">
                <a:solidFill>
                  <a:srgbClr val="252525"/>
                </a:solidFill>
                <a:latin typeface="Cambria"/>
                <a:cs typeface="Cambria"/>
              </a:rPr>
              <a:t>In</a:t>
            </a:r>
            <a:r>
              <a:rPr sz="1700" spc="290" dirty="0">
                <a:solidFill>
                  <a:srgbClr val="252525"/>
                </a:solidFill>
                <a:latin typeface="Cambria"/>
                <a:cs typeface="Cambria"/>
              </a:rPr>
              <a:t> </a:t>
            </a:r>
            <a:r>
              <a:rPr sz="1700" spc="95" dirty="0">
                <a:solidFill>
                  <a:srgbClr val="252525"/>
                </a:solidFill>
                <a:latin typeface="Cambria"/>
                <a:cs typeface="Cambria"/>
              </a:rPr>
              <a:t>contrast,</a:t>
            </a:r>
            <a:r>
              <a:rPr sz="1700" spc="305" dirty="0">
                <a:solidFill>
                  <a:srgbClr val="252525"/>
                </a:solidFill>
                <a:latin typeface="Cambria"/>
                <a:cs typeface="Cambria"/>
              </a:rPr>
              <a:t> </a:t>
            </a:r>
            <a:r>
              <a:rPr sz="1700" spc="100" dirty="0">
                <a:solidFill>
                  <a:srgbClr val="252525"/>
                </a:solidFill>
                <a:latin typeface="Cambria"/>
                <a:cs typeface="Cambria"/>
              </a:rPr>
              <a:t>if</a:t>
            </a:r>
            <a:r>
              <a:rPr sz="1700" spc="295" dirty="0">
                <a:solidFill>
                  <a:srgbClr val="252525"/>
                </a:solidFill>
                <a:latin typeface="Cambria"/>
                <a:cs typeface="Cambria"/>
              </a:rPr>
              <a:t> </a:t>
            </a:r>
            <a:r>
              <a:rPr sz="1700" spc="105" dirty="0">
                <a:solidFill>
                  <a:srgbClr val="252525"/>
                </a:solidFill>
                <a:latin typeface="Cambria"/>
                <a:cs typeface="Cambria"/>
              </a:rPr>
              <a:t>you</a:t>
            </a:r>
            <a:r>
              <a:rPr sz="1700" spc="295" dirty="0">
                <a:solidFill>
                  <a:srgbClr val="252525"/>
                </a:solidFill>
                <a:latin typeface="Cambria"/>
                <a:cs typeface="Cambria"/>
              </a:rPr>
              <a:t> </a:t>
            </a:r>
            <a:r>
              <a:rPr sz="1700" spc="90" dirty="0">
                <a:solidFill>
                  <a:srgbClr val="252525"/>
                </a:solidFill>
                <a:latin typeface="Cambria"/>
                <a:cs typeface="Cambria"/>
              </a:rPr>
              <a:t>take</a:t>
            </a:r>
            <a:r>
              <a:rPr sz="1700" spc="285" dirty="0">
                <a:solidFill>
                  <a:srgbClr val="252525"/>
                </a:solidFill>
                <a:latin typeface="Cambria"/>
                <a:cs typeface="Cambria"/>
              </a:rPr>
              <a:t> </a:t>
            </a:r>
            <a:r>
              <a:rPr sz="1700" spc="100" dirty="0">
                <a:solidFill>
                  <a:srgbClr val="252525"/>
                </a:solidFill>
                <a:latin typeface="Cambria"/>
                <a:cs typeface="Cambria"/>
              </a:rPr>
              <a:t>the</a:t>
            </a:r>
            <a:r>
              <a:rPr sz="1700" spc="285" dirty="0">
                <a:solidFill>
                  <a:srgbClr val="252525"/>
                </a:solidFill>
                <a:latin typeface="Cambria"/>
                <a:cs typeface="Cambria"/>
              </a:rPr>
              <a:t> </a:t>
            </a:r>
            <a:r>
              <a:rPr sz="1700" spc="60" dirty="0">
                <a:solidFill>
                  <a:srgbClr val="252525"/>
                </a:solidFill>
                <a:latin typeface="Cambria"/>
                <a:cs typeface="Cambria"/>
              </a:rPr>
              <a:t>word </a:t>
            </a:r>
            <a:r>
              <a:rPr sz="1700" spc="105" dirty="0">
                <a:solidFill>
                  <a:srgbClr val="252525"/>
                </a:solidFill>
                <a:latin typeface="Cambria"/>
                <a:cs typeface="Cambria"/>
              </a:rPr>
              <a:t>Thus,</a:t>
            </a:r>
            <a:endParaRPr sz="1700">
              <a:latin typeface="Cambria"/>
              <a:cs typeface="Cambria"/>
            </a:endParaRPr>
          </a:p>
        </p:txBody>
      </p:sp>
      <p:pic>
        <p:nvPicPr>
          <p:cNvPr id="74" name="object 74"/>
          <p:cNvPicPr/>
          <p:nvPr/>
        </p:nvPicPr>
        <p:blipFill>
          <a:blip r:embed="rId37" cstate="print"/>
          <a:stretch>
            <a:fillRect/>
          </a:stretch>
        </p:blipFill>
        <p:spPr>
          <a:xfrm>
            <a:off x="4389373" y="4554982"/>
            <a:ext cx="771651" cy="251460"/>
          </a:xfrm>
          <a:prstGeom prst="rect">
            <a:avLst/>
          </a:prstGeom>
        </p:spPr>
      </p:pic>
      <p:pic>
        <p:nvPicPr>
          <p:cNvPr id="75" name="object 75"/>
          <p:cNvPicPr/>
          <p:nvPr/>
        </p:nvPicPr>
        <p:blipFill>
          <a:blip r:embed="rId38" cstate="print"/>
          <a:stretch>
            <a:fillRect/>
          </a:stretch>
        </p:blipFill>
        <p:spPr>
          <a:xfrm>
            <a:off x="11228578" y="4554982"/>
            <a:ext cx="455168" cy="251460"/>
          </a:xfrm>
          <a:prstGeom prst="rect">
            <a:avLst/>
          </a:prstGeom>
        </p:spPr>
      </p:pic>
      <p:sp>
        <p:nvSpPr>
          <p:cNvPr id="76" name="object 76"/>
          <p:cNvSpPr txBox="1"/>
          <p:nvPr/>
        </p:nvSpPr>
        <p:spPr>
          <a:xfrm>
            <a:off x="5038090" y="4531614"/>
            <a:ext cx="6602095" cy="285115"/>
          </a:xfrm>
          <a:prstGeom prst="rect">
            <a:avLst/>
          </a:prstGeom>
        </p:spPr>
        <p:txBody>
          <a:bodyPr vert="horz" wrap="square" lIns="0" tIns="12700" rIns="0" bIns="0" rtlCol="0">
            <a:spAutoFit/>
          </a:bodyPr>
          <a:lstStyle/>
          <a:p>
            <a:pPr marL="12700">
              <a:lnSpc>
                <a:spcPct val="100000"/>
              </a:lnSpc>
              <a:spcBef>
                <a:spcPts val="100"/>
              </a:spcBef>
              <a:tabLst>
                <a:tab pos="6531609" algn="l"/>
              </a:tabLst>
            </a:pPr>
            <a:r>
              <a:rPr sz="1700" spc="100" dirty="0">
                <a:solidFill>
                  <a:srgbClr val="252525"/>
                </a:solidFill>
                <a:latin typeface="Cambria"/>
                <a:cs typeface="Cambria"/>
              </a:rPr>
              <a:t>,</a:t>
            </a:r>
            <a:r>
              <a:rPr sz="1700" spc="315" dirty="0">
                <a:solidFill>
                  <a:srgbClr val="252525"/>
                </a:solidFill>
                <a:latin typeface="Cambria"/>
                <a:cs typeface="Cambria"/>
              </a:rPr>
              <a:t> </a:t>
            </a:r>
            <a:r>
              <a:rPr sz="1700" spc="65" dirty="0">
                <a:solidFill>
                  <a:srgbClr val="252525"/>
                </a:solidFill>
                <a:latin typeface="Cambria"/>
                <a:cs typeface="Cambria"/>
              </a:rPr>
              <a:t>while</a:t>
            </a:r>
            <a:r>
              <a:rPr sz="1700" spc="310" dirty="0">
                <a:solidFill>
                  <a:srgbClr val="252525"/>
                </a:solidFill>
                <a:latin typeface="Cambria"/>
                <a:cs typeface="Cambria"/>
              </a:rPr>
              <a:t> </a:t>
            </a:r>
            <a:r>
              <a:rPr sz="1700" spc="60" dirty="0">
                <a:solidFill>
                  <a:srgbClr val="252525"/>
                </a:solidFill>
                <a:latin typeface="Cambria"/>
                <a:cs typeface="Cambria"/>
              </a:rPr>
              <a:t>it</a:t>
            </a:r>
            <a:r>
              <a:rPr sz="1700" spc="305" dirty="0">
                <a:solidFill>
                  <a:srgbClr val="252525"/>
                </a:solidFill>
                <a:latin typeface="Cambria"/>
                <a:cs typeface="Cambria"/>
              </a:rPr>
              <a:t> </a:t>
            </a:r>
            <a:r>
              <a:rPr sz="1700" spc="85" dirty="0">
                <a:solidFill>
                  <a:srgbClr val="252525"/>
                </a:solidFill>
                <a:latin typeface="Cambria"/>
                <a:cs typeface="Cambria"/>
              </a:rPr>
              <a:t>is</a:t>
            </a:r>
            <a:r>
              <a:rPr sz="1700" spc="300" dirty="0">
                <a:solidFill>
                  <a:srgbClr val="252525"/>
                </a:solidFill>
                <a:latin typeface="Cambria"/>
                <a:cs typeface="Cambria"/>
              </a:rPr>
              <a:t> </a:t>
            </a:r>
            <a:r>
              <a:rPr sz="1700" spc="135" dirty="0">
                <a:solidFill>
                  <a:srgbClr val="252525"/>
                </a:solidFill>
                <a:latin typeface="Cambria"/>
                <a:cs typeface="Cambria"/>
              </a:rPr>
              <a:t>common,</a:t>
            </a:r>
            <a:r>
              <a:rPr sz="1700" spc="305" dirty="0">
                <a:solidFill>
                  <a:srgbClr val="252525"/>
                </a:solidFill>
                <a:latin typeface="Cambria"/>
                <a:cs typeface="Cambria"/>
              </a:rPr>
              <a:t> </a:t>
            </a:r>
            <a:r>
              <a:rPr sz="1700" dirty="0">
                <a:solidFill>
                  <a:srgbClr val="252525"/>
                </a:solidFill>
                <a:latin typeface="Cambria"/>
                <a:cs typeface="Cambria"/>
              </a:rPr>
              <a:t>it</a:t>
            </a:r>
            <a:r>
              <a:rPr sz="1700" dirty="0">
                <a:solidFill>
                  <a:srgbClr val="252525"/>
                </a:solidFill>
                <a:latin typeface="Trebuchet MS"/>
                <a:cs typeface="Trebuchet MS"/>
              </a:rPr>
              <a:t>’</a:t>
            </a:r>
            <a:r>
              <a:rPr sz="1700" dirty="0">
                <a:solidFill>
                  <a:srgbClr val="252525"/>
                </a:solidFill>
                <a:latin typeface="Cambria"/>
                <a:cs typeface="Cambria"/>
              </a:rPr>
              <a:t>s</a:t>
            </a:r>
            <a:r>
              <a:rPr sz="1700" spc="290" dirty="0">
                <a:solidFill>
                  <a:srgbClr val="252525"/>
                </a:solidFill>
                <a:latin typeface="Cambria"/>
                <a:cs typeface="Cambria"/>
              </a:rPr>
              <a:t> </a:t>
            </a:r>
            <a:r>
              <a:rPr sz="1700" spc="110" dirty="0">
                <a:solidFill>
                  <a:srgbClr val="252525"/>
                </a:solidFill>
                <a:latin typeface="Cambria"/>
                <a:cs typeface="Cambria"/>
              </a:rPr>
              <a:t>not</a:t>
            </a:r>
            <a:r>
              <a:rPr sz="1700" spc="305" dirty="0">
                <a:solidFill>
                  <a:srgbClr val="252525"/>
                </a:solidFill>
                <a:latin typeface="Cambria"/>
                <a:cs typeface="Cambria"/>
              </a:rPr>
              <a:t> </a:t>
            </a:r>
            <a:r>
              <a:rPr sz="1700" spc="120" dirty="0">
                <a:solidFill>
                  <a:srgbClr val="252525"/>
                </a:solidFill>
                <a:latin typeface="Cambria"/>
                <a:cs typeface="Cambria"/>
              </a:rPr>
              <a:t>used</a:t>
            </a:r>
            <a:r>
              <a:rPr sz="1700" spc="295" dirty="0">
                <a:solidFill>
                  <a:srgbClr val="252525"/>
                </a:solidFill>
                <a:latin typeface="Cambria"/>
                <a:cs typeface="Cambria"/>
              </a:rPr>
              <a:t> </a:t>
            </a:r>
            <a:r>
              <a:rPr sz="1700" spc="110" dirty="0">
                <a:solidFill>
                  <a:srgbClr val="252525"/>
                </a:solidFill>
                <a:latin typeface="Cambria"/>
                <a:cs typeface="Cambria"/>
              </a:rPr>
              <a:t>as</a:t>
            </a:r>
            <a:r>
              <a:rPr sz="1700" spc="290" dirty="0">
                <a:solidFill>
                  <a:srgbClr val="252525"/>
                </a:solidFill>
                <a:latin typeface="Cambria"/>
                <a:cs typeface="Cambria"/>
              </a:rPr>
              <a:t> </a:t>
            </a:r>
            <a:r>
              <a:rPr sz="1700" spc="65" dirty="0">
                <a:solidFill>
                  <a:srgbClr val="252525"/>
                </a:solidFill>
                <a:latin typeface="Cambria"/>
                <a:cs typeface="Cambria"/>
              </a:rPr>
              <a:t>widely</a:t>
            </a:r>
            <a:r>
              <a:rPr sz="1700" spc="295" dirty="0">
                <a:solidFill>
                  <a:srgbClr val="252525"/>
                </a:solidFill>
                <a:latin typeface="Cambria"/>
                <a:cs typeface="Cambria"/>
              </a:rPr>
              <a:t> </a:t>
            </a:r>
            <a:r>
              <a:rPr sz="1700" spc="120" dirty="0">
                <a:solidFill>
                  <a:srgbClr val="252525"/>
                </a:solidFill>
                <a:latin typeface="Cambria"/>
                <a:cs typeface="Cambria"/>
              </a:rPr>
              <a:t>as</a:t>
            </a:r>
            <a:r>
              <a:rPr sz="1700" spc="290" dirty="0">
                <a:solidFill>
                  <a:srgbClr val="252525"/>
                </a:solidFill>
                <a:latin typeface="Cambria"/>
                <a:cs typeface="Cambria"/>
              </a:rPr>
              <a:t> </a:t>
            </a:r>
            <a:r>
              <a:rPr sz="1700" spc="100" dirty="0">
                <a:solidFill>
                  <a:srgbClr val="252525"/>
                </a:solidFill>
                <a:latin typeface="Cambria"/>
                <a:cs typeface="Cambria"/>
              </a:rPr>
              <a:t>the</a:t>
            </a:r>
            <a:r>
              <a:rPr sz="1700" spc="295" dirty="0">
                <a:solidFill>
                  <a:srgbClr val="252525"/>
                </a:solidFill>
                <a:latin typeface="Cambria"/>
                <a:cs typeface="Cambria"/>
              </a:rPr>
              <a:t> </a:t>
            </a:r>
            <a:r>
              <a:rPr sz="1700" spc="60" dirty="0">
                <a:solidFill>
                  <a:srgbClr val="252525"/>
                </a:solidFill>
                <a:latin typeface="Cambria"/>
                <a:cs typeface="Cambria"/>
              </a:rPr>
              <a:t>word</a:t>
            </a:r>
            <a:r>
              <a:rPr sz="1700" dirty="0">
                <a:solidFill>
                  <a:srgbClr val="252525"/>
                </a:solidFill>
                <a:latin typeface="Cambria"/>
                <a:cs typeface="Cambria"/>
              </a:rPr>
              <a:t>	</a:t>
            </a:r>
            <a:r>
              <a:rPr sz="1700" spc="50" dirty="0">
                <a:solidFill>
                  <a:srgbClr val="252525"/>
                </a:solidFill>
                <a:latin typeface="Cambria"/>
                <a:cs typeface="Cambria"/>
              </a:rPr>
              <a:t>.</a:t>
            </a:r>
            <a:endParaRPr sz="1700">
              <a:latin typeface="Cambria"/>
              <a:cs typeface="Cambria"/>
            </a:endParaRPr>
          </a:p>
        </p:txBody>
      </p:sp>
      <p:grpSp>
        <p:nvGrpSpPr>
          <p:cNvPr id="77" name="object 77"/>
          <p:cNvGrpSpPr/>
          <p:nvPr/>
        </p:nvGrpSpPr>
        <p:grpSpPr>
          <a:xfrm>
            <a:off x="1464310" y="4943551"/>
            <a:ext cx="5138420" cy="252095"/>
            <a:chOff x="1464310" y="4943551"/>
            <a:chExt cx="5138420" cy="252095"/>
          </a:xfrm>
        </p:grpSpPr>
        <p:pic>
          <p:nvPicPr>
            <p:cNvPr id="78" name="object 78"/>
            <p:cNvPicPr/>
            <p:nvPr/>
          </p:nvPicPr>
          <p:blipFill>
            <a:blip r:embed="rId39" cstate="print"/>
            <a:stretch>
              <a:fillRect/>
            </a:stretch>
          </p:blipFill>
          <p:spPr>
            <a:xfrm>
              <a:off x="1464310" y="4943551"/>
              <a:ext cx="770229" cy="251764"/>
            </a:xfrm>
            <a:prstGeom prst="rect">
              <a:avLst/>
            </a:prstGeom>
          </p:spPr>
        </p:pic>
        <p:pic>
          <p:nvPicPr>
            <p:cNvPr id="79" name="object 79"/>
            <p:cNvPicPr/>
            <p:nvPr/>
          </p:nvPicPr>
          <p:blipFill>
            <a:blip r:embed="rId40" cstate="print"/>
            <a:stretch>
              <a:fillRect/>
            </a:stretch>
          </p:blipFill>
          <p:spPr>
            <a:xfrm>
              <a:off x="2193036" y="4943551"/>
              <a:ext cx="786384" cy="251764"/>
            </a:xfrm>
            <a:prstGeom prst="rect">
              <a:avLst/>
            </a:prstGeom>
          </p:spPr>
        </p:pic>
        <p:pic>
          <p:nvPicPr>
            <p:cNvPr id="80" name="object 80"/>
            <p:cNvPicPr/>
            <p:nvPr/>
          </p:nvPicPr>
          <p:blipFill>
            <a:blip r:embed="rId41" cstate="print"/>
            <a:stretch>
              <a:fillRect/>
            </a:stretch>
          </p:blipFill>
          <p:spPr>
            <a:xfrm>
              <a:off x="2913888" y="4943551"/>
              <a:ext cx="655320" cy="251764"/>
            </a:xfrm>
            <a:prstGeom prst="rect">
              <a:avLst/>
            </a:prstGeom>
          </p:spPr>
        </p:pic>
        <p:pic>
          <p:nvPicPr>
            <p:cNvPr id="81" name="object 81"/>
            <p:cNvPicPr/>
            <p:nvPr/>
          </p:nvPicPr>
          <p:blipFill>
            <a:blip r:embed="rId42" cstate="print"/>
            <a:stretch>
              <a:fillRect/>
            </a:stretch>
          </p:blipFill>
          <p:spPr>
            <a:xfrm>
              <a:off x="3503676" y="4943551"/>
              <a:ext cx="274320" cy="251764"/>
            </a:xfrm>
            <a:prstGeom prst="rect">
              <a:avLst/>
            </a:prstGeom>
          </p:spPr>
        </p:pic>
        <p:pic>
          <p:nvPicPr>
            <p:cNvPr id="82" name="object 82"/>
            <p:cNvPicPr/>
            <p:nvPr/>
          </p:nvPicPr>
          <p:blipFill>
            <a:blip r:embed="rId43" cstate="print"/>
            <a:stretch>
              <a:fillRect/>
            </a:stretch>
          </p:blipFill>
          <p:spPr>
            <a:xfrm>
              <a:off x="3706367" y="4943551"/>
              <a:ext cx="832459" cy="251764"/>
            </a:xfrm>
            <a:prstGeom prst="rect">
              <a:avLst/>
            </a:prstGeom>
          </p:spPr>
        </p:pic>
        <p:pic>
          <p:nvPicPr>
            <p:cNvPr id="83" name="object 83"/>
            <p:cNvPicPr/>
            <p:nvPr/>
          </p:nvPicPr>
          <p:blipFill>
            <a:blip r:embed="rId33" cstate="print"/>
            <a:stretch>
              <a:fillRect/>
            </a:stretch>
          </p:blipFill>
          <p:spPr>
            <a:xfrm>
              <a:off x="4483861" y="4943551"/>
              <a:ext cx="518160" cy="251764"/>
            </a:xfrm>
            <a:prstGeom prst="rect">
              <a:avLst/>
            </a:prstGeom>
          </p:spPr>
        </p:pic>
        <p:pic>
          <p:nvPicPr>
            <p:cNvPr id="84" name="object 84"/>
            <p:cNvPicPr/>
            <p:nvPr/>
          </p:nvPicPr>
          <p:blipFill>
            <a:blip r:embed="rId44" cstate="print"/>
            <a:stretch>
              <a:fillRect/>
            </a:stretch>
          </p:blipFill>
          <p:spPr>
            <a:xfrm>
              <a:off x="4939538" y="4943551"/>
              <a:ext cx="685800" cy="251764"/>
            </a:xfrm>
            <a:prstGeom prst="rect">
              <a:avLst/>
            </a:prstGeom>
          </p:spPr>
        </p:pic>
        <p:pic>
          <p:nvPicPr>
            <p:cNvPr id="85" name="object 85"/>
            <p:cNvPicPr/>
            <p:nvPr/>
          </p:nvPicPr>
          <p:blipFill>
            <a:blip r:embed="rId45" cstate="print"/>
            <a:stretch>
              <a:fillRect/>
            </a:stretch>
          </p:blipFill>
          <p:spPr>
            <a:xfrm>
              <a:off x="5578094" y="4943551"/>
              <a:ext cx="626745" cy="251764"/>
            </a:xfrm>
            <a:prstGeom prst="rect">
              <a:avLst/>
            </a:prstGeom>
          </p:spPr>
        </p:pic>
        <p:pic>
          <p:nvPicPr>
            <p:cNvPr id="86" name="object 86"/>
            <p:cNvPicPr/>
            <p:nvPr/>
          </p:nvPicPr>
          <p:blipFill>
            <a:blip r:embed="rId38" cstate="print"/>
            <a:stretch>
              <a:fillRect/>
            </a:stretch>
          </p:blipFill>
          <p:spPr>
            <a:xfrm>
              <a:off x="6145022" y="4943551"/>
              <a:ext cx="455574" cy="251764"/>
            </a:xfrm>
            <a:prstGeom prst="rect">
              <a:avLst/>
            </a:prstGeom>
          </p:spPr>
        </p:pic>
        <p:pic>
          <p:nvPicPr>
            <p:cNvPr id="87" name="object 87"/>
            <p:cNvPicPr/>
            <p:nvPr/>
          </p:nvPicPr>
          <p:blipFill>
            <a:blip r:embed="rId46" cstate="print"/>
            <a:stretch>
              <a:fillRect/>
            </a:stretch>
          </p:blipFill>
          <p:spPr>
            <a:xfrm>
              <a:off x="6486779" y="4943551"/>
              <a:ext cx="115824" cy="251764"/>
            </a:xfrm>
            <a:prstGeom prst="rect">
              <a:avLst/>
            </a:prstGeom>
          </p:spPr>
        </p:pic>
      </p:grpSp>
      <p:sp>
        <p:nvSpPr>
          <p:cNvPr id="88" name="object 88"/>
          <p:cNvSpPr txBox="1"/>
          <p:nvPr/>
        </p:nvSpPr>
        <p:spPr>
          <a:xfrm>
            <a:off x="346659" y="5534659"/>
            <a:ext cx="146050" cy="219710"/>
          </a:xfrm>
          <a:prstGeom prst="rect">
            <a:avLst/>
          </a:prstGeom>
        </p:spPr>
        <p:txBody>
          <a:bodyPr vert="horz" wrap="square" lIns="0" tIns="15240" rIns="0" bIns="0" rtlCol="0">
            <a:spAutoFit/>
          </a:bodyPr>
          <a:lstStyle/>
          <a:p>
            <a:pPr marL="12700">
              <a:lnSpc>
                <a:spcPct val="100000"/>
              </a:lnSpc>
              <a:spcBef>
                <a:spcPts val="120"/>
              </a:spcBef>
            </a:pPr>
            <a:r>
              <a:rPr sz="1250" spc="-50" dirty="0">
                <a:solidFill>
                  <a:srgbClr val="006F57"/>
                </a:solidFill>
                <a:latin typeface="Wingdings"/>
                <a:cs typeface="Wingdings"/>
              </a:rPr>
              <a:t></a:t>
            </a:r>
            <a:endParaRPr sz="1250">
              <a:latin typeface="Wingdings"/>
              <a:cs typeface="Wingdings"/>
            </a:endParaRPr>
          </a:p>
        </p:txBody>
      </p:sp>
      <p:grpSp>
        <p:nvGrpSpPr>
          <p:cNvPr id="89" name="object 89"/>
          <p:cNvGrpSpPr/>
          <p:nvPr/>
        </p:nvGrpSpPr>
        <p:grpSpPr>
          <a:xfrm>
            <a:off x="587959" y="5503164"/>
            <a:ext cx="928369" cy="251460"/>
            <a:chOff x="587959" y="5503164"/>
            <a:chExt cx="928369" cy="251460"/>
          </a:xfrm>
        </p:grpSpPr>
        <p:pic>
          <p:nvPicPr>
            <p:cNvPr id="90" name="object 90"/>
            <p:cNvPicPr/>
            <p:nvPr/>
          </p:nvPicPr>
          <p:blipFill>
            <a:blip r:embed="rId47" cstate="print"/>
            <a:stretch>
              <a:fillRect/>
            </a:stretch>
          </p:blipFill>
          <p:spPr>
            <a:xfrm>
              <a:off x="587959" y="5503164"/>
              <a:ext cx="427481" cy="251459"/>
            </a:xfrm>
            <a:prstGeom prst="rect">
              <a:avLst/>
            </a:prstGeom>
          </p:spPr>
        </p:pic>
        <p:pic>
          <p:nvPicPr>
            <p:cNvPr id="91" name="object 91"/>
            <p:cNvPicPr/>
            <p:nvPr/>
          </p:nvPicPr>
          <p:blipFill>
            <a:blip r:embed="rId48" cstate="print"/>
            <a:stretch>
              <a:fillRect/>
            </a:stretch>
          </p:blipFill>
          <p:spPr>
            <a:xfrm>
              <a:off x="872947" y="5503164"/>
              <a:ext cx="249935" cy="251459"/>
            </a:xfrm>
            <a:prstGeom prst="rect">
              <a:avLst/>
            </a:prstGeom>
          </p:spPr>
        </p:pic>
        <p:pic>
          <p:nvPicPr>
            <p:cNvPr id="92" name="object 92"/>
            <p:cNvPicPr/>
            <p:nvPr/>
          </p:nvPicPr>
          <p:blipFill>
            <a:blip r:embed="rId33" cstate="print"/>
            <a:stretch>
              <a:fillRect/>
            </a:stretch>
          </p:blipFill>
          <p:spPr>
            <a:xfrm>
              <a:off x="997915" y="5503164"/>
              <a:ext cx="518159" cy="251459"/>
            </a:xfrm>
            <a:prstGeom prst="rect">
              <a:avLst/>
            </a:prstGeom>
          </p:spPr>
        </p:pic>
        <p:pic>
          <p:nvPicPr>
            <p:cNvPr id="93" name="object 93"/>
            <p:cNvPicPr/>
            <p:nvPr/>
          </p:nvPicPr>
          <p:blipFill>
            <a:blip r:embed="rId49" cstate="print"/>
            <a:stretch>
              <a:fillRect/>
            </a:stretch>
          </p:blipFill>
          <p:spPr>
            <a:xfrm>
              <a:off x="1386586" y="5503164"/>
              <a:ext cx="115824" cy="251459"/>
            </a:xfrm>
            <a:prstGeom prst="rect">
              <a:avLst/>
            </a:prstGeom>
          </p:spPr>
        </p:pic>
      </p:grpSp>
      <p:grpSp>
        <p:nvGrpSpPr>
          <p:cNvPr id="94" name="object 94"/>
          <p:cNvGrpSpPr/>
          <p:nvPr/>
        </p:nvGrpSpPr>
        <p:grpSpPr>
          <a:xfrm>
            <a:off x="1941576" y="5503164"/>
            <a:ext cx="2099945" cy="251460"/>
            <a:chOff x="1941576" y="5503164"/>
            <a:chExt cx="2099945" cy="251460"/>
          </a:xfrm>
        </p:grpSpPr>
        <p:pic>
          <p:nvPicPr>
            <p:cNvPr id="95" name="object 95"/>
            <p:cNvPicPr/>
            <p:nvPr/>
          </p:nvPicPr>
          <p:blipFill>
            <a:blip r:embed="rId50" cstate="print"/>
            <a:stretch>
              <a:fillRect/>
            </a:stretch>
          </p:blipFill>
          <p:spPr>
            <a:xfrm>
              <a:off x="1941576" y="5503164"/>
              <a:ext cx="1227670" cy="251459"/>
            </a:xfrm>
            <a:prstGeom prst="rect">
              <a:avLst/>
            </a:prstGeom>
          </p:spPr>
        </p:pic>
        <p:pic>
          <p:nvPicPr>
            <p:cNvPr id="96" name="object 96"/>
            <p:cNvPicPr/>
            <p:nvPr/>
          </p:nvPicPr>
          <p:blipFill>
            <a:blip r:embed="rId51" cstate="print"/>
            <a:stretch>
              <a:fillRect/>
            </a:stretch>
          </p:blipFill>
          <p:spPr>
            <a:xfrm>
              <a:off x="3115056" y="5503164"/>
              <a:ext cx="926249" cy="251459"/>
            </a:xfrm>
            <a:prstGeom prst="rect">
              <a:avLst/>
            </a:prstGeom>
          </p:spPr>
        </p:pic>
      </p:grpSp>
      <p:sp>
        <p:nvSpPr>
          <p:cNvPr id="97" name="object 97"/>
          <p:cNvSpPr txBox="1"/>
          <p:nvPr/>
        </p:nvSpPr>
        <p:spPr>
          <a:xfrm>
            <a:off x="1500377" y="5479796"/>
            <a:ext cx="5216525" cy="285115"/>
          </a:xfrm>
          <a:prstGeom prst="rect">
            <a:avLst/>
          </a:prstGeom>
        </p:spPr>
        <p:txBody>
          <a:bodyPr vert="horz" wrap="square" lIns="0" tIns="12700" rIns="0" bIns="0" rtlCol="0">
            <a:spAutoFit/>
          </a:bodyPr>
          <a:lstStyle/>
          <a:p>
            <a:pPr marL="12700">
              <a:lnSpc>
                <a:spcPct val="100000"/>
              </a:lnSpc>
              <a:spcBef>
                <a:spcPts val="100"/>
              </a:spcBef>
              <a:tabLst>
                <a:tab pos="2515235" algn="l"/>
              </a:tabLst>
            </a:pPr>
            <a:r>
              <a:rPr sz="1700" spc="85" dirty="0">
                <a:solidFill>
                  <a:srgbClr val="252525"/>
                </a:solidFill>
                <a:latin typeface="Cambria"/>
                <a:cs typeface="Cambria"/>
              </a:rPr>
              <a:t>is</a:t>
            </a:r>
            <a:r>
              <a:rPr sz="1700" spc="155" dirty="0">
                <a:solidFill>
                  <a:srgbClr val="252525"/>
                </a:solidFill>
                <a:latin typeface="Cambria"/>
                <a:cs typeface="Cambria"/>
              </a:rPr>
              <a:t> </a:t>
            </a:r>
            <a:r>
              <a:rPr sz="1700" spc="45" dirty="0">
                <a:solidFill>
                  <a:srgbClr val="252525"/>
                </a:solidFill>
                <a:latin typeface="Cambria"/>
                <a:cs typeface="Cambria"/>
              </a:rPr>
              <a:t>a</a:t>
            </a:r>
            <a:r>
              <a:rPr sz="1700" dirty="0">
                <a:solidFill>
                  <a:srgbClr val="252525"/>
                </a:solidFill>
                <a:latin typeface="Cambria"/>
                <a:cs typeface="Cambria"/>
              </a:rPr>
              <a:t>	</a:t>
            </a:r>
            <a:r>
              <a:rPr sz="1700" spc="100" dirty="0">
                <a:solidFill>
                  <a:srgbClr val="252525"/>
                </a:solidFill>
                <a:latin typeface="Cambria"/>
                <a:cs typeface="Cambria"/>
              </a:rPr>
              <a:t>that</a:t>
            </a:r>
            <a:r>
              <a:rPr sz="1700" spc="170" dirty="0">
                <a:solidFill>
                  <a:srgbClr val="252525"/>
                </a:solidFill>
                <a:latin typeface="Cambria"/>
                <a:cs typeface="Cambria"/>
              </a:rPr>
              <a:t> </a:t>
            </a:r>
            <a:r>
              <a:rPr sz="1700" spc="85" dirty="0">
                <a:solidFill>
                  <a:srgbClr val="252525"/>
                </a:solidFill>
                <a:latin typeface="Cambria"/>
                <a:cs typeface="Cambria"/>
              </a:rPr>
              <a:t>is</a:t>
            </a:r>
            <a:r>
              <a:rPr sz="1700" spc="165" dirty="0">
                <a:solidFill>
                  <a:srgbClr val="252525"/>
                </a:solidFill>
                <a:latin typeface="Cambria"/>
                <a:cs typeface="Cambria"/>
              </a:rPr>
              <a:t> </a:t>
            </a:r>
            <a:r>
              <a:rPr sz="1700" spc="100" dirty="0">
                <a:solidFill>
                  <a:srgbClr val="252525"/>
                </a:solidFill>
                <a:latin typeface="Cambria"/>
                <a:cs typeface="Cambria"/>
              </a:rPr>
              <a:t>intended</a:t>
            </a:r>
            <a:r>
              <a:rPr sz="1700" spc="160" dirty="0">
                <a:solidFill>
                  <a:srgbClr val="252525"/>
                </a:solidFill>
                <a:latin typeface="Cambria"/>
                <a:cs typeface="Cambria"/>
              </a:rPr>
              <a:t> </a:t>
            </a:r>
            <a:r>
              <a:rPr sz="1700" spc="100" dirty="0">
                <a:solidFill>
                  <a:srgbClr val="252525"/>
                </a:solidFill>
                <a:latin typeface="Cambria"/>
                <a:cs typeface="Cambria"/>
              </a:rPr>
              <a:t>to</a:t>
            </a:r>
            <a:r>
              <a:rPr sz="1700" spc="160" dirty="0">
                <a:solidFill>
                  <a:srgbClr val="252525"/>
                </a:solidFill>
                <a:latin typeface="Cambria"/>
                <a:cs typeface="Cambria"/>
              </a:rPr>
              <a:t> </a:t>
            </a:r>
            <a:r>
              <a:rPr sz="1700" spc="75" dirty="0">
                <a:solidFill>
                  <a:srgbClr val="252525"/>
                </a:solidFill>
                <a:latin typeface="Cambria"/>
                <a:cs typeface="Cambria"/>
              </a:rPr>
              <a:t>reflect</a:t>
            </a:r>
            <a:endParaRPr sz="1700">
              <a:latin typeface="Cambria"/>
              <a:cs typeface="Cambria"/>
            </a:endParaRPr>
          </a:p>
        </p:txBody>
      </p:sp>
      <p:grpSp>
        <p:nvGrpSpPr>
          <p:cNvPr id="98" name="object 98"/>
          <p:cNvGrpSpPr/>
          <p:nvPr/>
        </p:nvGrpSpPr>
        <p:grpSpPr>
          <a:xfrm>
            <a:off x="6773291" y="5490971"/>
            <a:ext cx="4965065" cy="266700"/>
            <a:chOff x="6773291" y="5490971"/>
            <a:chExt cx="4965065" cy="266700"/>
          </a:xfrm>
        </p:grpSpPr>
        <p:pic>
          <p:nvPicPr>
            <p:cNvPr id="99" name="object 99"/>
            <p:cNvPicPr/>
            <p:nvPr/>
          </p:nvPicPr>
          <p:blipFill>
            <a:blip r:embed="rId52" cstate="print"/>
            <a:stretch>
              <a:fillRect/>
            </a:stretch>
          </p:blipFill>
          <p:spPr>
            <a:xfrm>
              <a:off x="6773291" y="5490971"/>
              <a:ext cx="629920" cy="266700"/>
            </a:xfrm>
            <a:prstGeom prst="rect">
              <a:avLst/>
            </a:prstGeom>
          </p:spPr>
        </p:pic>
        <p:pic>
          <p:nvPicPr>
            <p:cNvPr id="100" name="object 100"/>
            <p:cNvPicPr/>
            <p:nvPr/>
          </p:nvPicPr>
          <p:blipFill>
            <a:blip r:embed="rId53" cstate="print"/>
            <a:stretch>
              <a:fillRect/>
            </a:stretch>
          </p:blipFill>
          <p:spPr>
            <a:xfrm>
              <a:off x="7320407" y="5490971"/>
              <a:ext cx="1281810" cy="266700"/>
            </a:xfrm>
            <a:prstGeom prst="rect">
              <a:avLst/>
            </a:prstGeom>
          </p:spPr>
        </p:pic>
        <p:pic>
          <p:nvPicPr>
            <p:cNvPr id="101" name="object 101"/>
            <p:cNvPicPr/>
            <p:nvPr/>
          </p:nvPicPr>
          <p:blipFill>
            <a:blip r:embed="rId20" cstate="print"/>
            <a:stretch>
              <a:fillRect/>
            </a:stretch>
          </p:blipFill>
          <p:spPr>
            <a:xfrm>
              <a:off x="8548751" y="5490971"/>
              <a:ext cx="290169" cy="266700"/>
            </a:xfrm>
            <a:prstGeom prst="rect">
              <a:avLst/>
            </a:prstGeom>
          </p:spPr>
        </p:pic>
        <p:pic>
          <p:nvPicPr>
            <p:cNvPr id="102" name="object 102"/>
            <p:cNvPicPr/>
            <p:nvPr/>
          </p:nvPicPr>
          <p:blipFill>
            <a:blip r:embed="rId15" cstate="print"/>
            <a:stretch>
              <a:fillRect/>
            </a:stretch>
          </p:blipFill>
          <p:spPr>
            <a:xfrm>
              <a:off x="8768461" y="5490971"/>
              <a:ext cx="727709" cy="266700"/>
            </a:xfrm>
            <a:prstGeom prst="rect">
              <a:avLst/>
            </a:prstGeom>
          </p:spPr>
        </p:pic>
        <p:pic>
          <p:nvPicPr>
            <p:cNvPr id="103" name="object 103"/>
            <p:cNvPicPr/>
            <p:nvPr/>
          </p:nvPicPr>
          <p:blipFill>
            <a:blip r:embed="rId54" cstate="print"/>
            <a:stretch>
              <a:fillRect/>
            </a:stretch>
          </p:blipFill>
          <p:spPr>
            <a:xfrm>
              <a:off x="9425305" y="5490971"/>
              <a:ext cx="842772" cy="266700"/>
            </a:xfrm>
            <a:prstGeom prst="rect">
              <a:avLst/>
            </a:prstGeom>
          </p:spPr>
        </p:pic>
        <p:pic>
          <p:nvPicPr>
            <p:cNvPr id="104" name="object 104"/>
            <p:cNvPicPr/>
            <p:nvPr/>
          </p:nvPicPr>
          <p:blipFill>
            <a:blip r:embed="rId55" cstate="print"/>
            <a:stretch>
              <a:fillRect/>
            </a:stretch>
          </p:blipFill>
          <p:spPr>
            <a:xfrm>
              <a:off x="10197973" y="5490971"/>
              <a:ext cx="1270761" cy="266700"/>
            </a:xfrm>
            <a:prstGeom prst="rect">
              <a:avLst/>
            </a:prstGeom>
          </p:spPr>
        </p:pic>
        <p:pic>
          <p:nvPicPr>
            <p:cNvPr id="105" name="object 105"/>
            <p:cNvPicPr/>
            <p:nvPr/>
          </p:nvPicPr>
          <p:blipFill>
            <a:blip r:embed="rId56" cstate="print"/>
            <a:stretch>
              <a:fillRect/>
            </a:stretch>
          </p:blipFill>
          <p:spPr>
            <a:xfrm>
              <a:off x="11402314" y="5490971"/>
              <a:ext cx="336042" cy="266700"/>
            </a:xfrm>
            <a:prstGeom prst="rect">
              <a:avLst/>
            </a:prstGeom>
          </p:spPr>
        </p:pic>
      </p:grpSp>
      <p:grpSp>
        <p:nvGrpSpPr>
          <p:cNvPr id="106" name="object 106"/>
          <p:cNvGrpSpPr/>
          <p:nvPr/>
        </p:nvGrpSpPr>
        <p:grpSpPr>
          <a:xfrm>
            <a:off x="587959" y="5902452"/>
            <a:ext cx="2604770" cy="266700"/>
            <a:chOff x="587959" y="5902452"/>
            <a:chExt cx="2604770" cy="266700"/>
          </a:xfrm>
        </p:grpSpPr>
        <p:pic>
          <p:nvPicPr>
            <p:cNvPr id="107" name="object 107"/>
            <p:cNvPicPr/>
            <p:nvPr/>
          </p:nvPicPr>
          <p:blipFill>
            <a:blip r:embed="rId20" cstate="print"/>
            <a:stretch>
              <a:fillRect/>
            </a:stretch>
          </p:blipFill>
          <p:spPr>
            <a:xfrm>
              <a:off x="587959" y="5902452"/>
              <a:ext cx="289560" cy="266700"/>
            </a:xfrm>
            <a:prstGeom prst="rect">
              <a:avLst/>
            </a:prstGeom>
          </p:spPr>
        </p:pic>
        <p:pic>
          <p:nvPicPr>
            <p:cNvPr id="108" name="object 108"/>
            <p:cNvPicPr/>
            <p:nvPr/>
          </p:nvPicPr>
          <p:blipFill>
            <a:blip r:embed="rId57" cstate="print"/>
            <a:stretch>
              <a:fillRect/>
            </a:stretch>
          </p:blipFill>
          <p:spPr>
            <a:xfrm>
              <a:off x="804367" y="5902452"/>
              <a:ext cx="1203985" cy="266700"/>
            </a:xfrm>
            <a:prstGeom prst="rect">
              <a:avLst/>
            </a:prstGeom>
          </p:spPr>
        </p:pic>
        <p:pic>
          <p:nvPicPr>
            <p:cNvPr id="109" name="object 109"/>
            <p:cNvPicPr/>
            <p:nvPr/>
          </p:nvPicPr>
          <p:blipFill>
            <a:blip r:embed="rId58" cstate="print"/>
            <a:stretch>
              <a:fillRect/>
            </a:stretch>
          </p:blipFill>
          <p:spPr>
            <a:xfrm>
              <a:off x="1965959" y="5902452"/>
              <a:ext cx="374904" cy="266700"/>
            </a:xfrm>
            <a:prstGeom prst="rect">
              <a:avLst/>
            </a:prstGeom>
          </p:spPr>
        </p:pic>
        <p:pic>
          <p:nvPicPr>
            <p:cNvPr id="110" name="object 110"/>
            <p:cNvPicPr/>
            <p:nvPr/>
          </p:nvPicPr>
          <p:blipFill>
            <a:blip r:embed="rId59" cstate="print"/>
            <a:stretch>
              <a:fillRect/>
            </a:stretch>
          </p:blipFill>
          <p:spPr>
            <a:xfrm>
              <a:off x="2287524" y="5902452"/>
              <a:ext cx="905001" cy="266700"/>
            </a:xfrm>
            <a:prstGeom prst="rect">
              <a:avLst/>
            </a:prstGeom>
          </p:spPr>
        </p:pic>
      </p:grpSp>
      <p:sp>
        <p:nvSpPr>
          <p:cNvPr id="111" name="object 111"/>
          <p:cNvSpPr txBox="1"/>
          <p:nvPr/>
        </p:nvSpPr>
        <p:spPr>
          <a:xfrm>
            <a:off x="3050539" y="5891276"/>
            <a:ext cx="83185" cy="285115"/>
          </a:xfrm>
          <a:prstGeom prst="rect">
            <a:avLst/>
          </a:prstGeom>
        </p:spPr>
        <p:txBody>
          <a:bodyPr vert="horz" wrap="square" lIns="0" tIns="12700" rIns="0" bIns="0" rtlCol="0">
            <a:spAutoFit/>
          </a:bodyPr>
          <a:lstStyle/>
          <a:p>
            <a:pPr marL="12700">
              <a:lnSpc>
                <a:spcPct val="100000"/>
              </a:lnSpc>
              <a:spcBef>
                <a:spcPts val="100"/>
              </a:spcBef>
            </a:pPr>
            <a:r>
              <a:rPr sz="1700" spc="50" dirty="0">
                <a:solidFill>
                  <a:srgbClr val="252525"/>
                </a:solidFill>
                <a:latin typeface="Cambria"/>
                <a:cs typeface="Cambria"/>
              </a:rPr>
              <a:t>.</a:t>
            </a:r>
            <a:endParaRPr sz="1700">
              <a:latin typeface="Cambria"/>
              <a:cs typeface="Cambria"/>
            </a:endParaRPr>
          </a:p>
        </p:txBody>
      </p:sp>
      <p:sp>
        <p:nvSpPr>
          <p:cNvPr id="113" name="object 113"/>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112" name="object 112"/>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39</a:t>
            </a:r>
            <a:endParaRPr sz="1400">
              <a:latin typeface="Cambria"/>
              <a:cs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089" y="165608"/>
            <a:ext cx="9701530" cy="574040"/>
          </a:xfrm>
          <a:prstGeom prst="rect">
            <a:avLst/>
          </a:prstGeom>
        </p:spPr>
        <p:txBody>
          <a:bodyPr vert="horz" wrap="square" lIns="0" tIns="12700" rIns="0" bIns="0" rtlCol="0">
            <a:spAutoFit/>
          </a:bodyPr>
          <a:lstStyle/>
          <a:p>
            <a:pPr marL="12700">
              <a:lnSpc>
                <a:spcPct val="100000"/>
              </a:lnSpc>
              <a:spcBef>
                <a:spcPts val="100"/>
              </a:spcBef>
            </a:pPr>
            <a:r>
              <a:rPr sz="5400" baseline="-5401" dirty="0">
                <a:solidFill>
                  <a:srgbClr val="075A74"/>
                </a:solidFill>
                <a:latin typeface="Arial Black"/>
                <a:cs typeface="Arial Black"/>
              </a:rPr>
              <a:t>+</a:t>
            </a:r>
            <a:r>
              <a:rPr sz="5400" spc="-300" baseline="-5401" dirty="0">
                <a:solidFill>
                  <a:srgbClr val="075A74"/>
                </a:solidFill>
                <a:latin typeface="Arial Black"/>
                <a:cs typeface="Arial Black"/>
              </a:rPr>
              <a:t> </a:t>
            </a:r>
            <a:r>
              <a:rPr sz="2800" spc="160" dirty="0"/>
              <a:t>Term</a:t>
            </a:r>
            <a:r>
              <a:rPr sz="2800" spc="285" dirty="0"/>
              <a:t> </a:t>
            </a:r>
            <a:r>
              <a:rPr sz="2800" spc="135" dirty="0"/>
              <a:t>frequency-</a:t>
            </a:r>
            <a:r>
              <a:rPr sz="2800" spc="120" dirty="0"/>
              <a:t>inverse</a:t>
            </a:r>
            <a:r>
              <a:rPr sz="2800" spc="325" dirty="0"/>
              <a:t> </a:t>
            </a:r>
            <a:r>
              <a:rPr sz="2800" spc="190" dirty="0"/>
              <a:t>document</a:t>
            </a:r>
            <a:r>
              <a:rPr sz="2800" spc="310" dirty="0"/>
              <a:t> </a:t>
            </a:r>
            <a:r>
              <a:rPr sz="2800" spc="160" dirty="0"/>
              <a:t>frequency</a:t>
            </a:r>
            <a:r>
              <a:rPr sz="2800" spc="254" dirty="0"/>
              <a:t> </a:t>
            </a:r>
            <a:r>
              <a:rPr sz="2800" spc="-10" dirty="0"/>
              <a:t>(TF-</a:t>
            </a:r>
            <a:r>
              <a:rPr sz="2800" spc="-20" dirty="0"/>
              <a:t>IDF)</a:t>
            </a:r>
            <a:endParaRPr sz="2800">
              <a:latin typeface="Arial Black"/>
              <a:cs typeface="Arial Black"/>
            </a:endParaRPr>
          </a:p>
        </p:txBody>
      </p:sp>
      <p:grpSp>
        <p:nvGrpSpPr>
          <p:cNvPr id="3" name="object 3"/>
          <p:cNvGrpSpPr/>
          <p:nvPr/>
        </p:nvGrpSpPr>
        <p:grpSpPr>
          <a:xfrm>
            <a:off x="10809731" y="190500"/>
            <a:ext cx="758825" cy="1908175"/>
            <a:chOff x="10809731" y="190500"/>
            <a:chExt cx="758825" cy="1908175"/>
          </a:xfrm>
        </p:grpSpPr>
        <p:sp>
          <p:nvSpPr>
            <p:cNvPr id="4" name="object 4"/>
            <p:cNvSpPr/>
            <p:nvPr/>
          </p:nvSpPr>
          <p:spPr>
            <a:xfrm>
              <a:off x="11042903"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pic>
          <p:nvPicPr>
            <p:cNvPr id="5" name="object 5"/>
            <p:cNvPicPr/>
            <p:nvPr/>
          </p:nvPicPr>
          <p:blipFill>
            <a:blip r:embed="rId2" cstate="print"/>
            <a:stretch>
              <a:fillRect/>
            </a:stretch>
          </p:blipFill>
          <p:spPr>
            <a:xfrm>
              <a:off x="10809731" y="1802638"/>
              <a:ext cx="758571" cy="295655"/>
            </a:xfrm>
            <a:prstGeom prst="rect">
              <a:avLst/>
            </a:prstGeom>
          </p:spPr>
        </p:pic>
      </p:grpSp>
      <p:grpSp>
        <p:nvGrpSpPr>
          <p:cNvPr id="6" name="object 6"/>
          <p:cNvGrpSpPr/>
          <p:nvPr/>
        </p:nvGrpSpPr>
        <p:grpSpPr>
          <a:xfrm>
            <a:off x="3365119" y="3250692"/>
            <a:ext cx="1756410" cy="297815"/>
            <a:chOff x="3365119" y="3250692"/>
            <a:chExt cx="1756410" cy="297815"/>
          </a:xfrm>
        </p:grpSpPr>
        <p:sp>
          <p:nvSpPr>
            <p:cNvPr id="7" name="object 7"/>
            <p:cNvSpPr/>
            <p:nvPr/>
          </p:nvSpPr>
          <p:spPr>
            <a:xfrm>
              <a:off x="3365119" y="3251339"/>
              <a:ext cx="1694814" cy="297180"/>
            </a:xfrm>
            <a:custGeom>
              <a:avLst/>
              <a:gdLst/>
              <a:ahLst/>
              <a:cxnLst/>
              <a:rect l="l" t="t" r="r" b="b"/>
              <a:pathLst>
                <a:path w="1694814" h="297179">
                  <a:moveTo>
                    <a:pt x="664451" y="0"/>
                  </a:moveTo>
                  <a:lnTo>
                    <a:pt x="574548" y="0"/>
                  </a:lnTo>
                  <a:lnTo>
                    <a:pt x="0" y="0"/>
                  </a:lnTo>
                  <a:lnTo>
                    <a:pt x="0" y="297180"/>
                  </a:lnTo>
                  <a:lnTo>
                    <a:pt x="574548" y="297180"/>
                  </a:lnTo>
                  <a:lnTo>
                    <a:pt x="664451" y="297180"/>
                  </a:lnTo>
                  <a:lnTo>
                    <a:pt x="664451" y="0"/>
                  </a:lnTo>
                  <a:close/>
                </a:path>
                <a:path w="1694814" h="297179">
                  <a:moveTo>
                    <a:pt x="1694675" y="0"/>
                  </a:moveTo>
                  <a:lnTo>
                    <a:pt x="1603248" y="0"/>
                  </a:lnTo>
                  <a:lnTo>
                    <a:pt x="1147572" y="0"/>
                  </a:lnTo>
                  <a:lnTo>
                    <a:pt x="999744" y="0"/>
                  </a:lnTo>
                  <a:lnTo>
                    <a:pt x="664464" y="0"/>
                  </a:lnTo>
                  <a:lnTo>
                    <a:pt x="664464" y="297180"/>
                  </a:lnTo>
                  <a:lnTo>
                    <a:pt x="999744" y="297180"/>
                  </a:lnTo>
                  <a:lnTo>
                    <a:pt x="1147572" y="297180"/>
                  </a:lnTo>
                  <a:lnTo>
                    <a:pt x="1603248" y="297180"/>
                  </a:lnTo>
                  <a:lnTo>
                    <a:pt x="1694675" y="297180"/>
                  </a:lnTo>
                  <a:lnTo>
                    <a:pt x="1694675" y="0"/>
                  </a:lnTo>
                  <a:close/>
                </a:path>
              </a:pathLst>
            </a:custGeom>
            <a:solidFill>
              <a:srgbClr val="FFFF00"/>
            </a:solidFill>
          </p:spPr>
          <p:txBody>
            <a:bodyPr wrap="square" lIns="0" tIns="0" rIns="0" bIns="0" rtlCol="0"/>
            <a:lstStyle/>
            <a:p>
              <a:endParaRPr/>
            </a:p>
          </p:txBody>
        </p:sp>
        <p:pic>
          <p:nvPicPr>
            <p:cNvPr id="8" name="object 8"/>
            <p:cNvPicPr/>
            <p:nvPr/>
          </p:nvPicPr>
          <p:blipFill>
            <a:blip r:embed="rId3" cstate="print"/>
            <a:stretch>
              <a:fillRect/>
            </a:stretch>
          </p:blipFill>
          <p:spPr>
            <a:xfrm>
              <a:off x="3365627" y="3250692"/>
              <a:ext cx="718185" cy="295655"/>
            </a:xfrm>
            <a:prstGeom prst="rect">
              <a:avLst/>
            </a:prstGeom>
          </p:spPr>
        </p:pic>
        <p:pic>
          <p:nvPicPr>
            <p:cNvPr id="9" name="object 9"/>
            <p:cNvPicPr/>
            <p:nvPr/>
          </p:nvPicPr>
          <p:blipFill>
            <a:blip r:embed="rId4" cstate="print"/>
            <a:stretch>
              <a:fillRect/>
            </a:stretch>
          </p:blipFill>
          <p:spPr>
            <a:xfrm>
              <a:off x="4030091" y="3250692"/>
              <a:ext cx="503377" cy="295655"/>
            </a:xfrm>
            <a:prstGeom prst="rect">
              <a:avLst/>
            </a:prstGeom>
          </p:spPr>
        </p:pic>
        <p:pic>
          <p:nvPicPr>
            <p:cNvPr id="10" name="object 10"/>
            <p:cNvPicPr/>
            <p:nvPr/>
          </p:nvPicPr>
          <p:blipFill>
            <a:blip r:embed="rId5" cstate="print"/>
            <a:stretch>
              <a:fillRect/>
            </a:stretch>
          </p:blipFill>
          <p:spPr>
            <a:xfrm>
              <a:off x="4365625" y="3250692"/>
              <a:ext cx="295655" cy="295655"/>
            </a:xfrm>
            <a:prstGeom prst="rect">
              <a:avLst/>
            </a:prstGeom>
          </p:spPr>
        </p:pic>
        <p:pic>
          <p:nvPicPr>
            <p:cNvPr id="11" name="object 11"/>
            <p:cNvPicPr/>
            <p:nvPr/>
          </p:nvPicPr>
          <p:blipFill>
            <a:blip r:embed="rId6" cstate="print"/>
            <a:stretch>
              <a:fillRect/>
            </a:stretch>
          </p:blipFill>
          <p:spPr>
            <a:xfrm>
              <a:off x="4513452" y="3250692"/>
              <a:ext cx="607568" cy="295655"/>
            </a:xfrm>
            <a:prstGeom prst="rect">
              <a:avLst/>
            </a:prstGeom>
          </p:spPr>
        </p:pic>
      </p:grpSp>
      <p:grpSp>
        <p:nvGrpSpPr>
          <p:cNvPr id="12" name="object 12"/>
          <p:cNvGrpSpPr/>
          <p:nvPr/>
        </p:nvGrpSpPr>
        <p:grpSpPr>
          <a:xfrm>
            <a:off x="6346063" y="3250692"/>
            <a:ext cx="2055495" cy="297815"/>
            <a:chOff x="6346063" y="3250692"/>
            <a:chExt cx="2055495" cy="297815"/>
          </a:xfrm>
        </p:grpSpPr>
        <p:sp>
          <p:nvSpPr>
            <p:cNvPr id="13" name="object 13"/>
            <p:cNvSpPr/>
            <p:nvPr/>
          </p:nvSpPr>
          <p:spPr>
            <a:xfrm>
              <a:off x="6346063" y="3251339"/>
              <a:ext cx="1998345" cy="297180"/>
            </a:xfrm>
            <a:custGeom>
              <a:avLst/>
              <a:gdLst/>
              <a:ahLst/>
              <a:cxnLst/>
              <a:rect l="l" t="t" r="r" b="b"/>
              <a:pathLst>
                <a:path w="1998345" h="297179">
                  <a:moveTo>
                    <a:pt x="1997964" y="0"/>
                  </a:moveTo>
                  <a:lnTo>
                    <a:pt x="1906524" y="0"/>
                  </a:lnTo>
                  <a:lnTo>
                    <a:pt x="873252" y="0"/>
                  </a:lnTo>
                  <a:lnTo>
                    <a:pt x="781812" y="0"/>
                  </a:lnTo>
                  <a:lnTo>
                    <a:pt x="0" y="0"/>
                  </a:lnTo>
                  <a:lnTo>
                    <a:pt x="0" y="297180"/>
                  </a:lnTo>
                  <a:lnTo>
                    <a:pt x="781812" y="297180"/>
                  </a:lnTo>
                  <a:lnTo>
                    <a:pt x="873252" y="297180"/>
                  </a:lnTo>
                  <a:lnTo>
                    <a:pt x="1906524" y="297180"/>
                  </a:lnTo>
                  <a:lnTo>
                    <a:pt x="1997964" y="297180"/>
                  </a:lnTo>
                  <a:lnTo>
                    <a:pt x="1997964" y="0"/>
                  </a:lnTo>
                  <a:close/>
                </a:path>
              </a:pathLst>
            </a:custGeom>
            <a:solidFill>
              <a:srgbClr val="FFFF00"/>
            </a:solidFill>
          </p:spPr>
          <p:txBody>
            <a:bodyPr wrap="square" lIns="0" tIns="0" rIns="0" bIns="0" rtlCol="0"/>
            <a:lstStyle/>
            <a:p>
              <a:endParaRPr/>
            </a:p>
          </p:txBody>
        </p:sp>
        <p:pic>
          <p:nvPicPr>
            <p:cNvPr id="14" name="object 14"/>
            <p:cNvPicPr/>
            <p:nvPr/>
          </p:nvPicPr>
          <p:blipFill>
            <a:blip r:embed="rId7" cstate="print"/>
            <a:stretch>
              <a:fillRect/>
            </a:stretch>
          </p:blipFill>
          <p:spPr>
            <a:xfrm>
              <a:off x="6346825" y="3250692"/>
              <a:ext cx="912469" cy="295655"/>
            </a:xfrm>
            <a:prstGeom prst="rect">
              <a:avLst/>
            </a:prstGeom>
          </p:spPr>
        </p:pic>
        <p:pic>
          <p:nvPicPr>
            <p:cNvPr id="15" name="object 15"/>
            <p:cNvPicPr/>
            <p:nvPr/>
          </p:nvPicPr>
          <p:blipFill>
            <a:blip r:embed="rId8" cstate="print"/>
            <a:stretch>
              <a:fillRect/>
            </a:stretch>
          </p:blipFill>
          <p:spPr>
            <a:xfrm>
              <a:off x="7220458" y="3250692"/>
              <a:ext cx="1180884" cy="295655"/>
            </a:xfrm>
            <a:prstGeom prst="rect">
              <a:avLst/>
            </a:prstGeom>
          </p:spPr>
        </p:pic>
      </p:grpSp>
      <p:grpSp>
        <p:nvGrpSpPr>
          <p:cNvPr id="16" name="object 16"/>
          <p:cNvGrpSpPr/>
          <p:nvPr/>
        </p:nvGrpSpPr>
        <p:grpSpPr>
          <a:xfrm>
            <a:off x="3612007" y="3707891"/>
            <a:ext cx="2498725" cy="297815"/>
            <a:chOff x="3612007" y="3707891"/>
            <a:chExt cx="2498725" cy="297815"/>
          </a:xfrm>
        </p:grpSpPr>
        <p:sp>
          <p:nvSpPr>
            <p:cNvPr id="17" name="object 17"/>
            <p:cNvSpPr/>
            <p:nvPr/>
          </p:nvSpPr>
          <p:spPr>
            <a:xfrm>
              <a:off x="3612007" y="3708526"/>
              <a:ext cx="2333625" cy="297180"/>
            </a:xfrm>
            <a:custGeom>
              <a:avLst/>
              <a:gdLst/>
              <a:ahLst/>
              <a:cxnLst/>
              <a:rect l="l" t="t" r="r" b="b"/>
              <a:pathLst>
                <a:path w="2333625" h="297179">
                  <a:moveTo>
                    <a:pt x="1597139" y="0"/>
                  </a:moveTo>
                  <a:lnTo>
                    <a:pt x="1339596" y="0"/>
                  </a:lnTo>
                  <a:lnTo>
                    <a:pt x="1263396" y="0"/>
                  </a:lnTo>
                  <a:lnTo>
                    <a:pt x="0" y="0"/>
                  </a:lnTo>
                  <a:lnTo>
                    <a:pt x="0" y="297180"/>
                  </a:lnTo>
                  <a:lnTo>
                    <a:pt x="1263396" y="297180"/>
                  </a:lnTo>
                  <a:lnTo>
                    <a:pt x="1339596" y="297180"/>
                  </a:lnTo>
                  <a:lnTo>
                    <a:pt x="1597139" y="297180"/>
                  </a:lnTo>
                  <a:lnTo>
                    <a:pt x="1597139" y="0"/>
                  </a:lnTo>
                  <a:close/>
                </a:path>
                <a:path w="2333625" h="297179">
                  <a:moveTo>
                    <a:pt x="2333244" y="0"/>
                  </a:moveTo>
                  <a:lnTo>
                    <a:pt x="1674876" y="0"/>
                  </a:lnTo>
                  <a:lnTo>
                    <a:pt x="1597152" y="0"/>
                  </a:lnTo>
                  <a:lnTo>
                    <a:pt x="1597152" y="297180"/>
                  </a:lnTo>
                  <a:lnTo>
                    <a:pt x="1674876" y="297180"/>
                  </a:lnTo>
                  <a:lnTo>
                    <a:pt x="2333244" y="297180"/>
                  </a:lnTo>
                  <a:lnTo>
                    <a:pt x="2333244" y="0"/>
                  </a:lnTo>
                  <a:close/>
                </a:path>
              </a:pathLst>
            </a:custGeom>
            <a:solidFill>
              <a:srgbClr val="FFFF00"/>
            </a:solidFill>
          </p:spPr>
          <p:txBody>
            <a:bodyPr wrap="square" lIns="0" tIns="0" rIns="0" bIns="0" rtlCol="0"/>
            <a:lstStyle/>
            <a:p>
              <a:endParaRPr/>
            </a:p>
          </p:txBody>
        </p:sp>
        <p:pic>
          <p:nvPicPr>
            <p:cNvPr id="18" name="object 18"/>
            <p:cNvPicPr/>
            <p:nvPr/>
          </p:nvPicPr>
          <p:blipFill>
            <a:blip r:embed="rId9" cstate="print"/>
            <a:stretch>
              <a:fillRect/>
            </a:stretch>
          </p:blipFill>
          <p:spPr>
            <a:xfrm>
              <a:off x="3612515" y="3707891"/>
              <a:ext cx="1421638" cy="295656"/>
            </a:xfrm>
            <a:prstGeom prst="rect">
              <a:avLst/>
            </a:prstGeom>
          </p:spPr>
        </p:pic>
        <p:pic>
          <p:nvPicPr>
            <p:cNvPr id="19" name="object 19"/>
            <p:cNvPicPr/>
            <p:nvPr/>
          </p:nvPicPr>
          <p:blipFill>
            <a:blip r:embed="rId10" cstate="print"/>
            <a:stretch>
              <a:fillRect/>
            </a:stretch>
          </p:blipFill>
          <p:spPr>
            <a:xfrm>
              <a:off x="4952365" y="3707891"/>
              <a:ext cx="386334" cy="295656"/>
            </a:xfrm>
            <a:prstGeom prst="rect">
              <a:avLst/>
            </a:prstGeom>
          </p:spPr>
        </p:pic>
        <p:pic>
          <p:nvPicPr>
            <p:cNvPr id="20" name="object 20"/>
            <p:cNvPicPr/>
            <p:nvPr/>
          </p:nvPicPr>
          <p:blipFill>
            <a:blip r:embed="rId11" cstate="print"/>
            <a:stretch>
              <a:fillRect/>
            </a:stretch>
          </p:blipFill>
          <p:spPr>
            <a:xfrm>
              <a:off x="5287645" y="3707891"/>
              <a:ext cx="822960" cy="295656"/>
            </a:xfrm>
            <a:prstGeom prst="rect">
              <a:avLst/>
            </a:prstGeom>
          </p:spPr>
        </p:pic>
      </p:grpSp>
      <p:grpSp>
        <p:nvGrpSpPr>
          <p:cNvPr id="21" name="object 21"/>
          <p:cNvGrpSpPr/>
          <p:nvPr/>
        </p:nvGrpSpPr>
        <p:grpSpPr>
          <a:xfrm>
            <a:off x="6508368" y="4241291"/>
            <a:ext cx="2617470" cy="297815"/>
            <a:chOff x="6508368" y="4241291"/>
            <a:chExt cx="2617470" cy="297815"/>
          </a:xfrm>
        </p:grpSpPr>
        <p:sp>
          <p:nvSpPr>
            <p:cNvPr id="22" name="object 22"/>
            <p:cNvSpPr/>
            <p:nvPr/>
          </p:nvSpPr>
          <p:spPr>
            <a:xfrm>
              <a:off x="6624954" y="4241926"/>
              <a:ext cx="2265045" cy="297180"/>
            </a:xfrm>
            <a:custGeom>
              <a:avLst/>
              <a:gdLst/>
              <a:ahLst/>
              <a:cxnLst/>
              <a:rect l="l" t="t" r="r" b="b"/>
              <a:pathLst>
                <a:path w="2265045" h="297179">
                  <a:moveTo>
                    <a:pt x="402323" y="0"/>
                  </a:moveTo>
                  <a:lnTo>
                    <a:pt x="0" y="0"/>
                  </a:lnTo>
                  <a:lnTo>
                    <a:pt x="0" y="297180"/>
                  </a:lnTo>
                  <a:lnTo>
                    <a:pt x="402323" y="297180"/>
                  </a:lnTo>
                  <a:lnTo>
                    <a:pt x="402323" y="0"/>
                  </a:lnTo>
                  <a:close/>
                </a:path>
                <a:path w="2265045" h="297179">
                  <a:moveTo>
                    <a:pt x="1321295" y="0"/>
                  </a:moveTo>
                  <a:lnTo>
                    <a:pt x="1321295" y="0"/>
                  </a:lnTo>
                  <a:lnTo>
                    <a:pt x="402336" y="0"/>
                  </a:lnTo>
                  <a:lnTo>
                    <a:pt x="402336" y="297180"/>
                  </a:lnTo>
                  <a:lnTo>
                    <a:pt x="1321295" y="297180"/>
                  </a:lnTo>
                  <a:lnTo>
                    <a:pt x="1321295" y="0"/>
                  </a:lnTo>
                  <a:close/>
                </a:path>
                <a:path w="2265045" h="297179">
                  <a:moveTo>
                    <a:pt x="2264664" y="0"/>
                  </a:moveTo>
                  <a:lnTo>
                    <a:pt x="2061972" y="0"/>
                  </a:lnTo>
                  <a:lnTo>
                    <a:pt x="1944624" y="0"/>
                  </a:lnTo>
                  <a:lnTo>
                    <a:pt x="1808988" y="0"/>
                  </a:lnTo>
                  <a:lnTo>
                    <a:pt x="1321308" y="0"/>
                  </a:lnTo>
                  <a:lnTo>
                    <a:pt x="1321308" y="297180"/>
                  </a:lnTo>
                  <a:lnTo>
                    <a:pt x="1808988" y="297180"/>
                  </a:lnTo>
                  <a:lnTo>
                    <a:pt x="1944624" y="297180"/>
                  </a:lnTo>
                  <a:lnTo>
                    <a:pt x="2061972" y="297180"/>
                  </a:lnTo>
                  <a:lnTo>
                    <a:pt x="2264664" y="297180"/>
                  </a:lnTo>
                  <a:lnTo>
                    <a:pt x="2264664" y="0"/>
                  </a:lnTo>
                  <a:close/>
                </a:path>
              </a:pathLst>
            </a:custGeom>
            <a:solidFill>
              <a:srgbClr val="FFFF00"/>
            </a:solidFill>
          </p:spPr>
          <p:txBody>
            <a:bodyPr wrap="square" lIns="0" tIns="0" rIns="0" bIns="0" rtlCol="0"/>
            <a:lstStyle/>
            <a:p>
              <a:endParaRPr/>
            </a:p>
          </p:txBody>
        </p:sp>
        <p:pic>
          <p:nvPicPr>
            <p:cNvPr id="23" name="object 23"/>
            <p:cNvPicPr/>
            <p:nvPr/>
          </p:nvPicPr>
          <p:blipFill>
            <a:blip r:embed="rId12" cstate="print"/>
            <a:stretch>
              <a:fillRect/>
            </a:stretch>
          </p:blipFill>
          <p:spPr>
            <a:xfrm>
              <a:off x="6508368" y="4241291"/>
              <a:ext cx="235305" cy="295656"/>
            </a:xfrm>
            <a:prstGeom prst="rect">
              <a:avLst/>
            </a:prstGeom>
          </p:spPr>
        </p:pic>
        <p:pic>
          <p:nvPicPr>
            <p:cNvPr id="24" name="object 24"/>
            <p:cNvPicPr/>
            <p:nvPr/>
          </p:nvPicPr>
          <p:blipFill>
            <a:blip r:embed="rId13" cstate="print"/>
            <a:stretch>
              <a:fillRect/>
            </a:stretch>
          </p:blipFill>
          <p:spPr>
            <a:xfrm>
              <a:off x="6626097" y="4241291"/>
              <a:ext cx="536448" cy="295656"/>
            </a:xfrm>
            <a:prstGeom prst="rect">
              <a:avLst/>
            </a:prstGeom>
          </p:spPr>
        </p:pic>
        <p:pic>
          <p:nvPicPr>
            <p:cNvPr id="25" name="object 25"/>
            <p:cNvPicPr/>
            <p:nvPr/>
          </p:nvPicPr>
          <p:blipFill>
            <a:blip r:embed="rId14" cstate="print"/>
            <a:stretch>
              <a:fillRect/>
            </a:stretch>
          </p:blipFill>
          <p:spPr>
            <a:xfrm>
              <a:off x="7028433" y="4241291"/>
              <a:ext cx="234696" cy="295656"/>
            </a:xfrm>
            <a:prstGeom prst="rect">
              <a:avLst/>
            </a:prstGeom>
          </p:spPr>
        </p:pic>
        <p:pic>
          <p:nvPicPr>
            <p:cNvPr id="26" name="object 26"/>
            <p:cNvPicPr/>
            <p:nvPr/>
          </p:nvPicPr>
          <p:blipFill>
            <a:blip r:embed="rId15" cstate="print"/>
            <a:stretch>
              <a:fillRect/>
            </a:stretch>
          </p:blipFill>
          <p:spPr>
            <a:xfrm>
              <a:off x="7145781" y="4241291"/>
              <a:ext cx="134111" cy="295656"/>
            </a:xfrm>
            <a:prstGeom prst="rect">
              <a:avLst/>
            </a:prstGeom>
          </p:spPr>
        </p:pic>
        <p:pic>
          <p:nvPicPr>
            <p:cNvPr id="27" name="object 27"/>
            <p:cNvPicPr/>
            <p:nvPr/>
          </p:nvPicPr>
          <p:blipFill>
            <a:blip r:embed="rId12" cstate="print"/>
            <a:stretch>
              <a:fillRect/>
            </a:stretch>
          </p:blipFill>
          <p:spPr>
            <a:xfrm>
              <a:off x="7348473" y="4241291"/>
              <a:ext cx="234696" cy="295656"/>
            </a:xfrm>
            <a:prstGeom prst="rect">
              <a:avLst/>
            </a:prstGeom>
          </p:spPr>
        </p:pic>
        <p:pic>
          <p:nvPicPr>
            <p:cNvPr id="28" name="object 28"/>
            <p:cNvPicPr/>
            <p:nvPr/>
          </p:nvPicPr>
          <p:blipFill>
            <a:blip r:embed="rId16" cstate="print"/>
            <a:stretch>
              <a:fillRect/>
            </a:stretch>
          </p:blipFill>
          <p:spPr>
            <a:xfrm>
              <a:off x="7465821" y="4241291"/>
              <a:ext cx="323088" cy="295656"/>
            </a:xfrm>
            <a:prstGeom prst="rect">
              <a:avLst/>
            </a:prstGeom>
          </p:spPr>
        </p:pic>
        <p:pic>
          <p:nvPicPr>
            <p:cNvPr id="29" name="object 29"/>
            <p:cNvPicPr/>
            <p:nvPr/>
          </p:nvPicPr>
          <p:blipFill>
            <a:blip r:embed="rId14" cstate="print"/>
            <a:stretch>
              <a:fillRect/>
            </a:stretch>
          </p:blipFill>
          <p:spPr>
            <a:xfrm>
              <a:off x="7627365" y="4241291"/>
              <a:ext cx="234696" cy="295656"/>
            </a:xfrm>
            <a:prstGeom prst="rect">
              <a:avLst/>
            </a:prstGeom>
          </p:spPr>
        </p:pic>
        <p:pic>
          <p:nvPicPr>
            <p:cNvPr id="30" name="object 30"/>
            <p:cNvPicPr/>
            <p:nvPr/>
          </p:nvPicPr>
          <p:blipFill>
            <a:blip r:embed="rId15" cstate="print"/>
            <a:stretch>
              <a:fillRect/>
            </a:stretch>
          </p:blipFill>
          <p:spPr>
            <a:xfrm>
              <a:off x="7744713" y="4241291"/>
              <a:ext cx="134111" cy="295656"/>
            </a:xfrm>
            <a:prstGeom prst="rect">
              <a:avLst/>
            </a:prstGeom>
          </p:spPr>
        </p:pic>
        <p:pic>
          <p:nvPicPr>
            <p:cNvPr id="31" name="object 31"/>
            <p:cNvPicPr/>
            <p:nvPr/>
          </p:nvPicPr>
          <p:blipFill>
            <a:blip r:embed="rId17" cstate="print"/>
            <a:stretch>
              <a:fillRect/>
            </a:stretch>
          </p:blipFill>
          <p:spPr>
            <a:xfrm>
              <a:off x="7947405" y="4241291"/>
              <a:ext cx="858012" cy="295656"/>
            </a:xfrm>
            <a:prstGeom prst="rect">
              <a:avLst/>
            </a:prstGeom>
          </p:spPr>
        </p:pic>
        <p:pic>
          <p:nvPicPr>
            <p:cNvPr id="32" name="object 32"/>
            <p:cNvPicPr/>
            <p:nvPr/>
          </p:nvPicPr>
          <p:blipFill>
            <a:blip r:embed="rId18" cstate="print"/>
            <a:stretch>
              <a:fillRect/>
            </a:stretch>
          </p:blipFill>
          <p:spPr>
            <a:xfrm>
              <a:off x="8688069" y="4241291"/>
              <a:ext cx="304495" cy="295656"/>
            </a:xfrm>
            <a:prstGeom prst="rect">
              <a:avLst/>
            </a:prstGeom>
          </p:spPr>
        </p:pic>
        <p:pic>
          <p:nvPicPr>
            <p:cNvPr id="33" name="object 33"/>
            <p:cNvPicPr/>
            <p:nvPr/>
          </p:nvPicPr>
          <p:blipFill>
            <a:blip r:embed="rId14" cstate="print"/>
            <a:stretch>
              <a:fillRect/>
            </a:stretch>
          </p:blipFill>
          <p:spPr>
            <a:xfrm>
              <a:off x="8891015" y="4241291"/>
              <a:ext cx="234696" cy="295656"/>
            </a:xfrm>
            <a:prstGeom prst="rect">
              <a:avLst/>
            </a:prstGeom>
          </p:spPr>
        </p:pic>
      </p:grpSp>
      <p:grpSp>
        <p:nvGrpSpPr>
          <p:cNvPr id="34" name="object 34"/>
          <p:cNvGrpSpPr/>
          <p:nvPr/>
        </p:nvGrpSpPr>
        <p:grpSpPr>
          <a:xfrm>
            <a:off x="7755763" y="4698746"/>
            <a:ext cx="3827145" cy="297815"/>
            <a:chOff x="7755763" y="4698746"/>
            <a:chExt cx="3827145" cy="297815"/>
          </a:xfrm>
        </p:grpSpPr>
        <p:sp>
          <p:nvSpPr>
            <p:cNvPr id="35" name="object 35"/>
            <p:cNvSpPr/>
            <p:nvPr/>
          </p:nvSpPr>
          <p:spPr>
            <a:xfrm>
              <a:off x="7755763" y="4699127"/>
              <a:ext cx="3736975" cy="297180"/>
            </a:xfrm>
            <a:custGeom>
              <a:avLst/>
              <a:gdLst/>
              <a:ahLst/>
              <a:cxnLst/>
              <a:rect l="l" t="t" r="r" b="b"/>
              <a:pathLst>
                <a:path w="3736975" h="297179">
                  <a:moveTo>
                    <a:pt x="2205215" y="0"/>
                  </a:moveTo>
                  <a:lnTo>
                    <a:pt x="1528572" y="0"/>
                  </a:lnTo>
                  <a:lnTo>
                    <a:pt x="1379220" y="0"/>
                  </a:lnTo>
                  <a:lnTo>
                    <a:pt x="0" y="0"/>
                  </a:lnTo>
                  <a:lnTo>
                    <a:pt x="0" y="297180"/>
                  </a:lnTo>
                  <a:lnTo>
                    <a:pt x="1379220" y="297180"/>
                  </a:lnTo>
                  <a:lnTo>
                    <a:pt x="1528572" y="297180"/>
                  </a:lnTo>
                  <a:lnTo>
                    <a:pt x="2205215" y="297180"/>
                  </a:lnTo>
                  <a:lnTo>
                    <a:pt x="2205215" y="0"/>
                  </a:lnTo>
                  <a:close/>
                </a:path>
                <a:path w="3736975" h="297179">
                  <a:moveTo>
                    <a:pt x="3736848" y="0"/>
                  </a:moveTo>
                  <a:lnTo>
                    <a:pt x="3736848" y="0"/>
                  </a:lnTo>
                  <a:lnTo>
                    <a:pt x="2205228" y="0"/>
                  </a:lnTo>
                  <a:lnTo>
                    <a:pt x="2205228" y="297180"/>
                  </a:lnTo>
                  <a:lnTo>
                    <a:pt x="3736848" y="297180"/>
                  </a:lnTo>
                  <a:lnTo>
                    <a:pt x="3736848" y="0"/>
                  </a:lnTo>
                  <a:close/>
                </a:path>
              </a:pathLst>
            </a:custGeom>
            <a:solidFill>
              <a:srgbClr val="FFFF00"/>
            </a:solidFill>
          </p:spPr>
          <p:txBody>
            <a:bodyPr wrap="square" lIns="0" tIns="0" rIns="0" bIns="0" rtlCol="0"/>
            <a:lstStyle/>
            <a:p>
              <a:endParaRPr/>
            </a:p>
          </p:txBody>
        </p:sp>
        <p:pic>
          <p:nvPicPr>
            <p:cNvPr id="36" name="object 36"/>
            <p:cNvPicPr/>
            <p:nvPr/>
          </p:nvPicPr>
          <p:blipFill>
            <a:blip r:embed="rId19" cstate="print"/>
            <a:stretch>
              <a:fillRect/>
            </a:stretch>
          </p:blipFill>
          <p:spPr>
            <a:xfrm>
              <a:off x="7756906" y="4698746"/>
              <a:ext cx="2340813" cy="295656"/>
            </a:xfrm>
            <a:prstGeom prst="rect">
              <a:avLst/>
            </a:prstGeom>
          </p:spPr>
        </p:pic>
        <p:pic>
          <p:nvPicPr>
            <p:cNvPr id="37" name="object 37"/>
            <p:cNvPicPr/>
            <p:nvPr/>
          </p:nvPicPr>
          <p:blipFill>
            <a:blip r:embed="rId20" cstate="print"/>
            <a:stretch>
              <a:fillRect/>
            </a:stretch>
          </p:blipFill>
          <p:spPr>
            <a:xfrm>
              <a:off x="10113264" y="4698746"/>
              <a:ext cx="1469516" cy="295656"/>
            </a:xfrm>
            <a:prstGeom prst="rect">
              <a:avLst/>
            </a:prstGeom>
          </p:spPr>
        </p:pic>
      </p:grpSp>
      <p:grpSp>
        <p:nvGrpSpPr>
          <p:cNvPr id="38" name="object 38"/>
          <p:cNvGrpSpPr/>
          <p:nvPr/>
        </p:nvGrpSpPr>
        <p:grpSpPr>
          <a:xfrm>
            <a:off x="984681" y="5155946"/>
            <a:ext cx="2329180" cy="297815"/>
            <a:chOff x="984681" y="5155946"/>
            <a:chExt cx="2329180" cy="297815"/>
          </a:xfrm>
        </p:grpSpPr>
        <p:sp>
          <p:nvSpPr>
            <p:cNvPr id="39" name="object 39"/>
            <p:cNvSpPr/>
            <p:nvPr/>
          </p:nvSpPr>
          <p:spPr>
            <a:xfrm>
              <a:off x="984681" y="5156327"/>
              <a:ext cx="2182495" cy="297180"/>
            </a:xfrm>
            <a:custGeom>
              <a:avLst/>
              <a:gdLst/>
              <a:ahLst/>
              <a:cxnLst/>
              <a:rect l="l" t="t" r="r" b="b"/>
              <a:pathLst>
                <a:path w="2182495" h="297179">
                  <a:moveTo>
                    <a:pt x="1450784" y="0"/>
                  </a:moveTo>
                  <a:lnTo>
                    <a:pt x="1376172" y="0"/>
                  </a:lnTo>
                  <a:lnTo>
                    <a:pt x="0" y="0"/>
                  </a:lnTo>
                  <a:lnTo>
                    <a:pt x="0" y="297180"/>
                  </a:lnTo>
                  <a:lnTo>
                    <a:pt x="1376121" y="297180"/>
                  </a:lnTo>
                  <a:lnTo>
                    <a:pt x="1450784" y="297180"/>
                  </a:lnTo>
                  <a:lnTo>
                    <a:pt x="1450784" y="0"/>
                  </a:lnTo>
                  <a:close/>
                </a:path>
                <a:path w="2182495" h="297179">
                  <a:moveTo>
                    <a:pt x="2182317" y="0"/>
                  </a:moveTo>
                  <a:lnTo>
                    <a:pt x="1450797" y="0"/>
                  </a:lnTo>
                  <a:lnTo>
                    <a:pt x="1450797" y="297180"/>
                  </a:lnTo>
                  <a:lnTo>
                    <a:pt x="2182317" y="297180"/>
                  </a:lnTo>
                  <a:lnTo>
                    <a:pt x="2182317" y="0"/>
                  </a:lnTo>
                  <a:close/>
                </a:path>
              </a:pathLst>
            </a:custGeom>
            <a:solidFill>
              <a:srgbClr val="FFFF00"/>
            </a:solidFill>
          </p:spPr>
          <p:txBody>
            <a:bodyPr wrap="square" lIns="0" tIns="0" rIns="0" bIns="0" rtlCol="0"/>
            <a:lstStyle/>
            <a:p>
              <a:endParaRPr/>
            </a:p>
          </p:txBody>
        </p:sp>
        <p:pic>
          <p:nvPicPr>
            <p:cNvPr id="40" name="object 40"/>
            <p:cNvPicPr/>
            <p:nvPr/>
          </p:nvPicPr>
          <p:blipFill>
            <a:blip r:embed="rId21" cstate="print"/>
            <a:stretch>
              <a:fillRect/>
            </a:stretch>
          </p:blipFill>
          <p:spPr>
            <a:xfrm>
              <a:off x="984808" y="5155946"/>
              <a:ext cx="1501648" cy="295655"/>
            </a:xfrm>
            <a:prstGeom prst="rect">
              <a:avLst/>
            </a:prstGeom>
          </p:spPr>
        </p:pic>
        <p:pic>
          <p:nvPicPr>
            <p:cNvPr id="41" name="object 41"/>
            <p:cNvPicPr/>
            <p:nvPr/>
          </p:nvPicPr>
          <p:blipFill>
            <a:blip r:embed="rId22" cstate="print"/>
            <a:stretch>
              <a:fillRect/>
            </a:stretch>
          </p:blipFill>
          <p:spPr>
            <a:xfrm>
              <a:off x="2435986" y="5155946"/>
              <a:ext cx="877824" cy="295655"/>
            </a:xfrm>
            <a:prstGeom prst="rect">
              <a:avLst/>
            </a:prstGeom>
          </p:spPr>
        </p:pic>
      </p:grpSp>
      <p:sp>
        <p:nvSpPr>
          <p:cNvPr id="42" name="object 42"/>
          <p:cNvSpPr txBox="1"/>
          <p:nvPr/>
        </p:nvSpPr>
        <p:spPr>
          <a:xfrm>
            <a:off x="743508" y="1307972"/>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43" name="object 43"/>
          <p:cNvGrpSpPr/>
          <p:nvPr/>
        </p:nvGrpSpPr>
        <p:grpSpPr>
          <a:xfrm>
            <a:off x="984808" y="1268857"/>
            <a:ext cx="2134870" cy="295910"/>
            <a:chOff x="984808" y="1268857"/>
            <a:chExt cx="2134870" cy="295910"/>
          </a:xfrm>
        </p:grpSpPr>
        <p:pic>
          <p:nvPicPr>
            <p:cNvPr id="44" name="object 44"/>
            <p:cNvPicPr/>
            <p:nvPr/>
          </p:nvPicPr>
          <p:blipFill>
            <a:blip r:embed="rId23" cstate="print"/>
            <a:stretch>
              <a:fillRect/>
            </a:stretch>
          </p:blipFill>
          <p:spPr>
            <a:xfrm>
              <a:off x="984808" y="1268857"/>
              <a:ext cx="874725" cy="295656"/>
            </a:xfrm>
            <a:prstGeom prst="rect">
              <a:avLst/>
            </a:prstGeom>
          </p:spPr>
        </p:pic>
        <p:pic>
          <p:nvPicPr>
            <p:cNvPr id="45" name="object 45"/>
            <p:cNvPicPr/>
            <p:nvPr/>
          </p:nvPicPr>
          <p:blipFill>
            <a:blip r:embed="rId24" cstate="print"/>
            <a:stretch>
              <a:fillRect/>
            </a:stretch>
          </p:blipFill>
          <p:spPr>
            <a:xfrm>
              <a:off x="1777237" y="1268857"/>
              <a:ext cx="1342009" cy="295656"/>
            </a:xfrm>
            <a:prstGeom prst="rect">
              <a:avLst/>
            </a:prstGeom>
          </p:spPr>
        </p:pic>
      </p:grpSp>
      <p:sp>
        <p:nvSpPr>
          <p:cNvPr id="46" name="object 46"/>
          <p:cNvSpPr txBox="1"/>
          <p:nvPr/>
        </p:nvSpPr>
        <p:spPr>
          <a:xfrm>
            <a:off x="3070986" y="1243964"/>
            <a:ext cx="3910329" cy="330835"/>
          </a:xfrm>
          <a:prstGeom prst="rect">
            <a:avLst/>
          </a:prstGeom>
        </p:spPr>
        <p:txBody>
          <a:bodyPr vert="horz" wrap="square" lIns="0" tIns="13335" rIns="0" bIns="0" rtlCol="0">
            <a:spAutoFit/>
          </a:bodyPr>
          <a:lstStyle/>
          <a:p>
            <a:pPr marL="12700">
              <a:lnSpc>
                <a:spcPct val="100000"/>
              </a:lnSpc>
              <a:spcBef>
                <a:spcPts val="105"/>
              </a:spcBef>
            </a:pPr>
            <a:r>
              <a:rPr sz="2000" spc="120" dirty="0">
                <a:latin typeface="Cambria"/>
                <a:cs typeface="Cambria"/>
              </a:rPr>
              <a:t>based</a:t>
            </a:r>
            <a:r>
              <a:rPr sz="2000" spc="215" dirty="0">
                <a:latin typeface="Cambria"/>
                <a:cs typeface="Cambria"/>
              </a:rPr>
              <a:t> </a:t>
            </a:r>
            <a:r>
              <a:rPr sz="2000" spc="105" dirty="0">
                <a:latin typeface="Cambria"/>
                <a:cs typeface="Cambria"/>
              </a:rPr>
              <a:t>feature</a:t>
            </a:r>
            <a:r>
              <a:rPr sz="2000" spc="210" dirty="0">
                <a:latin typeface="Cambria"/>
                <a:cs typeface="Cambria"/>
              </a:rPr>
              <a:t> </a:t>
            </a:r>
            <a:r>
              <a:rPr sz="2000" spc="100" dirty="0">
                <a:latin typeface="Cambria"/>
                <a:cs typeface="Cambria"/>
              </a:rPr>
              <a:t>selection</a:t>
            </a:r>
            <a:r>
              <a:rPr sz="2000" spc="195" dirty="0">
                <a:latin typeface="Cambria"/>
                <a:cs typeface="Cambria"/>
              </a:rPr>
              <a:t> </a:t>
            </a:r>
            <a:r>
              <a:rPr sz="2000" spc="130" dirty="0">
                <a:latin typeface="Cambria"/>
                <a:cs typeface="Cambria"/>
              </a:rPr>
              <a:t>method</a:t>
            </a:r>
            <a:endParaRPr sz="2000">
              <a:latin typeface="Cambria"/>
              <a:cs typeface="Cambria"/>
            </a:endParaRPr>
          </a:p>
        </p:txBody>
      </p:sp>
      <p:pic>
        <p:nvPicPr>
          <p:cNvPr id="47" name="object 47"/>
          <p:cNvPicPr/>
          <p:nvPr/>
        </p:nvPicPr>
        <p:blipFill>
          <a:blip r:embed="rId25" cstate="print"/>
          <a:stretch>
            <a:fillRect/>
          </a:stretch>
        </p:blipFill>
        <p:spPr>
          <a:xfrm>
            <a:off x="6968997" y="1268857"/>
            <a:ext cx="134111" cy="295656"/>
          </a:xfrm>
          <a:prstGeom prst="rect">
            <a:avLst/>
          </a:prstGeom>
        </p:spPr>
      </p:pic>
      <p:sp>
        <p:nvSpPr>
          <p:cNvPr id="48" name="object 48"/>
          <p:cNvSpPr txBox="1"/>
          <p:nvPr/>
        </p:nvSpPr>
        <p:spPr>
          <a:xfrm>
            <a:off x="743508" y="184175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49" name="object 49"/>
          <p:cNvGrpSpPr/>
          <p:nvPr/>
        </p:nvGrpSpPr>
        <p:grpSpPr>
          <a:xfrm>
            <a:off x="984808" y="1802638"/>
            <a:ext cx="3397250" cy="295910"/>
            <a:chOff x="984808" y="1802638"/>
            <a:chExt cx="3397250" cy="295910"/>
          </a:xfrm>
        </p:grpSpPr>
        <p:pic>
          <p:nvPicPr>
            <p:cNvPr id="50" name="object 50"/>
            <p:cNvPicPr/>
            <p:nvPr/>
          </p:nvPicPr>
          <p:blipFill>
            <a:blip r:embed="rId26" cstate="print"/>
            <a:stretch>
              <a:fillRect/>
            </a:stretch>
          </p:blipFill>
          <p:spPr>
            <a:xfrm>
              <a:off x="984808" y="1802638"/>
              <a:ext cx="868680" cy="295655"/>
            </a:xfrm>
            <a:prstGeom prst="rect">
              <a:avLst/>
            </a:prstGeom>
          </p:spPr>
        </p:pic>
        <p:pic>
          <p:nvPicPr>
            <p:cNvPr id="51" name="object 51"/>
            <p:cNvPicPr/>
            <p:nvPr/>
          </p:nvPicPr>
          <p:blipFill>
            <a:blip r:embed="rId27" cstate="print"/>
            <a:stretch>
              <a:fillRect/>
            </a:stretch>
          </p:blipFill>
          <p:spPr>
            <a:xfrm>
              <a:off x="1891538" y="1802638"/>
              <a:ext cx="1429512" cy="295655"/>
            </a:xfrm>
            <a:prstGeom prst="rect">
              <a:avLst/>
            </a:prstGeom>
          </p:spPr>
        </p:pic>
        <p:pic>
          <p:nvPicPr>
            <p:cNvPr id="52" name="object 52"/>
            <p:cNvPicPr/>
            <p:nvPr/>
          </p:nvPicPr>
          <p:blipFill>
            <a:blip r:embed="rId5" cstate="print"/>
            <a:stretch>
              <a:fillRect/>
            </a:stretch>
          </p:blipFill>
          <p:spPr>
            <a:xfrm>
              <a:off x="3178174" y="1802638"/>
              <a:ext cx="295655" cy="295655"/>
            </a:xfrm>
            <a:prstGeom prst="rect">
              <a:avLst/>
            </a:prstGeom>
          </p:spPr>
        </p:pic>
        <p:pic>
          <p:nvPicPr>
            <p:cNvPr id="53" name="object 53"/>
            <p:cNvPicPr/>
            <p:nvPr/>
          </p:nvPicPr>
          <p:blipFill>
            <a:blip r:embed="rId28" cstate="print"/>
            <a:stretch>
              <a:fillRect/>
            </a:stretch>
          </p:blipFill>
          <p:spPr>
            <a:xfrm>
              <a:off x="3326002" y="1802638"/>
              <a:ext cx="1055827" cy="295655"/>
            </a:xfrm>
            <a:prstGeom prst="rect">
              <a:avLst/>
            </a:prstGeom>
          </p:spPr>
        </p:pic>
      </p:grpSp>
      <p:pic>
        <p:nvPicPr>
          <p:cNvPr id="54" name="object 54"/>
          <p:cNvPicPr/>
          <p:nvPr/>
        </p:nvPicPr>
        <p:blipFill>
          <a:blip r:embed="rId29" cstate="print"/>
          <a:stretch>
            <a:fillRect/>
          </a:stretch>
        </p:blipFill>
        <p:spPr>
          <a:xfrm>
            <a:off x="4461636" y="1802638"/>
            <a:ext cx="1419606" cy="295655"/>
          </a:xfrm>
          <a:prstGeom prst="rect">
            <a:avLst/>
          </a:prstGeom>
        </p:spPr>
      </p:pic>
      <p:pic>
        <p:nvPicPr>
          <p:cNvPr id="55" name="object 55"/>
          <p:cNvPicPr/>
          <p:nvPr/>
        </p:nvPicPr>
        <p:blipFill>
          <a:blip r:embed="rId30" cstate="print"/>
          <a:stretch>
            <a:fillRect/>
          </a:stretch>
        </p:blipFill>
        <p:spPr>
          <a:xfrm>
            <a:off x="5935345" y="1802638"/>
            <a:ext cx="1427860" cy="295655"/>
          </a:xfrm>
          <a:prstGeom prst="rect">
            <a:avLst/>
          </a:prstGeom>
        </p:spPr>
      </p:pic>
      <p:grpSp>
        <p:nvGrpSpPr>
          <p:cNvPr id="56" name="object 56"/>
          <p:cNvGrpSpPr/>
          <p:nvPr/>
        </p:nvGrpSpPr>
        <p:grpSpPr>
          <a:xfrm>
            <a:off x="7432293" y="1802638"/>
            <a:ext cx="1245235" cy="295910"/>
            <a:chOff x="7432293" y="1802638"/>
            <a:chExt cx="1245235" cy="295910"/>
          </a:xfrm>
        </p:grpSpPr>
        <p:pic>
          <p:nvPicPr>
            <p:cNvPr id="57" name="object 57"/>
            <p:cNvPicPr/>
            <p:nvPr/>
          </p:nvPicPr>
          <p:blipFill>
            <a:blip r:embed="rId31" cstate="print"/>
            <a:stretch>
              <a:fillRect/>
            </a:stretch>
          </p:blipFill>
          <p:spPr>
            <a:xfrm>
              <a:off x="7432293" y="1802638"/>
              <a:ext cx="560831" cy="295655"/>
            </a:xfrm>
            <a:prstGeom prst="rect">
              <a:avLst/>
            </a:prstGeom>
          </p:spPr>
        </p:pic>
        <p:pic>
          <p:nvPicPr>
            <p:cNvPr id="58" name="object 58"/>
            <p:cNvPicPr/>
            <p:nvPr/>
          </p:nvPicPr>
          <p:blipFill>
            <a:blip r:embed="rId5" cstate="print"/>
            <a:stretch>
              <a:fillRect/>
            </a:stretch>
          </p:blipFill>
          <p:spPr>
            <a:xfrm>
              <a:off x="7852917" y="1802638"/>
              <a:ext cx="295655" cy="295655"/>
            </a:xfrm>
            <a:prstGeom prst="rect">
              <a:avLst/>
            </a:prstGeom>
          </p:spPr>
        </p:pic>
        <p:pic>
          <p:nvPicPr>
            <p:cNvPr id="59" name="object 59"/>
            <p:cNvPicPr/>
            <p:nvPr/>
          </p:nvPicPr>
          <p:blipFill>
            <a:blip r:embed="rId32" cstate="print"/>
            <a:stretch>
              <a:fillRect/>
            </a:stretch>
          </p:blipFill>
          <p:spPr>
            <a:xfrm>
              <a:off x="8000745" y="1802638"/>
              <a:ext cx="676275" cy="295655"/>
            </a:xfrm>
            <a:prstGeom prst="rect">
              <a:avLst/>
            </a:prstGeom>
          </p:spPr>
        </p:pic>
      </p:grpSp>
      <p:pic>
        <p:nvPicPr>
          <p:cNvPr id="60" name="object 60"/>
          <p:cNvPicPr/>
          <p:nvPr/>
        </p:nvPicPr>
        <p:blipFill>
          <a:blip r:embed="rId33" cstate="print"/>
          <a:stretch>
            <a:fillRect/>
          </a:stretch>
        </p:blipFill>
        <p:spPr>
          <a:xfrm>
            <a:off x="984808" y="2259838"/>
            <a:ext cx="1399032" cy="295655"/>
          </a:xfrm>
          <a:prstGeom prst="rect">
            <a:avLst/>
          </a:prstGeom>
        </p:spPr>
      </p:pic>
      <p:pic>
        <p:nvPicPr>
          <p:cNvPr id="61" name="object 61"/>
          <p:cNvPicPr/>
          <p:nvPr/>
        </p:nvPicPr>
        <p:blipFill>
          <a:blip r:embed="rId34" cstate="print"/>
          <a:stretch>
            <a:fillRect/>
          </a:stretch>
        </p:blipFill>
        <p:spPr>
          <a:xfrm>
            <a:off x="9979279" y="3250692"/>
            <a:ext cx="1007745" cy="297814"/>
          </a:xfrm>
          <a:prstGeom prst="rect">
            <a:avLst/>
          </a:prstGeom>
        </p:spPr>
      </p:pic>
      <p:pic>
        <p:nvPicPr>
          <p:cNvPr id="62" name="object 62"/>
          <p:cNvPicPr/>
          <p:nvPr/>
        </p:nvPicPr>
        <p:blipFill>
          <a:blip r:embed="rId35" cstate="print"/>
          <a:stretch>
            <a:fillRect/>
          </a:stretch>
        </p:blipFill>
        <p:spPr>
          <a:xfrm>
            <a:off x="984681" y="3707891"/>
            <a:ext cx="1184490" cy="297814"/>
          </a:xfrm>
          <a:prstGeom prst="rect">
            <a:avLst/>
          </a:prstGeom>
        </p:spPr>
      </p:pic>
      <p:grpSp>
        <p:nvGrpSpPr>
          <p:cNvPr id="63" name="object 63"/>
          <p:cNvGrpSpPr/>
          <p:nvPr/>
        </p:nvGrpSpPr>
        <p:grpSpPr>
          <a:xfrm>
            <a:off x="4361053" y="2259838"/>
            <a:ext cx="2844800" cy="295910"/>
            <a:chOff x="4361053" y="2259838"/>
            <a:chExt cx="2844800" cy="295910"/>
          </a:xfrm>
        </p:grpSpPr>
        <p:pic>
          <p:nvPicPr>
            <p:cNvPr id="64" name="object 64"/>
            <p:cNvPicPr/>
            <p:nvPr/>
          </p:nvPicPr>
          <p:blipFill>
            <a:blip r:embed="rId36" cstate="print"/>
            <a:stretch>
              <a:fillRect/>
            </a:stretch>
          </p:blipFill>
          <p:spPr>
            <a:xfrm>
              <a:off x="4361053" y="2259838"/>
              <a:ext cx="640079" cy="295655"/>
            </a:xfrm>
            <a:prstGeom prst="rect">
              <a:avLst/>
            </a:prstGeom>
          </p:spPr>
        </p:pic>
        <p:pic>
          <p:nvPicPr>
            <p:cNvPr id="65" name="object 65"/>
            <p:cNvPicPr/>
            <p:nvPr/>
          </p:nvPicPr>
          <p:blipFill>
            <a:blip r:embed="rId5" cstate="print"/>
            <a:stretch>
              <a:fillRect/>
            </a:stretch>
          </p:blipFill>
          <p:spPr>
            <a:xfrm>
              <a:off x="4841113" y="2259838"/>
              <a:ext cx="295656" cy="295655"/>
            </a:xfrm>
            <a:prstGeom prst="rect">
              <a:avLst/>
            </a:prstGeom>
          </p:spPr>
        </p:pic>
        <p:pic>
          <p:nvPicPr>
            <p:cNvPr id="66" name="object 66"/>
            <p:cNvPicPr/>
            <p:nvPr/>
          </p:nvPicPr>
          <p:blipFill>
            <a:blip r:embed="rId37" cstate="print"/>
            <a:stretch>
              <a:fillRect/>
            </a:stretch>
          </p:blipFill>
          <p:spPr>
            <a:xfrm>
              <a:off x="4988941" y="2259838"/>
              <a:ext cx="386334" cy="295655"/>
            </a:xfrm>
            <a:prstGeom prst="rect">
              <a:avLst/>
            </a:prstGeom>
          </p:spPr>
        </p:pic>
        <p:pic>
          <p:nvPicPr>
            <p:cNvPr id="67" name="object 67"/>
            <p:cNvPicPr/>
            <p:nvPr/>
          </p:nvPicPr>
          <p:blipFill>
            <a:blip r:embed="rId38" cstate="print"/>
            <a:stretch>
              <a:fillRect/>
            </a:stretch>
          </p:blipFill>
          <p:spPr>
            <a:xfrm>
              <a:off x="5246497" y="2259838"/>
              <a:ext cx="292608" cy="295655"/>
            </a:xfrm>
            <a:prstGeom prst="rect">
              <a:avLst/>
            </a:prstGeom>
          </p:spPr>
        </p:pic>
        <p:pic>
          <p:nvPicPr>
            <p:cNvPr id="68" name="object 68"/>
            <p:cNvPicPr/>
            <p:nvPr/>
          </p:nvPicPr>
          <p:blipFill>
            <a:blip r:embed="rId39" cstate="print"/>
            <a:stretch>
              <a:fillRect/>
            </a:stretch>
          </p:blipFill>
          <p:spPr>
            <a:xfrm>
              <a:off x="5392801" y="2259838"/>
              <a:ext cx="925372" cy="295655"/>
            </a:xfrm>
            <a:prstGeom prst="rect">
              <a:avLst/>
            </a:prstGeom>
          </p:spPr>
        </p:pic>
        <p:pic>
          <p:nvPicPr>
            <p:cNvPr id="69" name="object 69"/>
            <p:cNvPicPr/>
            <p:nvPr/>
          </p:nvPicPr>
          <p:blipFill>
            <a:blip r:embed="rId40" cstate="print"/>
            <a:stretch>
              <a:fillRect/>
            </a:stretch>
          </p:blipFill>
          <p:spPr>
            <a:xfrm>
              <a:off x="6270625" y="2259838"/>
              <a:ext cx="934885" cy="295655"/>
            </a:xfrm>
            <a:prstGeom prst="rect">
              <a:avLst/>
            </a:prstGeom>
          </p:spPr>
        </p:pic>
      </p:grpSp>
      <p:grpSp>
        <p:nvGrpSpPr>
          <p:cNvPr id="70" name="object 70"/>
          <p:cNvGrpSpPr/>
          <p:nvPr/>
        </p:nvGrpSpPr>
        <p:grpSpPr>
          <a:xfrm>
            <a:off x="984808" y="2717038"/>
            <a:ext cx="3171825" cy="295910"/>
            <a:chOff x="984808" y="2717038"/>
            <a:chExt cx="3171825" cy="295910"/>
          </a:xfrm>
        </p:grpSpPr>
        <p:pic>
          <p:nvPicPr>
            <p:cNvPr id="71" name="object 71"/>
            <p:cNvPicPr/>
            <p:nvPr/>
          </p:nvPicPr>
          <p:blipFill>
            <a:blip r:embed="rId41" cstate="print"/>
            <a:stretch>
              <a:fillRect/>
            </a:stretch>
          </p:blipFill>
          <p:spPr>
            <a:xfrm>
              <a:off x="984808" y="2717038"/>
              <a:ext cx="1338072" cy="295655"/>
            </a:xfrm>
            <a:prstGeom prst="rect">
              <a:avLst/>
            </a:prstGeom>
          </p:spPr>
        </p:pic>
        <p:pic>
          <p:nvPicPr>
            <p:cNvPr id="72" name="object 72"/>
            <p:cNvPicPr/>
            <p:nvPr/>
          </p:nvPicPr>
          <p:blipFill>
            <a:blip r:embed="rId37" cstate="print"/>
            <a:stretch>
              <a:fillRect/>
            </a:stretch>
          </p:blipFill>
          <p:spPr>
            <a:xfrm>
              <a:off x="2280538" y="2717038"/>
              <a:ext cx="386334" cy="295655"/>
            </a:xfrm>
            <a:prstGeom prst="rect">
              <a:avLst/>
            </a:prstGeom>
          </p:spPr>
        </p:pic>
        <p:pic>
          <p:nvPicPr>
            <p:cNvPr id="73" name="object 73"/>
            <p:cNvPicPr/>
            <p:nvPr/>
          </p:nvPicPr>
          <p:blipFill>
            <a:blip r:embed="rId42" cstate="print"/>
            <a:stretch>
              <a:fillRect/>
            </a:stretch>
          </p:blipFill>
          <p:spPr>
            <a:xfrm>
              <a:off x="2617343" y="2717038"/>
              <a:ext cx="1539240" cy="295655"/>
            </a:xfrm>
            <a:prstGeom prst="rect">
              <a:avLst/>
            </a:prstGeom>
          </p:spPr>
        </p:pic>
      </p:grpSp>
      <p:grpSp>
        <p:nvGrpSpPr>
          <p:cNvPr id="74" name="object 74"/>
          <p:cNvGrpSpPr/>
          <p:nvPr/>
        </p:nvGrpSpPr>
        <p:grpSpPr>
          <a:xfrm>
            <a:off x="4480686" y="4698746"/>
            <a:ext cx="1747520" cy="297815"/>
            <a:chOff x="4480686" y="4698746"/>
            <a:chExt cx="1747520" cy="297815"/>
          </a:xfrm>
        </p:grpSpPr>
        <p:pic>
          <p:nvPicPr>
            <p:cNvPr id="75" name="object 75"/>
            <p:cNvPicPr/>
            <p:nvPr/>
          </p:nvPicPr>
          <p:blipFill>
            <a:blip r:embed="rId43" cstate="print"/>
            <a:stretch>
              <a:fillRect/>
            </a:stretch>
          </p:blipFill>
          <p:spPr>
            <a:xfrm>
              <a:off x="4480686" y="4698746"/>
              <a:ext cx="723900" cy="297561"/>
            </a:xfrm>
            <a:prstGeom prst="rect">
              <a:avLst/>
            </a:prstGeom>
          </p:spPr>
        </p:pic>
        <p:pic>
          <p:nvPicPr>
            <p:cNvPr id="76" name="object 76"/>
            <p:cNvPicPr/>
            <p:nvPr/>
          </p:nvPicPr>
          <p:blipFill>
            <a:blip r:embed="rId44" cstate="print"/>
            <a:stretch>
              <a:fillRect/>
            </a:stretch>
          </p:blipFill>
          <p:spPr>
            <a:xfrm>
              <a:off x="5204586" y="4698746"/>
              <a:ext cx="1023112" cy="297561"/>
            </a:xfrm>
            <a:prstGeom prst="rect">
              <a:avLst/>
            </a:prstGeom>
          </p:spPr>
        </p:pic>
      </p:grpSp>
      <p:pic>
        <p:nvPicPr>
          <p:cNvPr id="77" name="object 77"/>
          <p:cNvPicPr/>
          <p:nvPr/>
        </p:nvPicPr>
        <p:blipFill>
          <a:blip r:embed="rId45" cstate="print"/>
          <a:stretch>
            <a:fillRect/>
          </a:stretch>
        </p:blipFill>
        <p:spPr>
          <a:xfrm>
            <a:off x="6235572" y="2717038"/>
            <a:ext cx="1221066" cy="295655"/>
          </a:xfrm>
          <a:prstGeom prst="rect">
            <a:avLst/>
          </a:prstGeom>
        </p:spPr>
      </p:pic>
      <p:sp>
        <p:nvSpPr>
          <p:cNvPr id="78" name="object 78"/>
          <p:cNvSpPr txBox="1"/>
          <p:nvPr/>
        </p:nvSpPr>
        <p:spPr>
          <a:xfrm>
            <a:off x="7037069" y="1625955"/>
            <a:ext cx="4393565" cy="1931035"/>
          </a:xfrm>
          <a:prstGeom prst="rect">
            <a:avLst/>
          </a:prstGeom>
        </p:spPr>
        <p:txBody>
          <a:bodyPr vert="horz" wrap="square" lIns="0" tIns="165100" rIns="0" bIns="0" rtlCol="0">
            <a:spAutoFit/>
          </a:bodyPr>
          <a:lstStyle/>
          <a:p>
            <a:pPr marL="1716405">
              <a:lnSpc>
                <a:spcPct val="100000"/>
              </a:lnSpc>
              <a:spcBef>
                <a:spcPts val="1300"/>
              </a:spcBef>
              <a:tabLst>
                <a:tab pos="2135505" algn="l"/>
                <a:tab pos="2486025" algn="l"/>
              </a:tabLst>
            </a:pPr>
            <a:r>
              <a:rPr sz="2000" spc="85" dirty="0">
                <a:solidFill>
                  <a:srgbClr val="252525"/>
                </a:solidFill>
                <a:latin typeface="Cambria"/>
                <a:cs typeface="Cambria"/>
              </a:rPr>
              <a:t>is</a:t>
            </a:r>
            <a:r>
              <a:rPr sz="2000" dirty="0">
                <a:solidFill>
                  <a:srgbClr val="252525"/>
                </a:solidFill>
                <a:latin typeface="Cambria"/>
                <a:cs typeface="Cambria"/>
              </a:rPr>
              <a:t>	</a:t>
            </a:r>
            <a:r>
              <a:rPr sz="2000" spc="55" dirty="0">
                <a:solidFill>
                  <a:srgbClr val="252525"/>
                </a:solidFill>
                <a:latin typeface="Cambria"/>
                <a:cs typeface="Cambria"/>
              </a:rPr>
              <a:t>a</a:t>
            </a:r>
            <a:r>
              <a:rPr sz="2000" dirty="0">
                <a:solidFill>
                  <a:srgbClr val="252525"/>
                </a:solidFill>
                <a:latin typeface="Cambria"/>
                <a:cs typeface="Cambria"/>
              </a:rPr>
              <a:t>	</a:t>
            </a:r>
            <a:r>
              <a:rPr sz="2000" spc="150" dirty="0">
                <a:solidFill>
                  <a:srgbClr val="252525"/>
                </a:solidFill>
                <a:latin typeface="Cambria"/>
                <a:cs typeface="Cambria"/>
              </a:rPr>
              <a:t>common</a:t>
            </a:r>
            <a:endParaRPr sz="2000">
              <a:latin typeface="Cambria"/>
              <a:cs typeface="Cambria"/>
            </a:endParaRPr>
          </a:p>
          <a:p>
            <a:pPr marL="356870" marR="5080" indent="-344805">
              <a:lnSpc>
                <a:spcPct val="150000"/>
              </a:lnSpc>
            </a:pPr>
            <a:r>
              <a:rPr sz="2000" spc="114" dirty="0">
                <a:solidFill>
                  <a:srgbClr val="252525"/>
                </a:solidFill>
                <a:latin typeface="Cambria"/>
                <a:cs typeface="Cambria"/>
              </a:rPr>
              <a:t>,</a:t>
            </a:r>
            <a:r>
              <a:rPr sz="2000" spc="395" dirty="0">
                <a:solidFill>
                  <a:srgbClr val="252525"/>
                </a:solidFill>
                <a:latin typeface="Cambria"/>
                <a:cs typeface="Cambria"/>
              </a:rPr>
              <a:t> </a:t>
            </a:r>
            <a:r>
              <a:rPr sz="2000" spc="105" dirty="0">
                <a:solidFill>
                  <a:srgbClr val="252525"/>
                </a:solidFill>
                <a:latin typeface="Cambria"/>
                <a:cs typeface="Cambria"/>
              </a:rPr>
              <a:t>which</a:t>
            </a:r>
            <a:r>
              <a:rPr sz="2000" spc="390" dirty="0">
                <a:solidFill>
                  <a:srgbClr val="252525"/>
                </a:solidFill>
                <a:latin typeface="Cambria"/>
                <a:cs typeface="Cambria"/>
              </a:rPr>
              <a:t> </a:t>
            </a:r>
            <a:r>
              <a:rPr sz="2000" spc="95" dirty="0">
                <a:solidFill>
                  <a:srgbClr val="252525"/>
                </a:solidFill>
                <a:latin typeface="Cambria"/>
                <a:cs typeface="Cambria"/>
              </a:rPr>
              <a:t>lets</a:t>
            </a:r>
            <a:r>
              <a:rPr sz="2000" spc="395" dirty="0">
                <a:solidFill>
                  <a:srgbClr val="252525"/>
                </a:solidFill>
                <a:latin typeface="Cambria"/>
                <a:cs typeface="Cambria"/>
              </a:rPr>
              <a:t> </a:t>
            </a:r>
            <a:r>
              <a:rPr sz="2000" spc="155" dirty="0">
                <a:solidFill>
                  <a:srgbClr val="252525"/>
                </a:solidFill>
                <a:latin typeface="Cambria"/>
                <a:cs typeface="Cambria"/>
              </a:rPr>
              <a:t>us</a:t>
            </a:r>
            <a:r>
              <a:rPr sz="2000" spc="385" dirty="0">
                <a:solidFill>
                  <a:srgbClr val="252525"/>
                </a:solidFill>
                <a:latin typeface="Cambria"/>
                <a:cs typeface="Cambria"/>
              </a:rPr>
              <a:t> </a:t>
            </a:r>
            <a:r>
              <a:rPr sz="2000" spc="114" dirty="0">
                <a:solidFill>
                  <a:srgbClr val="252525"/>
                </a:solidFill>
                <a:latin typeface="Cambria"/>
                <a:cs typeface="Cambria"/>
              </a:rPr>
              <a:t>identify</a:t>
            </a:r>
            <a:r>
              <a:rPr sz="2000" spc="400" dirty="0">
                <a:solidFill>
                  <a:srgbClr val="252525"/>
                </a:solidFill>
                <a:latin typeface="Cambria"/>
                <a:cs typeface="Cambria"/>
              </a:rPr>
              <a:t> </a:t>
            </a:r>
            <a:r>
              <a:rPr sz="2000" spc="100" dirty="0">
                <a:solidFill>
                  <a:srgbClr val="252525"/>
                </a:solidFill>
                <a:latin typeface="Cambria"/>
                <a:cs typeface="Cambria"/>
              </a:rPr>
              <a:t>words</a:t>
            </a:r>
            <a:r>
              <a:rPr sz="2000" spc="385" dirty="0">
                <a:solidFill>
                  <a:srgbClr val="252525"/>
                </a:solidFill>
                <a:latin typeface="Cambria"/>
                <a:cs typeface="Cambria"/>
              </a:rPr>
              <a:t> </a:t>
            </a:r>
            <a:r>
              <a:rPr sz="2000" spc="105" dirty="0">
                <a:solidFill>
                  <a:srgbClr val="252525"/>
                </a:solidFill>
                <a:latin typeface="Cambria"/>
                <a:cs typeface="Cambria"/>
              </a:rPr>
              <a:t>in</a:t>
            </a:r>
            <a:r>
              <a:rPr sz="2000" spc="415" dirty="0">
                <a:solidFill>
                  <a:srgbClr val="252525"/>
                </a:solidFill>
                <a:latin typeface="Cambria"/>
                <a:cs typeface="Cambria"/>
              </a:rPr>
              <a:t> </a:t>
            </a:r>
            <a:r>
              <a:rPr sz="2000" spc="55" dirty="0">
                <a:solidFill>
                  <a:srgbClr val="252525"/>
                </a:solidFill>
                <a:latin typeface="Cambria"/>
                <a:cs typeface="Cambria"/>
              </a:rPr>
              <a:t>a </a:t>
            </a:r>
            <a:r>
              <a:rPr sz="2000" spc="105" dirty="0">
                <a:solidFill>
                  <a:srgbClr val="252525"/>
                </a:solidFill>
                <a:latin typeface="Cambria"/>
                <a:cs typeface="Cambria"/>
              </a:rPr>
              <a:t>a</a:t>
            </a:r>
            <a:r>
              <a:rPr sz="2000" spc="175" dirty="0">
                <a:solidFill>
                  <a:srgbClr val="252525"/>
                </a:solidFill>
                <a:latin typeface="Cambria"/>
                <a:cs typeface="Cambria"/>
              </a:rPr>
              <a:t> </a:t>
            </a:r>
            <a:r>
              <a:rPr sz="2000" spc="105" dirty="0">
                <a:solidFill>
                  <a:srgbClr val="252525"/>
                </a:solidFill>
                <a:latin typeface="Cambria"/>
                <a:cs typeface="Cambria"/>
              </a:rPr>
              <a:t>document</a:t>
            </a:r>
            <a:r>
              <a:rPr sz="2000" spc="105" dirty="0">
                <a:solidFill>
                  <a:srgbClr val="252525"/>
                </a:solidFill>
                <a:latin typeface="Trebuchet MS"/>
                <a:cs typeface="Trebuchet MS"/>
              </a:rPr>
              <a:t>’</a:t>
            </a:r>
            <a:r>
              <a:rPr sz="2000" spc="105" dirty="0">
                <a:solidFill>
                  <a:srgbClr val="252525"/>
                </a:solidFill>
                <a:latin typeface="Cambria"/>
                <a:cs typeface="Cambria"/>
              </a:rPr>
              <a:t>s</a:t>
            </a:r>
            <a:r>
              <a:rPr sz="2000" spc="155" dirty="0">
                <a:solidFill>
                  <a:srgbClr val="252525"/>
                </a:solidFill>
                <a:latin typeface="Cambria"/>
                <a:cs typeface="Cambria"/>
              </a:rPr>
              <a:t> </a:t>
            </a:r>
            <a:r>
              <a:rPr sz="2000" spc="105" dirty="0">
                <a:solidFill>
                  <a:srgbClr val="252525"/>
                </a:solidFill>
                <a:latin typeface="Cambria"/>
                <a:cs typeface="Cambria"/>
              </a:rPr>
              <a:t>topic.</a:t>
            </a:r>
            <a:endParaRPr sz="2000">
              <a:latin typeface="Cambria"/>
              <a:cs typeface="Cambria"/>
            </a:endParaRPr>
          </a:p>
          <a:p>
            <a:pPr marL="1308100">
              <a:lnSpc>
                <a:spcPct val="100000"/>
              </a:lnSpc>
              <a:spcBef>
                <a:spcPts val="1800"/>
              </a:spcBef>
              <a:tabLst>
                <a:tab pos="3805554" algn="l"/>
              </a:tabLst>
            </a:pPr>
            <a:r>
              <a:rPr sz="2000" spc="105" dirty="0">
                <a:solidFill>
                  <a:srgbClr val="252525"/>
                </a:solidFill>
                <a:latin typeface="Cambria"/>
                <a:cs typeface="Cambria"/>
              </a:rPr>
              <a:t>in</a:t>
            </a:r>
            <a:r>
              <a:rPr sz="2000" spc="254" dirty="0">
                <a:solidFill>
                  <a:srgbClr val="252525"/>
                </a:solidFill>
                <a:latin typeface="Cambria"/>
                <a:cs typeface="Cambria"/>
              </a:rPr>
              <a:t> </a:t>
            </a:r>
            <a:r>
              <a:rPr sz="2000" spc="114" dirty="0">
                <a:solidFill>
                  <a:srgbClr val="252525"/>
                </a:solidFill>
                <a:latin typeface="Cambria"/>
                <a:cs typeface="Cambria"/>
              </a:rPr>
              <a:t>the</a:t>
            </a:r>
            <a:r>
              <a:rPr sz="2000" spc="275" dirty="0">
                <a:solidFill>
                  <a:srgbClr val="252525"/>
                </a:solidFill>
                <a:latin typeface="Cambria"/>
                <a:cs typeface="Cambria"/>
              </a:rPr>
              <a:t> </a:t>
            </a:r>
            <a:r>
              <a:rPr sz="2000" spc="80" dirty="0">
                <a:solidFill>
                  <a:srgbClr val="252525"/>
                </a:solidFill>
                <a:latin typeface="Cambria"/>
                <a:cs typeface="Cambria"/>
              </a:rPr>
              <a:t>whole</a:t>
            </a:r>
            <a:r>
              <a:rPr sz="2000" dirty="0">
                <a:solidFill>
                  <a:srgbClr val="252525"/>
                </a:solidFill>
                <a:latin typeface="Cambria"/>
                <a:cs typeface="Cambria"/>
              </a:rPr>
              <a:t>	</a:t>
            </a:r>
            <a:r>
              <a:rPr sz="2000" spc="114" dirty="0">
                <a:solidFill>
                  <a:srgbClr val="252525"/>
                </a:solidFill>
                <a:latin typeface="Cambria"/>
                <a:cs typeface="Cambria"/>
              </a:rPr>
              <a:t>,</a:t>
            </a:r>
            <a:r>
              <a:rPr sz="2000" spc="270" dirty="0">
                <a:solidFill>
                  <a:srgbClr val="252525"/>
                </a:solidFill>
                <a:latin typeface="Cambria"/>
                <a:cs typeface="Cambria"/>
              </a:rPr>
              <a:t> </a:t>
            </a:r>
            <a:r>
              <a:rPr sz="2000" spc="100" dirty="0">
                <a:solidFill>
                  <a:srgbClr val="252525"/>
                </a:solidFill>
                <a:latin typeface="Cambria"/>
                <a:cs typeface="Cambria"/>
              </a:rPr>
              <a:t>but</a:t>
            </a:r>
            <a:endParaRPr sz="2000">
              <a:latin typeface="Cambria"/>
              <a:cs typeface="Cambria"/>
            </a:endParaRPr>
          </a:p>
        </p:txBody>
      </p:sp>
      <p:sp>
        <p:nvSpPr>
          <p:cNvPr id="79" name="object 79"/>
          <p:cNvSpPr txBox="1"/>
          <p:nvPr/>
        </p:nvSpPr>
        <p:spPr>
          <a:xfrm>
            <a:off x="743508" y="2083155"/>
            <a:ext cx="5644515" cy="2464435"/>
          </a:xfrm>
          <a:prstGeom prst="rect">
            <a:avLst/>
          </a:prstGeom>
        </p:spPr>
        <p:txBody>
          <a:bodyPr vert="horz" wrap="square" lIns="0" tIns="165100" rIns="0" bIns="0" rtlCol="0">
            <a:spAutoFit/>
          </a:bodyPr>
          <a:lstStyle/>
          <a:p>
            <a:pPr marR="519430" algn="ctr">
              <a:lnSpc>
                <a:spcPct val="100000"/>
              </a:lnSpc>
              <a:spcBef>
                <a:spcPts val="1300"/>
              </a:spcBef>
            </a:pPr>
            <a:r>
              <a:rPr sz="2000" spc="130" dirty="0">
                <a:solidFill>
                  <a:srgbClr val="252525"/>
                </a:solidFill>
                <a:latin typeface="Cambria"/>
                <a:cs typeface="Cambria"/>
              </a:rPr>
              <a:t>scheme</a:t>
            </a:r>
            <a:r>
              <a:rPr sz="2000" spc="409" dirty="0">
                <a:solidFill>
                  <a:srgbClr val="252525"/>
                </a:solidFill>
                <a:latin typeface="Cambria"/>
                <a:cs typeface="Cambria"/>
              </a:rPr>
              <a:t> </a:t>
            </a:r>
            <a:r>
              <a:rPr sz="2000" spc="120" dirty="0">
                <a:solidFill>
                  <a:srgbClr val="252525"/>
                </a:solidFill>
                <a:latin typeface="Cambria"/>
                <a:cs typeface="Cambria"/>
              </a:rPr>
              <a:t>for</a:t>
            </a:r>
            <a:r>
              <a:rPr sz="2000" spc="409" dirty="0">
                <a:solidFill>
                  <a:srgbClr val="252525"/>
                </a:solidFill>
                <a:latin typeface="Cambria"/>
                <a:cs typeface="Cambria"/>
              </a:rPr>
              <a:t> </a:t>
            </a:r>
            <a:r>
              <a:rPr sz="2000" spc="85" dirty="0">
                <a:solidFill>
                  <a:srgbClr val="252525"/>
                </a:solidFill>
                <a:latin typeface="Cambria"/>
                <a:cs typeface="Cambria"/>
              </a:rPr>
              <a:t>the</a:t>
            </a:r>
            <a:endParaRPr sz="2000">
              <a:latin typeface="Cambria"/>
              <a:cs typeface="Cambria"/>
            </a:endParaRPr>
          </a:p>
          <a:p>
            <a:pPr marL="3335020">
              <a:lnSpc>
                <a:spcPct val="100000"/>
              </a:lnSpc>
              <a:spcBef>
                <a:spcPts val="1200"/>
              </a:spcBef>
            </a:pPr>
            <a:r>
              <a:rPr sz="2000" spc="114" dirty="0">
                <a:solidFill>
                  <a:srgbClr val="252525"/>
                </a:solidFill>
                <a:latin typeface="Cambria"/>
                <a:cs typeface="Cambria"/>
              </a:rPr>
              <a:t>that</a:t>
            </a:r>
            <a:r>
              <a:rPr sz="2000" spc="190" dirty="0">
                <a:solidFill>
                  <a:srgbClr val="252525"/>
                </a:solidFill>
                <a:latin typeface="Cambria"/>
                <a:cs typeface="Cambria"/>
              </a:rPr>
              <a:t> </a:t>
            </a:r>
            <a:r>
              <a:rPr sz="2000" spc="125" dirty="0">
                <a:solidFill>
                  <a:srgbClr val="252525"/>
                </a:solidFill>
                <a:latin typeface="Cambria"/>
                <a:cs typeface="Cambria"/>
              </a:rPr>
              <a:t>can</a:t>
            </a:r>
            <a:r>
              <a:rPr sz="2000" spc="175" dirty="0">
                <a:solidFill>
                  <a:srgbClr val="252525"/>
                </a:solidFill>
                <a:latin typeface="Cambria"/>
                <a:cs typeface="Cambria"/>
              </a:rPr>
              <a:t> </a:t>
            </a:r>
            <a:r>
              <a:rPr sz="2000" spc="120" dirty="0">
                <a:solidFill>
                  <a:srgbClr val="252525"/>
                </a:solidFill>
                <a:latin typeface="Cambria"/>
                <a:cs typeface="Cambria"/>
              </a:rPr>
              <a:t>guide</a:t>
            </a:r>
            <a:r>
              <a:rPr sz="2000" spc="160" dirty="0">
                <a:solidFill>
                  <a:srgbClr val="252525"/>
                </a:solidFill>
                <a:latin typeface="Cambria"/>
                <a:cs typeface="Cambria"/>
              </a:rPr>
              <a:t> </a:t>
            </a:r>
            <a:r>
              <a:rPr sz="2000" spc="75" dirty="0">
                <a:solidFill>
                  <a:srgbClr val="252525"/>
                </a:solidFill>
                <a:latin typeface="Cambria"/>
                <a:cs typeface="Cambria"/>
              </a:rPr>
              <a:t>in</a:t>
            </a:r>
            <a:endParaRPr sz="2000">
              <a:latin typeface="Cambria"/>
              <a:cs typeface="Cambria"/>
            </a:endParaRPr>
          </a:p>
          <a:p>
            <a:pPr marL="240029" marR="122555" indent="-227965">
              <a:lnSpc>
                <a:spcPct val="150000"/>
              </a:lnSpc>
              <a:spcBef>
                <a:spcPts val="600"/>
              </a:spcBef>
              <a:buClr>
                <a:srgbClr val="006F57"/>
              </a:buClr>
              <a:buSzPct val="75000"/>
              <a:buFont typeface="Wingdings"/>
              <a:buChar char=""/>
              <a:tabLst>
                <a:tab pos="1350645" algn="l"/>
                <a:tab pos="4316730" algn="l"/>
                <a:tab pos="5201920" algn="l"/>
              </a:tabLst>
            </a:pPr>
            <a:r>
              <a:rPr sz="2000" spc="235" dirty="0">
                <a:solidFill>
                  <a:srgbClr val="252525"/>
                </a:solidFill>
                <a:latin typeface="Cambria"/>
                <a:cs typeface="Cambria"/>
              </a:rPr>
              <a:t>A</a:t>
            </a:r>
            <a:r>
              <a:rPr sz="2000" spc="275" dirty="0">
                <a:solidFill>
                  <a:srgbClr val="252525"/>
                </a:solidFill>
                <a:latin typeface="Cambria"/>
                <a:cs typeface="Cambria"/>
              </a:rPr>
              <a:t> </a:t>
            </a:r>
            <a:r>
              <a:rPr sz="2000" spc="114" dirty="0">
                <a:solidFill>
                  <a:srgbClr val="252525"/>
                </a:solidFill>
                <a:latin typeface="Cambria"/>
                <a:cs typeface="Cambria"/>
              </a:rPr>
              <a:t>term</a:t>
            </a:r>
            <a:r>
              <a:rPr sz="2000" spc="265" dirty="0">
                <a:solidFill>
                  <a:srgbClr val="252525"/>
                </a:solidFill>
                <a:latin typeface="Cambria"/>
                <a:cs typeface="Cambria"/>
              </a:rPr>
              <a:t> </a:t>
            </a:r>
            <a:r>
              <a:rPr sz="2000" spc="65" dirty="0">
                <a:solidFill>
                  <a:srgbClr val="252525"/>
                </a:solidFill>
                <a:latin typeface="Cambria"/>
                <a:cs typeface="Cambria"/>
              </a:rPr>
              <a:t>will</a:t>
            </a:r>
            <a:r>
              <a:rPr sz="2000" spc="270" dirty="0">
                <a:solidFill>
                  <a:srgbClr val="252525"/>
                </a:solidFill>
                <a:latin typeface="Cambria"/>
                <a:cs typeface="Cambria"/>
              </a:rPr>
              <a:t> </a:t>
            </a:r>
            <a:r>
              <a:rPr sz="2000" spc="105" dirty="0">
                <a:solidFill>
                  <a:srgbClr val="252525"/>
                </a:solidFill>
                <a:latin typeface="Cambria"/>
                <a:cs typeface="Cambria"/>
              </a:rPr>
              <a:t>have</a:t>
            </a:r>
            <a:r>
              <a:rPr sz="2000" spc="285" dirty="0">
                <a:solidFill>
                  <a:srgbClr val="252525"/>
                </a:solidFill>
                <a:latin typeface="Cambria"/>
                <a:cs typeface="Cambria"/>
              </a:rPr>
              <a:t> </a:t>
            </a:r>
            <a:r>
              <a:rPr sz="2000" spc="55" dirty="0">
                <a:solidFill>
                  <a:srgbClr val="252525"/>
                </a:solidFill>
                <a:latin typeface="Cambria"/>
                <a:cs typeface="Cambria"/>
              </a:rPr>
              <a:t>a</a:t>
            </a:r>
            <a:r>
              <a:rPr sz="2000" dirty="0">
                <a:solidFill>
                  <a:srgbClr val="252525"/>
                </a:solidFill>
                <a:latin typeface="Cambria"/>
                <a:cs typeface="Cambria"/>
              </a:rPr>
              <a:t>	</a:t>
            </a:r>
            <a:r>
              <a:rPr sz="2000" spc="105" dirty="0">
                <a:solidFill>
                  <a:srgbClr val="252525"/>
                </a:solidFill>
                <a:latin typeface="Cambria"/>
                <a:cs typeface="Cambria"/>
              </a:rPr>
              <a:t>score</a:t>
            </a:r>
            <a:r>
              <a:rPr sz="2000" spc="285" dirty="0">
                <a:solidFill>
                  <a:srgbClr val="252525"/>
                </a:solidFill>
                <a:latin typeface="Cambria"/>
                <a:cs typeface="Cambria"/>
              </a:rPr>
              <a:t> </a:t>
            </a:r>
            <a:r>
              <a:rPr sz="2000" spc="125" dirty="0">
                <a:solidFill>
                  <a:srgbClr val="252525"/>
                </a:solidFill>
                <a:latin typeface="Cambria"/>
                <a:cs typeface="Cambria"/>
              </a:rPr>
              <a:t>if</a:t>
            </a:r>
            <a:r>
              <a:rPr sz="2000" spc="260" dirty="0">
                <a:solidFill>
                  <a:srgbClr val="252525"/>
                </a:solidFill>
                <a:latin typeface="Cambria"/>
                <a:cs typeface="Cambria"/>
              </a:rPr>
              <a:t> </a:t>
            </a:r>
            <a:r>
              <a:rPr sz="2000" spc="65" dirty="0">
                <a:solidFill>
                  <a:srgbClr val="252525"/>
                </a:solidFill>
                <a:latin typeface="Cambria"/>
                <a:cs typeface="Cambria"/>
              </a:rPr>
              <a:t>it 	</a:t>
            </a:r>
            <a:r>
              <a:rPr sz="2000" spc="130" dirty="0">
                <a:solidFill>
                  <a:srgbClr val="252525"/>
                </a:solidFill>
                <a:latin typeface="Cambria"/>
                <a:cs typeface="Cambria"/>
              </a:rPr>
              <a:t>often</a:t>
            </a:r>
            <a:r>
              <a:rPr sz="2000" spc="175" dirty="0">
                <a:solidFill>
                  <a:srgbClr val="252525"/>
                </a:solidFill>
                <a:latin typeface="Cambria"/>
                <a:cs typeface="Cambria"/>
              </a:rPr>
              <a:t> </a:t>
            </a:r>
            <a:r>
              <a:rPr sz="2000" spc="105" dirty="0">
                <a:solidFill>
                  <a:srgbClr val="252525"/>
                </a:solidFill>
                <a:latin typeface="Cambria"/>
                <a:cs typeface="Cambria"/>
              </a:rPr>
              <a:t>in</a:t>
            </a:r>
            <a:r>
              <a:rPr sz="2000" spc="180" dirty="0">
                <a:solidFill>
                  <a:srgbClr val="252525"/>
                </a:solidFill>
                <a:latin typeface="Cambria"/>
                <a:cs typeface="Cambria"/>
              </a:rPr>
              <a:t> </a:t>
            </a:r>
            <a:r>
              <a:rPr sz="2000" spc="85" dirty="0">
                <a:solidFill>
                  <a:srgbClr val="252525"/>
                </a:solidFill>
                <a:latin typeface="Cambria"/>
                <a:cs typeface="Cambria"/>
              </a:rPr>
              <a:t>the</a:t>
            </a:r>
            <a:r>
              <a:rPr sz="2000" dirty="0">
                <a:solidFill>
                  <a:srgbClr val="252525"/>
                </a:solidFill>
                <a:latin typeface="Cambria"/>
                <a:cs typeface="Cambria"/>
              </a:rPr>
              <a:t>		</a:t>
            </a:r>
            <a:r>
              <a:rPr sz="2000" spc="65" dirty="0">
                <a:solidFill>
                  <a:srgbClr val="252525"/>
                </a:solidFill>
                <a:latin typeface="Cambria"/>
                <a:cs typeface="Cambria"/>
              </a:rPr>
              <a:t>.</a:t>
            </a:r>
            <a:endParaRPr sz="2000">
              <a:latin typeface="Cambria"/>
              <a:cs typeface="Cambria"/>
            </a:endParaRPr>
          </a:p>
          <a:p>
            <a:pPr marL="240665" indent="-227965">
              <a:lnSpc>
                <a:spcPct val="100000"/>
              </a:lnSpc>
              <a:spcBef>
                <a:spcPts val="1800"/>
              </a:spcBef>
              <a:buClr>
                <a:srgbClr val="006F57"/>
              </a:buClr>
              <a:buSzPct val="75000"/>
              <a:buFont typeface="Wingdings"/>
              <a:buChar char=""/>
              <a:tabLst>
                <a:tab pos="240665" algn="l"/>
                <a:tab pos="693420" algn="l"/>
                <a:tab pos="969644" algn="l"/>
                <a:tab pos="1885950" algn="l"/>
                <a:tab pos="2545715" algn="l"/>
                <a:tab pos="3756025" algn="l"/>
                <a:tab pos="4648835" algn="l"/>
                <a:tab pos="5363845" algn="l"/>
              </a:tabLst>
            </a:pPr>
            <a:r>
              <a:rPr sz="2000" spc="160" dirty="0">
                <a:solidFill>
                  <a:srgbClr val="252525"/>
                </a:solidFill>
                <a:latin typeface="Cambria"/>
                <a:cs typeface="Cambria"/>
              </a:rPr>
              <a:t>As</a:t>
            </a:r>
            <a:r>
              <a:rPr sz="2000" dirty="0">
                <a:solidFill>
                  <a:srgbClr val="252525"/>
                </a:solidFill>
                <a:latin typeface="Cambria"/>
                <a:cs typeface="Cambria"/>
              </a:rPr>
              <a:t>	</a:t>
            </a:r>
            <a:r>
              <a:rPr sz="2000" spc="55" dirty="0">
                <a:solidFill>
                  <a:srgbClr val="252525"/>
                </a:solidFill>
                <a:latin typeface="Cambria"/>
                <a:cs typeface="Cambria"/>
              </a:rPr>
              <a:t>a</a:t>
            </a:r>
            <a:r>
              <a:rPr sz="2000" dirty="0">
                <a:solidFill>
                  <a:srgbClr val="252525"/>
                </a:solidFill>
                <a:latin typeface="Cambria"/>
                <a:cs typeface="Cambria"/>
              </a:rPr>
              <a:t>	</a:t>
            </a:r>
            <a:r>
              <a:rPr sz="2000" spc="90" dirty="0">
                <a:solidFill>
                  <a:srgbClr val="252525"/>
                </a:solidFill>
                <a:latin typeface="Cambria"/>
                <a:cs typeface="Cambria"/>
              </a:rPr>
              <a:t>result,</a:t>
            </a:r>
            <a:r>
              <a:rPr sz="2000" dirty="0">
                <a:solidFill>
                  <a:srgbClr val="252525"/>
                </a:solidFill>
                <a:latin typeface="Cambria"/>
                <a:cs typeface="Cambria"/>
              </a:rPr>
              <a:t>	</a:t>
            </a:r>
            <a:r>
              <a:rPr sz="2000" spc="45" dirty="0">
                <a:solidFill>
                  <a:srgbClr val="252525"/>
                </a:solidFill>
                <a:latin typeface="Cambria"/>
                <a:cs typeface="Cambria"/>
              </a:rPr>
              <a:t>very</a:t>
            </a:r>
            <a:r>
              <a:rPr sz="2000" dirty="0">
                <a:solidFill>
                  <a:srgbClr val="252525"/>
                </a:solidFill>
                <a:latin typeface="Cambria"/>
                <a:cs typeface="Cambria"/>
              </a:rPr>
              <a:t>	</a:t>
            </a:r>
            <a:r>
              <a:rPr sz="2000" spc="150" dirty="0">
                <a:solidFill>
                  <a:srgbClr val="252525"/>
                </a:solidFill>
                <a:latin typeface="Cambria"/>
                <a:cs typeface="Cambria"/>
              </a:rPr>
              <a:t>common</a:t>
            </a:r>
            <a:r>
              <a:rPr sz="2000" dirty="0">
                <a:solidFill>
                  <a:srgbClr val="252525"/>
                </a:solidFill>
                <a:latin typeface="Cambria"/>
                <a:cs typeface="Cambria"/>
              </a:rPr>
              <a:t>	</a:t>
            </a:r>
            <a:r>
              <a:rPr sz="2000" spc="90" dirty="0">
                <a:solidFill>
                  <a:srgbClr val="252525"/>
                </a:solidFill>
                <a:latin typeface="Cambria"/>
                <a:cs typeface="Cambria"/>
              </a:rPr>
              <a:t>words</a:t>
            </a:r>
            <a:r>
              <a:rPr sz="2000" dirty="0">
                <a:solidFill>
                  <a:srgbClr val="252525"/>
                </a:solidFill>
                <a:latin typeface="Cambria"/>
                <a:cs typeface="Cambria"/>
              </a:rPr>
              <a:t>	</a:t>
            </a:r>
            <a:r>
              <a:rPr sz="2000" spc="120" dirty="0">
                <a:solidFill>
                  <a:srgbClr val="252525"/>
                </a:solidFill>
                <a:latin typeface="Cambria"/>
                <a:cs typeface="Cambria"/>
              </a:rPr>
              <a:t>such</a:t>
            </a:r>
            <a:r>
              <a:rPr sz="2000" dirty="0">
                <a:solidFill>
                  <a:srgbClr val="252525"/>
                </a:solidFill>
                <a:latin typeface="Cambria"/>
                <a:cs typeface="Cambria"/>
              </a:rPr>
              <a:t>	</a:t>
            </a:r>
            <a:r>
              <a:rPr sz="2000" spc="100" dirty="0">
                <a:solidFill>
                  <a:srgbClr val="252525"/>
                </a:solidFill>
                <a:latin typeface="Cambria"/>
                <a:cs typeface="Cambria"/>
              </a:rPr>
              <a:t>as</a:t>
            </a:r>
            <a:endParaRPr sz="2000">
              <a:latin typeface="Cambria"/>
              <a:cs typeface="Cambria"/>
            </a:endParaRPr>
          </a:p>
        </p:txBody>
      </p:sp>
      <p:pic>
        <p:nvPicPr>
          <p:cNvPr id="80" name="object 80"/>
          <p:cNvPicPr/>
          <p:nvPr/>
        </p:nvPicPr>
        <p:blipFill>
          <a:blip r:embed="rId46" cstate="print"/>
          <a:stretch>
            <a:fillRect/>
          </a:stretch>
        </p:blipFill>
        <p:spPr>
          <a:xfrm>
            <a:off x="984681" y="4698746"/>
            <a:ext cx="2152040" cy="297561"/>
          </a:xfrm>
          <a:prstGeom prst="rect">
            <a:avLst/>
          </a:prstGeom>
        </p:spPr>
      </p:pic>
      <p:sp>
        <p:nvSpPr>
          <p:cNvPr id="81" name="object 81"/>
          <p:cNvSpPr txBox="1"/>
          <p:nvPr/>
        </p:nvSpPr>
        <p:spPr>
          <a:xfrm>
            <a:off x="9131300" y="4216400"/>
            <a:ext cx="2294255" cy="330835"/>
          </a:xfrm>
          <a:prstGeom prst="rect">
            <a:avLst/>
          </a:prstGeom>
        </p:spPr>
        <p:txBody>
          <a:bodyPr vert="horz" wrap="square" lIns="0" tIns="12700" rIns="0" bIns="0" rtlCol="0">
            <a:spAutoFit/>
          </a:bodyPr>
          <a:lstStyle/>
          <a:p>
            <a:pPr marL="12700">
              <a:lnSpc>
                <a:spcPct val="100000"/>
              </a:lnSpc>
              <a:spcBef>
                <a:spcPts val="100"/>
              </a:spcBef>
              <a:tabLst>
                <a:tab pos="385445" algn="l"/>
                <a:tab pos="1417320" algn="l"/>
                <a:tab pos="1993900" algn="l"/>
              </a:tabLst>
            </a:pPr>
            <a:r>
              <a:rPr sz="2000" spc="80" dirty="0">
                <a:solidFill>
                  <a:srgbClr val="252525"/>
                </a:solidFill>
                <a:latin typeface="Cambria"/>
                <a:cs typeface="Cambria"/>
              </a:rPr>
              <a:t>in</a:t>
            </a:r>
            <a:r>
              <a:rPr sz="2000" dirty="0">
                <a:solidFill>
                  <a:srgbClr val="252525"/>
                </a:solidFill>
                <a:latin typeface="Cambria"/>
                <a:cs typeface="Cambria"/>
              </a:rPr>
              <a:t>	</a:t>
            </a:r>
            <a:r>
              <a:rPr sz="2000" spc="90" dirty="0">
                <a:solidFill>
                  <a:srgbClr val="252525"/>
                </a:solidFill>
                <a:latin typeface="Cambria"/>
                <a:cs typeface="Cambria"/>
              </a:rPr>
              <a:t>English</a:t>
            </a:r>
            <a:r>
              <a:rPr sz="2000" dirty="0">
                <a:solidFill>
                  <a:srgbClr val="252525"/>
                </a:solidFill>
                <a:latin typeface="Cambria"/>
                <a:cs typeface="Cambria"/>
              </a:rPr>
              <a:t>	</a:t>
            </a:r>
            <a:r>
              <a:rPr sz="2000" spc="45" dirty="0">
                <a:solidFill>
                  <a:srgbClr val="252525"/>
                </a:solidFill>
                <a:latin typeface="Cambria"/>
                <a:cs typeface="Cambria"/>
              </a:rPr>
              <a:t>will</a:t>
            </a:r>
            <a:r>
              <a:rPr sz="2000" dirty="0">
                <a:solidFill>
                  <a:srgbClr val="252525"/>
                </a:solidFill>
                <a:latin typeface="Cambria"/>
                <a:cs typeface="Cambria"/>
              </a:rPr>
              <a:t>	</a:t>
            </a:r>
            <a:r>
              <a:rPr sz="2000" spc="60" dirty="0">
                <a:solidFill>
                  <a:srgbClr val="252525"/>
                </a:solidFill>
                <a:latin typeface="Cambria"/>
                <a:cs typeface="Cambria"/>
              </a:rPr>
              <a:t>be</a:t>
            </a:r>
            <a:endParaRPr sz="2000">
              <a:latin typeface="Cambria"/>
              <a:cs typeface="Cambria"/>
            </a:endParaRPr>
          </a:p>
        </p:txBody>
      </p:sp>
      <p:sp>
        <p:nvSpPr>
          <p:cNvPr id="84" name="object 84"/>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82" name="object 82"/>
          <p:cNvSpPr txBox="1"/>
          <p:nvPr/>
        </p:nvSpPr>
        <p:spPr>
          <a:xfrm>
            <a:off x="3133470" y="4673853"/>
            <a:ext cx="4488180" cy="330835"/>
          </a:xfrm>
          <a:prstGeom prst="rect">
            <a:avLst/>
          </a:prstGeom>
        </p:spPr>
        <p:txBody>
          <a:bodyPr vert="horz" wrap="square" lIns="0" tIns="12700" rIns="0" bIns="0" rtlCol="0">
            <a:spAutoFit/>
          </a:bodyPr>
          <a:lstStyle/>
          <a:p>
            <a:pPr marL="12700">
              <a:lnSpc>
                <a:spcPct val="100000"/>
              </a:lnSpc>
              <a:spcBef>
                <a:spcPts val="100"/>
              </a:spcBef>
              <a:tabLst>
                <a:tab pos="624840" algn="l"/>
                <a:tab pos="2947670" algn="l"/>
                <a:tab pos="3165475" algn="l"/>
                <a:tab pos="4217670" algn="l"/>
              </a:tabLst>
            </a:pPr>
            <a:r>
              <a:rPr sz="2000" spc="110" dirty="0">
                <a:solidFill>
                  <a:srgbClr val="252525"/>
                </a:solidFill>
                <a:latin typeface="Cambria"/>
                <a:cs typeface="Cambria"/>
              </a:rPr>
              <a:t>and</a:t>
            </a:r>
            <a:r>
              <a:rPr sz="2000" dirty="0">
                <a:solidFill>
                  <a:srgbClr val="252525"/>
                </a:solidFill>
                <a:latin typeface="Cambria"/>
                <a:cs typeface="Cambria"/>
              </a:rPr>
              <a:t>	</a:t>
            </a:r>
            <a:r>
              <a:rPr sz="2000" spc="80" dirty="0">
                <a:solidFill>
                  <a:srgbClr val="252525"/>
                </a:solidFill>
                <a:latin typeface="Cambria"/>
                <a:cs typeface="Cambria"/>
              </a:rPr>
              <a:t>have</a:t>
            </a:r>
            <a:r>
              <a:rPr sz="2000" dirty="0">
                <a:solidFill>
                  <a:srgbClr val="252525"/>
                </a:solidFill>
                <a:latin typeface="Cambria"/>
                <a:cs typeface="Cambria"/>
              </a:rPr>
              <a:t>	</a:t>
            </a:r>
            <a:r>
              <a:rPr sz="2000" spc="65" dirty="0">
                <a:solidFill>
                  <a:srgbClr val="252525"/>
                </a:solidFill>
                <a:latin typeface="Cambria"/>
                <a:cs typeface="Cambria"/>
              </a:rPr>
              <a:t>,</a:t>
            </a:r>
            <a:r>
              <a:rPr sz="2000" dirty="0">
                <a:solidFill>
                  <a:srgbClr val="252525"/>
                </a:solidFill>
                <a:latin typeface="Cambria"/>
                <a:cs typeface="Cambria"/>
              </a:rPr>
              <a:t>	</a:t>
            </a:r>
            <a:r>
              <a:rPr sz="2000" spc="100" dirty="0">
                <a:solidFill>
                  <a:srgbClr val="252525"/>
                </a:solidFill>
                <a:latin typeface="Cambria"/>
                <a:cs typeface="Cambria"/>
              </a:rPr>
              <a:t>instead</a:t>
            </a:r>
            <a:r>
              <a:rPr sz="2000" dirty="0">
                <a:solidFill>
                  <a:srgbClr val="252525"/>
                </a:solidFill>
                <a:latin typeface="Cambria"/>
                <a:cs typeface="Cambria"/>
              </a:rPr>
              <a:t>	</a:t>
            </a:r>
            <a:r>
              <a:rPr sz="2000" spc="145" dirty="0">
                <a:solidFill>
                  <a:srgbClr val="252525"/>
                </a:solidFill>
                <a:latin typeface="Cambria"/>
                <a:cs typeface="Cambria"/>
              </a:rPr>
              <a:t>of</a:t>
            </a:r>
            <a:endParaRPr sz="2000">
              <a:latin typeface="Cambria"/>
              <a:cs typeface="Cambria"/>
            </a:endParaRPr>
          </a:p>
        </p:txBody>
      </p:sp>
      <p:sp>
        <p:nvSpPr>
          <p:cNvPr id="83" name="object 83"/>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40</a:t>
            </a:r>
            <a:endParaRPr sz="1400">
              <a:latin typeface="Cambria"/>
              <a:cs typeface="Cambri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689" y="116840"/>
            <a:ext cx="9194800" cy="574040"/>
          </a:xfrm>
          <a:prstGeom prst="rect">
            <a:avLst/>
          </a:prstGeom>
        </p:spPr>
        <p:txBody>
          <a:bodyPr vert="horz" wrap="square" lIns="0" tIns="12700" rIns="0" bIns="0" rtlCol="0">
            <a:spAutoFit/>
          </a:bodyPr>
          <a:lstStyle/>
          <a:p>
            <a:pPr marL="38100">
              <a:lnSpc>
                <a:spcPct val="100000"/>
              </a:lnSpc>
              <a:spcBef>
                <a:spcPts val="100"/>
              </a:spcBef>
            </a:pPr>
            <a:r>
              <a:rPr sz="5400" baseline="-10802" dirty="0">
                <a:solidFill>
                  <a:srgbClr val="075A74"/>
                </a:solidFill>
                <a:latin typeface="Arial Black"/>
                <a:cs typeface="Arial Black"/>
              </a:rPr>
              <a:t>+</a:t>
            </a:r>
            <a:r>
              <a:rPr sz="5400" spc="-315" baseline="-10802" dirty="0">
                <a:solidFill>
                  <a:srgbClr val="075A74"/>
                </a:solidFill>
                <a:latin typeface="Arial Black"/>
                <a:cs typeface="Arial Black"/>
              </a:rPr>
              <a:t> </a:t>
            </a:r>
            <a:r>
              <a:rPr sz="2400" spc="140" dirty="0"/>
              <a:t>Term</a:t>
            </a:r>
            <a:r>
              <a:rPr sz="2400" spc="204" dirty="0"/>
              <a:t> </a:t>
            </a:r>
            <a:r>
              <a:rPr sz="2400" spc="114" dirty="0"/>
              <a:t>Frequency</a:t>
            </a:r>
            <a:r>
              <a:rPr sz="2400" spc="195" dirty="0"/>
              <a:t> </a:t>
            </a:r>
            <a:r>
              <a:rPr sz="2400" spc="165" dirty="0"/>
              <a:t>and</a:t>
            </a:r>
            <a:r>
              <a:rPr sz="2400" spc="195" dirty="0"/>
              <a:t> </a:t>
            </a:r>
            <a:r>
              <a:rPr sz="2400" spc="90" dirty="0"/>
              <a:t>Inverse</a:t>
            </a:r>
            <a:r>
              <a:rPr sz="2400" spc="235" dirty="0"/>
              <a:t> </a:t>
            </a:r>
            <a:r>
              <a:rPr sz="2400" spc="170" dirty="0"/>
              <a:t>Document</a:t>
            </a:r>
            <a:r>
              <a:rPr sz="2400" spc="245" dirty="0"/>
              <a:t> </a:t>
            </a:r>
            <a:r>
              <a:rPr sz="2400" spc="114" dirty="0"/>
              <a:t>Frequency</a:t>
            </a:r>
            <a:r>
              <a:rPr sz="2400" spc="204" dirty="0"/>
              <a:t> </a:t>
            </a:r>
            <a:r>
              <a:rPr sz="2400" spc="-10" dirty="0"/>
              <a:t>(TF-</a:t>
            </a:r>
            <a:r>
              <a:rPr sz="2400" spc="-20" dirty="0"/>
              <a:t>IDF)</a:t>
            </a:r>
            <a:endParaRPr sz="24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p:nvPr/>
        </p:nvSpPr>
        <p:spPr>
          <a:xfrm>
            <a:off x="516636" y="1066800"/>
            <a:ext cx="10075545" cy="5059680"/>
          </a:xfrm>
          <a:custGeom>
            <a:avLst/>
            <a:gdLst/>
            <a:ahLst/>
            <a:cxnLst/>
            <a:rect l="l" t="t" r="r" b="b"/>
            <a:pathLst>
              <a:path w="10075545" h="5059680">
                <a:moveTo>
                  <a:pt x="10075164" y="0"/>
                </a:moveTo>
                <a:lnTo>
                  <a:pt x="0" y="0"/>
                </a:lnTo>
                <a:lnTo>
                  <a:pt x="0" y="5059680"/>
                </a:lnTo>
                <a:lnTo>
                  <a:pt x="10075164" y="5059680"/>
                </a:lnTo>
                <a:lnTo>
                  <a:pt x="10075164" y="0"/>
                </a:lnTo>
                <a:close/>
              </a:path>
            </a:pathLst>
          </a:custGeom>
          <a:solidFill>
            <a:srgbClr val="F1F1F1"/>
          </a:solidFill>
        </p:spPr>
        <p:txBody>
          <a:bodyPr wrap="square" lIns="0" tIns="0" rIns="0" bIns="0" rtlCol="0"/>
          <a:lstStyle/>
          <a:p>
            <a:endParaRPr/>
          </a:p>
        </p:txBody>
      </p:sp>
      <p:sp>
        <p:nvSpPr>
          <p:cNvPr id="5" name="object 5"/>
          <p:cNvSpPr txBox="1"/>
          <p:nvPr/>
        </p:nvSpPr>
        <p:spPr>
          <a:xfrm>
            <a:off x="595680" y="125247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grpSp>
        <p:nvGrpSpPr>
          <p:cNvPr id="6" name="object 6"/>
          <p:cNvGrpSpPr/>
          <p:nvPr/>
        </p:nvGrpSpPr>
        <p:grpSpPr>
          <a:xfrm>
            <a:off x="836980" y="1213358"/>
            <a:ext cx="4098290" cy="1426845"/>
            <a:chOff x="836980" y="1213358"/>
            <a:chExt cx="4098290" cy="1426845"/>
          </a:xfrm>
        </p:grpSpPr>
        <p:pic>
          <p:nvPicPr>
            <p:cNvPr id="7" name="object 7"/>
            <p:cNvPicPr/>
            <p:nvPr/>
          </p:nvPicPr>
          <p:blipFill>
            <a:blip r:embed="rId3" cstate="print"/>
            <a:stretch>
              <a:fillRect/>
            </a:stretch>
          </p:blipFill>
          <p:spPr>
            <a:xfrm>
              <a:off x="836980" y="1213358"/>
              <a:ext cx="2973273" cy="295656"/>
            </a:xfrm>
            <a:prstGeom prst="rect">
              <a:avLst/>
            </a:prstGeom>
          </p:spPr>
        </p:pic>
        <p:pic>
          <p:nvPicPr>
            <p:cNvPr id="8" name="object 8"/>
            <p:cNvPicPr/>
            <p:nvPr/>
          </p:nvPicPr>
          <p:blipFill>
            <a:blip r:embed="rId4" cstate="print"/>
            <a:stretch>
              <a:fillRect/>
            </a:stretch>
          </p:blipFill>
          <p:spPr>
            <a:xfrm>
              <a:off x="3685666" y="1213358"/>
              <a:ext cx="131063" cy="295656"/>
            </a:xfrm>
            <a:prstGeom prst="rect">
              <a:avLst/>
            </a:prstGeom>
          </p:spPr>
        </p:pic>
        <p:pic>
          <p:nvPicPr>
            <p:cNvPr id="9" name="object 9"/>
            <p:cNvPicPr/>
            <p:nvPr/>
          </p:nvPicPr>
          <p:blipFill>
            <a:blip r:embed="rId5" cstate="print"/>
            <a:stretch>
              <a:fillRect/>
            </a:stretch>
          </p:blipFill>
          <p:spPr>
            <a:xfrm>
              <a:off x="836980" y="2344547"/>
              <a:ext cx="432054" cy="295655"/>
            </a:xfrm>
            <a:prstGeom prst="rect">
              <a:avLst/>
            </a:prstGeom>
          </p:spPr>
        </p:pic>
        <p:pic>
          <p:nvPicPr>
            <p:cNvPr id="10" name="object 10"/>
            <p:cNvPicPr/>
            <p:nvPr/>
          </p:nvPicPr>
          <p:blipFill>
            <a:blip r:embed="rId6" cstate="print"/>
            <a:stretch>
              <a:fillRect/>
            </a:stretch>
          </p:blipFill>
          <p:spPr>
            <a:xfrm>
              <a:off x="1125016" y="2344547"/>
              <a:ext cx="170687" cy="295655"/>
            </a:xfrm>
            <a:prstGeom prst="rect">
              <a:avLst/>
            </a:prstGeom>
          </p:spPr>
        </p:pic>
        <p:pic>
          <p:nvPicPr>
            <p:cNvPr id="11" name="object 11"/>
            <p:cNvPicPr/>
            <p:nvPr/>
          </p:nvPicPr>
          <p:blipFill>
            <a:blip r:embed="rId7" cstate="print"/>
            <a:stretch>
              <a:fillRect/>
            </a:stretch>
          </p:blipFill>
          <p:spPr>
            <a:xfrm>
              <a:off x="1210360" y="2344547"/>
              <a:ext cx="432816" cy="295655"/>
            </a:xfrm>
            <a:prstGeom prst="rect">
              <a:avLst/>
            </a:prstGeom>
          </p:spPr>
        </p:pic>
        <p:pic>
          <p:nvPicPr>
            <p:cNvPr id="12" name="object 12"/>
            <p:cNvPicPr/>
            <p:nvPr/>
          </p:nvPicPr>
          <p:blipFill>
            <a:blip r:embed="rId8" cstate="print"/>
            <a:stretch>
              <a:fillRect/>
            </a:stretch>
          </p:blipFill>
          <p:spPr>
            <a:xfrm>
              <a:off x="1534922" y="2344547"/>
              <a:ext cx="568452" cy="295655"/>
            </a:xfrm>
            <a:prstGeom prst="rect">
              <a:avLst/>
            </a:prstGeom>
          </p:spPr>
        </p:pic>
        <p:sp>
          <p:nvSpPr>
            <p:cNvPr id="13" name="object 13"/>
            <p:cNvSpPr/>
            <p:nvPr/>
          </p:nvSpPr>
          <p:spPr>
            <a:xfrm>
              <a:off x="1978278" y="2505455"/>
              <a:ext cx="2956560" cy="17145"/>
            </a:xfrm>
            <a:custGeom>
              <a:avLst/>
              <a:gdLst/>
              <a:ahLst/>
              <a:cxnLst/>
              <a:rect l="l" t="t" r="r" b="b"/>
              <a:pathLst>
                <a:path w="2956560" h="17144">
                  <a:moveTo>
                    <a:pt x="2956560" y="0"/>
                  </a:moveTo>
                  <a:lnTo>
                    <a:pt x="0" y="0"/>
                  </a:lnTo>
                  <a:lnTo>
                    <a:pt x="0" y="16764"/>
                  </a:lnTo>
                  <a:lnTo>
                    <a:pt x="2956560" y="16764"/>
                  </a:lnTo>
                  <a:lnTo>
                    <a:pt x="2956560" y="0"/>
                  </a:lnTo>
                  <a:close/>
                </a:path>
              </a:pathLst>
            </a:custGeom>
            <a:solidFill>
              <a:srgbClr val="252525"/>
            </a:solidFill>
          </p:spPr>
          <p:txBody>
            <a:bodyPr wrap="square" lIns="0" tIns="0" rIns="0" bIns="0" rtlCol="0"/>
            <a:lstStyle/>
            <a:p>
              <a:endParaRPr/>
            </a:p>
          </p:txBody>
        </p:sp>
      </p:grpSp>
      <p:sp>
        <p:nvSpPr>
          <p:cNvPr id="14" name="object 14"/>
          <p:cNvSpPr txBox="1"/>
          <p:nvPr/>
        </p:nvSpPr>
        <p:spPr>
          <a:xfrm>
            <a:off x="3893946" y="1188465"/>
            <a:ext cx="6621145" cy="330835"/>
          </a:xfrm>
          <a:prstGeom prst="rect">
            <a:avLst/>
          </a:prstGeom>
        </p:spPr>
        <p:txBody>
          <a:bodyPr vert="horz" wrap="square" lIns="0" tIns="13335" rIns="0" bIns="0" rtlCol="0">
            <a:spAutoFit/>
          </a:bodyPr>
          <a:lstStyle/>
          <a:p>
            <a:pPr marL="12700">
              <a:lnSpc>
                <a:spcPct val="100000"/>
              </a:lnSpc>
              <a:spcBef>
                <a:spcPts val="105"/>
              </a:spcBef>
              <a:tabLst>
                <a:tab pos="931544" algn="l"/>
                <a:tab pos="1296035" algn="l"/>
                <a:tab pos="1849120" algn="l"/>
                <a:tab pos="3235960" algn="l"/>
                <a:tab pos="3757295" algn="l"/>
                <a:tab pos="4499610" algn="l"/>
                <a:tab pos="4999355" algn="l"/>
                <a:tab pos="6113780" algn="l"/>
                <a:tab pos="6369685" algn="l"/>
              </a:tabLst>
            </a:pPr>
            <a:r>
              <a:rPr sz="2000" spc="55" dirty="0">
                <a:solidFill>
                  <a:srgbClr val="252525"/>
                </a:solidFill>
                <a:latin typeface="Cambria"/>
                <a:cs typeface="Cambria"/>
              </a:rPr>
              <a:t>Tf(t,d)</a:t>
            </a:r>
            <a:r>
              <a:rPr sz="2000" dirty="0">
                <a:solidFill>
                  <a:srgbClr val="252525"/>
                </a:solidFill>
                <a:latin typeface="Cambria"/>
                <a:cs typeface="Cambria"/>
              </a:rPr>
              <a:t>	</a:t>
            </a:r>
            <a:r>
              <a:rPr sz="2000" spc="80" dirty="0">
                <a:solidFill>
                  <a:srgbClr val="252525"/>
                </a:solidFill>
                <a:latin typeface="Cambria"/>
                <a:cs typeface="Cambria"/>
              </a:rPr>
              <a:t>is</a:t>
            </a:r>
            <a:r>
              <a:rPr sz="2000" dirty="0">
                <a:solidFill>
                  <a:srgbClr val="252525"/>
                </a:solidFill>
                <a:latin typeface="Cambria"/>
                <a:cs typeface="Cambria"/>
              </a:rPr>
              <a:t>	</a:t>
            </a:r>
            <a:r>
              <a:rPr sz="2000" spc="85" dirty="0">
                <a:solidFill>
                  <a:srgbClr val="252525"/>
                </a:solidFill>
                <a:latin typeface="Cambria"/>
                <a:cs typeface="Cambria"/>
              </a:rPr>
              <a:t>the</a:t>
            </a:r>
            <a:r>
              <a:rPr sz="2000" dirty="0">
                <a:solidFill>
                  <a:srgbClr val="252525"/>
                </a:solidFill>
                <a:latin typeface="Cambria"/>
                <a:cs typeface="Cambria"/>
              </a:rPr>
              <a:t>	</a:t>
            </a:r>
            <a:r>
              <a:rPr sz="2000" spc="105" dirty="0">
                <a:solidFill>
                  <a:srgbClr val="252525"/>
                </a:solidFill>
                <a:latin typeface="Cambria"/>
                <a:cs typeface="Cambria"/>
              </a:rPr>
              <a:t>frequency</a:t>
            </a:r>
            <a:r>
              <a:rPr sz="2000" dirty="0">
                <a:solidFill>
                  <a:srgbClr val="252525"/>
                </a:solidFill>
                <a:latin typeface="Cambria"/>
                <a:cs typeface="Cambria"/>
              </a:rPr>
              <a:t>	</a:t>
            </a:r>
            <a:r>
              <a:rPr sz="2000" spc="95" dirty="0">
                <a:solidFill>
                  <a:srgbClr val="252525"/>
                </a:solidFill>
                <a:latin typeface="Cambria"/>
                <a:cs typeface="Cambria"/>
              </a:rPr>
              <a:t>for</a:t>
            </a:r>
            <a:r>
              <a:rPr sz="2000" dirty="0">
                <a:solidFill>
                  <a:srgbClr val="252525"/>
                </a:solidFill>
                <a:latin typeface="Cambria"/>
                <a:cs typeface="Cambria"/>
              </a:rPr>
              <a:t>	</a:t>
            </a:r>
            <a:r>
              <a:rPr sz="2000" spc="90" dirty="0">
                <a:solidFill>
                  <a:srgbClr val="252525"/>
                </a:solidFill>
                <a:latin typeface="Cambria"/>
                <a:cs typeface="Cambria"/>
              </a:rPr>
              <a:t>term</a:t>
            </a:r>
            <a:r>
              <a:rPr sz="2000" dirty="0">
                <a:solidFill>
                  <a:srgbClr val="252525"/>
                </a:solidFill>
                <a:latin typeface="Cambria"/>
                <a:cs typeface="Cambria"/>
              </a:rPr>
              <a:t>	</a:t>
            </a:r>
            <a:r>
              <a:rPr sz="2000" spc="-25" dirty="0">
                <a:solidFill>
                  <a:srgbClr val="252525"/>
                </a:solidFill>
                <a:latin typeface="Cambria"/>
                <a:cs typeface="Cambria"/>
              </a:rPr>
              <a:t>(or</a:t>
            </a:r>
            <a:r>
              <a:rPr sz="2000" dirty="0">
                <a:solidFill>
                  <a:srgbClr val="252525"/>
                </a:solidFill>
                <a:latin typeface="Cambria"/>
                <a:cs typeface="Cambria"/>
              </a:rPr>
              <a:t>	</a:t>
            </a:r>
            <a:r>
              <a:rPr sz="2000" spc="55" dirty="0">
                <a:solidFill>
                  <a:srgbClr val="252525"/>
                </a:solidFill>
                <a:latin typeface="Cambria"/>
                <a:cs typeface="Cambria"/>
              </a:rPr>
              <a:t>n-</a:t>
            </a:r>
            <a:r>
              <a:rPr sz="2000" spc="65" dirty="0">
                <a:solidFill>
                  <a:srgbClr val="252525"/>
                </a:solidFill>
                <a:latin typeface="Cambria"/>
                <a:cs typeface="Cambria"/>
              </a:rPr>
              <a:t>gram)</a:t>
            </a:r>
            <a:r>
              <a:rPr sz="2000" dirty="0">
                <a:solidFill>
                  <a:srgbClr val="252525"/>
                </a:solidFill>
                <a:latin typeface="Cambria"/>
                <a:cs typeface="Cambria"/>
              </a:rPr>
              <a:t>	</a:t>
            </a:r>
            <a:r>
              <a:rPr sz="2000" spc="55" dirty="0">
                <a:solidFill>
                  <a:srgbClr val="252525"/>
                </a:solidFill>
                <a:latin typeface="Cambria"/>
                <a:cs typeface="Cambria"/>
              </a:rPr>
              <a:t>t</a:t>
            </a:r>
            <a:r>
              <a:rPr sz="2000" dirty="0">
                <a:solidFill>
                  <a:srgbClr val="252525"/>
                </a:solidFill>
                <a:latin typeface="Cambria"/>
                <a:cs typeface="Cambria"/>
              </a:rPr>
              <a:t>	</a:t>
            </a:r>
            <a:r>
              <a:rPr sz="2000" spc="75" dirty="0">
                <a:solidFill>
                  <a:srgbClr val="252525"/>
                </a:solidFill>
                <a:latin typeface="Cambria"/>
                <a:cs typeface="Cambria"/>
              </a:rPr>
              <a:t>in</a:t>
            </a:r>
            <a:endParaRPr sz="2000">
              <a:latin typeface="Cambria"/>
              <a:cs typeface="Cambria"/>
            </a:endParaRPr>
          </a:p>
        </p:txBody>
      </p:sp>
      <p:sp>
        <p:nvSpPr>
          <p:cNvPr id="15" name="object 15"/>
          <p:cNvSpPr txBox="1"/>
          <p:nvPr/>
        </p:nvSpPr>
        <p:spPr>
          <a:xfrm>
            <a:off x="824280" y="1645361"/>
            <a:ext cx="1574800" cy="331470"/>
          </a:xfrm>
          <a:prstGeom prst="rect">
            <a:avLst/>
          </a:prstGeom>
        </p:spPr>
        <p:txBody>
          <a:bodyPr vert="horz" wrap="square" lIns="0" tIns="13335" rIns="0" bIns="0" rtlCol="0">
            <a:spAutoFit/>
          </a:bodyPr>
          <a:lstStyle/>
          <a:p>
            <a:pPr marL="12700">
              <a:lnSpc>
                <a:spcPct val="100000"/>
              </a:lnSpc>
              <a:spcBef>
                <a:spcPts val="105"/>
              </a:spcBef>
            </a:pPr>
            <a:r>
              <a:rPr sz="2000" spc="140" dirty="0">
                <a:solidFill>
                  <a:srgbClr val="252525"/>
                </a:solidFill>
                <a:latin typeface="Cambria"/>
                <a:cs typeface="Cambria"/>
              </a:rPr>
              <a:t>document</a:t>
            </a:r>
            <a:r>
              <a:rPr sz="2000" spc="155" dirty="0">
                <a:solidFill>
                  <a:srgbClr val="252525"/>
                </a:solidFill>
                <a:latin typeface="Cambria"/>
                <a:cs typeface="Cambria"/>
              </a:rPr>
              <a:t> </a:t>
            </a:r>
            <a:r>
              <a:rPr sz="2000" spc="110" dirty="0">
                <a:solidFill>
                  <a:srgbClr val="252525"/>
                </a:solidFill>
                <a:latin typeface="Cambria"/>
                <a:cs typeface="Cambria"/>
              </a:rPr>
              <a:t>d.</a:t>
            </a:r>
            <a:endParaRPr sz="2000">
              <a:latin typeface="Cambria"/>
              <a:cs typeface="Cambria"/>
            </a:endParaRPr>
          </a:p>
        </p:txBody>
      </p:sp>
      <p:sp>
        <p:nvSpPr>
          <p:cNvPr id="16" name="object 16"/>
          <p:cNvSpPr txBox="1"/>
          <p:nvPr/>
        </p:nvSpPr>
        <p:spPr>
          <a:xfrm>
            <a:off x="595680" y="2383663"/>
            <a:ext cx="16764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006F57"/>
                </a:solidFill>
                <a:latin typeface="Wingdings"/>
                <a:cs typeface="Wingdings"/>
              </a:rPr>
              <a:t></a:t>
            </a:r>
            <a:endParaRPr sz="1500">
              <a:latin typeface="Wingdings"/>
              <a:cs typeface="Wingdings"/>
            </a:endParaRPr>
          </a:p>
        </p:txBody>
      </p:sp>
      <p:sp>
        <p:nvSpPr>
          <p:cNvPr id="17" name="object 17"/>
          <p:cNvSpPr txBox="1"/>
          <p:nvPr/>
        </p:nvSpPr>
        <p:spPr>
          <a:xfrm>
            <a:off x="1965705" y="2238882"/>
            <a:ext cx="2983230" cy="248920"/>
          </a:xfrm>
          <a:prstGeom prst="rect">
            <a:avLst/>
          </a:prstGeom>
        </p:spPr>
        <p:txBody>
          <a:bodyPr vert="horz" wrap="square" lIns="0" tIns="13970" rIns="0" bIns="0" rtlCol="0">
            <a:spAutoFit/>
          </a:bodyPr>
          <a:lstStyle/>
          <a:p>
            <a:pPr marL="12700">
              <a:lnSpc>
                <a:spcPct val="100000"/>
              </a:lnSpc>
              <a:spcBef>
                <a:spcPts val="110"/>
              </a:spcBef>
            </a:pPr>
            <a:r>
              <a:rPr sz="1450" dirty="0">
                <a:solidFill>
                  <a:srgbClr val="252525"/>
                </a:solidFill>
                <a:latin typeface="Cambria Math"/>
                <a:cs typeface="Cambria Math"/>
              </a:rPr>
              <a:t>𝑻𝒆𝒓𝒎</a:t>
            </a:r>
            <a:r>
              <a:rPr sz="1450" spc="-5" dirty="0">
                <a:solidFill>
                  <a:srgbClr val="252525"/>
                </a:solidFill>
                <a:latin typeface="Cambria Math"/>
                <a:cs typeface="Cambria Math"/>
              </a:rPr>
              <a:t> </a:t>
            </a:r>
            <a:r>
              <a:rPr sz="1450" dirty="0">
                <a:solidFill>
                  <a:srgbClr val="252525"/>
                </a:solidFill>
                <a:latin typeface="Cambria Math"/>
                <a:cs typeface="Cambria Math"/>
              </a:rPr>
              <a:t>𝒕 𝒇𝒓𝒆𝒒𝒖𝒆𝒏𝒄𝒚</a:t>
            </a:r>
            <a:r>
              <a:rPr sz="1450" spc="-15" dirty="0">
                <a:solidFill>
                  <a:srgbClr val="252525"/>
                </a:solidFill>
                <a:latin typeface="Cambria Math"/>
                <a:cs typeface="Cambria Math"/>
              </a:rPr>
              <a:t> </a:t>
            </a:r>
            <a:r>
              <a:rPr sz="1450" dirty="0">
                <a:solidFill>
                  <a:srgbClr val="252525"/>
                </a:solidFill>
                <a:latin typeface="Cambria Math"/>
                <a:cs typeface="Cambria Math"/>
              </a:rPr>
              <a:t>𝒊𝒏</a:t>
            </a:r>
            <a:r>
              <a:rPr sz="1450" spc="5" dirty="0">
                <a:solidFill>
                  <a:srgbClr val="252525"/>
                </a:solidFill>
                <a:latin typeface="Cambria Math"/>
                <a:cs typeface="Cambria Math"/>
              </a:rPr>
              <a:t> </a:t>
            </a:r>
            <a:r>
              <a:rPr sz="1450" dirty="0">
                <a:solidFill>
                  <a:srgbClr val="252525"/>
                </a:solidFill>
                <a:latin typeface="Cambria Math"/>
                <a:cs typeface="Cambria Math"/>
              </a:rPr>
              <a:t>𝒅𝒐𝒄𝒖𝒎𝒆𝒏𝒕</a:t>
            </a:r>
            <a:r>
              <a:rPr sz="1450" spc="5" dirty="0">
                <a:solidFill>
                  <a:srgbClr val="252525"/>
                </a:solidFill>
                <a:latin typeface="Cambria Math"/>
                <a:cs typeface="Cambria Math"/>
              </a:rPr>
              <a:t> </a:t>
            </a:r>
            <a:r>
              <a:rPr sz="1450" spc="-50" dirty="0">
                <a:solidFill>
                  <a:srgbClr val="252525"/>
                </a:solidFill>
                <a:latin typeface="Cambria Math"/>
                <a:cs typeface="Cambria Math"/>
              </a:rPr>
              <a:t>𝒅</a:t>
            </a:r>
            <a:endParaRPr sz="1450">
              <a:latin typeface="Cambria Math"/>
              <a:cs typeface="Cambria Math"/>
            </a:endParaRPr>
          </a:p>
        </p:txBody>
      </p:sp>
      <p:sp>
        <p:nvSpPr>
          <p:cNvPr id="18" name="object 18"/>
          <p:cNvSpPr txBox="1"/>
          <p:nvPr/>
        </p:nvSpPr>
        <p:spPr>
          <a:xfrm>
            <a:off x="2307082" y="2516250"/>
            <a:ext cx="2299335" cy="248920"/>
          </a:xfrm>
          <a:prstGeom prst="rect">
            <a:avLst/>
          </a:prstGeom>
        </p:spPr>
        <p:txBody>
          <a:bodyPr vert="horz" wrap="square" lIns="0" tIns="13970" rIns="0" bIns="0" rtlCol="0">
            <a:spAutoFit/>
          </a:bodyPr>
          <a:lstStyle/>
          <a:p>
            <a:pPr marL="12700">
              <a:lnSpc>
                <a:spcPct val="100000"/>
              </a:lnSpc>
              <a:spcBef>
                <a:spcPts val="110"/>
              </a:spcBef>
            </a:pPr>
            <a:r>
              <a:rPr sz="1450" dirty="0">
                <a:solidFill>
                  <a:srgbClr val="252525"/>
                </a:solidFill>
                <a:latin typeface="Cambria Math"/>
                <a:cs typeface="Cambria Math"/>
              </a:rPr>
              <a:t>𝑻𝒐𝒕𝒂𝒍</a:t>
            </a:r>
            <a:r>
              <a:rPr sz="1450" spc="10" dirty="0">
                <a:solidFill>
                  <a:srgbClr val="252525"/>
                </a:solidFill>
                <a:latin typeface="Cambria Math"/>
                <a:cs typeface="Cambria Math"/>
              </a:rPr>
              <a:t> </a:t>
            </a:r>
            <a:r>
              <a:rPr sz="1450" dirty="0">
                <a:solidFill>
                  <a:srgbClr val="252525"/>
                </a:solidFill>
                <a:latin typeface="Cambria Math"/>
                <a:cs typeface="Cambria Math"/>
              </a:rPr>
              <a:t>𝒘𝒐𝒓𝒅𝒔</a:t>
            </a:r>
            <a:r>
              <a:rPr sz="1450" spc="10" dirty="0">
                <a:solidFill>
                  <a:srgbClr val="252525"/>
                </a:solidFill>
                <a:latin typeface="Cambria Math"/>
                <a:cs typeface="Cambria Math"/>
              </a:rPr>
              <a:t> </a:t>
            </a:r>
            <a:r>
              <a:rPr sz="1450" dirty="0">
                <a:solidFill>
                  <a:srgbClr val="252525"/>
                </a:solidFill>
                <a:latin typeface="Cambria Math"/>
                <a:cs typeface="Cambria Math"/>
              </a:rPr>
              <a:t>𝒊𝒏</a:t>
            </a:r>
            <a:r>
              <a:rPr sz="1450" spc="15" dirty="0">
                <a:solidFill>
                  <a:srgbClr val="252525"/>
                </a:solidFill>
                <a:latin typeface="Cambria Math"/>
                <a:cs typeface="Cambria Math"/>
              </a:rPr>
              <a:t> </a:t>
            </a:r>
            <a:r>
              <a:rPr sz="1450" spc="-10" dirty="0">
                <a:solidFill>
                  <a:srgbClr val="252525"/>
                </a:solidFill>
                <a:latin typeface="Cambria Math"/>
                <a:cs typeface="Cambria Math"/>
              </a:rPr>
              <a:t>𝒅𝒐𝒄𝒖𝒎𝒆𝒏𝒕</a:t>
            </a:r>
            <a:endParaRPr sz="1450" dirty="0">
              <a:latin typeface="Cambria Math"/>
              <a:cs typeface="Cambria Math"/>
            </a:endParaRPr>
          </a:p>
        </p:txBody>
      </p:sp>
      <p:pic>
        <p:nvPicPr>
          <p:cNvPr id="19" name="object 19"/>
          <p:cNvPicPr/>
          <p:nvPr/>
        </p:nvPicPr>
        <p:blipFill>
          <a:blip r:embed="rId9" cstate="print"/>
          <a:stretch>
            <a:fillRect/>
          </a:stretch>
        </p:blipFill>
        <p:spPr>
          <a:xfrm>
            <a:off x="6471792" y="3126358"/>
            <a:ext cx="858774" cy="295656"/>
          </a:xfrm>
          <a:prstGeom prst="rect">
            <a:avLst/>
          </a:prstGeom>
        </p:spPr>
      </p:pic>
      <p:sp>
        <p:nvSpPr>
          <p:cNvPr id="20" name="object 20"/>
          <p:cNvSpPr txBox="1"/>
          <p:nvPr/>
        </p:nvSpPr>
        <p:spPr>
          <a:xfrm>
            <a:off x="7346442" y="3101467"/>
            <a:ext cx="570865" cy="330835"/>
          </a:xfrm>
          <a:prstGeom prst="rect">
            <a:avLst/>
          </a:prstGeom>
        </p:spPr>
        <p:txBody>
          <a:bodyPr vert="horz" wrap="square" lIns="0" tIns="13335" rIns="0" bIns="0" rtlCol="0">
            <a:spAutoFit/>
          </a:bodyPr>
          <a:lstStyle/>
          <a:p>
            <a:pPr marL="12700">
              <a:lnSpc>
                <a:spcPct val="100000"/>
              </a:lnSpc>
              <a:spcBef>
                <a:spcPts val="105"/>
              </a:spcBef>
              <a:tabLst>
                <a:tab pos="419100" algn="l"/>
              </a:tabLst>
            </a:pPr>
            <a:r>
              <a:rPr sz="2000" spc="145" dirty="0">
                <a:solidFill>
                  <a:srgbClr val="252525"/>
                </a:solidFill>
                <a:latin typeface="Cambria"/>
                <a:cs typeface="Cambria"/>
              </a:rPr>
              <a:t>of</a:t>
            </a:r>
            <a:r>
              <a:rPr sz="2000" dirty="0">
                <a:solidFill>
                  <a:srgbClr val="252525"/>
                </a:solidFill>
                <a:latin typeface="Cambria"/>
                <a:cs typeface="Cambria"/>
              </a:rPr>
              <a:t>	</a:t>
            </a:r>
            <a:r>
              <a:rPr sz="2000" spc="55" dirty="0">
                <a:solidFill>
                  <a:srgbClr val="252525"/>
                </a:solidFill>
                <a:latin typeface="Cambria"/>
                <a:cs typeface="Cambria"/>
              </a:rPr>
              <a:t>a</a:t>
            </a:r>
            <a:endParaRPr sz="2000">
              <a:latin typeface="Cambria"/>
              <a:cs typeface="Cambria"/>
            </a:endParaRPr>
          </a:p>
        </p:txBody>
      </p:sp>
      <p:pic>
        <p:nvPicPr>
          <p:cNvPr id="21" name="object 21"/>
          <p:cNvPicPr/>
          <p:nvPr/>
        </p:nvPicPr>
        <p:blipFill>
          <a:blip r:embed="rId10" cstate="print"/>
          <a:stretch>
            <a:fillRect/>
          </a:stretch>
        </p:blipFill>
        <p:spPr>
          <a:xfrm>
            <a:off x="8057133" y="3126358"/>
            <a:ext cx="758190" cy="295656"/>
          </a:xfrm>
          <a:prstGeom prst="rect">
            <a:avLst/>
          </a:prstGeom>
        </p:spPr>
      </p:pic>
      <p:sp>
        <p:nvSpPr>
          <p:cNvPr id="22" name="object 22"/>
          <p:cNvSpPr txBox="1"/>
          <p:nvPr/>
        </p:nvSpPr>
        <p:spPr>
          <a:xfrm>
            <a:off x="8803385" y="3101467"/>
            <a:ext cx="809625" cy="330835"/>
          </a:xfrm>
          <a:prstGeom prst="rect">
            <a:avLst/>
          </a:prstGeom>
        </p:spPr>
        <p:txBody>
          <a:bodyPr vert="horz" wrap="square" lIns="0" tIns="13335" rIns="0" bIns="0" rtlCol="0">
            <a:spAutoFit/>
          </a:bodyPr>
          <a:lstStyle/>
          <a:p>
            <a:pPr marL="12700">
              <a:lnSpc>
                <a:spcPct val="100000"/>
              </a:lnSpc>
              <a:spcBef>
                <a:spcPts val="105"/>
              </a:spcBef>
              <a:tabLst>
                <a:tab pos="402590" algn="l"/>
              </a:tabLst>
            </a:pPr>
            <a:r>
              <a:rPr sz="2000" spc="80" dirty="0">
                <a:solidFill>
                  <a:srgbClr val="252525"/>
                </a:solidFill>
                <a:latin typeface="Cambria"/>
                <a:cs typeface="Cambria"/>
              </a:rPr>
              <a:t>in</a:t>
            </a:r>
            <a:r>
              <a:rPr sz="2000"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p:txBody>
      </p:sp>
      <p:grpSp>
        <p:nvGrpSpPr>
          <p:cNvPr id="23" name="object 23"/>
          <p:cNvGrpSpPr/>
          <p:nvPr/>
        </p:nvGrpSpPr>
        <p:grpSpPr>
          <a:xfrm>
            <a:off x="836980" y="3126358"/>
            <a:ext cx="9814560" cy="1464945"/>
            <a:chOff x="836980" y="3126358"/>
            <a:chExt cx="9814560" cy="1464945"/>
          </a:xfrm>
        </p:grpSpPr>
        <p:pic>
          <p:nvPicPr>
            <p:cNvPr id="24" name="object 24"/>
            <p:cNvPicPr/>
            <p:nvPr/>
          </p:nvPicPr>
          <p:blipFill>
            <a:blip r:embed="rId11" cstate="print"/>
            <a:stretch>
              <a:fillRect/>
            </a:stretch>
          </p:blipFill>
          <p:spPr>
            <a:xfrm>
              <a:off x="9753600" y="3126358"/>
              <a:ext cx="897940" cy="295656"/>
            </a:xfrm>
            <a:prstGeom prst="rect">
              <a:avLst/>
            </a:prstGeom>
          </p:spPr>
        </p:pic>
        <p:pic>
          <p:nvPicPr>
            <p:cNvPr id="25" name="object 25"/>
            <p:cNvPicPr/>
            <p:nvPr/>
          </p:nvPicPr>
          <p:blipFill>
            <a:blip r:embed="rId12" cstate="print"/>
            <a:stretch>
              <a:fillRect/>
            </a:stretch>
          </p:blipFill>
          <p:spPr>
            <a:xfrm>
              <a:off x="836980" y="3583812"/>
              <a:ext cx="1421257" cy="295656"/>
            </a:xfrm>
            <a:prstGeom prst="rect">
              <a:avLst/>
            </a:prstGeom>
          </p:spPr>
        </p:pic>
        <p:pic>
          <p:nvPicPr>
            <p:cNvPr id="26" name="object 26"/>
            <p:cNvPicPr/>
            <p:nvPr/>
          </p:nvPicPr>
          <p:blipFill>
            <a:blip r:embed="rId13" cstate="print"/>
            <a:stretch>
              <a:fillRect/>
            </a:stretch>
          </p:blipFill>
          <p:spPr>
            <a:xfrm>
              <a:off x="1326133" y="4295520"/>
              <a:ext cx="405384" cy="295656"/>
            </a:xfrm>
            <a:prstGeom prst="rect">
              <a:avLst/>
            </a:prstGeom>
          </p:spPr>
        </p:pic>
        <p:pic>
          <p:nvPicPr>
            <p:cNvPr id="27" name="object 27"/>
            <p:cNvPicPr/>
            <p:nvPr/>
          </p:nvPicPr>
          <p:blipFill>
            <a:blip r:embed="rId14" cstate="print"/>
            <a:stretch>
              <a:fillRect/>
            </a:stretch>
          </p:blipFill>
          <p:spPr>
            <a:xfrm>
              <a:off x="1641601" y="4295520"/>
              <a:ext cx="323088" cy="295656"/>
            </a:xfrm>
            <a:prstGeom prst="rect">
              <a:avLst/>
            </a:prstGeom>
          </p:spPr>
        </p:pic>
      </p:grpSp>
      <p:sp>
        <p:nvSpPr>
          <p:cNvPr id="28" name="object 28"/>
          <p:cNvSpPr txBox="1"/>
          <p:nvPr/>
        </p:nvSpPr>
        <p:spPr>
          <a:xfrm>
            <a:off x="595680" y="2949422"/>
            <a:ext cx="5735320" cy="1652270"/>
          </a:xfrm>
          <a:prstGeom prst="rect">
            <a:avLst/>
          </a:prstGeom>
        </p:spPr>
        <p:txBody>
          <a:bodyPr vert="horz" wrap="square" lIns="0" tIns="165100" rIns="0" bIns="0" rtlCol="0">
            <a:spAutoFit/>
          </a:bodyPr>
          <a:lstStyle/>
          <a:p>
            <a:pPr marL="240665" indent="-227965">
              <a:lnSpc>
                <a:spcPct val="100000"/>
              </a:lnSpc>
              <a:spcBef>
                <a:spcPts val="1300"/>
              </a:spcBef>
              <a:buClr>
                <a:srgbClr val="006F57"/>
              </a:buClr>
              <a:buSzPct val="75000"/>
              <a:buFont typeface="Wingdings"/>
              <a:buChar char=""/>
              <a:tabLst>
                <a:tab pos="240665" algn="l"/>
                <a:tab pos="1283335" algn="l"/>
                <a:tab pos="2708910" algn="l"/>
                <a:tab pos="4128770" algn="l"/>
                <a:tab pos="5328920" algn="l"/>
              </a:tabLst>
            </a:pPr>
            <a:r>
              <a:rPr sz="2000" spc="65" dirty="0">
                <a:solidFill>
                  <a:srgbClr val="252525"/>
                </a:solidFill>
                <a:latin typeface="Cambria"/>
                <a:cs typeface="Cambria"/>
              </a:rPr>
              <a:t>Inverse</a:t>
            </a:r>
            <a:r>
              <a:rPr sz="2000" dirty="0">
                <a:solidFill>
                  <a:srgbClr val="252525"/>
                </a:solidFill>
                <a:latin typeface="Cambria"/>
                <a:cs typeface="Cambria"/>
              </a:rPr>
              <a:t>	</a:t>
            </a:r>
            <a:r>
              <a:rPr sz="2000" spc="135" dirty="0">
                <a:solidFill>
                  <a:srgbClr val="252525"/>
                </a:solidFill>
                <a:latin typeface="Cambria"/>
                <a:cs typeface="Cambria"/>
              </a:rPr>
              <a:t>Document</a:t>
            </a:r>
            <a:r>
              <a:rPr sz="2000" dirty="0">
                <a:solidFill>
                  <a:srgbClr val="252525"/>
                </a:solidFill>
                <a:latin typeface="Cambria"/>
                <a:cs typeface="Cambria"/>
              </a:rPr>
              <a:t>	</a:t>
            </a:r>
            <a:r>
              <a:rPr sz="2000" spc="80" dirty="0">
                <a:solidFill>
                  <a:srgbClr val="252525"/>
                </a:solidFill>
                <a:latin typeface="Cambria"/>
                <a:cs typeface="Cambria"/>
              </a:rPr>
              <a:t>Frequency</a:t>
            </a:r>
            <a:r>
              <a:rPr sz="2000" dirty="0">
                <a:solidFill>
                  <a:srgbClr val="252525"/>
                </a:solidFill>
                <a:latin typeface="Cambria"/>
                <a:cs typeface="Cambria"/>
              </a:rPr>
              <a:t>	</a:t>
            </a:r>
            <a:r>
              <a:rPr sz="2000" spc="100" dirty="0">
                <a:solidFill>
                  <a:srgbClr val="252525"/>
                </a:solidFill>
                <a:latin typeface="Cambria"/>
                <a:cs typeface="Cambria"/>
              </a:rPr>
              <a:t>measure</a:t>
            </a:r>
            <a:r>
              <a:rPr sz="2000" dirty="0">
                <a:solidFill>
                  <a:srgbClr val="252525"/>
                </a:solidFill>
                <a:latin typeface="Cambria"/>
                <a:cs typeface="Cambria"/>
              </a:rPr>
              <a:t>	</a:t>
            </a:r>
            <a:r>
              <a:rPr sz="2000" spc="80" dirty="0">
                <a:solidFill>
                  <a:srgbClr val="252525"/>
                </a:solidFill>
                <a:latin typeface="Cambria"/>
                <a:cs typeface="Cambria"/>
              </a:rPr>
              <a:t>the</a:t>
            </a:r>
            <a:endParaRPr sz="2000">
              <a:latin typeface="Cambria"/>
              <a:cs typeface="Cambria"/>
            </a:endParaRPr>
          </a:p>
          <a:p>
            <a:pPr marL="1504315">
              <a:lnSpc>
                <a:spcPct val="100000"/>
              </a:lnSpc>
              <a:spcBef>
                <a:spcPts val="1200"/>
              </a:spcBef>
            </a:pPr>
            <a:r>
              <a:rPr sz="2000" spc="105" dirty="0">
                <a:solidFill>
                  <a:srgbClr val="252525"/>
                </a:solidFill>
                <a:latin typeface="Cambria"/>
                <a:cs typeface="Cambria"/>
              </a:rPr>
              <a:t>/corpus</a:t>
            </a:r>
            <a:endParaRPr sz="2000">
              <a:latin typeface="Cambria"/>
              <a:cs typeface="Cambria"/>
            </a:endParaRPr>
          </a:p>
          <a:p>
            <a:pPr>
              <a:lnSpc>
                <a:spcPct val="100000"/>
              </a:lnSpc>
              <a:spcBef>
                <a:spcPts val="860"/>
              </a:spcBef>
            </a:pPr>
            <a:endParaRPr sz="2000">
              <a:latin typeface="Cambria"/>
              <a:cs typeface="Cambria"/>
            </a:endParaRPr>
          </a:p>
          <a:p>
            <a:pPr marL="240665" indent="-227965">
              <a:lnSpc>
                <a:spcPct val="100000"/>
              </a:lnSpc>
              <a:buClr>
                <a:srgbClr val="006F57"/>
              </a:buClr>
              <a:buSzPct val="75000"/>
              <a:buFont typeface="Wingdings"/>
              <a:buChar char=""/>
              <a:tabLst>
                <a:tab pos="240665" algn="l"/>
                <a:tab pos="1207135" algn="l"/>
              </a:tabLst>
            </a:pPr>
            <a:r>
              <a:rPr sz="2000" spc="45" dirty="0">
                <a:solidFill>
                  <a:srgbClr val="252525"/>
                </a:solidFill>
                <a:latin typeface="Cambria"/>
                <a:cs typeface="Cambria"/>
              </a:rPr>
              <a:t>Let</a:t>
            </a:r>
            <a:r>
              <a:rPr sz="2000" dirty="0">
                <a:solidFill>
                  <a:srgbClr val="252525"/>
                </a:solidFill>
                <a:latin typeface="Cambria"/>
                <a:cs typeface="Cambria"/>
              </a:rPr>
              <a:t>	</a:t>
            </a:r>
            <a:r>
              <a:rPr sz="2000" spc="114" dirty="0">
                <a:solidFill>
                  <a:srgbClr val="252525"/>
                </a:solidFill>
                <a:latin typeface="Cambria"/>
                <a:cs typeface="Cambria"/>
              </a:rPr>
              <a:t>enoting</a:t>
            </a:r>
            <a:r>
              <a:rPr sz="2000" spc="455" dirty="0">
                <a:solidFill>
                  <a:srgbClr val="252525"/>
                </a:solidFill>
                <a:latin typeface="Cambria"/>
                <a:cs typeface="Cambria"/>
              </a:rPr>
              <a:t> </a:t>
            </a:r>
            <a:r>
              <a:rPr sz="2000" spc="110" dirty="0">
                <a:solidFill>
                  <a:srgbClr val="252525"/>
                </a:solidFill>
                <a:latin typeface="Cambria"/>
                <a:cs typeface="Cambria"/>
              </a:rPr>
              <a:t>the</a:t>
            </a:r>
            <a:r>
              <a:rPr sz="2000" spc="465" dirty="0">
                <a:solidFill>
                  <a:srgbClr val="252525"/>
                </a:solidFill>
                <a:latin typeface="Cambria"/>
                <a:cs typeface="Cambria"/>
              </a:rPr>
              <a:t> </a:t>
            </a:r>
            <a:r>
              <a:rPr sz="2000" spc="95" dirty="0">
                <a:solidFill>
                  <a:srgbClr val="252525"/>
                </a:solidFill>
                <a:latin typeface="Cambria"/>
                <a:cs typeface="Cambria"/>
              </a:rPr>
              <a:t>total</a:t>
            </a:r>
            <a:endParaRPr sz="2000">
              <a:latin typeface="Cambria"/>
              <a:cs typeface="Cambria"/>
            </a:endParaRPr>
          </a:p>
        </p:txBody>
      </p:sp>
      <p:grpSp>
        <p:nvGrpSpPr>
          <p:cNvPr id="29" name="object 29"/>
          <p:cNvGrpSpPr/>
          <p:nvPr/>
        </p:nvGrpSpPr>
        <p:grpSpPr>
          <a:xfrm>
            <a:off x="4039234" y="4295521"/>
            <a:ext cx="3027045" cy="295910"/>
            <a:chOff x="4039234" y="4295521"/>
            <a:chExt cx="3027045" cy="295910"/>
          </a:xfrm>
        </p:grpSpPr>
        <p:pic>
          <p:nvPicPr>
            <p:cNvPr id="30" name="object 30"/>
            <p:cNvPicPr/>
            <p:nvPr/>
          </p:nvPicPr>
          <p:blipFill>
            <a:blip r:embed="rId15" cstate="print"/>
            <a:stretch>
              <a:fillRect/>
            </a:stretch>
          </p:blipFill>
          <p:spPr>
            <a:xfrm>
              <a:off x="4039234" y="4295521"/>
              <a:ext cx="1175613" cy="295656"/>
            </a:xfrm>
            <a:prstGeom prst="rect">
              <a:avLst/>
            </a:prstGeom>
          </p:spPr>
        </p:pic>
        <p:pic>
          <p:nvPicPr>
            <p:cNvPr id="31" name="object 31"/>
            <p:cNvPicPr/>
            <p:nvPr/>
          </p:nvPicPr>
          <p:blipFill>
            <a:blip r:embed="rId16" cstate="print"/>
            <a:stretch>
              <a:fillRect/>
            </a:stretch>
          </p:blipFill>
          <p:spPr>
            <a:xfrm>
              <a:off x="5159628" y="4295521"/>
              <a:ext cx="1906143" cy="295656"/>
            </a:xfrm>
            <a:prstGeom prst="rect">
              <a:avLst/>
            </a:prstGeom>
          </p:spPr>
        </p:pic>
      </p:grpSp>
      <p:sp>
        <p:nvSpPr>
          <p:cNvPr id="32" name="object 32"/>
          <p:cNvSpPr txBox="1"/>
          <p:nvPr/>
        </p:nvSpPr>
        <p:spPr>
          <a:xfrm>
            <a:off x="7012305" y="4270628"/>
            <a:ext cx="1090295" cy="330835"/>
          </a:xfrm>
          <a:prstGeom prst="rect">
            <a:avLst/>
          </a:prstGeom>
        </p:spPr>
        <p:txBody>
          <a:bodyPr vert="horz" wrap="square" lIns="0" tIns="12700" rIns="0" bIns="0" rtlCol="0">
            <a:spAutoFit/>
          </a:bodyPr>
          <a:lstStyle/>
          <a:p>
            <a:pPr marL="12700">
              <a:lnSpc>
                <a:spcPct val="100000"/>
              </a:lnSpc>
              <a:spcBef>
                <a:spcPts val="100"/>
              </a:spcBef>
            </a:pPr>
            <a:r>
              <a:rPr sz="2000" spc="120" dirty="0">
                <a:solidFill>
                  <a:srgbClr val="252525"/>
                </a:solidFill>
                <a:latin typeface="Cambria"/>
                <a:cs typeface="Cambria"/>
              </a:rPr>
              <a:t>then</a:t>
            </a:r>
            <a:r>
              <a:rPr sz="2000" spc="450" dirty="0">
                <a:solidFill>
                  <a:srgbClr val="252525"/>
                </a:solidFill>
                <a:latin typeface="Cambria"/>
                <a:cs typeface="Cambria"/>
              </a:rPr>
              <a:t> </a:t>
            </a:r>
            <a:r>
              <a:rPr sz="2000" spc="85" dirty="0">
                <a:solidFill>
                  <a:srgbClr val="252525"/>
                </a:solidFill>
                <a:latin typeface="Cambria"/>
                <a:cs typeface="Cambria"/>
              </a:rPr>
              <a:t>the</a:t>
            </a:r>
            <a:endParaRPr sz="2000">
              <a:latin typeface="Cambria"/>
              <a:cs typeface="Cambria"/>
            </a:endParaRPr>
          </a:p>
        </p:txBody>
      </p:sp>
      <p:grpSp>
        <p:nvGrpSpPr>
          <p:cNvPr id="33" name="object 33"/>
          <p:cNvGrpSpPr/>
          <p:nvPr/>
        </p:nvGrpSpPr>
        <p:grpSpPr>
          <a:xfrm>
            <a:off x="836980" y="4295521"/>
            <a:ext cx="9822815" cy="882650"/>
            <a:chOff x="836980" y="4295521"/>
            <a:chExt cx="9822815" cy="882650"/>
          </a:xfrm>
        </p:grpSpPr>
        <p:pic>
          <p:nvPicPr>
            <p:cNvPr id="34" name="object 34"/>
            <p:cNvPicPr/>
            <p:nvPr/>
          </p:nvPicPr>
          <p:blipFill>
            <a:blip r:embed="rId17" cstate="print"/>
            <a:stretch>
              <a:fillRect/>
            </a:stretch>
          </p:blipFill>
          <p:spPr>
            <a:xfrm>
              <a:off x="8203438" y="4295521"/>
              <a:ext cx="2456052" cy="295656"/>
            </a:xfrm>
            <a:prstGeom prst="rect">
              <a:avLst/>
            </a:prstGeom>
          </p:spPr>
        </p:pic>
        <p:pic>
          <p:nvPicPr>
            <p:cNvPr id="35" name="object 35"/>
            <p:cNvPicPr/>
            <p:nvPr/>
          </p:nvPicPr>
          <p:blipFill>
            <a:blip r:embed="rId18" cstate="print"/>
            <a:stretch>
              <a:fillRect/>
            </a:stretch>
          </p:blipFill>
          <p:spPr>
            <a:xfrm>
              <a:off x="836980" y="4881956"/>
              <a:ext cx="1430909" cy="295960"/>
            </a:xfrm>
            <a:prstGeom prst="rect">
              <a:avLst/>
            </a:prstGeom>
          </p:spPr>
        </p:pic>
        <p:pic>
          <p:nvPicPr>
            <p:cNvPr id="36" name="object 36"/>
            <p:cNvPicPr/>
            <p:nvPr/>
          </p:nvPicPr>
          <p:blipFill>
            <a:blip r:embed="rId19" cstate="print"/>
            <a:stretch>
              <a:fillRect/>
            </a:stretch>
          </p:blipFill>
          <p:spPr>
            <a:xfrm>
              <a:off x="2202433" y="4881956"/>
              <a:ext cx="386333" cy="295960"/>
            </a:xfrm>
            <a:prstGeom prst="rect">
              <a:avLst/>
            </a:prstGeom>
          </p:spPr>
        </p:pic>
        <p:pic>
          <p:nvPicPr>
            <p:cNvPr id="37" name="object 37"/>
            <p:cNvPicPr/>
            <p:nvPr/>
          </p:nvPicPr>
          <p:blipFill>
            <a:blip r:embed="rId20" cstate="print"/>
            <a:stretch>
              <a:fillRect/>
            </a:stretch>
          </p:blipFill>
          <p:spPr>
            <a:xfrm>
              <a:off x="2539237" y="4881956"/>
              <a:ext cx="762381" cy="295960"/>
            </a:xfrm>
            <a:prstGeom prst="rect">
              <a:avLst/>
            </a:prstGeom>
          </p:spPr>
        </p:pic>
        <p:pic>
          <p:nvPicPr>
            <p:cNvPr id="38" name="object 38"/>
            <p:cNvPicPr/>
            <p:nvPr/>
          </p:nvPicPr>
          <p:blipFill>
            <a:blip r:embed="rId21" cstate="print"/>
            <a:stretch>
              <a:fillRect/>
            </a:stretch>
          </p:blipFill>
          <p:spPr>
            <a:xfrm>
              <a:off x="3225418" y="4881956"/>
              <a:ext cx="365759" cy="295960"/>
            </a:xfrm>
            <a:prstGeom prst="rect">
              <a:avLst/>
            </a:prstGeom>
          </p:spPr>
        </p:pic>
        <p:pic>
          <p:nvPicPr>
            <p:cNvPr id="39" name="object 39"/>
            <p:cNvPicPr/>
            <p:nvPr/>
          </p:nvPicPr>
          <p:blipFill>
            <a:blip r:embed="rId22" cstate="print"/>
            <a:stretch>
              <a:fillRect/>
            </a:stretch>
          </p:blipFill>
          <p:spPr>
            <a:xfrm>
              <a:off x="3487546" y="4881956"/>
              <a:ext cx="1375740" cy="295960"/>
            </a:xfrm>
            <a:prstGeom prst="rect">
              <a:avLst/>
            </a:prstGeom>
          </p:spPr>
        </p:pic>
        <p:pic>
          <p:nvPicPr>
            <p:cNvPr id="40" name="object 40"/>
            <p:cNvPicPr/>
            <p:nvPr/>
          </p:nvPicPr>
          <p:blipFill>
            <a:blip r:embed="rId23" cstate="print"/>
            <a:stretch>
              <a:fillRect/>
            </a:stretch>
          </p:blipFill>
          <p:spPr>
            <a:xfrm>
              <a:off x="4801234" y="4881956"/>
              <a:ext cx="425653" cy="295960"/>
            </a:xfrm>
            <a:prstGeom prst="rect">
              <a:avLst/>
            </a:prstGeom>
          </p:spPr>
        </p:pic>
      </p:grpSp>
      <p:sp>
        <p:nvSpPr>
          <p:cNvPr id="41" name="object 41"/>
          <p:cNvSpPr txBox="1"/>
          <p:nvPr/>
        </p:nvSpPr>
        <p:spPr>
          <a:xfrm>
            <a:off x="5237353" y="4857063"/>
            <a:ext cx="1511300" cy="331470"/>
          </a:xfrm>
          <a:prstGeom prst="rect">
            <a:avLst/>
          </a:prstGeom>
        </p:spPr>
        <p:txBody>
          <a:bodyPr vert="horz" wrap="square" lIns="0" tIns="13335" rIns="0" bIns="0" rtlCol="0">
            <a:spAutoFit/>
          </a:bodyPr>
          <a:lstStyle/>
          <a:p>
            <a:pPr marL="38100">
              <a:lnSpc>
                <a:spcPct val="100000"/>
              </a:lnSpc>
              <a:spcBef>
                <a:spcPts val="105"/>
              </a:spcBef>
            </a:pPr>
            <a:r>
              <a:rPr sz="2000" dirty="0">
                <a:solidFill>
                  <a:srgbClr val="252525"/>
                </a:solidFill>
                <a:latin typeface="Cambria Math"/>
                <a:cs typeface="Cambria Math"/>
              </a:rPr>
              <a:t>𝑰𝑫𝑭</a:t>
            </a:r>
            <a:r>
              <a:rPr sz="2000" spc="85" dirty="0">
                <a:solidFill>
                  <a:srgbClr val="252525"/>
                </a:solidFill>
                <a:latin typeface="Cambria Math"/>
                <a:cs typeface="Cambria Math"/>
              </a:rPr>
              <a:t> </a:t>
            </a:r>
            <a:r>
              <a:rPr sz="2000" dirty="0">
                <a:solidFill>
                  <a:srgbClr val="252525"/>
                </a:solidFill>
                <a:latin typeface="Cambria Math"/>
                <a:cs typeface="Cambria Math"/>
              </a:rPr>
              <a:t>=</a:t>
            </a:r>
            <a:r>
              <a:rPr sz="2000" spc="105" dirty="0">
                <a:solidFill>
                  <a:srgbClr val="252525"/>
                </a:solidFill>
                <a:latin typeface="Cambria Math"/>
                <a:cs typeface="Cambria Math"/>
              </a:rPr>
              <a:t> </a:t>
            </a:r>
            <a:r>
              <a:rPr sz="2000" spc="-20" dirty="0">
                <a:solidFill>
                  <a:srgbClr val="252525"/>
                </a:solidFill>
                <a:latin typeface="Cambria Math"/>
                <a:cs typeface="Cambria Math"/>
              </a:rPr>
              <a:t>𝒍𝒐𝒈</a:t>
            </a:r>
            <a:r>
              <a:rPr sz="2175" spc="-30" baseline="-15325" dirty="0">
                <a:solidFill>
                  <a:srgbClr val="252525"/>
                </a:solidFill>
                <a:latin typeface="Cambria Math"/>
                <a:cs typeface="Cambria Math"/>
              </a:rPr>
              <a:t>𝟐</a:t>
            </a:r>
            <a:r>
              <a:rPr sz="2000" spc="-20" dirty="0">
                <a:solidFill>
                  <a:srgbClr val="252525"/>
                </a:solidFill>
                <a:latin typeface="Cambria Math"/>
                <a:cs typeface="Cambria Math"/>
              </a:rPr>
              <a:t>(</a:t>
            </a:r>
            <a:endParaRPr sz="2000">
              <a:latin typeface="Cambria Math"/>
              <a:cs typeface="Cambria Math"/>
            </a:endParaRPr>
          </a:p>
        </p:txBody>
      </p:sp>
      <p:sp>
        <p:nvSpPr>
          <p:cNvPr id="42" name="object 42"/>
          <p:cNvSpPr/>
          <p:nvPr/>
        </p:nvSpPr>
        <p:spPr>
          <a:xfrm>
            <a:off x="6708775" y="5042915"/>
            <a:ext cx="142240" cy="17145"/>
          </a:xfrm>
          <a:custGeom>
            <a:avLst/>
            <a:gdLst/>
            <a:ahLst/>
            <a:cxnLst/>
            <a:rect l="l" t="t" r="r" b="b"/>
            <a:pathLst>
              <a:path w="142240" h="17145">
                <a:moveTo>
                  <a:pt x="141731" y="0"/>
                </a:moveTo>
                <a:lnTo>
                  <a:pt x="0" y="0"/>
                </a:lnTo>
                <a:lnTo>
                  <a:pt x="0" y="16763"/>
                </a:lnTo>
                <a:lnTo>
                  <a:pt x="141731" y="16763"/>
                </a:lnTo>
                <a:lnTo>
                  <a:pt x="141731" y="0"/>
                </a:lnTo>
                <a:close/>
              </a:path>
            </a:pathLst>
          </a:custGeom>
          <a:solidFill>
            <a:srgbClr val="252525"/>
          </a:solidFill>
        </p:spPr>
        <p:txBody>
          <a:bodyPr wrap="square" lIns="0" tIns="0" rIns="0" bIns="0" rtlCol="0"/>
          <a:lstStyle/>
          <a:p>
            <a:endParaRPr/>
          </a:p>
        </p:txBody>
      </p:sp>
      <p:sp>
        <p:nvSpPr>
          <p:cNvPr id="43" name="object 43"/>
          <p:cNvSpPr txBox="1"/>
          <p:nvPr/>
        </p:nvSpPr>
        <p:spPr>
          <a:xfrm>
            <a:off x="6696836" y="4776596"/>
            <a:ext cx="167005" cy="248920"/>
          </a:xfrm>
          <a:prstGeom prst="rect">
            <a:avLst/>
          </a:prstGeom>
        </p:spPr>
        <p:txBody>
          <a:bodyPr vert="horz" wrap="square" lIns="0" tIns="13970" rIns="0" bIns="0" rtlCol="0">
            <a:spAutoFit/>
          </a:bodyPr>
          <a:lstStyle/>
          <a:p>
            <a:pPr marL="12700">
              <a:lnSpc>
                <a:spcPct val="100000"/>
              </a:lnSpc>
              <a:spcBef>
                <a:spcPts val="110"/>
              </a:spcBef>
            </a:pPr>
            <a:r>
              <a:rPr sz="1450" spc="-50" dirty="0">
                <a:solidFill>
                  <a:srgbClr val="252525"/>
                </a:solidFill>
                <a:latin typeface="Cambria Math"/>
                <a:cs typeface="Cambria Math"/>
              </a:rPr>
              <a:t>𝑵</a:t>
            </a:r>
            <a:endParaRPr sz="1450">
              <a:latin typeface="Cambria Math"/>
              <a:cs typeface="Cambria Math"/>
            </a:endParaRPr>
          </a:p>
        </p:txBody>
      </p:sp>
      <p:sp>
        <p:nvSpPr>
          <p:cNvPr id="44" name="object 44"/>
          <p:cNvSpPr txBox="1"/>
          <p:nvPr/>
        </p:nvSpPr>
        <p:spPr>
          <a:xfrm>
            <a:off x="6696836" y="5054346"/>
            <a:ext cx="165100" cy="237244"/>
          </a:xfrm>
          <a:prstGeom prst="rect">
            <a:avLst/>
          </a:prstGeom>
        </p:spPr>
        <p:txBody>
          <a:bodyPr vert="horz" wrap="square" lIns="0" tIns="13970" rIns="0" bIns="0" rtlCol="0">
            <a:spAutoFit/>
          </a:bodyPr>
          <a:lstStyle/>
          <a:p>
            <a:pPr marL="12700">
              <a:lnSpc>
                <a:spcPct val="100000"/>
              </a:lnSpc>
              <a:spcBef>
                <a:spcPts val="110"/>
              </a:spcBef>
            </a:pPr>
            <a:r>
              <a:rPr sz="1450" spc="-50" dirty="0">
                <a:solidFill>
                  <a:srgbClr val="252525"/>
                </a:solidFill>
                <a:latin typeface="Cambria Math"/>
                <a:cs typeface="Cambria Math"/>
              </a:rPr>
              <a:t>𝑫</a:t>
            </a:r>
            <a:endParaRPr sz="1450" dirty="0">
              <a:latin typeface="Cambria Math"/>
              <a:cs typeface="Cambria Math"/>
            </a:endParaRPr>
          </a:p>
        </p:txBody>
      </p:sp>
      <p:pic>
        <p:nvPicPr>
          <p:cNvPr id="45" name="object 45"/>
          <p:cNvPicPr/>
          <p:nvPr/>
        </p:nvPicPr>
        <p:blipFill>
          <a:blip r:embed="rId24" cstate="print"/>
          <a:stretch>
            <a:fillRect/>
          </a:stretch>
        </p:blipFill>
        <p:spPr>
          <a:xfrm>
            <a:off x="6849744" y="4881956"/>
            <a:ext cx="167640" cy="295960"/>
          </a:xfrm>
          <a:prstGeom prst="rect">
            <a:avLst/>
          </a:prstGeom>
        </p:spPr>
      </p:pic>
      <p:sp>
        <p:nvSpPr>
          <p:cNvPr id="46" name="object 46"/>
          <p:cNvSpPr txBox="1"/>
          <p:nvPr/>
        </p:nvSpPr>
        <p:spPr>
          <a:xfrm>
            <a:off x="595680" y="5637987"/>
            <a:ext cx="2738755" cy="330835"/>
          </a:xfrm>
          <a:prstGeom prst="rect">
            <a:avLst/>
          </a:prstGeom>
        </p:spPr>
        <p:txBody>
          <a:bodyPr vert="horz" wrap="square" lIns="0" tIns="12700" rIns="0" bIns="0" rtlCol="0">
            <a:spAutoFit/>
          </a:bodyPr>
          <a:lstStyle/>
          <a:p>
            <a:pPr marL="240665" indent="-227965">
              <a:lnSpc>
                <a:spcPct val="100000"/>
              </a:lnSpc>
              <a:spcBef>
                <a:spcPts val="100"/>
              </a:spcBef>
              <a:buClr>
                <a:srgbClr val="006F57"/>
              </a:buClr>
              <a:buSzPct val="75000"/>
              <a:buFont typeface="Wingdings"/>
              <a:buChar char=""/>
              <a:tabLst>
                <a:tab pos="240665" algn="l"/>
              </a:tabLst>
            </a:pPr>
            <a:r>
              <a:rPr sz="2000" dirty="0">
                <a:solidFill>
                  <a:srgbClr val="252525"/>
                </a:solidFill>
                <a:latin typeface="Cambria Math"/>
                <a:cs typeface="Cambria Math"/>
              </a:rPr>
              <a:t>𝑇𝐹</a:t>
            </a:r>
            <a:r>
              <a:rPr sz="2000" spc="70" dirty="0">
                <a:solidFill>
                  <a:srgbClr val="252525"/>
                </a:solidFill>
                <a:latin typeface="Cambria Math"/>
                <a:cs typeface="Cambria Math"/>
              </a:rPr>
              <a:t> </a:t>
            </a:r>
            <a:r>
              <a:rPr sz="2000" dirty="0">
                <a:solidFill>
                  <a:srgbClr val="252525"/>
                </a:solidFill>
                <a:latin typeface="Cambria Math"/>
                <a:cs typeface="Cambria Math"/>
              </a:rPr>
              <a:t>−</a:t>
            </a:r>
            <a:r>
              <a:rPr sz="2000" spc="-10" dirty="0">
                <a:solidFill>
                  <a:srgbClr val="252525"/>
                </a:solidFill>
                <a:latin typeface="Cambria Math"/>
                <a:cs typeface="Cambria Math"/>
              </a:rPr>
              <a:t> </a:t>
            </a:r>
            <a:r>
              <a:rPr sz="2000" dirty="0">
                <a:solidFill>
                  <a:srgbClr val="252525"/>
                </a:solidFill>
                <a:latin typeface="Cambria Math"/>
                <a:cs typeface="Cambria Math"/>
              </a:rPr>
              <a:t>𝐼𝐷𝐹</a:t>
            </a:r>
            <a:r>
              <a:rPr sz="2000" spc="180" dirty="0">
                <a:solidFill>
                  <a:srgbClr val="252525"/>
                </a:solidFill>
                <a:latin typeface="Cambria Math"/>
                <a:cs typeface="Cambria Math"/>
              </a:rPr>
              <a:t> </a:t>
            </a:r>
            <a:r>
              <a:rPr sz="2000" dirty="0">
                <a:solidFill>
                  <a:srgbClr val="252525"/>
                </a:solidFill>
                <a:latin typeface="Cambria Math"/>
                <a:cs typeface="Cambria Math"/>
              </a:rPr>
              <a:t>=</a:t>
            </a:r>
            <a:r>
              <a:rPr sz="2000" spc="95" dirty="0">
                <a:solidFill>
                  <a:srgbClr val="252525"/>
                </a:solidFill>
                <a:latin typeface="Cambria Math"/>
                <a:cs typeface="Cambria Math"/>
              </a:rPr>
              <a:t> </a:t>
            </a:r>
            <a:r>
              <a:rPr sz="2000" dirty="0">
                <a:solidFill>
                  <a:srgbClr val="252525"/>
                </a:solidFill>
                <a:latin typeface="Cambria Math"/>
                <a:cs typeface="Cambria Math"/>
              </a:rPr>
              <a:t>𝑇𝐹</a:t>
            </a:r>
            <a:r>
              <a:rPr sz="2000" spc="484" dirty="0">
                <a:solidFill>
                  <a:srgbClr val="252525"/>
                </a:solidFill>
                <a:latin typeface="Cambria Math"/>
                <a:cs typeface="Cambria Math"/>
              </a:rPr>
              <a:t> </a:t>
            </a:r>
            <a:r>
              <a:rPr sz="2000" dirty="0">
                <a:solidFill>
                  <a:srgbClr val="252525"/>
                </a:solidFill>
                <a:latin typeface="Cambria Math"/>
                <a:cs typeface="Cambria Math"/>
              </a:rPr>
              <a:t>×</a:t>
            </a:r>
            <a:r>
              <a:rPr sz="2000" spc="-10" dirty="0">
                <a:solidFill>
                  <a:srgbClr val="252525"/>
                </a:solidFill>
                <a:latin typeface="Cambria Math"/>
                <a:cs typeface="Cambria Math"/>
              </a:rPr>
              <a:t> </a:t>
            </a:r>
            <a:r>
              <a:rPr sz="2000" spc="-25" dirty="0">
                <a:solidFill>
                  <a:srgbClr val="252525"/>
                </a:solidFill>
                <a:latin typeface="Cambria Math"/>
                <a:cs typeface="Cambria Math"/>
              </a:rPr>
              <a:t>𝐼𝐷𝐹</a:t>
            </a:r>
            <a:endParaRPr sz="2000" dirty="0">
              <a:latin typeface="Cambria Math"/>
              <a:cs typeface="Cambria Math"/>
            </a:endParaRPr>
          </a:p>
        </p:txBody>
      </p:sp>
      <p:sp>
        <p:nvSpPr>
          <p:cNvPr id="48" name="object 4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47" name="object 47"/>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41</a:t>
            </a:r>
            <a:endParaRPr sz="1400">
              <a:latin typeface="Cambria"/>
              <a:cs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089" y="190576"/>
            <a:ext cx="2456815" cy="574675"/>
          </a:xfrm>
          <a:prstGeom prst="rect">
            <a:avLst/>
          </a:prstGeom>
        </p:spPr>
        <p:txBody>
          <a:bodyPr vert="horz" wrap="square" lIns="0" tIns="12700" rIns="0" bIns="0" rtlCol="0">
            <a:spAutoFit/>
          </a:bodyPr>
          <a:lstStyle/>
          <a:p>
            <a:pPr marL="12700">
              <a:lnSpc>
                <a:spcPct val="100000"/>
              </a:lnSpc>
              <a:spcBef>
                <a:spcPts val="100"/>
              </a:spcBef>
              <a:tabLst>
                <a:tab pos="567690" algn="l"/>
              </a:tabLst>
            </a:pPr>
            <a:r>
              <a:rPr sz="5400" spc="-75" baseline="-2314" dirty="0">
                <a:solidFill>
                  <a:srgbClr val="075A74"/>
                </a:solidFill>
                <a:latin typeface="Arial Black"/>
                <a:cs typeface="Arial Black"/>
              </a:rPr>
              <a:t>+</a:t>
            </a:r>
            <a:r>
              <a:rPr sz="5400" baseline="-2314" dirty="0">
                <a:solidFill>
                  <a:srgbClr val="075A74"/>
                </a:solidFill>
                <a:latin typeface="Arial Black"/>
                <a:cs typeface="Arial Black"/>
              </a:rPr>
              <a:t>	</a:t>
            </a:r>
            <a:r>
              <a:rPr sz="3600" spc="180" dirty="0"/>
              <a:t>Example</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grpSp>
        <p:nvGrpSpPr>
          <p:cNvPr id="4" name="object 4"/>
          <p:cNvGrpSpPr/>
          <p:nvPr/>
        </p:nvGrpSpPr>
        <p:grpSpPr>
          <a:xfrm>
            <a:off x="3886200" y="347472"/>
            <a:ext cx="5736590" cy="990600"/>
            <a:chOff x="3886200" y="347472"/>
            <a:chExt cx="5736590" cy="990600"/>
          </a:xfrm>
        </p:grpSpPr>
        <p:sp>
          <p:nvSpPr>
            <p:cNvPr id="5" name="object 5"/>
            <p:cNvSpPr/>
            <p:nvPr/>
          </p:nvSpPr>
          <p:spPr>
            <a:xfrm>
              <a:off x="3886200" y="347472"/>
              <a:ext cx="5736590" cy="990600"/>
            </a:xfrm>
            <a:custGeom>
              <a:avLst/>
              <a:gdLst/>
              <a:ahLst/>
              <a:cxnLst/>
              <a:rect l="l" t="t" r="r" b="b"/>
              <a:pathLst>
                <a:path w="5736590" h="990600">
                  <a:moveTo>
                    <a:pt x="5736336" y="0"/>
                  </a:moveTo>
                  <a:lnTo>
                    <a:pt x="0" y="0"/>
                  </a:lnTo>
                  <a:lnTo>
                    <a:pt x="0" y="990600"/>
                  </a:lnTo>
                  <a:lnTo>
                    <a:pt x="5736336" y="990600"/>
                  </a:lnTo>
                  <a:lnTo>
                    <a:pt x="5736336" y="0"/>
                  </a:lnTo>
                  <a:close/>
                </a:path>
              </a:pathLst>
            </a:custGeom>
            <a:solidFill>
              <a:srgbClr val="F1F1F1"/>
            </a:solidFill>
          </p:spPr>
          <p:txBody>
            <a:bodyPr wrap="square" lIns="0" tIns="0" rIns="0" bIns="0" rtlCol="0"/>
            <a:lstStyle/>
            <a:p>
              <a:endParaRPr/>
            </a:p>
          </p:txBody>
        </p:sp>
        <p:pic>
          <p:nvPicPr>
            <p:cNvPr id="6" name="object 6"/>
            <p:cNvPicPr/>
            <p:nvPr/>
          </p:nvPicPr>
          <p:blipFill>
            <a:blip r:embed="rId2" cstate="print"/>
            <a:stretch>
              <a:fillRect/>
            </a:stretch>
          </p:blipFill>
          <p:spPr>
            <a:xfrm>
              <a:off x="4206875" y="424942"/>
              <a:ext cx="405384" cy="295655"/>
            </a:xfrm>
            <a:prstGeom prst="rect">
              <a:avLst/>
            </a:prstGeom>
          </p:spPr>
        </p:pic>
        <p:pic>
          <p:nvPicPr>
            <p:cNvPr id="7" name="object 7"/>
            <p:cNvPicPr/>
            <p:nvPr/>
          </p:nvPicPr>
          <p:blipFill>
            <a:blip r:embed="rId3" cstate="print"/>
            <a:stretch>
              <a:fillRect/>
            </a:stretch>
          </p:blipFill>
          <p:spPr>
            <a:xfrm>
              <a:off x="4409566" y="424942"/>
              <a:ext cx="316991" cy="295655"/>
            </a:xfrm>
            <a:prstGeom prst="rect">
              <a:avLst/>
            </a:prstGeom>
          </p:spPr>
        </p:pic>
        <p:pic>
          <p:nvPicPr>
            <p:cNvPr id="8" name="object 8"/>
            <p:cNvPicPr/>
            <p:nvPr/>
          </p:nvPicPr>
          <p:blipFill>
            <a:blip r:embed="rId2" cstate="print"/>
            <a:stretch>
              <a:fillRect/>
            </a:stretch>
          </p:blipFill>
          <p:spPr>
            <a:xfrm>
              <a:off x="4206875" y="866902"/>
              <a:ext cx="405384" cy="295656"/>
            </a:xfrm>
            <a:prstGeom prst="rect">
              <a:avLst/>
            </a:prstGeom>
          </p:spPr>
        </p:pic>
        <p:pic>
          <p:nvPicPr>
            <p:cNvPr id="9" name="object 9"/>
            <p:cNvPicPr/>
            <p:nvPr/>
          </p:nvPicPr>
          <p:blipFill>
            <a:blip r:embed="rId4" cstate="print"/>
            <a:stretch>
              <a:fillRect/>
            </a:stretch>
          </p:blipFill>
          <p:spPr>
            <a:xfrm>
              <a:off x="4409566" y="866902"/>
              <a:ext cx="316991" cy="295656"/>
            </a:xfrm>
            <a:prstGeom prst="rect">
              <a:avLst/>
            </a:prstGeom>
          </p:spPr>
        </p:pic>
        <p:pic>
          <p:nvPicPr>
            <p:cNvPr id="10" name="object 10"/>
            <p:cNvPicPr/>
            <p:nvPr/>
          </p:nvPicPr>
          <p:blipFill>
            <a:blip r:embed="rId5" cstate="print"/>
            <a:stretch>
              <a:fillRect/>
            </a:stretch>
          </p:blipFill>
          <p:spPr>
            <a:xfrm>
              <a:off x="4568062" y="866902"/>
              <a:ext cx="217170" cy="295656"/>
            </a:xfrm>
            <a:prstGeom prst="rect">
              <a:avLst/>
            </a:prstGeom>
          </p:spPr>
        </p:pic>
      </p:grpSp>
      <p:sp>
        <p:nvSpPr>
          <p:cNvPr id="11" name="object 11"/>
          <p:cNvSpPr txBox="1"/>
          <p:nvPr/>
        </p:nvSpPr>
        <p:spPr>
          <a:xfrm>
            <a:off x="3978275" y="263499"/>
            <a:ext cx="5120005" cy="909319"/>
          </a:xfrm>
          <a:prstGeom prst="rect">
            <a:avLst/>
          </a:prstGeom>
        </p:spPr>
        <p:txBody>
          <a:bodyPr vert="horz" wrap="square" lIns="0" tIns="149860" rIns="0" bIns="0" rtlCol="0">
            <a:spAutoFit/>
          </a:bodyPr>
          <a:lstStyle/>
          <a:p>
            <a:pPr marL="665480" indent="-665480">
              <a:lnSpc>
                <a:spcPct val="100000"/>
              </a:lnSpc>
              <a:spcBef>
                <a:spcPts val="1180"/>
              </a:spcBef>
              <a:buClr>
                <a:srgbClr val="006F57"/>
              </a:buClr>
              <a:buSzPct val="75000"/>
              <a:buFont typeface="Wingdings"/>
              <a:buChar char=""/>
              <a:tabLst>
                <a:tab pos="665480" algn="l"/>
              </a:tabLst>
            </a:pPr>
            <a:r>
              <a:rPr sz="2000" dirty="0">
                <a:solidFill>
                  <a:srgbClr val="252525"/>
                </a:solidFill>
                <a:latin typeface="Cambria"/>
                <a:cs typeface="Cambria"/>
              </a:rPr>
              <a:t>:</a:t>
            </a:r>
            <a:r>
              <a:rPr sz="2000" spc="170" dirty="0">
                <a:solidFill>
                  <a:srgbClr val="252525"/>
                </a:solidFill>
                <a:latin typeface="Cambria"/>
                <a:cs typeface="Cambria"/>
              </a:rPr>
              <a:t> </a:t>
            </a:r>
            <a:r>
              <a:rPr sz="2000" spc="114" dirty="0">
                <a:solidFill>
                  <a:srgbClr val="252525"/>
                </a:solidFill>
                <a:latin typeface="Cambria"/>
                <a:cs typeface="Cambria"/>
              </a:rPr>
              <a:t>The</a:t>
            </a:r>
            <a:r>
              <a:rPr sz="2000" spc="180" dirty="0">
                <a:solidFill>
                  <a:srgbClr val="252525"/>
                </a:solidFill>
                <a:latin typeface="Cambria"/>
                <a:cs typeface="Cambria"/>
              </a:rPr>
              <a:t> </a:t>
            </a:r>
            <a:r>
              <a:rPr sz="2000" spc="95" dirty="0">
                <a:solidFill>
                  <a:srgbClr val="252525"/>
                </a:solidFill>
                <a:latin typeface="Cambria"/>
                <a:cs typeface="Cambria"/>
              </a:rPr>
              <a:t>car</a:t>
            </a:r>
            <a:r>
              <a:rPr sz="2000" spc="155" dirty="0">
                <a:solidFill>
                  <a:srgbClr val="252525"/>
                </a:solidFill>
                <a:latin typeface="Cambria"/>
                <a:cs typeface="Cambria"/>
              </a:rPr>
              <a:t> </a:t>
            </a:r>
            <a:r>
              <a:rPr sz="2000" spc="105" dirty="0">
                <a:solidFill>
                  <a:srgbClr val="252525"/>
                </a:solidFill>
                <a:latin typeface="Cambria"/>
                <a:cs typeface="Cambria"/>
              </a:rPr>
              <a:t>is</a:t>
            </a:r>
            <a:r>
              <a:rPr sz="2000" spc="185" dirty="0">
                <a:solidFill>
                  <a:srgbClr val="252525"/>
                </a:solidFill>
                <a:latin typeface="Cambria"/>
                <a:cs typeface="Cambria"/>
              </a:rPr>
              <a:t> </a:t>
            </a:r>
            <a:r>
              <a:rPr sz="2000" spc="90" dirty="0">
                <a:solidFill>
                  <a:srgbClr val="252525"/>
                </a:solidFill>
                <a:latin typeface="Cambria"/>
                <a:cs typeface="Cambria"/>
              </a:rPr>
              <a:t>driven</a:t>
            </a:r>
            <a:r>
              <a:rPr sz="2000" spc="180" dirty="0">
                <a:solidFill>
                  <a:srgbClr val="252525"/>
                </a:solidFill>
                <a:latin typeface="Cambria"/>
                <a:cs typeface="Cambria"/>
              </a:rPr>
              <a:t> </a:t>
            </a:r>
            <a:r>
              <a:rPr sz="2000" spc="135" dirty="0">
                <a:solidFill>
                  <a:srgbClr val="252525"/>
                </a:solidFill>
                <a:latin typeface="Cambria"/>
                <a:cs typeface="Cambria"/>
              </a:rPr>
              <a:t>on</a:t>
            </a:r>
            <a:r>
              <a:rPr sz="2000" spc="160" dirty="0">
                <a:solidFill>
                  <a:srgbClr val="252525"/>
                </a:solidFill>
                <a:latin typeface="Cambria"/>
                <a:cs typeface="Cambria"/>
              </a:rPr>
              <a:t> </a:t>
            </a:r>
            <a:r>
              <a:rPr sz="2000" spc="105" dirty="0">
                <a:solidFill>
                  <a:srgbClr val="252525"/>
                </a:solidFill>
                <a:latin typeface="Cambria"/>
                <a:cs typeface="Cambria"/>
              </a:rPr>
              <a:t>the</a:t>
            </a:r>
            <a:r>
              <a:rPr sz="2000" spc="185" dirty="0">
                <a:solidFill>
                  <a:srgbClr val="252525"/>
                </a:solidFill>
                <a:latin typeface="Cambria"/>
                <a:cs typeface="Cambria"/>
              </a:rPr>
              <a:t> </a:t>
            </a:r>
            <a:r>
              <a:rPr sz="2000" spc="100" dirty="0">
                <a:solidFill>
                  <a:srgbClr val="252525"/>
                </a:solidFill>
                <a:latin typeface="Cambria"/>
                <a:cs typeface="Cambria"/>
              </a:rPr>
              <a:t>road.</a:t>
            </a:r>
            <a:endParaRPr sz="2000">
              <a:latin typeface="Cambria"/>
              <a:cs typeface="Cambria"/>
            </a:endParaRPr>
          </a:p>
          <a:p>
            <a:pPr marL="734060" indent="-734060">
              <a:lnSpc>
                <a:spcPct val="100000"/>
              </a:lnSpc>
              <a:spcBef>
                <a:spcPts val="1080"/>
              </a:spcBef>
              <a:buClr>
                <a:srgbClr val="006F57"/>
              </a:buClr>
              <a:buSzPct val="75000"/>
              <a:buFont typeface="Wingdings"/>
              <a:buChar char=""/>
              <a:tabLst>
                <a:tab pos="734060" algn="l"/>
              </a:tabLst>
            </a:pPr>
            <a:r>
              <a:rPr sz="2000" spc="114" dirty="0">
                <a:solidFill>
                  <a:srgbClr val="252525"/>
                </a:solidFill>
                <a:latin typeface="Cambria"/>
                <a:cs typeface="Cambria"/>
              </a:rPr>
              <a:t>The</a:t>
            </a:r>
            <a:r>
              <a:rPr sz="2000" spc="180" dirty="0">
                <a:solidFill>
                  <a:srgbClr val="252525"/>
                </a:solidFill>
                <a:latin typeface="Cambria"/>
                <a:cs typeface="Cambria"/>
              </a:rPr>
              <a:t> </a:t>
            </a:r>
            <a:r>
              <a:rPr sz="2000" spc="110" dirty="0">
                <a:solidFill>
                  <a:srgbClr val="252525"/>
                </a:solidFill>
                <a:latin typeface="Cambria"/>
                <a:cs typeface="Cambria"/>
              </a:rPr>
              <a:t>truck</a:t>
            </a:r>
            <a:r>
              <a:rPr sz="2000" spc="195" dirty="0">
                <a:solidFill>
                  <a:srgbClr val="252525"/>
                </a:solidFill>
                <a:latin typeface="Cambria"/>
                <a:cs typeface="Cambria"/>
              </a:rPr>
              <a:t> </a:t>
            </a:r>
            <a:r>
              <a:rPr sz="2000" spc="105" dirty="0">
                <a:solidFill>
                  <a:srgbClr val="252525"/>
                </a:solidFill>
                <a:latin typeface="Cambria"/>
                <a:cs typeface="Cambria"/>
              </a:rPr>
              <a:t>is</a:t>
            </a:r>
            <a:r>
              <a:rPr sz="2000" spc="165" dirty="0">
                <a:solidFill>
                  <a:srgbClr val="252525"/>
                </a:solidFill>
                <a:latin typeface="Cambria"/>
                <a:cs typeface="Cambria"/>
              </a:rPr>
              <a:t> </a:t>
            </a:r>
            <a:r>
              <a:rPr sz="2000" spc="90" dirty="0">
                <a:solidFill>
                  <a:srgbClr val="252525"/>
                </a:solidFill>
                <a:latin typeface="Cambria"/>
                <a:cs typeface="Cambria"/>
              </a:rPr>
              <a:t>driven</a:t>
            </a:r>
            <a:r>
              <a:rPr sz="2000" spc="185" dirty="0">
                <a:solidFill>
                  <a:srgbClr val="252525"/>
                </a:solidFill>
                <a:latin typeface="Cambria"/>
                <a:cs typeface="Cambria"/>
              </a:rPr>
              <a:t> </a:t>
            </a:r>
            <a:r>
              <a:rPr sz="2000" spc="135" dirty="0">
                <a:solidFill>
                  <a:srgbClr val="252525"/>
                </a:solidFill>
                <a:latin typeface="Cambria"/>
                <a:cs typeface="Cambria"/>
              </a:rPr>
              <a:t>on</a:t>
            </a:r>
            <a:r>
              <a:rPr sz="2000" spc="160" dirty="0">
                <a:solidFill>
                  <a:srgbClr val="252525"/>
                </a:solidFill>
                <a:latin typeface="Cambria"/>
                <a:cs typeface="Cambria"/>
              </a:rPr>
              <a:t> </a:t>
            </a:r>
            <a:r>
              <a:rPr sz="2000" spc="105" dirty="0">
                <a:solidFill>
                  <a:srgbClr val="252525"/>
                </a:solidFill>
                <a:latin typeface="Cambria"/>
                <a:cs typeface="Cambria"/>
              </a:rPr>
              <a:t>the</a:t>
            </a:r>
            <a:r>
              <a:rPr sz="2000" spc="185" dirty="0">
                <a:solidFill>
                  <a:srgbClr val="252525"/>
                </a:solidFill>
                <a:latin typeface="Cambria"/>
                <a:cs typeface="Cambria"/>
              </a:rPr>
              <a:t> </a:t>
            </a:r>
            <a:r>
              <a:rPr sz="2000" spc="95" dirty="0">
                <a:solidFill>
                  <a:srgbClr val="252525"/>
                </a:solidFill>
                <a:latin typeface="Cambria"/>
                <a:cs typeface="Cambria"/>
              </a:rPr>
              <a:t>highway.</a:t>
            </a:r>
            <a:endParaRPr sz="2000">
              <a:latin typeface="Cambria"/>
              <a:cs typeface="Cambria"/>
            </a:endParaRPr>
          </a:p>
        </p:txBody>
      </p:sp>
      <p:sp>
        <p:nvSpPr>
          <p:cNvPr id="12" name="object 12"/>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43</a:t>
            </a:r>
            <a:endParaRPr sz="1400">
              <a:latin typeface="Cambria"/>
              <a:cs typeface="Cambria"/>
            </a:endParaRPr>
          </a:p>
        </p:txBody>
      </p:sp>
      <p:graphicFrame>
        <p:nvGraphicFramePr>
          <p:cNvPr id="13" name="object 13"/>
          <p:cNvGraphicFramePr>
            <a:graphicFrameLocks noGrp="1"/>
          </p:cNvGraphicFramePr>
          <p:nvPr>
            <p:extLst>
              <p:ext uri="{D42A27DB-BD31-4B8C-83A1-F6EECF244321}">
                <p14:modId xmlns:p14="http://schemas.microsoft.com/office/powerpoint/2010/main" val="4004791642"/>
              </p:ext>
            </p:extLst>
          </p:nvPr>
        </p:nvGraphicFramePr>
        <p:xfrm>
          <a:off x="293904" y="1568092"/>
          <a:ext cx="6647812" cy="4982845"/>
        </p:xfrm>
        <a:graphic>
          <a:graphicData uri="http://schemas.openxmlformats.org/drawingml/2006/table">
            <a:tbl>
              <a:tblPr firstRow="1" bandRow="1">
                <a:tableStyleId>{2D5ABB26-0587-4C30-8999-92F81FD0307C}</a:tableStyleId>
              </a:tblPr>
              <a:tblGrid>
                <a:gridCol w="1218565">
                  <a:extLst>
                    <a:ext uri="{9D8B030D-6E8A-4147-A177-3AD203B41FA5}">
                      <a16:colId xmlns:a16="http://schemas.microsoft.com/office/drawing/2014/main" val="20000"/>
                    </a:ext>
                  </a:extLst>
                </a:gridCol>
                <a:gridCol w="863599">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gridCol w="1182369">
                  <a:extLst>
                    <a:ext uri="{9D8B030D-6E8A-4147-A177-3AD203B41FA5}">
                      <a16:colId xmlns:a16="http://schemas.microsoft.com/office/drawing/2014/main" val="20004"/>
                    </a:ext>
                  </a:extLst>
                </a:gridCol>
                <a:gridCol w="900429">
                  <a:extLst>
                    <a:ext uri="{9D8B030D-6E8A-4147-A177-3AD203B41FA5}">
                      <a16:colId xmlns:a16="http://schemas.microsoft.com/office/drawing/2014/main" val="20005"/>
                    </a:ext>
                  </a:extLst>
                </a:gridCol>
              </a:tblGrid>
              <a:tr h="464820">
                <a:tc rowSpan="2">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gridSpan="2">
                  <a:txBody>
                    <a:bodyPr/>
                    <a:lstStyle/>
                    <a:p>
                      <a:pPr>
                        <a:lnSpc>
                          <a:spcPct val="100000"/>
                        </a:lnSpc>
                      </a:pPr>
                      <a:endParaRPr sz="1800">
                        <a:latin typeface="Times New Roman"/>
                        <a:cs typeface="Times New Roman"/>
                      </a:endParaRPr>
                    </a:p>
                  </a:txBody>
                  <a:tcPr marL="0" marR="0" marT="0"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017058"/>
                    </a:solidFill>
                  </a:tcPr>
                </a:tc>
                <a:tc hMerge="1">
                  <a:txBody>
                    <a:bodyPr/>
                    <a:lstStyle/>
                    <a:p>
                      <a:endParaRPr/>
                    </a:p>
                  </a:txBody>
                  <a:tcPr marL="0" marR="0" marT="0" marB="0"/>
                </a:tc>
                <a:tc rowSpan="2">
                  <a:txBody>
                    <a:bodyPr/>
                    <a:lstStyle/>
                    <a:p>
                      <a:pPr>
                        <a:lnSpc>
                          <a:spcPct val="100000"/>
                        </a:lnSpc>
                      </a:pPr>
                      <a:endParaRPr sz="180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gridSpan="2">
                  <a:txBody>
                    <a:bodyPr/>
                    <a:lstStyle/>
                    <a:p>
                      <a:pPr>
                        <a:lnSpc>
                          <a:spcPct val="100000"/>
                        </a:lnSpc>
                      </a:pPr>
                      <a:endParaRPr sz="1800">
                        <a:latin typeface="Times New Roman"/>
                        <a:cs typeface="Times New Roman"/>
                      </a:endParaRPr>
                    </a:p>
                  </a:txBody>
                  <a:tcPr marL="0" marR="0" marT="0"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017058"/>
                    </a:solidFill>
                  </a:tcPr>
                </a:tc>
                <a:tc hMerge="1">
                  <a:txBody>
                    <a:bodyPr/>
                    <a:lstStyle/>
                    <a:p>
                      <a:endParaRPr/>
                    </a:p>
                  </a:txBody>
                  <a:tcPr marL="0" marR="0" marT="0" marB="0"/>
                </a:tc>
                <a:extLst>
                  <a:ext uri="{0D108BD9-81ED-4DB2-BD59-A6C34878D82A}">
                    <a16:rowId xmlns:a16="http://schemas.microsoft.com/office/drawing/2014/main" val="10000"/>
                  </a:ext>
                </a:extLst>
              </a:tr>
              <a:tr h="334645">
                <a:tc vMerge="1">
                  <a:txBody>
                    <a:bodyPr/>
                    <a:lstStyle/>
                    <a:p>
                      <a:endParaRPr/>
                    </a:p>
                  </a:txBody>
                  <a:tcPr marL="0" marR="0" marT="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a:txBody>
                    <a:bodyPr/>
                    <a:lstStyle/>
                    <a:p>
                      <a:pPr>
                        <a:lnSpc>
                          <a:spcPct val="100000"/>
                        </a:lnSpc>
                      </a:pPr>
                      <a:endParaRPr sz="1800">
                        <a:latin typeface="Times New Roman"/>
                        <a:cs typeface="Times New Roman"/>
                      </a:endParaRPr>
                    </a:p>
                  </a:txBody>
                  <a:tcPr marL="0" marR="0" marT="0"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38100">
                      <a:solidFill>
                        <a:srgbClr val="FFFFFF"/>
                      </a:solidFill>
                      <a:prstDash val="solid"/>
                    </a:lnR>
                    <a:lnT w="38100">
                      <a:solidFill>
                        <a:srgbClr val="FFFFFF"/>
                      </a:solidFill>
                      <a:prstDash val="solid"/>
                    </a:lnT>
                    <a:lnB w="12700">
                      <a:solidFill>
                        <a:srgbClr val="FFFFFF"/>
                      </a:solidFill>
                      <a:prstDash val="solid"/>
                    </a:lnB>
                    <a:solidFill>
                      <a:srgbClr val="017058"/>
                    </a:solidFill>
                  </a:tcPr>
                </a:tc>
                <a:tc vMerge="1">
                  <a:txBody>
                    <a:bodyPr/>
                    <a:lstStyle/>
                    <a:p>
                      <a:endParaRPr/>
                    </a:p>
                  </a:txBody>
                  <a:tcPr marL="0" marR="0" marT="0" marB="0">
                    <a:lnL w="381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a:txBody>
                    <a:bodyPr/>
                    <a:lstStyle/>
                    <a:p>
                      <a:pPr>
                        <a:lnSpc>
                          <a:spcPct val="100000"/>
                        </a:lnSpc>
                      </a:pPr>
                      <a:endParaRPr sz="1800">
                        <a:latin typeface="Times New Roman"/>
                        <a:cs typeface="Times New Roman"/>
                      </a:endParaRPr>
                    </a:p>
                  </a:txBody>
                  <a:tcPr marL="0" marR="0" marT="0"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extLst>
                  <a:ext uri="{0D108BD9-81ED-4DB2-BD59-A6C34878D82A}">
                    <a16:rowId xmlns:a16="http://schemas.microsoft.com/office/drawing/2014/main" val="10001"/>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05"/>
                        </a:spcBef>
                      </a:pPr>
                      <a:r>
                        <a:rPr sz="1800" spc="40" dirty="0">
                          <a:solidFill>
                            <a:srgbClr val="252525"/>
                          </a:solidFill>
                          <a:latin typeface="Cambria"/>
                          <a:cs typeface="Cambria"/>
                        </a:rPr>
                        <a:t>2/7</a:t>
                      </a:r>
                      <a:endParaRPr sz="1800" dirty="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05"/>
                        </a:spcBef>
                      </a:pPr>
                      <a:r>
                        <a:rPr sz="1800" spc="40" dirty="0">
                          <a:solidFill>
                            <a:srgbClr val="252525"/>
                          </a:solidFill>
                          <a:latin typeface="Cambria"/>
                          <a:cs typeface="Cambria"/>
                        </a:rPr>
                        <a:t>2/7</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805"/>
                        </a:spcBef>
                      </a:pPr>
                      <a:r>
                        <a:rPr sz="1800" spc="-10" dirty="0">
                          <a:solidFill>
                            <a:srgbClr val="252525"/>
                          </a:solidFill>
                          <a:latin typeface="Cambria"/>
                          <a:cs typeface="Cambria"/>
                        </a:rPr>
                        <a:t>log(2/2)=0</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EBEA"/>
                    </a:solidFill>
                  </a:tcPr>
                </a:tc>
                <a:tc>
                  <a:txBody>
                    <a:bodyPr/>
                    <a:lstStyle/>
                    <a:p>
                      <a:pPr marL="1270" algn="ctr">
                        <a:lnSpc>
                          <a:spcPct val="100000"/>
                        </a:lnSpc>
                        <a:spcBef>
                          <a:spcPts val="805"/>
                        </a:spcBef>
                      </a:pPr>
                      <a:r>
                        <a:rPr sz="1800" spc="40" dirty="0">
                          <a:solidFill>
                            <a:srgbClr val="252525"/>
                          </a:solidFill>
                          <a:latin typeface="Cambria"/>
                          <a:cs typeface="Cambria"/>
                        </a:rPr>
                        <a:t>0</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805"/>
                        </a:spcBef>
                      </a:pPr>
                      <a:r>
                        <a:rPr sz="1800" spc="40" dirty="0">
                          <a:solidFill>
                            <a:srgbClr val="252525"/>
                          </a:solidFill>
                          <a:latin typeface="Cambria"/>
                          <a:cs typeface="Cambria"/>
                        </a:rPr>
                        <a:t>0</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2"/>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05"/>
                        </a:spcBef>
                      </a:pPr>
                      <a:r>
                        <a:rPr sz="1800" spc="40" dirty="0">
                          <a:solidFill>
                            <a:srgbClr val="252525"/>
                          </a:solidFill>
                          <a:latin typeface="Cambria"/>
                          <a:cs typeface="Cambria"/>
                        </a:rPr>
                        <a:t>1/7</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05"/>
                        </a:spcBef>
                      </a:pPr>
                      <a:r>
                        <a:rPr sz="1800" spc="40" dirty="0">
                          <a:solidFill>
                            <a:srgbClr val="252525"/>
                          </a:solidFill>
                          <a:latin typeface="Cambria"/>
                          <a:cs typeface="Cambria"/>
                        </a:rPr>
                        <a:t>0</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05"/>
                        </a:spcBef>
                      </a:pPr>
                      <a:r>
                        <a:rPr sz="1800" spc="40" dirty="0">
                          <a:solidFill>
                            <a:srgbClr val="252525"/>
                          </a:solidFill>
                          <a:latin typeface="Cambria"/>
                          <a:cs typeface="Cambria"/>
                        </a:rPr>
                        <a:t>log(2/1)=</a:t>
                      </a:r>
                      <a:r>
                        <a:rPr lang="en-US" sz="1800" spc="40" dirty="0">
                          <a:solidFill>
                            <a:srgbClr val="252525"/>
                          </a:solidFill>
                          <a:latin typeface="Cambria"/>
                          <a:cs typeface="Cambria"/>
                        </a:rPr>
                        <a:t>0.3</a:t>
                      </a:r>
                      <a:endParaRPr sz="1800" dirty="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05"/>
                        </a:spcBef>
                      </a:pPr>
                      <a:r>
                        <a:rPr sz="1800" spc="80" dirty="0">
                          <a:solidFill>
                            <a:srgbClr val="252525"/>
                          </a:solidFill>
                          <a:latin typeface="Cambria"/>
                          <a:cs typeface="Cambria"/>
                        </a:rPr>
                        <a:t>0.043</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805"/>
                        </a:spcBef>
                      </a:pPr>
                      <a:r>
                        <a:rPr sz="1800" spc="40" dirty="0">
                          <a:solidFill>
                            <a:srgbClr val="252525"/>
                          </a:solidFill>
                          <a:latin typeface="Cambria"/>
                          <a:cs typeface="Cambria"/>
                        </a:rPr>
                        <a:t>0</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3"/>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05"/>
                        </a:spcBef>
                      </a:pPr>
                      <a:r>
                        <a:rPr sz="1800" spc="40" dirty="0">
                          <a:solidFill>
                            <a:srgbClr val="252525"/>
                          </a:solidFill>
                          <a:latin typeface="Cambria"/>
                          <a:cs typeface="Cambria"/>
                        </a:rPr>
                        <a:t>0</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05"/>
                        </a:spcBef>
                      </a:pPr>
                      <a:r>
                        <a:rPr sz="1800" spc="45" dirty="0">
                          <a:solidFill>
                            <a:srgbClr val="252525"/>
                          </a:solidFill>
                          <a:latin typeface="Cambria"/>
                          <a:cs typeface="Cambria"/>
                        </a:rPr>
                        <a:t>1/7</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805"/>
                        </a:spcBef>
                      </a:pPr>
                      <a:r>
                        <a:rPr sz="1800" spc="40" dirty="0">
                          <a:solidFill>
                            <a:srgbClr val="252525"/>
                          </a:solidFill>
                          <a:latin typeface="Cambria"/>
                          <a:cs typeface="Cambria"/>
                        </a:rPr>
                        <a:t>log(2/1)=</a:t>
                      </a:r>
                      <a:r>
                        <a:rPr lang="en-US" sz="1800" spc="40" dirty="0">
                          <a:solidFill>
                            <a:srgbClr val="252525"/>
                          </a:solidFill>
                          <a:latin typeface="Cambria"/>
                          <a:cs typeface="Cambria"/>
                        </a:rPr>
                        <a:t>0.3</a:t>
                      </a:r>
                      <a:endParaRPr sz="1800" dirty="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1270" algn="ctr">
                        <a:lnSpc>
                          <a:spcPct val="100000"/>
                        </a:lnSpc>
                        <a:spcBef>
                          <a:spcPts val="805"/>
                        </a:spcBef>
                      </a:pPr>
                      <a:r>
                        <a:rPr sz="1800" spc="40" dirty="0">
                          <a:solidFill>
                            <a:srgbClr val="252525"/>
                          </a:solidFill>
                          <a:latin typeface="Cambria"/>
                          <a:cs typeface="Cambria"/>
                        </a:rPr>
                        <a:t>0</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2540" algn="ctr">
                        <a:lnSpc>
                          <a:spcPct val="100000"/>
                        </a:lnSpc>
                        <a:spcBef>
                          <a:spcPts val="805"/>
                        </a:spcBef>
                      </a:pPr>
                      <a:r>
                        <a:rPr sz="1800" spc="75" dirty="0">
                          <a:solidFill>
                            <a:srgbClr val="252525"/>
                          </a:solidFill>
                          <a:latin typeface="Cambria"/>
                          <a:cs typeface="Cambria"/>
                        </a:rPr>
                        <a:t>0.043</a:t>
                      </a:r>
                      <a:endParaRPr sz="1800">
                        <a:latin typeface="Cambria"/>
                        <a:cs typeface="Cambria"/>
                      </a:endParaRPr>
                    </a:p>
                  </a:txBody>
                  <a:tcPr marL="0" marR="0" marT="1022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4"/>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810"/>
                        </a:spcBef>
                      </a:pPr>
                      <a:r>
                        <a:rPr sz="1800" spc="-10" dirty="0">
                          <a:solidFill>
                            <a:srgbClr val="252525"/>
                          </a:solidFill>
                          <a:latin typeface="Cambria"/>
                          <a:cs typeface="Cambria"/>
                        </a:rPr>
                        <a:t>log(2/2)=0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1270" algn="ctr">
                        <a:lnSpc>
                          <a:spcPct val="100000"/>
                        </a:lnSpc>
                        <a:spcBef>
                          <a:spcPts val="810"/>
                        </a:spcBef>
                      </a:pPr>
                      <a:r>
                        <a:rPr sz="1800" spc="40" dirty="0">
                          <a:solidFill>
                            <a:srgbClr val="252525"/>
                          </a:solidFill>
                          <a:latin typeface="Cambria"/>
                          <a:cs typeface="Cambria"/>
                        </a:rPr>
                        <a:t>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810"/>
                        </a:spcBef>
                      </a:pPr>
                      <a:r>
                        <a:rPr sz="1800" spc="40" dirty="0">
                          <a:solidFill>
                            <a:srgbClr val="252525"/>
                          </a:solidFill>
                          <a:latin typeface="Cambria"/>
                          <a:cs typeface="Cambria"/>
                        </a:rPr>
                        <a:t>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5"/>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810"/>
                        </a:spcBef>
                      </a:pPr>
                      <a:r>
                        <a:rPr sz="1800" spc="-10" dirty="0">
                          <a:solidFill>
                            <a:srgbClr val="252525"/>
                          </a:solidFill>
                          <a:latin typeface="Cambria"/>
                          <a:cs typeface="Cambria"/>
                        </a:rPr>
                        <a:t>log(2/2)=0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1270" algn="ctr">
                        <a:lnSpc>
                          <a:spcPct val="100000"/>
                        </a:lnSpc>
                        <a:spcBef>
                          <a:spcPts val="810"/>
                        </a:spcBef>
                      </a:pPr>
                      <a:r>
                        <a:rPr sz="1800" spc="40" dirty="0">
                          <a:solidFill>
                            <a:srgbClr val="252525"/>
                          </a:solidFill>
                          <a:latin typeface="Cambria"/>
                          <a:cs typeface="Cambria"/>
                        </a:rPr>
                        <a:t>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810"/>
                        </a:spcBef>
                      </a:pPr>
                      <a:r>
                        <a:rPr sz="1800" spc="40" dirty="0">
                          <a:solidFill>
                            <a:srgbClr val="252525"/>
                          </a:solidFill>
                          <a:latin typeface="Cambria"/>
                          <a:cs typeface="Cambria"/>
                        </a:rPr>
                        <a:t>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6"/>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810"/>
                        </a:spcBef>
                      </a:pPr>
                      <a:r>
                        <a:rPr sz="1800" spc="-10" dirty="0">
                          <a:solidFill>
                            <a:srgbClr val="252525"/>
                          </a:solidFill>
                          <a:latin typeface="Cambria"/>
                          <a:cs typeface="Cambria"/>
                        </a:rPr>
                        <a:t>log(2/2)=0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1270" algn="ctr">
                        <a:lnSpc>
                          <a:spcPct val="100000"/>
                        </a:lnSpc>
                        <a:spcBef>
                          <a:spcPts val="810"/>
                        </a:spcBef>
                      </a:pPr>
                      <a:r>
                        <a:rPr sz="1800" spc="40" dirty="0">
                          <a:solidFill>
                            <a:srgbClr val="252525"/>
                          </a:solidFill>
                          <a:latin typeface="Cambria"/>
                          <a:cs typeface="Cambria"/>
                        </a:rPr>
                        <a:t>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810"/>
                        </a:spcBef>
                      </a:pPr>
                      <a:r>
                        <a:rPr sz="1800" spc="40" dirty="0">
                          <a:solidFill>
                            <a:srgbClr val="252525"/>
                          </a:solidFill>
                          <a:latin typeface="Cambria"/>
                          <a:cs typeface="Cambria"/>
                        </a:rPr>
                        <a:t>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7"/>
                  </a:ext>
                </a:extLst>
              </a:tr>
              <a:tr h="464820">
                <a:tc>
                  <a:txBody>
                    <a:bodyPr/>
                    <a:lstStyle/>
                    <a:p>
                      <a:pPr>
                        <a:lnSpc>
                          <a:spcPct val="100000"/>
                        </a:lnSpc>
                      </a:pP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810"/>
                        </a:spcBef>
                      </a:pPr>
                      <a:r>
                        <a:rPr sz="1800" spc="-10" dirty="0">
                          <a:solidFill>
                            <a:srgbClr val="252525"/>
                          </a:solidFill>
                          <a:latin typeface="Cambria"/>
                          <a:cs typeface="Cambria"/>
                        </a:rPr>
                        <a:t>log(2/2)=0</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1270" algn="ctr">
                        <a:lnSpc>
                          <a:spcPct val="100000"/>
                        </a:lnSpc>
                        <a:spcBef>
                          <a:spcPts val="810"/>
                        </a:spcBef>
                      </a:pPr>
                      <a:r>
                        <a:rPr sz="1800" spc="40" dirty="0">
                          <a:solidFill>
                            <a:srgbClr val="252525"/>
                          </a:solidFill>
                          <a:latin typeface="Cambria"/>
                          <a:cs typeface="Cambria"/>
                        </a:rPr>
                        <a:t>0</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810"/>
                        </a:spcBef>
                      </a:pPr>
                      <a:r>
                        <a:rPr sz="1800" spc="40" dirty="0">
                          <a:solidFill>
                            <a:srgbClr val="252525"/>
                          </a:solidFill>
                          <a:latin typeface="Cambria"/>
                          <a:cs typeface="Cambria"/>
                        </a:rPr>
                        <a:t>0</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8"/>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40" dirty="0">
                          <a:solidFill>
                            <a:srgbClr val="252525"/>
                          </a:solidFill>
                          <a:latin typeface="Cambria"/>
                          <a:cs typeface="Cambria"/>
                        </a:rPr>
                        <a:t>1/7</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40" dirty="0">
                          <a:solidFill>
                            <a:srgbClr val="252525"/>
                          </a:solidFill>
                          <a:latin typeface="Cambria"/>
                          <a:cs typeface="Cambria"/>
                        </a:rPr>
                        <a:t>0</a:t>
                      </a:r>
                      <a:endParaRPr sz="180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40" dirty="0">
                          <a:solidFill>
                            <a:srgbClr val="252525"/>
                          </a:solidFill>
                          <a:latin typeface="Cambria"/>
                          <a:cs typeface="Cambria"/>
                        </a:rPr>
                        <a:t>log(2/1)=</a:t>
                      </a:r>
                      <a:r>
                        <a:rPr lang="en-US" sz="1800" spc="40" dirty="0">
                          <a:solidFill>
                            <a:srgbClr val="252525"/>
                          </a:solidFill>
                          <a:latin typeface="Cambria"/>
                          <a:cs typeface="Cambria"/>
                        </a:rPr>
                        <a:t>0.3</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810"/>
                        </a:spcBef>
                      </a:pPr>
                      <a:r>
                        <a:rPr sz="1800" spc="80" dirty="0">
                          <a:solidFill>
                            <a:srgbClr val="252525"/>
                          </a:solidFill>
                          <a:latin typeface="Cambria"/>
                          <a:cs typeface="Cambria"/>
                        </a:rPr>
                        <a:t>0.043</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810"/>
                        </a:spcBef>
                      </a:pPr>
                      <a:r>
                        <a:rPr sz="1800" spc="40" dirty="0">
                          <a:solidFill>
                            <a:srgbClr val="252525"/>
                          </a:solidFill>
                          <a:latin typeface="Cambria"/>
                          <a:cs typeface="Cambria"/>
                        </a:rPr>
                        <a:t>0</a:t>
                      </a:r>
                      <a:endParaRPr sz="1800" dirty="0">
                        <a:latin typeface="Cambria"/>
                        <a:cs typeface="Cambria"/>
                      </a:endParaRPr>
                    </a:p>
                  </a:txBody>
                  <a:tcPr marL="0" marR="0" marT="1028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9"/>
                  </a:ext>
                </a:extLst>
              </a:tr>
              <a:tr h="464820">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15"/>
                        </a:spcBef>
                      </a:pPr>
                      <a:r>
                        <a:rPr sz="1800" spc="40" dirty="0">
                          <a:solidFill>
                            <a:srgbClr val="252525"/>
                          </a:solidFill>
                          <a:latin typeface="Cambria"/>
                          <a:cs typeface="Cambria"/>
                        </a:rPr>
                        <a:t>0</a:t>
                      </a:r>
                      <a:endParaRPr sz="1800">
                        <a:latin typeface="Cambria"/>
                        <a:cs typeface="Cambri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15"/>
                        </a:spcBef>
                      </a:pPr>
                      <a:r>
                        <a:rPr sz="1800" spc="40" dirty="0">
                          <a:solidFill>
                            <a:srgbClr val="252525"/>
                          </a:solidFill>
                          <a:latin typeface="Cambria"/>
                          <a:cs typeface="Cambria"/>
                        </a:rPr>
                        <a:t>1/7</a:t>
                      </a:r>
                      <a:endParaRPr sz="1800">
                        <a:latin typeface="Cambria"/>
                        <a:cs typeface="Cambri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815"/>
                        </a:spcBef>
                      </a:pPr>
                      <a:r>
                        <a:rPr sz="1800" spc="40" dirty="0">
                          <a:solidFill>
                            <a:srgbClr val="252525"/>
                          </a:solidFill>
                          <a:latin typeface="Cambria"/>
                          <a:cs typeface="Cambria"/>
                        </a:rPr>
                        <a:t>log(2/1)=</a:t>
                      </a:r>
                      <a:r>
                        <a:rPr lang="en-US" sz="1800" spc="40" dirty="0">
                          <a:solidFill>
                            <a:srgbClr val="252525"/>
                          </a:solidFill>
                          <a:latin typeface="Cambria"/>
                          <a:cs typeface="Cambria"/>
                        </a:rPr>
                        <a:t>0.3</a:t>
                      </a:r>
                      <a:endParaRPr sz="1800" dirty="0">
                        <a:latin typeface="Cambria"/>
                        <a:cs typeface="Cambri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1270" algn="ctr">
                        <a:lnSpc>
                          <a:spcPct val="100000"/>
                        </a:lnSpc>
                        <a:spcBef>
                          <a:spcPts val="815"/>
                        </a:spcBef>
                      </a:pPr>
                      <a:r>
                        <a:rPr sz="1800" spc="40" dirty="0">
                          <a:solidFill>
                            <a:srgbClr val="252525"/>
                          </a:solidFill>
                          <a:latin typeface="Cambria"/>
                          <a:cs typeface="Cambria"/>
                        </a:rPr>
                        <a:t>0</a:t>
                      </a:r>
                      <a:endParaRPr sz="1800">
                        <a:latin typeface="Cambria"/>
                        <a:cs typeface="Cambri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2540" algn="ctr">
                        <a:lnSpc>
                          <a:spcPct val="100000"/>
                        </a:lnSpc>
                        <a:spcBef>
                          <a:spcPts val="815"/>
                        </a:spcBef>
                      </a:pPr>
                      <a:r>
                        <a:rPr sz="1800" spc="80" dirty="0">
                          <a:solidFill>
                            <a:srgbClr val="252525"/>
                          </a:solidFill>
                          <a:latin typeface="Cambria"/>
                          <a:cs typeface="Cambria"/>
                        </a:rPr>
                        <a:t>0.043</a:t>
                      </a:r>
                      <a:endParaRPr sz="1800" dirty="0">
                        <a:latin typeface="Cambria"/>
                        <a:cs typeface="Cambria"/>
                      </a:endParaRPr>
                    </a:p>
                  </a:txBody>
                  <a:tcPr marL="0" marR="0" marT="1035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10"/>
                  </a:ext>
                </a:extLst>
              </a:tr>
            </a:tbl>
          </a:graphicData>
        </a:graphic>
      </p:graphicFrame>
      <p:pic>
        <p:nvPicPr>
          <p:cNvPr id="14" name="object 14"/>
          <p:cNvPicPr/>
          <p:nvPr/>
        </p:nvPicPr>
        <p:blipFill>
          <a:blip r:embed="rId6" cstate="print"/>
          <a:stretch>
            <a:fillRect/>
          </a:stretch>
        </p:blipFill>
        <p:spPr>
          <a:xfrm>
            <a:off x="624230" y="1886153"/>
            <a:ext cx="680085" cy="236524"/>
          </a:xfrm>
          <a:prstGeom prst="rect">
            <a:avLst/>
          </a:prstGeom>
        </p:spPr>
      </p:pic>
      <p:pic>
        <p:nvPicPr>
          <p:cNvPr id="15" name="object 15"/>
          <p:cNvPicPr/>
          <p:nvPr/>
        </p:nvPicPr>
        <p:blipFill>
          <a:blip r:embed="rId7" cstate="print"/>
          <a:stretch>
            <a:fillRect/>
          </a:stretch>
        </p:blipFill>
        <p:spPr>
          <a:xfrm>
            <a:off x="2166239" y="1718767"/>
            <a:ext cx="395935" cy="236524"/>
          </a:xfrm>
          <a:prstGeom prst="rect">
            <a:avLst/>
          </a:prstGeom>
        </p:spPr>
      </p:pic>
      <p:pic>
        <p:nvPicPr>
          <p:cNvPr id="16" name="object 16"/>
          <p:cNvPicPr/>
          <p:nvPr/>
        </p:nvPicPr>
        <p:blipFill>
          <a:blip r:embed="rId8" cstate="print"/>
          <a:stretch>
            <a:fillRect/>
          </a:stretch>
        </p:blipFill>
        <p:spPr>
          <a:xfrm>
            <a:off x="3795014" y="1886153"/>
            <a:ext cx="467360" cy="236524"/>
          </a:xfrm>
          <a:prstGeom prst="rect">
            <a:avLst/>
          </a:prstGeom>
        </p:spPr>
      </p:pic>
      <p:pic>
        <p:nvPicPr>
          <p:cNvPr id="17" name="object 17"/>
          <p:cNvPicPr/>
          <p:nvPr/>
        </p:nvPicPr>
        <p:blipFill>
          <a:blip r:embed="rId9" cstate="print"/>
          <a:stretch>
            <a:fillRect/>
          </a:stretch>
        </p:blipFill>
        <p:spPr>
          <a:xfrm>
            <a:off x="5541898" y="1718767"/>
            <a:ext cx="819658" cy="236524"/>
          </a:xfrm>
          <a:prstGeom prst="rect">
            <a:avLst/>
          </a:prstGeom>
        </p:spPr>
      </p:pic>
      <p:pic>
        <p:nvPicPr>
          <p:cNvPr id="18" name="object 18"/>
          <p:cNvPicPr/>
          <p:nvPr/>
        </p:nvPicPr>
        <p:blipFill>
          <a:blip r:embed="rId10" cstate="print"/>
          <a:stretch>
            <a:fillRect/>
          </a:stretch>
        </p:blipFill>
        <p:spPr>
          <a:xfrm>
            <a:off x="1856867" y="2119248"/>
            <a:ext cx="323088" cy="236220"/>
          </a:xfrm>
          <a:prstGeom prst="rect">
            <a:avLst/>
          </a:prstGeom>
        </p:spPr>
      </p:pic>
      <p:pic>
        <p:nvPicPr>
          <p:cNvPr id="19" name="object 19"/>
          <p:cNvPicPr/>
          <p:nvPr/>
        </p:nvPicPr>
        <p:blipFill>
          <a:blip r:embed="rId11" cstate="print"/>
          <a:stretch>
            <a:fillRect/>
          </a:stretch>
        </p:blipFill>
        <p:spPr>
          <a:xfrm>
            <a:off x="2664205" y="2119248"/>
            <a:ext cx="259080" cy="236220"/>
          </a:xfrm>
          <a:prstGeom prst="rect">
            <a:avLst/>
          </a:prstGeom>
        </p:spPr>
      </p:pic>
      <p:pic>
        <p:nvPicPr>
          <p:cNvPr id="20" name="object 20"/>
          <p:cNvPicPr/>
          <p:nvPr/>
        </p:nvPicPr>
        <p:blipFill>
          <a:blip r:embed="rId10" cstate="print"/>
          <a:stretch>
            <a:fillRect/>
          </a:stretch>
        </p:blipFill>
        <p:spPr>
          <a:xfrm>
            <a:off x="5362066" y="2119248"/>
            <a:ext cx="323088" cy="236220"/>
          </a:xfrm>
          <a:prstGeom prst="rect">
            <a:avLst/>
          </a:prstGeom>
        </p:spPr>
      </p:pic>
      <p:pic>
        <p:nvPicPr>
          <p:cNvPr id="21" name="object 21"/>
          <p:cNvPicPr/>
          <p:nvPr/>
        </p:nvPicPr>
        <p:blipFill>
          <a:blip r:embed="rId11" cstate="print"/>
          <a:stretch>
            <a:fillRect/>
          </a:stretch>
        </p:blipFill>
        <p:spPr>
          <a:xfrm>
            <a:off x="6419722" y="2119248"/>
            <a:ext cx="259079" cy="236220"/>
          </a:xfrm>
          <a:prstGeom prst="rect">
            <a:avLst/>
          </a:prstGeom>
        </p:spPr>
      </p:pic>
      <p:pic>
        <p:nvPicPr>
          <p:cNvPr id="22" name="object 22"/>
          <p:cNvPicPr/>
          <p:nvPr/>
        </p:nvPicPr>
        <p:blipFill>
          <a:blip r:embed="rId12" cstate="print"/>
          <a:stretch>
            <a:fillRect/>
          </a:stretch>
        </p:blipFill>
        <p:spPr>
          <a:xfrm>
            <a:off x="676046" y="2513660"/>
            <a:ext cx="587248" cy="267004"/>
          </a:xfrm>
          <a:prstGeom prst="rect">
            <a:avLst/>
          </a:prstGeom>
        </p:spPr>
      </p:pic>
      <p:pic>
        <p:nvPicPr>
          <p:cNvPr id="23" name="object 23"/>
          <p:cNvPicPr/>
          <p:nvPr/>
        </p:nvPicPr>
        <p:blipFill>
          <a:blip r:embed="rId13" cstate="print"/>
          <a:stretch>
            <a:fillRect/>
          </a:stretch>
        </p:blipFill>
        <p:spPr>
          <a:xfrm>
            <a:off x="698906" y="2979420"/>
            <a:ext cx="526288" cy="266700"/>
          </a:xfrm>
          <a:prstGeom prst="rect">
            <a:avLst/>
          </a:prstGeom>
        </p:spPr>
      </p:pic>
      <p:pic>
        <p:nvPicPr>
          <p:cNvPr id="24" name="object 24"/>
          <p:cNvPicPr/>
          <p:nvPr/>
        </p:nvPicPr>
        <p:blipFill>
          <a:blip r:embed="rId14" cstate="print"/>
          <a:stretch>
            <a:fillRect/>
          </a:stretch>
        </p:blipFill>
        <p:spPr>
          <a:xfrm>
            <a:off x="550773" y="3444494"/>
            <a:ext cx="828814" cy="266699"/>
          </a:xfrm>
          <a:prstGeom prst="rect">
            <a:avLst/>
          </a:prstGeom>
        </p:spPr>
      </p:pic>
      <p:pic>
        <p:nvPicPr>
          <p:cNvPr id="25" name="object 25"/>
          <p:cNvPicPr/>
          <p:nvPr/>
        </p:nvPicPr>
        <p:blipFill>
          <a:blip r:embed="rId15" cstate="print"/>
          <a:stretch>
            <a:fillRect/>
          </a:stretch>
        </p:blipFill>
        <p:spPr>
          <a:xfrm>
            <a:off x="797966" y="3909948"/>
            <a:ext cx="355599" cy="266700"/>
          </a:xfrm>
          <a:prstGeom prst="rect">
            <a:avLst/>
          </a:prstGeom>
        </p:spPr>
      </p:pic>
      <p:pic>
        <p:nvPicPr>
          <p:cNvPr id="26" name="object 26"/>
          <p:cNvPicPr/>
          <p:nvPr/>
        </p:nvPicPr>
        <p:blipFill>
          <a:blip r:embed="rId16" cstate="print"/>
          <a:stretch>
            <a:fillRect/>
          </a:stretch>
        </p:blipFill>
        <p:spPr>
          <a:xfrm>
            <a:off x="505053" y="4375150"/>
            <a:ext cx="912469" cy="266700"/>
          </a:xfrm>
          <a:prstGeom prst="rect">
            <a:avLst/>
          </a:prstGeom>
        </p:spPr>
      </p:pic>
      <p:pic>
        <p:nvPicPr>
          <p:cNvPr id="27" name="object 27"/>
          <p:cNvPicPr/>
          <p:nvPr/>
        </p:nvPicPr>
        <p:blipFill>
          <a:blip r:embed="rId17" cstate="print"/>
          <a:stretch>
            <a:fillRect/>
          </a:stretch>
        </p:blipFill>
        <p:spPr>
          <a:xfrm>
            <a:off x="726338" y="4840173"/>
            <a:ext cx="509777" cy="267004"/>
          </a:xfrm>
          <a:prstGeom prst="rect">
            <a:avLst/>
          </a:prstGeom>
        </p:spPr>
      </p:pic>
      <p:pic>
        <p:nvPicPr>
          <p:cNvPr id="28" name="object 28"/>
          <p:cNvPicPr/>
          <p:nvPr/>
        </p:nvPicPr>
        <p:blipFill>
          <a:blip r:embed="rId18" cstate="print"/>
          <a:stretch>
            <a:fillRect/>
          </a:stretch>
        </p:blipFill>
        <p:spPr>
          <a:xfrm>
            <a:off x="677570" y="5305678"/>
            <a:ext cx="583183" cy="266700"/>
          </a:xfrm>
          <a:prstGeom prst="rect">
            <a:avLst/>
          </a:prstGeom>
        </p:spPr>
      </p:pic>
      <p:pic>
        <p:nvPicPr>
          <p:cNvPr id="29" name="object 29"/>
          <p:cNvPicPr/>
          <p:nvPr/>
        </p:nvPicPr>
        <p:blipFill>
          <a:blip r:embed="rId19" cstate="print"/>
          <a:stretch>
            <a:fillRect/>
          </a:stretch>
        </p:blipFill>
        <p:spPr>
          <a:xfrm>
            <a:off x="601065" y="5770778"/>
            <a:ext cx="737616" cy="266700"/>
          </a:xfrm>
          <a:prstGeom prst="rect">
            <a:avLst/>
          </a:prstGeom>
        </p:spPr>
      </p:pic>
      <p:pic>
        <p:nvPicPr>
          <p:cNvPr id="30" name="object 30"/>
          <p:cNvPicPr/>
          <p:nvPr/>
        </p:nvPicPr>
        <p:blipFill>
          <a:blip r:embed="rId20" cstate="print"/>
          <a:stretch>
            <a:fillRect/>
          </a:stretch>
        </p:blipFill>
        <p:spPr>
          <a:xfrm>
            <a:off x="404469" y="6235598"/>
            <a:ext cx="1101242" cy="267004"/>
          </a:xfrm>
          <a:prstGeom prst="rect">
            <a:avLst/>
          </a:prstGeom>
        </p:spPr>
      </p:pic>
      <p:pic>
        <p:nvPicPr>
          <p:cNvPr id="31" name="object 31"/>
          <p:cNvPicPr/>
          <p:nvPr/>
        </p:nvPicPr>
        <p:blipFill>
          <a:blip r:embed="rId21" cstate="print"/>
          <a:stretch>
            <a:fillRect/>
          </a:stretch>
        </p:blipFill>
        <p:spPr>
          <a:xfrm>
            <a:off x="7467600" y="2324100"/>
            <a:ext cx="4439411" cy="3467100"/>
          </a:xfrm>
          <a:prstGeom prst="rect">
            <a:avLst/>
          </a:prstGeom>
        </p:spPr>
      </p:pic>
      <p:sp>
        <p:nvSpPr>
          <p:cNvPr id="32" name="object 32"/>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F61DEA-BEA2-4513-98D6-347D757C4416}"/>
              </a:ext>
            </a:extLst>
          </p:cNvPr>
          <p:cNvPicPr>
            <a:picLocks noChangeAspect="1"/>
          </p:cNvPicPr>
          <p:nvPr/>
        </p:nvPicPr>
        <p:blipFill>
          <a:blip r:embed="rId2"/>
          <a:stretch>
            <a:fillRect/>
          </a:stretch>
        </p:blipFill>
        <p:spPr>
          <a:xfrm>
            <a:off x="120650" y="250572"/>
            <a:ext cx="10960100" cy="6356856"/>
          </a:xfrm>
          <a:prstGeom prst="rect">
            <a:avLst/>
          </a:prstGeom>
          <a:noFill/>
        </p:spPr>
      </p:pic>
    </p:spTree>
    <p:extLst>
      <p:ext uri="{BB962C8B-B14F-4D97-AF65-F5344CB8AC3E}">
        <p14:creationId xmlns:p14="http://schemas.microsoft.com/office/powerpoint/2010/main" val="4210526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389" y="116840"/>
            <a:ext cx="9169400" cy="574040"/>
          </a:xfrm>
          <a:prstGeom prst="rect">
            <a:avLst/>
          </a:prstGeom>
        </p:spPr>
        <p:txBody>
          <a:bodyPr vert="horz" wrap="square" lIns="0" tIns="12700" rIns="0" bIns="0" rtlCol="0">
            <a:spAutoFit/>
          </a:bodyPr>
          <a:lstStyle/>
          <a:p>
            <a:pPr marL="25400">
              <a:lnSpc>
                <a:spcPct val="100000"/>
              </a:lnSpc>
              <a:spcBef>
                <a:spcPts val="100"/>
              </a:spcBef>
            </a:pPr>
            <a:r>
              <a:rPr sz="5400" baseline="-10802" dirty="0">
                <a:solidFill>
                  <a:srgbClr val="075A74"/>
                </a:solidFill>
                <a:latin typeface="Arial Black"/>
                <a:cs typeface="Arial Black"/>
              </a:rPr>
              <a:t>+</a:t>
            </a:r>
            <a:r>
              <a:rPr sz="5400" spc="-315" baseline="-10802" dirty="0">
                <a:solidFill>
                  <a:srgbClr val="075A74"/>
                </a:solidFill>
                <a:latin typeface="Arial Black"/>
                <a:cs typeface="Arial Black"/>
              </a:rPr>
              <a:t> </a:t>
            </a:r>
            <a:r>
              <a:rPr sz="2400" spc="140" dirty="0"/>
              <a:t>Term</a:t>
            </a:r>
            <a:r>
              <a:rPr sz="2400" spc="204" dirty="0"/>
              <a:t> </a:t>
            </a:r>
            <a:r>
              <a:rPr sz="2400" spc="114" dirty="0"/>
              <a:t>Frequency</a:t>
            </a:r>
            <a:r>
              <a:rPr sz="2400" spc="195" dirty="0"/>
              <a:t> </a:t>
            </a:r>
            <a:r>
              <a:rPr sz="2400" spc="165" dirty="0"/>
              <a:t>and</a:t>
            </a:r>
            <a:r>
              <a:rPr sz="2400" spc="195" dirty="0"/>
              <a:t> </a:t>
            </a:r>
            <a:r>
              <a:rPr sz="2400" spc="90" dirty="0"/>
              <a:t>Inverse</a:t>
            </a:r>
            <a:r>
              <a:rPr sz="2400" spc="235" dirty="0"/>
              <a:t> </a:t>
            </a:r>
            <a:r>
              <a:rPr sz="2400" spc="170" dirty="0"/>
              <a:t>Document</a:t>
            </a:r>
            <a:r>
              <a:rPr sz="2400" spc="245" dirty="0"/>
              <a:t> </a:t>
            </a:r>
            <a:r>
              <a:rPr sz="2400" spc="114" dirty="0"/>
              <a:t>Frequency</a:t>
            </a:r>
            <a:r>
              <a:rPr sz="2400" spc="204" dirty="0"/>
              <a:t> </a:t>
            </a:r>
            <a:r>
              <a:rPr sz="2400" spc="-10" dirty="0"/>
              <a:t>(TF-</a:t>
            </a:r>
            <a:r>
              <a:rPr sz="2400" spc="-20" dirty="0"/>
              <a:t>IDF)</a:t>
            </a:r>
            <a:endParaRPr sz="24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612140" y="1013206"/>
            <a:ext cx="7099934" cy="1840230"/>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spc="95" dirty="0">
                <a:solidFill>
                  <a:srgbClr val="252525"/>
                </a:solidFill>
                <a:latin typeface="Cambria"/>
                <a:cs typeface="Cambria"/>
              </a:rPr>
              <a:t>Example:</a:t>
            </a:r>
            <a:r>
              <a:rPr sz="2000" spc="195" dirty="0">
                <a:solidFill>
                  <a:srgbClr val="252525"/>
                </a:solidFill>
                <a:latin typeface="Cambria"/>
                <a:cs typeface="Cambria"/>
              </a:rPr>
              <a:t> </a:t>
            </a:r>
            <a:r>
              <a:rPr sz="2000" spc="155" dirty="0">
                <a:solidFill>
                  <a:srgbClr val="252525"/>
                </a:solidFill>
                <a:latin typeface="Cambria"/>
                <a:cs typeface="Cambria"/>
              </a:rPr>
              <a:t>Assume</a:t>
            </a:r>
            <a:r>
              <a:rPr sz="2000" spc="204" dirty="0">
                <a:solidFill>
                  <a:srgbClr val="252525"/>
                </a:solidFill>
                <a:latin typeface="Cambria"/>
                <a:cs typeface="Cambria"/>
              </a:rPr>
              <a:t> </a:t>
            </a:r>
            <a:r>
              <a:rPr sz="2000" spc="60" dirty="0">
                <a:solidFill>
                  <a:srgbClr val="252525"/>
                </a:solidFill>
                <a:latin typeface="Cambria"/>
                <a:cs typeface="Cambria"/>
              </a:rPr>
              <a:t>we</a:t>
            </a:r>
            <a:r>
              <a:rPr sz="2000" spc="170" dirty="0">
                <a:solidFill>
                  <a:srgbClr val="252525"/>
                </a:solidFill>
                <a:latin typeface="Cambria"/>
                <a:cs typeface="Cambria"/>
              </a:rPr>
              <a:t> </a:t>
            </a:r>
            <a:r>
              <a:rPr sz="2000" spc="105" dirty="0">
                <a:solidFill>
                  <a:srgbClr val="252525"/>
                </a:solidFill>
                <a:latin typeface="Cambria"/>
                <a:cs typeface="Cambria"/>
              </a:rPr>
              <a:t>have</a:t>
            </a:r>
            <a:r>
              <a:rPr sz="2000" spc="170" dirty="0">
                <a:solidFill>
                  <a:srgbClr val="252525"/>
                </a:solidFill>
                <a:latin typeface="Cambria"/>
                <a:cs typeface="Cambria"/>
              </a:rPr>
              <a:t> </a:t>
            </a:r>
            <a:r>
              <a:rPr sz="2000" spc="85" dirty="0">
                <a:solidFill>
                  <a:srgbClr val="252525"/>
                </a:solidFill>
                <a:latin typeface="Cambria"/>
                <a:cs typeface="Cambria"/>
              </a:rPr>
              <a:t>three</a:t>
            </a:r>
            <a:r>
              <a:rPr sz="2000" spc="204" dirty="0">
                <a:solidFill>
                  <a:srgbClr val="252525"/>
                </a:solidFill>
                <a:latin typeface="Cambria"/>
                <a:cs typeface="Cambria"/>
              </a:rPr>
              <a:t> </a:t>
            </a:r>
            <a:r>
              <a:rPr sz="2000" spc="110" dirty="0">
                <a:solidFill>
                  <a:srgbClr val="252525"/>
                </a:solidFill>
                <a:latin typeface="Cambria"/>
                <a:cs typeface="Cambria"/>
              </a:rPr>
              <a:t>documents/sentences</a:t>
            </a:r>
            <a:endParaRPr sz="2000">
              <a:latin typeface="Cambria"/>
              <a:cs typeface="Cambria"/>
            </a:endParaRPr>
          </a:p>
          <a:p>
            <a:pPr marL="469265" lvl="1" indent="-227965">
              <a:lnSpc>
                <a:spcPct val="100000"/>
              </a:lnSpc>
              <a:spcBef>
                <a:spcPts val="1560"/>
              </a:spcBef>
              <a:buClr>
                <a:srgbClr val="075A74"/>
              </a:buClr>
              <a:buSzPct val="75000"/>
              <a:buFont typeface="Wingdings"/>
              <a:buChar char=""/>
              <a:tabLst>
                <a:tab pos="469265" algn="l"/>
              </a:tabLst>
            </a:pPr>
            <a:r>
              <a:rPr sz="2000" spc="75" dirty="0">
                <a:solidFill>
                  <a:srgbClr val="252525"/>
                </a:solidFill>
                <a:latin typeface="Cambria"/>
                <a:cs typeface="Cambria"/>
              </a:rPr>
              <a:t>T1:</a:t>
            </a:r>
            <a:r>
              <a:rPr sz="2000" spc="165" dirty="0">
                <a:solidFill>
                  <a:srgbClr val="252525"/>
                </a:solidFill>
                <a:latin typeface="Cambria"/>
                <a:cs typeface="Cambria"/>
              </a:rPr>
              <a:t> </a:t>
            </a:r>
            <a:r>
              <a:rPr sz="2000" spc="114" dirty="0">
                <a:solidFill>
                  <a:srgbClr val="252525"/>
                </a:solidFill>
                <a:latin typeface="Cambria"/>
                <a:cs typeface="Cambria"/>
              </a:rPr>
              <a:t>The</a:t>
            </a:r>
            <a:r>
              <a:rPr sz="2000" spc="185" dirty="0">
                <a:solidFill>
                  <a:srgbClr val="252525"/>
                </a:solidFill>
                <a:latin typeface="Cambria"/>
                <a:cs typeface="Cambria"/>
              </a:rPr>
              <a:t> </a:t>
            </a:r>
            <a:r>
              <a:rPr sz="2000" spc="130" dirty="0">
                <a:solidFill>
                  <a:srgbClr val="252525"/>
                </a:solidFill>
                <a:latin typeface="Cambria"/>
                <a:cs typeface="Cambria"/>
              </a:rPr>
              <a:t>game</a:t>
            </a:r>
            <a:r>
              <a:rPr sz="2000" spc="185" dirty="0">
                <a:solidFill>
                  <a:srgbClr val="252525"/>
                </a:solidFill>
                <a:latin typeface="Cambria"/>
                <a:cs typeface="Cambria"/>
              </a:rPr>
              <a:t> </a:t>
            </a:r>
            <a:r>
              <a:rPr sz="2000" spc="170" dirty="0">
                <a:solidFill>
                  <a:srgbClr val="252525"/>
                </a:solidFill>
                <a:latin typeface="Cambria"/>
                <a:cs typeface="Cambria"/>
              </a:rPr>
              <a:t>of</a:t>
            </a:r>
            <a:r>
              <a:rPr sz="2000" spc="175" dirty="0">
                <a:solidFill>
                  <a:srgbClr val="252525"/>
                </a:solidFill>
                <a:latin typeface="Cambria"/>
                <a:cs typeface="Cambria"/>
              </a:rPr>
              <a:t> </a:t>
            </a:r>
            <a:r>
              <a:rPr sz="2000" spc="95" dirty="0">
                <a:solidFill>
                  <a:srgbClr val="252525"/>
                </a:solidFill>
                <a:latin typeface="Cambria"/>
                <a:cs typeface="Cambria"/>
              </a:rPr>
              <a:t>life</a:t>
            </a:r>
            <a:r>
              <a:rPr sz="2000" spc="215" dirty="0">
                <a:solidFill>
                  <a:srgbClr val="252525"/>
                </a:solidFill>
                <a:latin typeface="Cambria"/>
                <a:cs typeface="Cambria"/>
              </a:rPr>
              <a:t> </a:t>
            </a:r>
            <a:r>
              <a:rPr sz="2000" spc="100" dirty="0">
                <a:solidFill>
                  <a:srgbClr val="252525"/>
                </a:solidFill>
                <a:latin typeface="Cambria"/>
                <a:cs typeface="Cambria"/>
              </a:rPr>
              <a:t>is</a:t>
            </a:r>
            <a:r>
              <a:rPr sz="2000" spc="175" dirty="0">
                <a:solidFill>
                  <a:srgbClr val="252525"/>
                </a:solidFill>
                <a:latin typeface="Cambria"/>
                <a:cs typeface="Cambria"/>
              </a:rPr>
              <a:t> </a:t>
            </a:r>
            <a:r>
              <a:rPr sz="2000" spc="105" dirty="0">
                <a:solidFill>
                  <a:srgbClr val="252525"/>
                </a:solidFill>
                <a:latin typeface="Cambria"/>
                <a:cs typeface="Cambria"/>
              </a:rPr>
              <a:t>a</a:t>
            </a:r>
            <a:r>
              <a:rPr sz="2000" spc="185" dirty="0">
                <a:solidFill>
                  <a:srgbClr val="252525"/>
                </a:solidFill>
                <a:latin typeface="Cambria"/>
                <a:cs typeface="Cambria"/>
              </a:rPr>
              <a:t> </a:t>
            </a:r>
            <a:r>
              <a:rPr sz="2000" spc="130" dirty="0">
                <a:solidFill>
                  <a:srgbClr val="252525"/>
                </a:solidFill>
                <a:latin typeface="Cambria"/>
                <a:cs typeface="Cambria"/>
              </a:rPr>
              <a:t>game</a:t>
            </a:r>
            <a:r>
              <a:rPr sz="2000" spc="180" dirty="0">
                <a:solidFill>
                  <a:srgbClr val="252525"/>
                </a:solidFill>
                <a:latin typeface="Cambria"/>
                <a:cs typeface="Cambria"/>
              </a:rPr>
              <a:t> </a:t>
            </a:r>
            <a:r>
              <a:rPr sz="2000" spc="170" dirty="0">
                <a:solidFill>
                  <a:srgbClr val="252525"/>
                </a:solidFill>
                <a:latin typeface="Cambria"/>
                <a:cs typeface="Cambria"/>
              </a:rPr>
              <a:t>of</a:t>
            </a:r>
            <a:r>
              <a:rPr sz="2000" spc="175" dirty="0">
                <a:solidFill>
                  <a:srgbClr val="252525"/>
                </a:solidFill>
                <a:latin typeface="Cambria"/>
                <a:cs typeface="Cambria"/>
              </a:rPr>
              <a:t> </a:t>
            </a:r>
            <a:r>
              <a:rPr sz="2000" spc="90" dirty="0">
                <a:solidFill>
                  <a:srgbClr val="252525"/>
                </a:solidFill>
                <a:latin typeface="Cambria"/>
                <a:cs typeface="Cambria"/>
              </a:rPr>
              <a:t>everlasting</a:t>
            </a:r>
            <a:r>
              <a:rPr sz="2000" spc="215" dirty="0">
                <a:solidFill>
                  <a:srgbClr val="252525"/>
                </a:solidFill>
                <a:latin typeface="Cambria"/>
                <a:cs typeface="Cambria"/>
              </a:rPr>
              <a:t> </a:t>
            </a:r>
            <a:r>
              <a:rPr sz="2000" spc="85" dirty="0">
                <a:solidFill>
                  <a:srgbClr val="252525"/>
                </a:solidFill>
                <a:latin typeface="Cambria"/>
                <a:cs typeface="Cambria"/>
              </a:rPr>
              <a:t>learning.</a:t>
            </a:r>
            <a:endParaRPr sz="2000">
              <a:latin typeface="Cambria"/>
              <a:cs typeface="Cambria"/>
            </a:endParaRPr>
          </a:p>
          <a:p>
            <a:pPr marL="469265" lvl="1" indent="-227965">
              <a:lnSpc>
                <a:spcPct val="100000"/>
              </a:lnSpc>
              <a:spcBef>
                <a:spcPts val="1560"/>
              </a:spcBef>
              <a:buClr>
                <a:srgbClr val="075A74"/>
              </a:buClr>
              <a:buSzPct val="75000"/>
              <a:buFont typeface="Wingdings"/>
              <a:buChar char=""/>
              <a:tabLst>
                <a:tab pos="469265" algn="l"/>
              </a:tabLst>
            </a:pPr>
            <a:r>
              <a:rPr sz="2000" spc="75" dirty="0">
                <a:solidFill>
                  <a:srgbClr val="252525"/>
                </a:solidFill>
                <a:latin typeface="Cambria"/>
                <a:cs typeface="Cambria"/>
              </a:rPr>
              <a:t>T2:</a:t>
            </a:r>
            <a:r>
              <a:rPr sz="2000" spc="165" dirty="0">
                <a:solidFill>
                  <a:srgbClr val="252525"/>
                </a:solidFill>
                <a:latin typeface="Cambria"/>
                <a:cs typeface="Cambria"/>
              </a:rPr>
              <a:t> </a:t>
            </a:r>
            <a:r>
              <a:rPr sz="2000" spc="114" dirty="0">
                <a:solidFill>
                  <a:srgbClr val="252525"/>
                </a:solidFill>
                <a:latin typeface="Cambria"/>
                <a:cs typeface="Cambria"/>
              </a:rPr>
              <a:t>The</a:t>
            </a:r>
            <a:r>
              <a:rPr sz="2000" spc="185" dirty="0">
                <a:solidFill>
                  <a:srgbClr val="252525"/>
                </a:solidFill>
                <a:latin typeface="Cambria"/>
                <a:cs typeface="Cambria"/>
              </a:rPr>
              <a:t> </a:t>
            </a:r>
            <a:r>
              <a:rPr sz="2000" spc="130" dirty="0">
                <a:solidFill>
                  <a:srgbClr val="252525"/>
                </a:solidFill>
                <a:latin typeface="Cambria"/>
                <a:cs typeface="Cambria"/>
              </a:rPr>
              <a:t>unexamined</a:t>
            </a:r>
            <a:r>
              <a:rPr sz="2000" spc="180" dirty="0">
                <a:solidFill>
                  <a:srgbClr val="252525"/>
                </a:solidFill>
                <a:latin typeface="Cambria"/>
                <a:cs typeface="Cambria"/>
              </a:rPr>
              <a:t> </a:t>
            </a:r>
            <a:r>
              <a:rPr sz="2000" spc="95" dirty="0">
                <a:solidFill>
                  <a:srgbClr val="252525"/>
                </a:solidFill>
                <a:latin typeface="Cambria"/>
                <a:cs typeface="Cambria"/>
              </a:rPr>
              <a:t>life</a:t>
            </a:r>
            <a:r>
              <a:rPr sz="2000" spc="225" dirty="0">
                <a:solidFill>
                  <a:srgbClr val="252525"/>
                </a:solidFill>
                <a:latin typeface="Cambria"/>
                <a:cs typeface="Cambria"/>
              </a:rPr>
              <a:t> </a:t>
            </a:r>
            <a:r>
              <a:rPr sz="2000" spc="100" dirty="0">
                <a:solidFill>
                  <a:srgbClr val="252525"/>
                </a:solidFill>
                <a:latin typeface="Cambria"/>
                <a:cs typeface="Cambria"/>
              </a:rPr>
              <a:t>is</a:t>
            </a:r>
            <a:r>
              <a:rPr sz="2000" spc="175" dirty="0">
                <a:solidFill>
                  <a:srgbClr val="252525"/>
                </a:solidFill>
                <a:latin typeface="Cambria"/>
                <a:cs typeface="Cambria"/>
              </a:rPr>
              <a:t> </a:t>
            </a:r>
            <a:r>
              <a:rPr sz="2000" spc="125" dirty="0">
                <a:solidFill>
                  <a:srgbClr val="252525"/>
                </a:solidFill>
                <a:latin typeface="Cambria"/>
                <a:cs typeface="Cambria"/>
              </a:rPr>
              <a:t>not</a:t>
            </a:r>
            <a:r>
              <a:rPr sz="2000" spc="180" dirty="0">
                <a:solidFill>
                  <a:srgbClr val="252525"/>
                </a:solidFill>
                <a:latin typeface="Cambria"/>
                <a:cs typeface="Cambria"/>
              </a:rPr>
              <a:t> </a:t>
            </a:r>
            <a:r>
              <a:rPr sz="2000" spc="90" dirty="0">
                <a:solidFill>
                  <a:srgbClr val="252525"/>
                </a:solidFill>
                <a:latin typeface="Cambria"/>
                <a:cs typeface="Cambria"/>
              </a:rPr>
              <a:t>worth</a:t>
            </a:r>
            <a:r>
              <a:rPr sz="2000" spc="175" dirty="0">
                <a:solidFill>
                  <a:srgbClr val="252525"/>
                </a:solidFill>
                <a:latin typeface="Cambria"/>
                <a:cs typeface="Cambria"/>
              </a:rPr>
              <a:t> </a:t>
            </a:r>
            <a:r>
              <a:rPr sz="2000" spc="80" dirty="0">
                <a:solidFill>
                  <a:srgbClr val="252525"/>
                </a:solidFill>
                <a:latin typeface="Cambria"/>
                <a:cs typeface="Cambria"/>
              </a:rPr>
              <a:t>living</a:t>
            </a:r>
            <a:endParaRPr sz="2000">
              <a:latin typeface="Cambria"/>
              <a:cs typeface="Cambria"/>
            </a:endParaRPr>
          </a:p>
          <a:p>
            <a:pPr marL="469265" lvl="1" indent="-227965">
              <a:lnSpc>
                <a:spcPct val="100000"/>
              </a:lnSpc>
              <a:spcBef>
                <a:spcPts val="1560"/>
              </a:spcBef>
              <a:buClr>
                <a:srgbClr val="075A74"/>
              </a:buClr>
              <a:buSzPct val="75000"/>
              <a:buFont typeface="Wingdings"/>
              <a:buChar char=""/>
              <a:tabLst>
                <a:tab pos="469265" algn="l"/>
              </a:tabLst>
            </a:pPr>
            <a:r>
              <a:rPr sz="2000" spc="75" dirty="0">
                <a:solidFill>
                  <a:srgbClr val="252525"/>
                </a:solidFill>
                <a:latin typeface="Cambria"/>
                <a:cs typeface="Cambria"/>
              </a:rPr>
              <a:t>T3:</a:t>
            </a:r>
            <a:r>
              <a:rPr sz="2000" spc="165" dirty="0">
                <a:solidFill>
                  <a:srgbClr val="252525"/>
                </a:solidFill>
                <a:latin typeface="Cambria"/>
                <a:cs typeface="Cambria"/>
              </a:rPr>
              <a:t> </a:t>
            </a:r>
            <a:r>
              <a:rPr sz="2000" spc="80" dirty="0">
                <a:solidFill>
                  <a:srgbClr val="252525"/>
                </a:solidFill>
                <a:latin typeface="Cambria"/>
                <a:cs typeface="Cambria"/>
              </a:rPr>
              <a:t>Never</a:t>
            </a:r>
            <a:r>
              <a:rPr sz="2000" spc="175" dirty="0">
                <a:solidFill>
                  <a:srgbClr val="252525"/>
                </a:solidFill>
                <a:latin typeface="Cambria"/>
                <a:cs typeface="Cambria"/>
              </a:rPr>
              <a:t> </a:t>
            </a:r>
            <a:r>
              <a:rPr sz="2000" spc="135" dirty="0">
                <a:solidFill>
                  <a:srgbClr val="252525"/>
                </a:solidFill>
                <a:latin typeface="Cambria"/>
                <a:cs typeface="Cambria"/>
              </a:rPr>
              <a:t>stop</a:t>
            </a:r>
            <a:r>
              <a:rPr sz="2000" spc="190" dirty="0">
                <a:solidFill>
                  <a:srgbClr val="252525"/>
                </a:solidFill>
                <a:latin typeface="Cambria"/>
                <a:cs typeface="Cambria"/>
              </a:rPr>
              <a:t> </a:t>
            </a:r>
            <a:r>
              <a:rPr sz="2000" spc="85" dirty="0">
                <a:solidFill>
                  <a:srgbClr val="252525"/>
                </a:solidFill>
                <a:latin typeface="Cambria"/>
                <a:cs typeface="Cambria"/>
              </a:rPr>
              <a:t>learning</a:t>
            </a:r>
            <a:endParaRPr sz="2000">
              <a:latin typeface="Cambria"/>
              <a:cs typeface="Cambria"/>
            </a:endParaRPr>
          </a:p>
        </p:txBody>
      </p:sp>
      <p:sp>
        <p:nvSpPr>
          <p:cNvPr id="5" name="object 5"/>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44</a:t>
            </a:r>
            <a:endParaRPr sz="1400">
              <a:latin typeface="Cambria"/>
              <a:cs typeface="Cambria"/>
            </a:endParaRPr>
          </a:p>
        </p:txBody>
      </p:sp>
      <p:graphicFrame>
        <p:nvGraphicFramePr>
          <p:cNvPr id="6" name="object 6"/>
          <p:cNvGraphicFramePr>
            <a:graphicFrameLocks noGrp="1"/>
          </p:cNvGraphicFramePr>
          <p:nvPr/>
        </p:nvGraphicFramePr>
        <p:xfrm>
          <a:off x="879475" y="3937253"/>
          <a:ext cx="11201400" cy="74041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574800">
                  <a:extLst>
                    <a:ext uri="{9D8B030D-6E8A-4147-A177-3AD203B41FA5}">
                      <a16:colId xmlns:a16="http://schemas.microsoft.com/office/drawing/2014/main" val="20007"/>
                    </a:ext>
                  </a:extLst>
                </a:gridCol>
                <a:gridCol w="1244600">
                  <a:extLst>
                    <a:ext uri="{9D8B030D-6E8A-4147-A177-3AD203B41FA5}">
                      <a16:colId xmlns:a16="http://schemas.microsoft.com/office/drawing/2014/main" val="20008"/>
                    </a:ext>
                  </a:extLst>
                </a:gridCol>
              </a:tblGrid>
              <a:tr h="370205">
                <a:tc>
                  <a:txBody>
                    <a:bodyPr/>
                    <a:lstStyle/>
                    <a:p>
                      <a:pPr algn="ctr">
                        <a:lnSpc>
                          <a:spcPct val="100000"/>
                        </a:lnSpc>
                        <a:spcBef>
                          <a:spcPts val="245"/>
                        </a:spcBef>
                      </a:pPr>
                      <a:r>
                        <a:rPr sz="1800" b="1" spc="-10" dirty="0">
                          <a:solidFill>
                            <a:srgbClr val="FFFFFF"/>
                          </a:solidFill>
                          <a:latin typeface="Constantia"/>
                          <a:cs typeface="Constantia"/>
                        </a:rPr>
                        <a:t>Term/Word</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The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35" algn="ctr">
                        <a:lnSpc>
                          <a:spcPct val="100000"/>
                        </a:lnSpc>
                        <a:spcBef>
                          <a:spcPts val="245"/>
                        </a:spcBef>
                      </a:pPr>
                      <a:r>
                        <a:rPr sz="1800" b="1" spc="-20" dirty="0">
                          <a:solidFill>
                            <a:srgbClr val="FFFFFF"/>
                          </a:solidFill>
                          <a:latin typeface="Constantia"/>
                          <a:cs typeface="Constantia"/>
                        </a:rPr>
                        <a:t>Game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Of</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270" algn="ctr">
                        <a:lnSpc>
                          <a:spcPct val="100000"/>
                        </a:lnSpc>
                        <a:spcBef>
                          <a:spcPts val="245"/>
                        </a:spcBef>
                      </a:pPr>
                      <a:r>
                        <a:rPr sz="1800" b="1" spc="-20" dirty="0">
                          <a:solidFill>
                            <a:srgbClr val="FFFFFF"/>
                          </a:solidFill>
                          <a:latin typeface="Constantia"/>
                          <a:cs typeface="Constantia"/>
                        </a:rPr>
                        <a:t>Life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2540" algn="ctr">
                        <a:lnSpc>
                          <a:spcPct val="100000"/>
                        </a:lnSpc>
                        <a:spcBef>
                          <a:spcPts val="245"/>
                        </a:spcBef>
                      </a:pPr>
                      <a:r>
                        <a:rPr sz="1800" b="1" spc="-25" dirty="0">
                          <a:solidFill>
                            <a:srgbClr val="FFFFFF"/>
                          </a:solidFill>
                          <a:latin typeface="Constantia"/>
                          <a:cs typeface="Constantia"/>
                        </a:rPr>
                        <a:t>Is</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3810" algn="ctr">
                        <a:lnSpc>
                          <a:spcPct val="100000"/>
                        </a:lnSpc>
                        <a:spcBef>
                          <a:spcPts val="245"/>
                        </a:spcBef>
                      </a:pPr>
                      <a:r>
                        <a:rPr sz="1800" b="1" spc="-50" dirty="0">
                          <a:solidFill>
                            <a:srgbClr val="FFFFFF"/>
                          </a:solidFill>
                          <a:latin typeface="Constantia"/>
                          <a:cs typeface="Constantia"/>
                        </a:rPr>
                        <a:t>A</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905" algn="ctr">
                        <a:lnSpc>
                          <a:spcPct val="100000"/>
                        </a:lnSpc>
                        <a:spcBef>
                          <a:spcPts val="245"/>
                        </a:spcBef>
                      </a:pPr>
                      <a:r>
                        <a:rPr sz="1800" b="1" spc="-10" dirty="0">
                          <a:solidFill>
                            <a:srgbClr val="FFFFFF"/>
                          </a:solidFill>
                          <a:latin typeface="Constantia"/>
                          <a:cs typeface="Constantia"/>
                        </a:rPr>
                        <a:t>Everlasting</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10" dirty="0">
                          <a:solidFill>
                            <a:srgbClr val="FFFFFF"/>
                          </a:solidFill>
                          <a:latin typeface="Constantia"/>
                          <a:cs typeface="Constantia"/>
                        </a:rPr>
                        <a:t>learning</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205">
                <a:tc>
                  <a:txBody>
                    <a:bodyPr/>
                    <a:lstStyle/>
                    <a:p>
                      <a:pPr algn="ctr">
                        <a:lnSpc>
                          <a:spcPct val="100000"/>
                        </a:lnSpc>
                        <a:spcBef>
                          <a:spcPts val="245"/>
                        </a:spcBef>
                      </a:pPr>
                      <a:r>
                        <a:rPr sz="1800" spc="-10" dirty="0">
                          <a:latin typeface="Constantia"/>
                          <a:cs typeface="Constantia"/>
                        </a:rPr>
                        <a:t>Frequency</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270" algn="ctr">
                        <a:lnSpc>
                          <a:spcPct val="100000"/>
                        </a:lnSpc>
                        <a:spcBef>
                          <a:spcPts val="245"/>
                        </a:spcBef>
                      </a:pPr>
                      <a:r>
                        <a:rPr sz="1800" spc="-50" dirty="0">
                          <a:latin typeface="Constantia"/>
                          <a:cs typeface="Constantia"/>
                        </a:rPr>
                        <a:t>1</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50" dirty="0">
                          <a:latin typeface="Constantia"/>
                          <a:cs typeface="Constantia"/>
                        </a:rPr>
                        <a:t>2</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50" dirty="0">
                          <a:latin typeface="Constantia"/>
                          <a:cs typeface="Constantia"/>
                        </a:rPr>
                        <a:t>2</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45"/>
                        </a:spcBef>
                      </a:pPr>
                      <a:r>
                        <a:rPr sz="1800" spc="-50" dirty="0">
                          <a:latin typeface="Constantia"/>
                          <a:cs typeface="Constantia"/>
                        </a:rPr>
                        <a:t>1</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45"/>
                        </a:spcBef>
                      </a:pPr>
                      <a:r>
                        <a:rPr sz="1800" spc="-50" dirty="0">
                          <a:latin typeface="Constantia"/>
                          <a:cs typeface="Constantia"/>
                        </a:rPr>
                        <a:t>1</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245"/>
                        </a:spcBef>
                      </a:pPr>
                      <a:r>
                        <a:rPr sz="1800" spc="-50" dirty="0">
                          <a:latin typeface="Constantia"/>
                          <a:cs typeface="Constantia"/>
                        </a:rPr>
                        <a:t>1</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3175" algn="ctr">
                        <a:lnSpc>
                          <a:spcPct val="100000"/>
                        </a:lnSpc>
                        <a:spcBef>
                          <a:spcPts val="245"/>
                        </a:spcBef>
                      </a:pPr>
                      <a:r>
                        <a:rPr sz="1800" spc="-50" dirty="0">
                          <a:latin typeface="Constantia"/>
                          <a:cs typeface="Constantia"/>
                        </a:rPr>
                        <a:t>1</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270" algn="ctr">
                        <a:lnSpc>
                          <a:spcPct val="100000"/>
                        </a:lnSpc>
                        <a:spcBef>
                          <a:spcPts val="245"/>
                        </a:spcBef>
                      </a:pPr>
                      <a:r>
                        <a:rPr sz="1800" spc="-50" dirty="0">
                          <a:latin typeface="Constantia"/>
                          <a:cs typeface="Constantia"/>
                        </a:rPr>
                        <a:t>1</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bl>
          </a:graphicData>
        </a:graphic>
      </p:graphicFrame>
      <p:graphicFrame>
        <p:nvGraphicFramePr>
          <p:cNvPr id="7" name="object 7"/>
          <p:cNvGraphicFramePr>
            <a:graphicFrameLocks noGrp="1"/>
          </p:cNvGraphicFramePr>
          <p:nvPr/>
        </p:nvGraphicFramePr>
        <p:xfrm>
          <a:off x="908050" y="4919598"/>
          <a:ext cx="10439399" cy="825499"/>
        </p:xfrm>
        <a:graphic>
          <a:graphicData uri="http://schemas.openxmlformats.org/drawingml/2006/table">
            <a:tbl>
              <a:tblPr firstRow="1" bandRow="1">
                <a:tableStyleId>{2D5ABB26-0587-4C30-8999-92F81FD0307C}</a:tableStyleId>
              </a:tblPr>
              <a:tblGrid>
                <a:gridCol w="1757680">
                  <a:extLst>
                    <a:ext uri="{9D8B030D-6E8A-4147-A177-3AD203B41FA5}">
                      <a16:colId xmlns:a16="http://schemas.microsoft.com/office/drawing/2014/main" val="20000"/>
                    </a:ext>
                  </a:extLst>
                </a:gridCol>
                <a:gridCol w="852169">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304925">
                  <a:extLst>
                    <a:ext uri="{9D8B030D-6E8A-4147-A177-3AD203B41FA5}">
                      <a16:colId xmlns:a16="http://schemas.microsoft.com/office/drawing/2014/main" val="20004"/>
                    </a:ext>
                  </a:extLst>
                </a:gridCol>
                <a:gridCol w="958850">
                  <a:extLst>
                    <a:ext uri="{9D8B030D-6E8A-4147-A177-3AD203B41FA5}">
                      <a16:colId xmlns:a16="http://schemas.microsoft.com/office/drawing/2014/main" val="20005"/>
                    </a:ext>
                  </a:extLst>
                </a:gridCol>
                <a:gridCol w="1651000">
                  <a:extLst>
                    <a:ext uri="{9D8B030D-6E8A-4147-A177-3AD203B41FA5}">
                      <a16:colId xmlns:a16="http://schemas.microsoft.com/office/drawing/2014/main" val="20006"/>
                    </a:ext>
                  </a:extLst>
                </a:gridCol>
                <a:gridCol w="1304925">
                  <a:extLst>
                    <a:ext uri="{9D8B030D-6E8A-4147-A177-3AD203B41FA5}">
                      <a16:colId xmlns:a16="http://schemas.microsoft.com/office/drawing/2014/main" val="20007"/>
                    </a:ext>
                  </a:extLst>
                </a:gridCol>
              </a:tblGrid>
              <a:tr h="454659">
                <a:tc>
                  <a:txBody>
                    <a:bodyPr/>
                    <a:lstStyle/>
                    <a:p>
                      <a:pPr algn="ctr">
                        <a:lnSpc>
                          <a:spcPct val="100000"/>
                        </a:lnSpc>
                        <a:spcBef>
                          <a:spcPts val="250"/>
                        </a:spcBef>
                      </a:pPr>
                      <a:r>
                        <a:rPr sz="1800" b="1" spc="-10" dirty="0">
                          <a:solidFill>
                            <a:srgbClr val="FFFFFF"/>
                          </a:solidFill>
                          <a:latin typeface="Constantia"/>
                          <a:cs typeface="Constantia"/>
                        </a:rPr>
                        <a:t>Term/Word</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50"/>
                        </a:spcBef>
                      </a:pPr>
                      <a:r>
                        <a:rPr sz="1800" b="1" spc="-25" dirty="0">
                          <a:solidFill>
                            <a:srgbClr val="FFFFFF"/>
                          </a:solidFill>
                          <a:latin typeface="Constantia"/>
                          <a:cs typeface="Constantia"/>
                        </a:rPr>
                        <a:t>The</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50"/>
                        </a:spcBef>
                      </a:pPr>
                      <a:r>
                        <a:rPr sz="1800" b="1" spc="-10" dirty="0">
                          <a:solidFill>
                            <a:srgbClr val="FFFFFF"/>
                          </a:solidFill>
                          <a:latin typeface="Constantia"/>
                          <a:cs typeface="Constantia"/>
                        </a:rPr>
                        <a:t>unexamined</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35" algn="ctr">
                        <a:lnSpc>
                          <a:spcPct val="100000"/>
                        </a:lnSpc>
                        <a:spcBef>
                          <a:spcPts val="250"/>
                        </a:spcBef>
                      </a:pPr>
                      <a:r>
                        <a:rPr sz="1800" b="1" spc="-20" dirty="0">
                          <a:solidFill>
                            <a:srgbClr val="FFFFFF"/>
                          </a:solidFill>
                          <a:latin typeface="Constantia"/>
                          <a:cs typeface="Constantia"/>
                        </a:rPr>
                        <a:t>Life</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50"/>
                        </a:spcBef>
                      </a:pPr>
                      <a:r>
                        <a:rPr sz="1800" b="1" spc="-25" dirty="0">
                          <a:solidFill>
                            <a:srgbClr val="FFFFFF"/>
                          </a:solidFill>
                          <a:latin typeface="Constantia"/>
                          <a:cs typeface="Constantia"/>
                        </a:rPr>
                        <a:t>Is</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8255" algn="ctr">
                        <a:lnSpc>
                          <a:spcPct val="100000"/>
                        </a:lnSpc>
                        <a:spcBef>
                          <a:spcPts val="250"/>
                        </a:spcBef>
                      </a:pPr>
                      <a:r>
                        <a:rPr sz="1800" b="1" spc="-25" dirty="0">
                          <a:solidFill>
                            <a:srgbClr val="FFFFFF"/>
                          </a:solidFill>
                          <a:latin typeface="Constantia"/>
                          <a:cs typeface="Constantia"/>
                        </a:rPr>
                        <a:t>not</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2540" algn="ctr">
                        <a:lnSpc>
                          <a:spcPct val="100000"/>
                        </a:lnSpc>
                        <a:spcBef>
                          <a:spcPts val="250"/>
                        </a:spcBef>
                      </a:pPr>
                      <a:r>
                        <a:rPr sz="1800" b="1" spc="-10" dirty="0">
                          <a:solidFill>
                            <a:srgbClr val="FFFFFF"/>
                          </a:solidFill>
                          <a:latin typeface="Constantia"/>
                          <a:cs typeface="Constantia"/>
                        </a:rPr>
                        <a:t>Worth</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35" algn="ctr">
                        <a:lnSpc>
                          <a:spcPct val="100000"/>
                        </a:lnSpc>
                        <a:spcBef>
                          <a:spcPts val="250"/>
                        </a:spcBef>
                      </a:pPr>
                      <a:r>
                        <a:rPr sz="1800" b="1" spc="-10" dirty="0">
                          <a:solidFill>
                            <a:srgbClr val="FFFFFF"/>
                          </a:solidFill>
                          <a:latin typeface="Constantia"/>
                          <a:cs typeface="Constantia"/>
                        </a:rPr>
                        <a:t>Living</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840">
                <a:tc>
                  <a:txBody>
                    <a:bodyPr/>
                    <a:lstStyle/>
                    <a:p>
                      <a:pPr algn="ctr">
                        <a:lnSpc>
                          <a:spcPct val="100000"/>
                        </a:lnSpc>
                        <a:spcBef>
                          <a:spcPts val="250"/>
                        </a:spcBef>
                      </a:pPr>
                      <a:r>
                        <a:rPr sz="1800" spc="-10" dirty="0">
                          <a:latin typeface="Constantia"/>
                          <a:cs typeface="Constantia"/>
                        </a:rPr>
                        <a:t>Frequency</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270"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2540"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bl>
          </a:graphicData>
        </a:graphic>
      </p:graphicFrame>
      <p:graphicFrame>
        <p:nvGraphicFramePr>
          <p:cNvPr id="8" name="object 8"/>
          <p:cNvGraphicFramePr>
            <a:graphicFrameLocks noGrp="1"/>
          </p:cNvGraphicFramePr>
          <p:nvPr/>
        </p:nvGraphicFramePr>
        <p:xfrm>
          <a:off x="908050" y="5885434"/>
          <a:ext cx="5410200" cy="75184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tblGrid>
              <a:tr h="381000">
                <a:tc>
                  <a:txBody>
                    <a:bodyPr/>
                    <a:lstStyle/>
                    <a:p>
                      <a:pPr algn="ctr">
                        <a:lnSpc>
                          <a:spcPct val="100000"/>
                        </a:lnSpc>
                        <a:spcBef>
                          <a:spcPts val="250"/>
                        </a:spcBef>
                      </a:pPr>
                      <a:r>
                        <a:rPr sz="1800" b="1" spc="-10" dirty="0">
                          <a:solidFill>
                            <a:srgbClr val="FFFFFF"/>
                          </a:solidFill>
                          <a:latin typeface="Constantia"/>
                          <a:cs typeface="Constantia"/>
                        </a:rPr>
                        <a:t>Term/Word</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985" algn="ctr">
                        <a:lnSpc>
                          <a:spcPct val="100000"/>
                        </a:lnSpc>
                        <a:spcBef>
                          <a:spcPts val="250"/>
                        </a:spcBef>
                      </a:pPr>
                      <a:r>
                        <a:rPr sz="1800" b="1" spc="-10" dirty="0">
                          <a:solidFill>
                            <a:srgbClr val="FFFFFF"/>
                          </a:solidFill>
                          <a:latin typeface="Constantia"/>
                          <a:cs typeface="Constantia"/>
                        </a:rPr>
                        <a:t>Never</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270" algn="ctr">
                        <a:lnSpc>
                          <a:spcPct val="100000"/>
                        </a:lnSpc>
                        <a:spcBef>
                          <a:spcPts val="250"/>
                        </a:spcBef>
                      </a:pPr>
                      <a:r>
                        <a:rPr sz="1800" b="1" spc="-20" dirty="0">
                          <a:solidFill>
                            <a:srgbClr val="FFFFFF"/>
                          </a:solidFill>
                          <a:latin typeface="Constantia"/>
                          <a:cs typeface="Constantia"/>
                        </a:rPr>
                        <a:t>Stop</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50"/>
                        </a:spcBef>
                      </a:pPr>
                      <a:r>
                        <a:rPr sz="1800" b="1" spc="-10" dirty="0">
                          <a:solidFill>
                            <a:srgbClr val="FFFFFF"/>
                          </a:solidFill>
                          <a:latin typeface="Constantia"/>
                          <a:cs typeface="Constantia"/>
                        </a:rPr>
                        <a:t>learning</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840">
                <a:tc>
                  <a:txBody>
                    <a:bodyPr/>
                    <a:lstStyle/>
                    <a:p>
                      <a:pPr algn="ctr">
                        <a:lnSpc>
                          <a:spcPct val="100000"/>
                        </a:lnSpc>
                        <a:spcBef>
                          <a:spcPts val="250"/>
                        </a:spcBef>
                      </a:pPr>
                      <a:r>
                        <a:rPr sz="1800" spc="-10" dirty="0">
                          <a:latin typeface="Constantia"/>
                          <a:cs typeface="Constantia"/>
                        </a:rPr>
                        <a:t>Frequency</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50"/>
                        </a:spcBef>
                      </a:pPr>
                      <a:r>
                        <a:rPr sz="1800" spc="-50" dirty="0">
                          <a:latin typeface="Constantia"/>
                          <a:cs typeface="Constantia"/>
                        </a:rPr>
                        <a:t>1</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bl>
          </a:graphicData>
        </a:graphic>
      </p:graphicFrame>
      <p:grpSp>
        <p:nvGrpSpPr>
          <p:cNvPr id="9" name="object 9"/>
          <p:cNvGrpSpPr/>
          <p:nvPr/>
        </p:nvGrpSpPr>
        <p:grpSpPr>
          <a:xfrm>
            <a:off x="383133" y="4182490"/>
            <a:ext cx="326390" cy="541655"/>
            <a:chOff x="383133" y="4182490"/>
            <a:chExt cx="326390" cy="541655"/>
          </a:xfrm>
        </p:grpSpPr>
        <p:pic>
          <p:nvPicPr>
            <p:cNvPr id="10" name="object 10"/>
            <p:cNvPicPr/>
            <p:nvPr/>
          </p:nvPicPr>
          <p:blipFill>
            <a:blip r:embed="rId2" cstate="print"/>
            <a:stretch>
              <a:fillRect/>
            </a:stretch>
          </p:blipFill>
          <p:spPr>
            <a:xfrm>
              <a:off x="383133" y="4182490"/>
              <a:ext cx="326136" cy="266700"/>
            </a:xfrm>
            <a:prstGeom prst="rect">
              <a:avLst/>
            </a:prstGeom>
          </p:spPr>
        </p:pic>
        <p:pic>
          <p:nvPicPr>
            <p:cNvPr id="11" name="object 11"/>
            <p:cNvPicPr/>
            <p:nvPr/>
          </p:nvPicPr>
          <p:blipFill>
            <a:blip r:embed="rId3" cstate="print"/>
            <a:stretch>
              <a:fillRect/>
            </a:stretch>
          </p:blipFill>
          <p:spPr>
            <a:xfrm>
              <a:off x="383133" y="4456760"/>
              <a:ext cx="286511" cy="267004"/>
            </a:xfrm>
            <a:prstGeom prst="rect">
              <a:avLst/>
            </a:prstGeom>
          </p:spPr>
        </p:pic>
      </p:grpSp>
      <p:grpSp>
        <p:nvGrpSpPr>
          <p:cNvPr id="12" name="object 12"/>
          <p:cNvGrpSpPr/>
          <p:nvPr/>
        </p:nvGrpSpPr>
        <p:grpSpPr>
          <a:xfrm>
            <a:off x="415442" y="5082285"/>
            <a:ext cx="326390" cy="541020"/>
            <a:chOff x="415442" y="5082285"/>
            <a:chExt cx="326390" cy="541020"/>
          </a:xfrm>
        </p:grpSpPr>
        <p:pic>
          <p:nvPicPr>
            <p:cNvPr id="13" name="object 13"/>
            <p:cNvPicPr/>
            <p:nvPr/>
          </p:nvPicPr>
          <p:blipFill>
            <a:blip r:embed="rId2" cstate="print"/>
            <a:stretch>
              <a:fillRect/>
            </a:stretch>
          </p:blipFill>
          <p:spPr>
            <a:xfrm>
              <a:off x="415442" y="5082285"/>
              <a:ext cx="326136" cy="266700"/>
            </a:xfrm>
            <a:prstGeom prst="rect">
              <a:avLst/>
            </a:prstGeom>
          </p:spPr>
        </p:pic>
        <p:pic>
          <p:nvPicPr>
            <p:cNvPr id="14" name="object 14"/>
            <p:cNvPicPr/>
            <p:nvPr/>
          </p:nvPicPr>
          <p:blipFill>
            <a:blip r:embed="rId4" cstate="print"/>
            <a:stretch>
              <a:fillRect/>
            </a:stretch>
          </p:blipFill>
          <p:spPr>
            <a:xfrm>
              <a:off x="415442" y="5356555"/>
              <a:ext cx="286512" cy="266700"/>
            </a:xfrm>
            <a:prstGeom prst="rect">
              <a:avLst/>
            </a:prstGeom>
          </p:spPr>
        </p:pic>
      </p:grpSp>
      <p:grpSp>
        <p:nvGrpSpPr>
          <p:cNvPr id="15" name="object 15"/>
          <p:cNvGrpSpPr/>
          <p:nvPr/>
        </p:nvGrpSpPr>
        <p:grpSpPr>
          <a:xfrm>
            <a:off x="429463" y="6106972"/>
            <a:ext cx="326390" cy="541655"/>
            <a:chOff x="429463" y="6106972"/>
            <a:chExt cx="326390" cy="541655"/>
          </a:xfrm>
        </p:grpSpPr>
        <p:pic>
          <p:nvPicPr>
            <p:cNvPr id="16" name="object 16"/>
            <p:cNvPicPr/>
            <p:nvPr/>
          </p:nvPicPr>
          <p:blipFill>
            <a:blip r:embed="rId2" cstate="print"/>
            <a:stretch>
              <a:fillRect/>
            </a:stretch>
          </p:blipFill>
          <p:spPr>
            <a:xfrm>
              <a:off x="429463" y="6106972"/>
              <a:ext cx="326136" cy="267004"/>
            </a:xfrm>
            <a:prstGeom prst="rect">
              <a:avLst/>
            </a:prstGeom>
          </p:spPr>
        </p:pic>
        <p:pic>
          <p:nvPicPr>
            <p:cNvPr id="17" name="object 17"/>
            <p:cNvPicPr/>
            <p:nvPr/>
          </p:nvPicPr>
          <p:blipFill>
            <a:blip r:embed="rId5" cstate="print"/>
            <a:stretch>
              <a:fillRect/>
            </a:stretch>
          </p:blipFill>
          <p:spPr>
            <a:xfrm>
              <a:off x="429463" y="6381902"/>
              <a:ext cx="286512" cy="266700"/>
            </a:xfrm>
            <a:prstGeom prst="rect">
              <a:avLst/>
            </a:prstGeom>
          </p:spPr>
        </p:pic>
      </p:grpSp>
      <p:sp>
        <p:nvSpPr>
          <p:cNvPr id="18" name="object 18"/>
          <p:cNvSpPr txBox="1"/>
          <p:nvPr/>
        </p:nvSpPr>
        <p:spPr>
          <a:xfrm>
            <a:off x="885444" y="3296411"/>
            <a:ext cx="3706495" cy="462280"/>
          </a:xfrm>
          <a:prstGeom prst="rect">
            <a:avLst/>
          </a:prstGeom>
          <a:solidFill>
            <a:srgbClr val="D6E1DC"/>
          </a:solidFill>
          <a:ln w="9525">
            <a:solidFill>
              <a:srgbClr val="86A895"/>
            </a:solidFill>
          </a:ln>
        </p:spPr>
        <p:txBody>
          <a:bodyPr vert="horz" wrap="square" lIns="0" tIns="40005" rIns="0" bIns="0" rtlCol="0">
            <a:spAutoFit/>
          </a:bodyPr>
          <a:lstStyle/>
          <a:p>
            <a:pPr marL="319405" indent="-227965">
              <a:lnSpc>
                <a:spcPct val="100000"/>
              </a:lnSpc>
              <a:spcBef>
                <a:spcPts val="315"/>
              </a:spcBef>
              <a:buClr>
                <a:srgbClr val="006F57"/>
              </a:buClr>
              <a:buSzPct val="75000"/>
              <a:buFont typeface="Wingdings"/>
              <a:buChar char=""/>
              <a:tabLst>
                <a:tab pos="319405" algn="l"/>
              </a:tabLst>
            </a:pPr>
            <a:r>
              <a:rPr sz="2400" spc="125" dirty="0">
                <a:solidFill>
                  <a:srgbClr val="252525"/>
                </a:solidFill>
                <a:latin typeface="Cambria"/>
                <a:cs typeface="Cambria"/>
              </a:rPr>
              <a:t>Steps</a:t>
            </a:r>
            <a:r>
              <a:rPr sz="2400" spc="235" dirty="0">
                <a:solidFill>
                  <a:srgbClr val="252525"/>
                </a:solidFill>
                <a:latin typeface="Cambria"/>
                <a:cs typeface="Cambria"/>
              </a:rPr>
              <a:t> </a:t>
            </a:r>
            <a:r>
              <a:rPr sz="2400" spc="145" dirty="0">
                <a:solidFill>
                  <a:srgbClr val="252525"/>
                </a:solidFill>
                <a:latin typeface="Cambria"/>
                <a:cs typeface="Cambria"/>
              </a:rPr>
              <a:t>for</a:t>
            </a:r>
            <a:r>
              <a:rPr sz="2400" spc="220" dirty="0">
                <a:solidFill>
                  <a:srgbClr val="252525"/>
                </a:solidFill>
                <a:latin typeface="Cambria"/>
                <a:cs typeface="Cambria"/>
              </a:rPr>
              <a:t> </a:t>
            </a:r>
            <a:r>
              <a:rPr sz="2400" spc="50" dirty="0">
                <a:solidFill>
                  <a:srgbClr val="252525"/>
                </a:solidFill>
                <a:latin typeface="Cambria"/>
                <a:cs typeface="Cambria"/>
              </a:rPr>
              <a:t>TF-</a:t>
            </a:r>
            <a:r>
              <a:rPr sz="2400" spc="55" dirty="0">
                <a:solidFill>
                  <a:srgbClr val="252525"/>
                </a:solidFill>
                <a:latin typeface="Cambria"/>
                <a:cs typeface="Cambria"/>
              </a:rPr>
              <a:t>IDF</a:t>
            </a:r>
            <a:endParaRPr sz="2400">
              <a:latin typeface="Cambria"/>
              <a:cs typeface="Cambria"/>
            </a:endParaRPr>
          </a:p>
        </p:txBody>
      </p:sp>
      <p:sp>
        <p:nvSpPr>
          <p:cNvPr id="19" name="object 19"/>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689" y="116840"/>
            <a:ext cx="9194800" cy="574040"/>
          </a:xfrm>
          <a:prstGeom prst="rect">
            <a:avLst/>
          </a:prstGeom>
        </p:spPr>
        <p:txBody>
          <a:bodyPr vert="horz" wrap="square" lIns="0" tIns="12700" rIns="0" bIns="0" rtlCol="0">
            <a:spAutoFit/>
          </a:bodyPr>
          <a:lstStyle/>
          <a:p>
            <a:pPr marL="38100">
              <a:lnSpc>
                <a:spcPct val="100000"/>
              </a:lnSpc>
              <a:spcBef>
                <a:spcPts val="100"/>
              </a:spcBef>
            </a:pPr>
            <a:r>
              <a:rPr sz="5400" baseline="-10802" dirty="0">
                <a:solidFill>
                  <a:srgbClr val="075A74"/>
                </a:solidFill>
                <a:latin typeface="Arial Black"/>
                <a:cs typeface="Arial Black"/>
              </a:rPr>
              <a:t>+</a:t>
            </a:r>
            <a:r>
              <a:rPr sz="5400" spc="-315" baseline="-10802" dirty="0">
                <a:solidFill>
                  <a:srgbClr val="075A74"/>
                </a:solidFill>
                <a:latin typeface="Arial Black"/>
                <a:cs typeface="Arial Black"/>
              </a:rPr>
              <a:t> </a:t>
            </a:r>
            <a:r>
              <a:rPr sz="2400" spc="140" dirty="0"/>
              <a:t>Term</a:t>
            </a:r>
            <a:r>
              <a:rPr sz="2400" spc="204" dirty="0"/>
              <a:t> </a:t>
            </a:r>
            <a:r>
              <a:rPr sz="2400" spc="114" dirty="0"/>
              <a:t>Frequency</a:t>
            </a:r>
            <a:r>
              <a:rPr sz="2400" spc="195" dirty="0"/>
              <a:t> </a:t>
            </a:r>
            <a:r>
              <a:rPr sz="2400" spc="165" dirty="0"/>
              <a:t>and</a:t>
            </a:r>
            <a:r>
              <a:rPr sz="2400" spc="195" dirty="0"/>
              <a:t> </a:t>
            </a:r>
            <a:r>
              <a:rPr sz="2400" spc="90" dirty="0"/>
              <a:t>Inverse</a:t>
            </a:r>
            <a:r>
              <a:rPr sz="2400" spc="235" dirty="0"/>
              <a:t> </a:t>
            </a:r>
            <a:r>
              <a:rPr sz="2400" spc="170" dirty="0"/>
              <a:t>Document</a:t>
            </a:r>
            <a:r>
              <a:rPr sz="2400" spc="245" dirty="0"/>
              <a:t> </a:t>
            </a:r>
            <a:r>
              <a:rPr sz="2400" spc="114" dirty="0"/>
              <a:t>Frequency</a:t>
            </a:r>
            <a:r>
              <a:rPr sz="2400" spc="204" dirty="0"/>
              <a:t> </a:t>
            </a:r>
            <a:r>
              <a:rPr sz="2400" spc="-10" dirty="0"/>
              <a:t>(TF-</a:t>
            </a:r>
            <a:r>
              <a:rPr sz="2400" spc="-20" dirty="0"/>
              <a:t>IDF)</a:t>
            </a:r>
            <a:endParaRPr sz="24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94410" y="1393647"/>
            <a:ext cx="4577715" cy="331470"/>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spc="120" dirty="0">
                <a:solidFill>
                  <a:srgbClr val="252525"/>
                </a:solidFill>
                <a:latin typeface="Cambria"/>
                <a:cs typeface="Cambria"/>
              </a:rPr>
              <a:t>Normalize</a:t>
            </a:r>
            <a:r>
              <a:rPr sz="2000" spc="170" dirty="0">
                <a:solidFill>
                  <a:srgbClr val="252525"/>
                </a:solidFill>
                <a:latin typeface="Cambria"/>
                <a:cs typeface="Cambria"/>
              </a:rPr>
              <a:t> </a:t>
            </a:r>
            <a:r>
              <a:rPr sz="2000" spc="70" dirty="0">
                <a:solidFill>
                  <a:srgbClr val="252525"/>
                </a:solidFill>
                <a:latin typeface="Cambria"/>
                <a:cs typeface="Cambria"/>
              </a:rPr>
              <a:t>TF</a:t>
            </a:r>
            <a:r>
              <a:rPr sz="2000" spc="195" dirty="0">
                <a:solidFill>
                  <a:srgbClr val="252525"/>
                </a:solidFill>
                <a:latin typeface="Cambria"/>
                <a:cs typeface="Cambria"/>
              </a:rPr>
              <a:t> </a:t>
            </a:r>
            <a:r>
              <a:rPr sz="2000" spc="125" dirty="0">
                <a:solidFill>
                  <a:srgbClr val="252525"/>
                </a:solidFill>
                <a:latin typeface="Cambria"/>
                <a:cs typeface="Cambria"/>
              </a:rPr>
              <a:t>for</a:t>
            </a:r>
            <a:r>
              <a:rPr sz="2000" spc="175" dirty="0">
                <a:solidFill>
                  <a:srgbClr val="252525"/>
                </a:solidFill>
                <a:latin typeface="Cambria"/>
                <a:cs typeface="Cambria"/>
              </a:rPr>
              <a:t> </a:t>
            </a:r>
            <a:r>
              <a:rPr sz="2000" spc="110" dirty="0">
                <a:solidFill>
                  <a:srgbClr val="252525"/>
                </a:solidFill>
                <a:latin typeface="Cambria"/>
                <a:cs typeface="Cambria"/>
              </a:rPr>
              <a:t>T1,</a:t>
            </a:r>
            <a:r>
              <a:rPr sz="2000" spc="175" dirty="0">
                <a:solidFill>
                  <a:srgbClr val="252525"/>
                </a:solidFill>
                <a:latin typeface="Cambria"/>
                <a:cs typeface="Cambria"/>
              </a:rPr>
              <a:t> </a:t>
            </a:r>
            <a:r>
              <a:rPr sz="2000" spc="110" dirty="0">
                <a:solidFill>
                  <a:srgbClr val="252525"/>
                </a:solidFill>
                <a:latin typeface="Cambria"/>
                <a:cs typeface="Cambria"/>
              </a:rPr>
              <a:t>T2,</a:t>
            </a:r>
            <a:r>
              <a:rPr sz="2000" spc="165" dirty="0">
                <a:solidFill>
                  <a:srgbClr val="252525"/>
                </a:solidFill>
                <a:latin typeface="Cambria"/>
                <a:cs typeface="Cambria"/>
              </a:rPr>
              <a:t> </a:t>
            </a:r>
            <a:r>
              <a:rPr sz="2000" spc="135" dirty="0">
                <a:solidFill>
                  <a:srgbClr val="252525"/>
                </a:solidFill>
                <a:latin typeface="Cambria"/>
                <a:cs typeface="Cambria"/>
              </a:rPr>
              <a:t>and</a:t>
            </a:r>
            <a:r>
              <a:rPr sz="2000" spc="170" dirty="0">
                <a:solidFill>
                  <a:srgbClr val="252525"/>
                </a:solidFill>
                <a:latin typeface="Cambria"/>
                <a:cs typeface="Cambria"/>
              </a:rPr>
              <a:t> </a:t>
            </a:r>
            <a:r>
              <a:rPr sz="2000" spc="110" dirty="0">
                <a:solidFill>
                  <a:srgbClr val="252525"/>
                </a:solidFill>
                <a:latin typeface="Cambria"/>
                <a:cs typeface="Cambria"/>
              </a:rPr>
              <a:t>T3</a:t>
            </a:r>
            <a:r>
              <a:rPr sz="2000" spc="165" dirty="0">
                <a:solidFill>
                  <a:srgbClr val="252525"/>
                </a:solidFill>
                <a:latin typeface="Cambria"/>
                <a:cs typeface="Cambria"/>
              </a:rPr>
              <a:t> </a:t>
            </a:r>
            <a:r>
              <a:rPr sz="2000" spc="100" dirty="0">
                <a:solidFill>
                  <a:srgbClr val="252525"/>
                </a:solidFill>
                <a:latin typeface="Cambria"/>
                <a:cs typeface="Cambria"/>
              </a:rPr>
              <a:t>as</a:t>
            </a:r>
            <a:endParaRPr sz="2000">
              <a:latin typeface="Cambria"/>
              <a:cs typeface="Cambria"/>
            </a:endParaRPr>
          </a:p>
        </p:txBody>
      </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5" name="object 5"/>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45</a:t>
            </a:r>
            <a:endParaRPr sz="1400">
              <a:latin typeface="Cambria"/>
              <a:cs typeface="Cambria"/>
            </a:endParaRPr>
          </a:p>
        </p:txBody>
      </p:sp>
      <p:graphicFrame>
        <p:nvGraphicFramePr>
          <p:cNvPr id="6" name="object 6"/>
          <p:cNvGraphicFramePr>
            <a:graphicFrameLocks noGrp="1"/>
          </p:cNvGraphicFramePr>
          <p:nvPr/>
        </p:nvGraphicFramePr>
        <p:xfrm>
          <a:off x="488950" y="2139823"/>
          <a:ext cx="11201400" cy="74041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574800">
                  <a:extLst>
                    <a:ext uri="{9D8B030D-6E8A-4147-A177-3AD203B41FA5}">
                      <a16:colId xmlns:a16="http://schemas.microsoft.com/office/drawing/2014/main" val="20007"/>
                    </a:ext>
                  </a:extLst>
                </a:gridCol>
                <a:gridCol w="1244600">
                  <a:extLst>
                    <a:ext uri="{9D8B030D-6E8A-4147-A177-3AD203B41FA5}">
                      <a16:colId xmlns:a16="http://schemas.microsoft.com/office/drawing/2014/main" val="20008"/>
                    </a:ext>
                  </a:extLst>
                </a:gridCol>
              </a:tblGrid>
              <a:tr h="370205">
                <a:tc>
                  <a:txBody>
                    <a:bodyPr/>
                    <a:lstStyle/>
                    <a:p>
                      <a:pPr algn="ctr">
                        <a:lnSpc>
                          <a:spcPct val="100000"/>
                        </a:lnSpc>
                        <a:spcBef>
                          <a:spcPts val="240"/>
                        </a:spcBef>
                      </a:pPr>
                      <a:r>
                        <a:rPr sz="1800" b="1" spc="-10" dirty="0">
                          <a:solidFill>
                            <a:srgbClr val="FFFFFF"/>
                          </a:solidFill>
                          <a:latin typeface="Constantia"/>
                          <a:cs typeface="Constantia"/>
                        </a:rPr>
                        <a:t>Term/Word</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0"/>
                        </a:spcBef>
                      </a:pPr>
                      <a:r>
                        <a:rPr sz="1800" b="1" spc="-25" dirty="0">
                          <a:solidFill>
                            <a:srgbClr val="FFFFFF"/>
                          </a:solidFill>
                          <a:latin typeface="Constantia"/>
                          <a:cs typeface="Constantia"/>
                        </a:rPr>
                        <a:t>The</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0"/>
                        </a:spcBef>
                      </a:pPr>
                      <a:r>
                        <a:rPr sz="1800" b="1" spc="-20" dirty="0">
                          <a:solidFill>
                            <a:srgbClr val="FFFFFF"/>
                          </a:solidFill>
                          <a:latin typeface="Constantia"/>
                          <a:cs typeface="Constantia"/>
                        </a:rPr>
                        <a:t>Game</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0"/>
                        </a:spcBef>
                      </a:pPr>
                      <a:r>
                        <a:rPr sz="1800" b="1" spc="-25" dirty="0">
                          <a:solidFill>
                            <a:srgbClr val="FFFFFF"/>
                          </a:solidFill>
                          <a:latin typeface="Constantia"/>
                          <a:cs typeface="Constantia"/>
                        </a:rPr>
                        <a:t>Of</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35" algn="ctr">
                        <a:lnSpc>
                          <a:spcPct val="100000"/>
                        </a:lnSpc>
                        <a:spcBef>
                          <a:spcPts val="240"/>
                        </a:spcBef>
                      </a:pPr>
                      <a:r>
                        <a:rPr sz="1800" b="1" spc="-20" dirty="0">
                          <a:solidFill>
                            <a:srgbClr val="FFFFFF"/>
                          </a:solidFill>
                          <a:latin typeface="Constantia"/>
                          <a:cs typeface="Constantia"/>
                        </a:rPr>
                        <a:t>Life</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905" algn="ctr">
                        <a:lnSpc>
                          <a:spcPct val="100000"/>
                        </a:lnSpc>
                        <a:spcBef>
                          <a:spcPts val="240"/>
                        </a:spcBef>
                      </a:pPr>
                      <a:r>
                        <a:rPr sz="1800" b="1" spc="-25" dirty="0">
                          <a:solidFill>
                            <a:srgbClr val="FFFFFF"/>
                          </a:solidFill>
                          <a:latin typeface="Constantia"/>
                          <a:cs typeface="Constantia"/>
                        </a:rPr>
                        <a:t>Is</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3810" algn="ctr">
                        <a:lnSpc>
                          <a:spcPct val="100000"/>
                        </a:lnSpc>
                        <a:spcBef>
                          <a:spcPts val="240"/>
                        </a:spcBef>
                      </a:pPr>
                      <a:r>
                        <a:rPr sz="1800" b="1" spc="-50" dirty="0">
                          <a:solidFill>
                            <a:srgbClr val="FFFFFF"/>
                          </a:solidFill>
                          <a:latin typeface="Constantia"/>
                          <a:cs typeface="Constantia"/>
                        </a:rPr>
                        <a:t>A</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905" algn="ctr">
                        <a:lnSpc>
                          <a:spcPct val="100000"/>
                        </a:lnSpc>
                        <a:spcBef>
                          <a:spcPts val="240"/>
                        </a:spcBef>
                      </a:pPr>
                      <a:r>
                        <a:rPr sz="1800" b="1" spc="-10" dirty="0">
                          <a:solidFill>
                            <a:srgbClr val="FFFFFF"/>
                          </a:solidFill>
                          <a:latin typeface="Constantia"/>
                          <a:cs typeface="Constantia"/>
                        </a:rPr>
                        <a:t>Everlasting</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0"/>
                        </a:spcBef>
                      </a:pPr>
                      <a:r>
                        <a:rPr sz="1800" b="1" spc="-10" dirty="0">
                          <a:solidFill>
                            <a:srgbClr val="FFFFFF"/>
                          </a:solidFill>
                          <a:latin typeface="Constantia"/>
                          <a:cs typeface="Constantia"/>
                        </a:rPr>
                        <a:t>learning</a:t>
                      </a:r>
                      <a:endParaRPr sz="1800">
                        <a:latin typeface="Constantia"/>
                        <a:cs typeface="Constantia"/>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205">
                <a:tc>
                  <a:txBody>
                    <a:bodyPr/>
                    <a:lstStyle/>
                    <a:p>
                      <a:pPr algn="ctr">
                        <a:lnSpc>
                          <a:spcPct val="100000"/>
                        </a:lnSpc>
                        <a:spcBef>
                          <a:spcPts val="245"/>
                        </a:spcBef>
                      </a:pPr>
                      <a:r>
                        <a:rPr sz="1800" spc="-10" dirty="0">
                          <a:latin typeface="Constantia"/>
                          <a:cs typeface="Constantia"/>
                        </a:rPr>
                        <a:t>Frequency</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0" dirty="0">
                          <a:latin typeface="Constantia"/>
                          <a:cs typeface="Constantia"/>
                        </a:rPr>
                        <a:t>2/10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0" dirty="0">
                          <a:latin typeface="Constantia"/>
                          <a:cs typeface="Constantia"/>
                        </a:rPr>
                        <a:t>2/10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2540"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bl>
          </a:graphicData>
        </a:graphic>
      </p:graphicFrame>
      <p:graphicFrame>
        <p:nvGraphicFramePr>
          <p:cNvPr id="7" name="object 7"/>
          <p:cNvGraphicFramePr>
            <a:graphicFrameLocks noGrp="1"/>
          </p:cNvGraphicFramePr>
          <p:nvPr/>
        </p:nvGraphicFramePr>
        <p:xfrm>
          <a:off x="527050" y="3142742"/>
          <a:ext cx="10439399" cy="825499"/>
        </p:xfrm>
        <a:graphic>
          <a:graphicData uri="http://schemas.openxmlformats.org/drawingml/2006/table">
            <a:tbl>
              <a:tblPr firstRow="1" bandRow="1">
                <a:tableStyleId>{2D5ABB26-0587-4C30-8999-92F81FD0307C}</a:tableStyleId>
              </a:tblPr>
              <a:tblGrid>
                <a:gridCol w="1757680">
                  <a:extLst>
                    <a:ext uri="{9D8B030D-6E8A-4147-A177-3AD203B41FA5}">
                      <a16:colId xmlns:a16="http://schemas.microsoft.com/office/drawing/2014/main" val="20000"/>
                    </a:ext>
                  </a:extLst>
                </a:gridCol>
                <a:gridCol w="852169">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304925">
                  <a:extLst>
                    <a:ext uri="{9D8B030D-6E8A-4147-A177-3AD203B41FA5}">
                      <a16:colId xmlns:a16="http://schemas.microsoft.com/office/drawing/2014/main" val="20004"/>
                    </a:ext>
                  </a:extLst>
                </a:gridCol>
                <a:gridCol w="958850">
                  <a:extLst>
                    <a:ext uri="{9D8B030D-6E8A-4147-A177-3AD203B41FA5}">
                      <a16:colId xmlns:a16="http://schemas.microsoft.com/office/drawing/2014/main" val="20005"/>
                    </a:ext>
                  </a:extLst>
                </a:gridCol>
                <a:gridCol w="1651000">
                  <a:extLst>
                    <a:ext uri="{9D8B030D-6E8A-4147-A177-3AD203B41FA5}">
                      <a16:colId xmlns:a16="http://schemas.microsoft.com/office/drawing/2014/main" val="20006"/>
                    </a:ext>
                  </a:extLst>
                </a:gridCol>
                <a:gridCol w="1304925">
                  <a:extLst>
                    <a:ext uri="{9D8B030D-6E8A-4147-A177-3AD203B41FA5}">
                      <a16:colId xmlns:a16="http://schemas.microsoft.com/office/drawing/2014/main" val="20007"/>
                    </a:ext>
                  </a:extLst>
                </a:gridCol>
              </a:tblGrid>
              <a:tr h="454659">
                <a:tc>
                  <a:txBody>
                    <a:bodyPr/>
                    <a:lstStyle/>
                    <a:p>
                      <a:pPr algn="ctr">
                        <a:lnSpc>
                          <a:spcPct val="100000"/>
                        </a:lnSpc>
                        <a:spcBef>
                          <a:spcPts val="245"/>
                        </a:spcBef>
                      </a:pPr>
                      <a:r>
                        <a:rPr sz="1800" b="1" spc="-10" dirty="0">
                          <a:solidFill>
                            <a:srgbClr val="FFFFFF"/>
                          </a:solidFill>
                          <a:latin typeface="Constantia"/>
                          <a:cs typeface="Constantia"/>
                        </a:rPr>
                        <a:t>Term/Word</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The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10" dirty="0">
                          <a:solidFill>
                            <a:srgbClr val="FFFFFF"/>
                          </a:solidFill>
                          <a:latin typeface="Constantia"/>
                          <a:cs typeface="Constantia"/>
                        </a:rPr>
                        <a:t>unexamined</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0" dirty="0">
                          <a:solidFill>
                            <a:srgbClr val="FFFFFF"/>
                          </a:solidFill>
                          <a:latin typeface="Constantia"/>
                          <a:cs typeface="Constantia"/>
                        </a:rPr>
                        <a:t>Life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Is</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7620" algn="ctr">
                        <a:lnSpc>
                          <a:spcPct val="100000"/>
                        </a:lnSpc>
                        <a:spcBef>
                          <a:spcPts val="245"/>
                        </a:spcBef>
                      </a:pPr>
                      <a:r>
                        <a:rPr sz="1800" b="1" spc="-25" dirty="0">
                          <a:solidFill>
                            <a:srgbClr val="FFFFFF"/>
                          </a:solidFill>
                          <a:latin typeface="Constantia"/>
                          <a:cs typeface="Constantia"/>
                        </a:rPr>
                        <a:t>not</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2540" algn="ctr">
                        <a:lnSpc>
                          <a:spcPct val="100000"/>
                        </a:lnSpc>
                        <a:spcBef>
                          <a:spcPts val="245"/>
                        </a:spcBef>
                      </a:pPr>
                      <a:r>
                        <a:rPr sz="1800" b="1" spc="-10" dirty="0">
                          <a:solidFill>
                            <a:srgbClr val="FFFFFF"/>
                          </a:solidFill>
                          <a:latin typeface="Constantia"/>
                          <a:cs typeface="Constantia"/>
                        </a:rPr>
                        <a:t>Worth</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10" dirty="0">
                          <a:solidFill>
                            <a:srgbClr val="FFFFFF"/>
                          </a:solidFill>
                          <a:latin typeface="Constantia"/>
                          <a:cs typeface="Constantia"/>
                        </a:rPr>
                        <a:t>Living</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840">
                <a:tc>
                  <a:txBody>
                    <a:bodyPr/>
                    <a:lstStyle/>
                    <a:p>
                      <a:pPr algn="ctr">
                        <a:lnSpc>
                          <a:spcPct val="100000"/>
                        </a:lnSpc>
                        <a:spcBef>
                          <a:spcPts val="245"/>
                        </a:spcBef>
                      </a:pPr>
                      <a:r>
                        <a:rPr sz="1800" spc="-10" dirty="0">
                          <a:latin typeface="Constantia"/>
                          <a:cs typeface="Constantia"/>
                        </a:rPr>
                        <a:t>Frequency</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bl>
          </a:graphicData>
        </a:graphic>
      </p:graphicFrame>
      <p:graphicFrame>
        <p:nvGraphicFramePr>
          <p:cNvPr id="8" name="object 8"/>
          <p:cNvGraphicFramePr>
            <a:graphicFrameLocks noGrp="1"/>
          </p:cNvGraphicFramePr>
          <p:nvPr/>
        </p:nvGraphicFramePr>
        <p:xfrm>
          <a:off x="527050" y="4108577"/>
          <a:ext cx="5410200" cy="75184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tblGrid>
              <a:tr h="381000">
                <a:tc>
                  <a:txBody>
                    <a:bodyPr/>
                    <a:lstStyle/>
                    <a:p>
                      <a:pPr algn="ctr">
                        <a:lnSpc>
                          <a:spcPct val="100000"/>
                        </a:lnSpc>
                        <a:spcBef>
                          <a:spcPts val="245"/>
                        </a:spcBef>
                      </a:pPr>
                      <a:r>
                        <a:rPr sz="1800" b="1" spc="-10" dirty="0">
                          <a:solidFill>
                            <a:srgbClr val="FFFFFF"/>
                          </a:solidFill>
                          <a:latin typeface="Constantia"/>
                          <a:cs typeface="Constantia"/>
                        </a:rPr>
                        <a:t>Term/Word</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985" algn="ctr">
                        <a:lnSpc>
                          <a:spcPct val="100000"/>
                        </a:lnSpc>
                        <a:spcBef>
                          <a:spcPts val="245"/>
                        </a:spcBef>
                      </a:pPr>
                      <a:r>
                        <a:rPr sz="1800" b="1" spc="-10" dirty="0">
                          <a:solidFill>
                            <a:srgbClr val="FFFFFF"/>
                          </a:solidFill>
                          <a:latin typeface="Constantia"/>
                          <a:cs typeface="Constantia"/>
                        </a:rPr>
                        <a:t>Never</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270" algn="ctr">
                        <a:lnSpc>
                          <a:spcPct val="100000"/>
                        </a:lnSpc>
                        <a:spcBef>
                          <a:spcPts val="245"/>
                        </a:spcBef>
                      </a:pPr>
                      <a:r>
                        <a:rPr sz="1800" b="1" spc="-20" dirty="0">
                          <a:solidFill>
                            <a:srgbClr val="FFFFFF"/>
                          </a:solidFill>
                          <a:latin typeface="Constantia"/>
                          <a:cs typeface="Constantia"/>
                        </a:rPr>
                        <a:t>Stop</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10" dirty="0">
                          <a:solidFill>
                            <a:srgbClr val="FFFFFF"/>
                          </a:solidFill>
                          <a:latin typeface="Constantia"/>
                          <a:cs typeface="Constantia"/>
                        </a:rPr>
                        <a:t>learning</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840">
                <a:tc>
                  <a:txBody>
                    <a:bodyPr/>
                    <a:lstStyle/>
                    <a:p>
                      <a:pPr algn="ctr">
                        <a:lnSpc>
                          <a:spcPct val="100000"/>
                        </a:lnSpc>
                        <a:spcBef>
                          <a:spcPts val="250"/>
                        </a:spcBef>
                      </a:pPr>
                      <a:r>
                        <a:rPr sz="1800" spc="-10" dirty="0">
                          <a:latin typeface="Constantia"/>
                          <a:cs typeface="Constantia"/>
                        </a:rPr>
                        <a:t>Frequency</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50"/>
                        </a:spcBef>
                      </a:pPr>
                      <a:r>
                        <a:rPr sz="1800" spc="-25" dirty="0">
                          <a:latin typeface="Constantia"/>
                          <a:cs typeface="Constantia"/>
                        </a:rPr>
                        <a:t>1/3</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2540" algn="ctr">
                        <a:lnSpc>
                          <a:spcPct val="100000"/>
                        </a:lnSpc>
                        <a:spcBef>
                          <a:spcPts val="250"/>
                        </a:spcBef>
                      </a:pPr>
                      <a:r>
                        <a:rPr sz="1800" spc="-25" dirty="0">
                          <a:latin typeface="Constantia"/>
                          <a:cs typeface="Constantia"/>
                        </a:rPr>
                        <a:t>1/3</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50"/>
                        </a:spcBef>
                      </a:pPr>
                      <a:r>
                        <a:rPr sz="1800" spc="-25" dirty="0">
                          <a:latin typeface="Constantia"/>
                          <a:cs typeface="Constantia"/>
                        </a:rPr>
                        <a:t>1/3</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bl>
          </a:graphicData>
        </a:graphic>
      </p:graphicFrame>
      <p:sp>
        <p:nvSpPr>
          <p:cNvPr id="9" name="object 9"/>
          <p:cNvSpPr txBox="1"/>
          <p:nvPr/>
        </p:nvSpPr>
        <p:spPr>
          <a:xfrm>
            <a:off x="714552" y="5091429"/>
            <a:ext cx="8483600" cy="890269"/>
          </a:xfrm>
          <a:prstGeom prst="rect">
            <a:avLst/>
          </a:prstGeom>
        </p:spPr>
        <p:txBody>
          <a:bodyPr vert="horz" wrap="square" lIns="0" tIns="12700" rIns="0" bIns="0" rtlCol="0">
            <a:spAutoFit/>
          </a:bodyPr>
          <a:lstStyle/>
          <a:p>
            <a:pPr marL="240665" indent="-227965">
              <a:lnSpc>
                <a:spcPct val="100000"/>
              </a:lnSpc>
              <a:spcBef>
                <a:spcPts val="100"/>
              </a:spcBef>
              <a:buClr>
                <a:srgbClr val="006F57"/>
              </a:buClr>
              <a:buSzPct val="75000"/>
              <a:buFont typeface="Wingdings"/>
              <a:buChar char=""/>
              <a:tabLst>
                <a:tab pos="240665" algn="l"/>
              </a:tabLst>
            </a:pPr>
            <a:r>
              <a:rPr sz="2000" spc="-10" dirty="0">
                <a:solidFill>
                  <a:srgbClr val="252525"/>
                </a:solidFill>
                <a:latin typeface="Constantia"/>
                <a:cs typeface="Constantia"/>
              </a:rPr>
              <a:t>Note</a:t>
            </a:r>
            <a:r>
              <a:rPr sz="2000" spc="-70" dirty="0">
                <a:solidFill>
                  <a:srgbClr val="252525"/>
                </a:solidFill>
                <a:latin typeface="Constantia"/>
                <a:cs typeface="Constantia"/>
              </a:rPr>
              <a:t> </a:t>
            </a:r>
            <a:r>
              <a:rPr sz="2000" b="1" dirty="0">
                <a:solidFill>
                  <a:srgbClr val="C00000"/>
                </a:solidFill>
                <a:latin typeface="Constantia"/>
                <a:cs typeface="Constantia"/>
              </a:rPr>
              <a:t>T1</a:t>
            </a:r>
            <a:r>
              <a:rPr sz="2000" b="1" spc="-75" dirty="0">
                <a:solidFill>
                  <a:srgbClr val="C00000"/>
                </a:solidFill>
                <a:latin typeface="Constantia"/>
                <a:cs typeface="Constantia"/>
              </a:rPr>
              <a:t> </a:t>
            </a:r>
            <a:r>
              <a:rPr sz="2000" b="1" spc="-10" dirty="0">
                <a:solidFill>
                  <a:srgbClr val="C00000"/>
                </a:solidFill>
                <a:latin typeface="Constantia"/>
                <a:cs typeface="Constantia"/>
              </a:rPr>
              <a:t>contains</a:t>
            </a:r>
            <a:r>
              <a:rPr sz="2000" b="1" spc="-70" dirty="0">
                <a:solidFill>
                  <a:srgbClr val="C00000"/>
                </a:solidFill>
                <a:latin typeface="Constantia"/>
                <a:cs typeface="Constantia"/>
              </a:rPr>
              <a:t> </a:t>
            </a:r>
            <a:r>
              <a:rPr sz="2000" b="1" dirty="0">
                <a:solidFill>
                  <a:srgbClr val="C00000"/>
                </a:solidFill>
                <a:latin typeface="Constantia"/>
                <a:cs typeface="Constantia"/>
              </a:rPr>
              <a:t>10</a:t>
            </a:r>
            <a:r>
              <a:rPr sz="2000" b="1" spc="-35" dirty="0">
                <a:solidFill>
                  <a:srgbClr val="C00000"/>
                </a:solidFill>
                <a:latin typeface="Constantia"/>
                <a:cs typeface="Constantia"/>
              </a:rPr>
              <a:t> </a:t>
            </a:r>
            <a:r>
              <a:rPr sz="2000" b="1" spc="-10" dirty="0">
                <a:solidFill>
                  <a:srgbClr val="C00000"/>
                </a:solidFill>
                <a:latin typeface="Constantia"/>
                <a:cs typeface="Constantia"/>
              </a:rPr>
              <a:t>terms,</a:t>
            </a:r>
            <a:r>
              <a:rPr sz="2000" b="1" spc="-35" dirty="0">
                <a:solidFill>
                  <a:srgbClr val="C00000"/>
                </a:solidFill>
                <a:latin typeface="Constantia"/>
                <a:cs typeface="Constantia"/>
              </a:rPr>
              <a:t> </a:t>
            </a:r>
            <a:r>
              <a:rPr sz="2000" b="1" dirty="0">
                <a:solidFill>
                  <a:srgbClr val="C00000"/>
                </a:solidFill>
                <a:latin typeface="Constantia"/>
                <a:cs typeface="Constantia"/>
              </a:rPr>
              <a:t>T2</a:t>
            </a:r>
            <a:r>
              <a:rPr sz="2000" b="1" spc="-60" dirty="0">
                <a:solidFill>
                  <a:srgbClr val="C00000"/>
                </a:solidFill>
                <a:latin typeface="Constantia"/>
                <a:cs typeface="Constantia"/>
              </a:rPr>
              <a:t> </a:t>
            </a:r>
            <a:r>
              <a:rPr sz="2000" b="1" spc="-10" dirty="0">
                <a:solidFill>
                  <a:srgbClr val="C00000"/>
                </a:solidFill>
                <a:latin typeface="Constantia"/>
                <a:cs typeface="Constantia"/>
              </a:rPr>
              <a:t>contains</a:t>
            </a:r>
            <a:r>
              <a:rPr sz="2000" b="1" spc="-65" dirty="0">
                <a:solidFill>
                  <a:srgbClr val="C00000"/>
                </a:solidFill>
                <a:latin typeface="Constantia"/>
                <a:cs typeface="Constantia"/>
              </a:rPr>
              <a:t> </a:t>
            </a:r>
            <a:r>
              <a:rPr sz="2000" b="1" dirty="0">
                <a:solidFill>
                  <a:srgbClr val="C00000"/>
                </a:solidFill>
                <a:latin typeface="Constantia"/>
                <a:cs typeface="Constantia"/>
              </a:rPr>
              <a:t>7</a:t>
            </a:r>
            <a:r>
              <a:rPr sz="2000" b="1" spc="-25" dirty="0">
                <a:solidFill>
                  <a:srgbClr val="C00000"/>
                </a:solidFill>
                <a:latin typeface="Constantia"/>
                <a:cs typeface="Constantia"/>
              </a:rPr>
              <a:t> </a:t>
            </a:r>
            <a:r>
              <a:rPr sz="2000" b="1" spc="-20" dirty="0">
                <a:solidFill>
                  <a:srgbClr val="C00000"/>
                </a:solidFill>
                <a:latin typeface="Constantia"/>
                <a:cs typeface="Constantia"/>
              </a:rPr>
              <a:t>terms</a:t>
            </a:r>
            <a:r>
              <a:rPr sz="2000" b="1" spc="-100" dirty="0">
                <a:solidFill>
                  <a:srgbClr val="C00000"/>
                </a:solidFill>
                <a:latin typeface="Constantia"/>
                <a:cs typeface="Constantia"/>
              </a:rPr>
              <a:t> </a:t>
            </a:r>
            <a:r>
              <a:rPr sz="2000" b="1" dirty="0">
                <a:solidFill>
                  <a:srgbClr val="C00000"/>
                </a:solidFill>
                <a:latin typeface="Constantia"/>
                <a:cs typeface="Constantia"/>
              </a:rPr>
              <a:t>and</a:t>
            </a:r>
            <a:r>
              <a:rPr sz="2000" b="1" spc="-50" dirty="0">
                <a:solidFill>
                  <a:srgbClr val="C00000"/>
                </a:solidFill>
                <a:latin typeface="Constantia"/>
                <a:cs typeface="Constantia"/>
              </a:rPr>
              <a:t> </a:t>
            </a:r>
            <a:r>
              <a:rPr sz="2000" b="1" dirty="0">
                <a:solidFill>
                  <a:srgbClr val="C00000"/>
                </a:solidFill>
                <a:latin typeface="Constantia"/>
                <a:cs typeface="Constantia"/>
              </a:rPr>
              <a:t>T3</a:t>
            </a:r>
            <a:r>
              <a:rPr sz="2000" b="1" spc="-65" dirty="0">
                <a:solidFill>
                  <a:srgbClr val="C00000"/>
                </a:solidFill>
                <a:latin typeface="Constantia"/>
                <a:cs typeface="Constantia"/>
              </a:rPr>
              <a:t> </a:t>
            </a:r>
            <a:r>
              <a:rPr sz="2000" b="1" spc="-10" dirty="0">
                <a:solidFill>
                  <a:srgbClr val="C00000"/>
                </a:solidFill>
                <a:latin typeface="Constantia"/>
                <a:cs typeface="Constantia"/>
              </a:rPr>
              <a:t>contains</a:t>
            </a:r>
            <a:r>
              <a:rPr sz="2000" b="1" spc="-70" dirty="0">
                <a:solidFill>
                  <a:srgbClr val="C00000"/>
                </a:solidFill>
                <a:latin typeface="Constantia"/>
                <a:cs typeface="Constantia"/>
              </a:rPr>
              <a:t> </a:t>
            </a:r>
            <a:r>
              <a:rPr sz="2000" b="1" dirty="0">
                <a:solidFill>
                  <a:srgbClr val="C00000"/>
                </a:solidFill>
                <a:latin typeface="Constantia"/>
                <a:cs typeface="Constantia"/>
              </a:rPr>
              <a:t>3</a:t>
            </a:r>
            <a:r>
              <a:rPr sz="2000" b="1" spc="-20" dirty="0">
                <a:solidFill>
                  <a:srgbClr val="C00000"/>
                </a:solidFill>
                <a:latin typeface="Constantia"/>
                <a:cs typeface="Constantia"/>
              </a:rPr>
              <a:t> </a:t>
            </a:r>
            <a:r>
              <a:rPr sz="2000" b="1" spc="-10" dirty="0">
                <a:solidFill>
                  <a:srgbClr val="C00000"/>
                </a:solidFill>
                <a:latin typeface="Constantia"/>
                <a:cs typeface="Constantia"/>
              </a:rPr>
              <a:t>terms</a:t>
            </a:r>
            <a:endParaRPr sz="2000">
              <a:latin typeface="Constantia"/>
              <a:cs typeface="Constantia"/>
            </a:endParaRPr>
          </a:p>
          <a:p>
            <a:pPr marL="240665" indent="-227965">
              <a:lnSpc>
                <a:spcPct val="100000"/>
              </a:lnSpc>
              <a:spcBef>
                <a:spcPts val="2005"/>
              </a:spcBef>
              <a:buClr>
                <a:srgbClr val="006F57"/>
              </a:buClr>
              <a:buSzPct val="75000"/>
              <a:buFont typeface="Wingdings"/>
              <a:buChar char=""/>
              <a:tabLst>
                <a:tab pos="240665" algn="l"/>
              </a:tabLst>
            </a:pPr>
            <a:r>
              <a:rPr sz="2000" spc="-10" dirty="0">
                <a:solidFill>
                  <a:srgbClr val="252525"/>
                </a:solidFill>
                <a:latin typeface="Constantia"/>
                <a:cs typeface="Constantia"/>
              </a:rPr>
              <a:t>Calculation</a:t>
            </a:r>
            <a:r>
              <a:rPr sz="2000" spc="-114" dirty="0">
                <a:solidFill>
                  <a:srgbClr val="252525"/>
                </a:solidFill>
                <a:latin typeface="Constantia"/>
                <a:cs typeface="Constantia"/>
              </a:rPr>
              <a:t> </a:t>
            </a:r>
            <a:r>
              <a:rPr sz="2000" dirty="0">
                <a:solidFill>
                  <a:srgbClr val="252525"/>
                </a:solidFill>
                <a:latin typeface="Constantia"/>
                <a:cs typeface="Constantia"/>
              </a:rPr>
              <a:t>of</a:t>
            </a:r>
            <a:r>
              <a:rPr sz="2000" spc="40" dirty="0">
                <a:solidFill>
                  <a:srgbClr val="252525"/>
                </a:solidFill>
                <a:latin typeface="Constantia"/>
                <a:cs typeface="Constantia"/>
              </a:rPr>
              <a:t> </a:t>
            </a:r>
            <a:r>
              <a:rPr sz="2000" dirty="0">
                <a:solidFill>
                  <a:srgbClr val="252525"/>
                </a:solidFill>
                <a:latin typeface="Constantia"/>
                <a:cs typeface="Constantia"/>
              </a:rPr>
              <a:t>IDF</a:t>
            </a:r>
            <a:r>
              <a:rPr sz="2000" spc="-45" dirty="0">
                <a:solidFill>
                  <a:srgbClr val="252525"/>
                </a:solidFill>
                <a:latin typeface="Constantia"/>
                <a:cs typeface="Constantia"/>
              </a:rPr>
              <a:t> </a:t>
            </a:r>
            <a:r>
              <a:rPr sz="2000" spc="-10" dirty="0">
                <a:solidFill>
                  <a:srgbClr val="252525"/>
                </a:solidFill>
                <a:latin typeface="Constantia"/>
                <a:cs typeface="Constantia"/>
              </a:rPr>
              <a:t>for</a:t>
            </a:r>
            <a:r>
              <a:rPr sz="2000" spc="-135" dirty="0">
                <a:solidFill>
                  <a:srgbClr val="252525"/>
                </a:solidFill>
                <a:latin typeface="Constantia"/>
                <a:cs typeface="Constantia"/>
              </a:rPr>
              <a:t> </a:t>
            </a:r>
            <a:r>
              <a:rPr sz="2000" dirty="0">
                <a:solidFill>
                  <a:srgbClr val="252525"/>
                </a:solidFill>
                <a:latin typeface="Constantia"/>
                <a:cs typeface="Constantia"/>
              </a:rPr>
              <a:t>each</a:t>
            </a:r>
            <a:r>
              <a:rPr sz="2000" spc="-45" dirty="0">
                <a:solidFill>
                  <a:srgbClr val="252525"/>
                </a:solidFill>
                <a:latin typeface="Constantia"/>
                <a:cs typeface="Constantia"/>
              </a:rPr>
              <a:t> </a:t>
            </a:r>
            <a:r>
              <a:rPr sz="2000" dirty="0">
                <a:solidFill>
                  <a:srgbClr val="252525"/>
                </a:solidFill>
                <a:latin typeface="Constantia"/>
                <a:cs typeface="Constantia"/>
              </a:rPr>
              <a:t>term</a:t>
            </a:r>
            <a:r>
              <a:rPr sz="2000" spc="-90" dirty="0">
                <a:solidFill>
                  <a:srgbClr val="252525"/>
                </a:solidFill>
                <a:latin typeface="Constantia"/>
                <a:cs typeface="Constantia"/>
              </a:rPr>
              <a:t> </a:t>
            </a:r>
            <a:r>
              <a:rPr sz="2000" spc="-25" dirty="0">
                <a:solidFill>
                  <a:srgbClr val="252525"/>
                </a:solidFill>
                <a:latin typeface="Constantia"/>
                <a:cs typeface="Constantia"/>
              </a:rPr>
              <a:t>as</a:t>
            </a:r>
            <a:endParaRPr sz="2000">
              <a:latin typeface="Constantia"/>
              <a:cs typeface="Constanti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689" y="66547"/>
            <a:ext cx="7752715" cy="574040"/>
          </a:xfrm>
          <a:prstGeom prst="rect">
            <a:avLst/>
          </a:prstGeom>
        </p:spPr>
        <p:txBody>
          <a:bodyPr vert="horz" wrap="square" lIns="0" tIns="12700" rIns="0" bIns="0" rtlCol="0">
            <a:spAutoFit/>
          </a:bodyPr>
          <a:lstStyle/>
          <a:p>
            <a:pPr marL="38100">
              <a:lnSpc>
                <a:spcPct val="100000"/>
              </a:lnSpc>
              <a:spcBef>
                <a:spcPts val="100"/>
              </a:spcBef>
            </a:pPr>
            <a:r>
              <a:rPr sz="5400" baseline="-16975" dirty="0">
                <a:solidFill>
                  <a:srgbClr val="075A74"/>
                </a:solidFill>
                <a:latin typeface="Arial Black"/>
                <a:cs typeface="Arial Black"/>
              </a:rPr>
              <a:t>+</a:t>
            </a:r>
            <a:r>
              <a:rPr sz="5400" spc="-300" baseline="-16975" dirty="0">
                <a:solidFill>
                  <a:srgbClr val="075A74"/>
                </a:solidFill>
                <a:latin typeface="Arial Black"/>
                <a:cs typeface="Arial Black"/>
              </a:rPr>
              <a:t> </a:t>
            </a:r>
            <a:r>
              <a:rPr sz="2000" spc="114" dirty="0"/>
              <a:t>Term</a:t>
            </a:r>
            <a:r>
              <a:rPr sz="2000" spc="185" dirty="0"/>
              <a:t> </a:t>
            </a:r>
            <a:r>
              <a:rPr sz="2000" spc="95" dirty="0"/>
              <a:t>Frequency</a:t>
            </a:r>
            <a:r>
              <a:rPr sz="2000" spc="170" dirty="0"/>
              <a:t> </a:t>
            </a:r>
            <a:r>
              <a:rPr sz="2000" spc="135" dirty="0"/>
              <a:t>and</a:t>
            </a:r>
            <a:r>
              <a:rPr sz="2000" spc="165" dirty="0"/>
              <a:t> </a:t>
            </a:r>
            <a:r>
              <a:rPr sz="2000" spc="70" dirty="0"/>
              <a:t>Inverse</a:t>
            </a:r>
            <a:r>
              <a:rPr sz="2000" spc="200" dirty="0"/>
              <a:t> </a:t>
            </a:r>
            <a:r>
              <a:rPr sz="2000" spc="140" dirty="0"/>
              <a:t>Document</a:t>
            </a:r>
            <a:r>
              <a:rPr sz="2000" spc="175" dirty="0"/>
              <a:t> </a:t>
            </a:r>
            <a:r>
              <a:rPr sz="2000" spc="95" dirty="0"/>
              <a:t>Frequency</a:t>
            </a:r>
            <a:r>
              <a:rPr sz="2000" spc="145" dirty="0"/>
              <a:t> </a:t>
            </a:r>
            <a:r>
              <a:rPr sz="2000" dirty="0"/>
              <a:t>(TF-</a:t>
            </a:r>
            <a:r>
              <a:rPr sz="2000" spc="-20" dirty="0"/>
              <a:t>IDF)</a:t>
            </a:r>
            <a:endParaRPr sz="20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46</a:t>
            </a:r>
            <a:endParaRPr sz="1400">
              <a:latin typeface="Cambria"/>
              <a:cs typeface="Cambria"/>
            </a:endParaRPr>
          </a:p>
        </p:txBody>
      </p:sp>
      <p:graphicFrame>
        <p:nvGraphicFramePr>
          <p:cNvPr id="5" name="object 5"/>
          <p:cNvGraphicFramePr>
            <a:graphicFrameLocks noGrp="1"/>
          </p:cNvGraphicFramePr>
          <p:nvPr>
            <p:extLst>
              <p:ext uri="{D42A27DB-BD31-4B8C-83A1-F6EECF244321}">
                <p14:modId xmlns:p14="http://schemas.microsoft.com/office/powerpoint/2010/main" val="2478382615"/>
              </p:ext>
            </p:extLst>
          </p:nvPr>
        </p:nvGraphicFramePr>
        <p:xfrm>
          <a:off x="543674" y="2944495"/>
          <a:ext cx="11201400" cy="1110615"/>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574800">
                  <a:extLst>
                    <a:ext uri="{9D8B030D-6E8A-4147-A177-3AD203B41FA5}">
                      <a16:colId xmlns:a16="http://schemas.microsoft.com/office/drawing/2014/main" val="20007"/>
                    </a:ext>
                  </a:extLst>
                </a:gridCol>
                <a:gridCol w="1244600">
                  <a:extLst>
                    <a:ext uri="{9D8B030D-6E8A-4147-A177-3AD203B41FA5}">
                      <a16:colId xmlns:a16="http://schemas.microsoft.com/office/drawing/2014/main" val="20008"/>
                    </a:ext>
                  </a:extLst>
                </a:gridCol>
              </a:tblGrid>
              <a:tr h="370205">
                <a:tc>
                  <a:txBody>
                    <a:bodyPr/>
                    <a:lstStyle/>
                    <a:p>
                      <a:pPr algn="ctr">
                        <a:lnSpc>
                          <a:spcPct val="100000"/>
                        </a:lnSpc>
                        <a:spcBef>
                          <a:spcPts val="245"/>
                        </a:spcBef>
                      </a:pPr>
                      <a:r>
                        <a:rPr sz="1800" b="1" spc="-10" dirty="0">
                          <a:solidFill>
                            <a:srgbClr val="FFFFFF"/>
                          </a:solidFill>
                          <a:latin typeface="Constantia"/>
                          <a:cs typeface="Constantia"/>
                        </a:rPr>
                        <a:t>Term/Word</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The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35" algn="ctr">
                        <a:lnSpc>
                          <a:spcPct val="100000"/>
                        </a:lnSpc>
                        <a:spcBef>
                          <a:spcPts val="245"/>
                        </a:spcBef>
                      </a:pPr>
                      <a:r>
                        <a:rPr sz="1800" b="1" spc="-20" dirty="0">
                          <a:solidFill>
                            <a:srgbClr val="FFFFFF"/>
                          </a:solidFill>
                          <a:latin typeface="Constantia"/>
                          <a:cs typeface="Constantia"/>
                        </a:rPr>
                        <a:t>Game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Of</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270" algn="ctr">
                        <a:lnSpc>
                          <a:spcPct val="100000"/>
                        </a:lnSpc>
                        <a:spcBef>
                          <a:spcPts val="245"/>
                        </a:spcBef>
                      </a:pPr>
                      <a:r>
                        <a:rPr sz="1800" b="1" spc="-20" dirty="0">
                          <a:solidFill>
                            <a:srgbClr val="FFFFFF"/>
                          </a:solidFill>
                          <a:latin typeface="Constantia"/>
                          <a:cs typeface="Constantia"/>
                        </a:rPr>
                        <a:t>Life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905" algn="ctr">
                        <a:lnSpc>
                          <a:spcPct val="100000"/>
                        </a:lnSpc>
                        <a:spcBef>
                          <a:spcPts val="245"/>
                        </a:spcBef>
                      </a:pPr>
                      <a:r>
                        <a:rPr sz="1800" b="1" spc="-25" dirty="0">
                          <a:solidFill>
                            <a:srgbClr val="FFFFFF"/>
                          </a:solidFill>
                          <a:latin typeface="Constantia"/>
                          <a:cs typeface="Constantia"/>
                        </a:rPr>
                        <a:t>Is</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3810" algn="ctr">
                        <a:lnSpc>
                          <a:spcPct val="100000"/>
                        </a:lnSpc>
                        <a:spcBef>
                          <a:spcPts val="245"/>
                        </a:spcBef>
                      </a:pPr>
                      <a:r>
                        <a:rPr sz="1800" b="1" spc="-50" dirty="0">
                          <a:solidFill>
                            <a:srgbClr val="FFFFFF"/>
                          </a:solidFill>
                          <a:latin typeface="Constantia"/>
                          <a:cs typeface="Constantia"/>
                        </a:rPr>
                        <a:t>A</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905" algn="ctr">
                        <a:lnSpc>
                          <a:spcPct val="100000"/>
                        </a:lnSpc>
                        <a:spcBef>
                          <a:spcPts val="245"/>
                        </a:spcBef>
                      </a:pPr>
                      <a:r>
                        <a:rPr sz="1800" b="1" spc="-10" dirty="0">
                          <a:solidFill>
                            <a:srgbClr val="FFFFFF"/>
                          </a:solidFill>
                          <a:latin typeface="Constantia"/>
                          <a:cs typeface="Constantia"/>
                        </a:rPr>
                        <a:t>Everlasting</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10" dirty="0">
                          <a:solidFill>
                            <a:srgbClr val="FFFFFF"/>
                          </a:solidFill>
                          <a:latin typeface="Constantia"/>
                          <a:cs typeface="Constantia"/>
                        </a:rPr>
                        <a:t>learning</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205">
                <a:tc>
                  <a:txBody>
                    <a:bodyPr/>
                    <a:lstStyle/>
                    <a:p>
                      <a:pPr algn="ctr">
                        <a:lnSpc>
                          <a:spcPct val="100000"/>
                        </a:lnSpc>
                        <a:spcBef>
                          <a:spcPts val="245"/>
                        </a:spcBef>
                      </a:pPr>
                      <a:r>
                        <a:rPr sz="1800" spc="-10" dirty="0">
                          <a:latin typeface="Constantia"/>
                          <a:cs typeface="Constantia"/>
                        </a:rPr>
                        <a:t>Frequency</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270"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algn="ctr">
                        <a:lnSpc>
                          <a:spcPct val="100000"/>
                        </a:lnSpc>
                        <a:spcBef>
                          <a:spcPts val="245"/>
                        </a:spcBef>
                      </a:pPr>
                      <a:r>
                        <a:rPr sz="1800" spc="-20" dirty="0">
                          <a:latin typeface="Constantia"/>
                          <a:cs typeface="Constantia"/>
                        </a:rPr>
                        <a:t>2/10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algn="ctr">
                        <a:lnSpc>
                          <a:spcPct val="100000"/>
                        </a:lnSpc>
                        <a:spcBef>
                          <a:spcPts val="245"/>
                        </a:spcBef>
                      </a:pPr>
                      <a:r>
                        <a:rPr sz="1800" spc="-20" dirty="0">
                          <a:latin typeface="Constantia"/>
                          <a:cs typeface="Constantia"/>
                        </a:rPr>
                        <a:t>2/10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marL="635"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marL="1270"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marL="3175"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marL="1270" algn="ctr">
                        <a:lnSpc>
                          <a:spcPct val="100000"/>
                        </a:lnSpc>
                        <a:spcBef>
                          <a:spcPts val="245"/>
                        </a:spcBef>
                      </a:pPr>
                      <a:r>
                        <a:rPr sz="1800" spc="-20" dirty="0">
                          <a:latin typeface="Constantia"/>
                          <a:cs typeface="Constantia"/>
                        </a:rPr>
                        <a:t>1/10</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extLst>
                  <a:ext uri="{0D108BD9-81ED-4DB2-BD59-A6C34878D82A}">
                    <a16:rowId xmlns:a16="http://schemas.microsoft.com/office/drawing/2014/main" val="10001"/>
                  </a:ext>
                </a:extLst>
              </a:tr>
              <a:tr h="370205">
                <a:tc>
                  <a:txBody>
                    <a:bodyPr/>
                    <a:lstStyle/>
                    <a:p>
                      <a:pPr algn="ctr">
                        <a:lnSpc>
                          <a:spcPct val="100000"/>
                        </a:lnSpc>
                        <a:spcBef>
                          <a:spcPts val="245"/>
                        </a:spcBef>
                      </a:pPr>
                      <a:r>
                        <a:rPr sz="1800" spc="-25" dirty="0">
                          <a:latin typeface="Constantia"/>
                          <a:cs typeface="Constantia"/>
                        </a:rPr>
                        <a:t>IDF</a:t>
                      </a:r>
                      <a:endParaRPr sz="1800">
                        <a:latin typeface="Constantia"/>
                        <a:cs typeface="Constantia"/>
                      </a:endParaRPr>
                    </a:p>
                  </a:txBody>
                  <a:tcPr marL="0" marR="0" marT="31115"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0.477</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0.477</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2"/>
                  </a:ext>
                </a:extLst>
              </a:tr>
            </a:tbl>
          </a:graphicData>
        </a:graphic>
      </p:graphicFrame>
      <p:pic>
        <p:nvPicPr>
          <p:cNvPr id="6" name="object 6"/>
          <p:cNvPicPr/>
          <p:nvPr/>
        </p:nvPicPr>
        <p:blipFill>
          <a:blip r:embed="rId2" cstate="print"/>
          <a:stretch>
            <a:fillRect/>
          </a:stretch>
        </p:blipFill>
        <p:spPr>
          <a:xfrm>
            <a:off x="5643371" y="1169542"/>
            <a:ext cx="1734312" cy="298322"/>
          </a:xfrm>
          <a:prstGeom prst="rect">
            <a:avLst/>
          </a:prstGeom>
        </p:spPr>
      </p:pic>
      <p:sp>
        <p:nvSpPr>
          <p:cNvPr id="7" name="object 7"/>
          <p:cNvSpPr txBox="1"/>
          <p:nvPr/>
        </p:nvSpPr>
        <p:spPr>
          <a:xfrm>
            <a:off x="840739" y="1144651"/>
            <a:ext cx="4817110" cy="330835"/>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spc="70" dirty="0">
                <a:solidFill>
                  <a:srgbClr val="252525"/>
                </a:solidFill>
                <a:latin typeface="Cambria"/>
                <a:cs typeface="Cambria"/>
              </a:rPr>
              <a:t>Let</a:t>
            </a:r>
            <a:r>
              <a:rPr sz="2000" spc="165" dirty="0">
                <a:solidFill>
                  <a:srgbClr val="252525"/>
                </a:solidFill>
                <a:latin typeface="Cambria"/>
                <a:cs typeface="Cambria"/>
              </a:rPr>
              <a:t> </a:t>
            </a:r>
            <a:r>
              <a:rPr sz="2000" spc="100" dirty="0">
                <a:solidFill>
                  <a:srgbClr val="252525"/>
                </a:solidFill>
                <a:latin typeface="Cambria"/>
                <a:cs typeface="Cambria"/>
              </a:rPr>
              <a:t>is</a:t>
            </a:r>
            <a:r>
              <a:rPr sz="2000" spc="175" dirty="0">
                <a:solidFill>
                  <a:srgbClr val="252525"/>
                </a:solidFill>
                <a:latin typeface="Cambria"/>
                <a:cs typeface="Cambria"/>
              </a:rPr>
              <a:t> </a:t>
            </a:r>
            <a:r>
              <a:rPr sz="2000" spc="140" dirty="0">
                <a:solidFill>
                  <a:srgbClr val="252525"/>
                </a:solidFill>
                <a:latin typeface="Cambria"/>
                <a:cs typeface="Cambria"/>
              </a:rPr>
              <a:t>compute</a:t>
            </a:r>
            <a:r>
              <a:rPr sz="2000" spc="190" dirty="0">
                <a:solidFill>
                  <a:srgbClr val="252525"/>
                </a:solidFill>
                <a:latin typeface="Cambria"/>
                <a:cs typeface="Cambria"/>
              </a:rPr>
              <a:t> </a:t>
            </a:r>
            <a:r>
              <a:rPr sz="2000" spc="110" dirty="0">
                <a:solidFill>
                  <a:srgbClr val="252525"/>
                </a:solidFill>
                <a:latin typeface="Cambria"/>
                <a:cs typeface="Cambria"/>
              </a:rPr>
              <a:t>the</a:t>
            </a:r>
            <a:r>
              <a:rPr sz="2000" spc="185" dirty="0">
                <a:solidFill>
                  <a:srgbClr val="252525"/>
                </a:solidFill>
                <a:latin typeface="Cambria"/>
                <a:cs typeface="Cambria"/>
              </a:rPr>
              <a:t> </a:t>
            </a:r>
            <a:r>
              <a:rPr sz="2000" spc="65" dirty="0">
                <a:solidFill>
                  <a:srgbClr val="252525"/>
                </a:solidFill>
                <a:latin typeface="Cambria"/>
                <a:cs typeface="Cambria"/>
              </a:rPr>
              <a:t>IDF</a:t>
            </a:r>
            <a:r>
              <a:rPr sz="2000" spc="180" dirty="0">
                <a:solidFill>
                  <a:srgbClr val="252525"/>
                </a:solidFill>
                <a:latin typeface="Cambria"/>
                <a:cs typeface="Cambria"/>
              </a:rPr>
              <a:t> </a:t>
            </a:r>
            <a:r>
              <a:rPr sz="2000" spc="120" dirty="0">
                <a:solidFill>
                  <a:srgbClr val="252525"/>
                </a:solidFill>
                <a:latin typeface="Cambria"/>
                <a:cs typeface="Cambria"/>
              </a:rPr>
              <a:t>for</a:t>
            </a:r>
            <a:r>
              <a:rPr sz="2000" spc="190" dirty="0">
                <a:solidFill>
                  <a:srgbClr val="252525"/>
                </a:solidFill>
                <a:latin typeface="Cambria"/>
                <a:cs typeface="Cambria"/>
              </a:rPr>
              <a:t> </a:t>
            </a:r>
            <a:r>
              <a:rPr sz="2000" spc="110" dirty="0">
                <a:solidFill>
                  <a:srgbClr val="252525"/>
                </a:solidFill>
                <a:latin typeface="Cambria"/>
                <a:cs typeface="Cambria"/>
              </a:rPr>
              <a:t>the</a:t>
            </a:r>
            <a:r>
              <a:rPr sz="2000" spc="180" dirty="0">
                <a:solidFill>
                  <a:srgbClr val="252525"/>
                </a:solidFill>
                <a:latin typeface="Cambria"/>
                <a:cs typeface="Cambria"/>
              </a:rPr>
              <a:t> </a:t>
            </a:r>
            <a:r>
              <a:rPr sz="2000" spc="114" dirty="0">
                <a:solidFill>
                  <a:srgbClr val="252525"/>
                </a:solidFill>
                <a:latin typeface="Cambria"/>
                <a:cs typeface="Cambria"/>
              </a:rPr>
              <a:t>term</a:t>
            </a:r>
            <a:r>
              <a:rPr sz="2000" spc="195" dirty="0">
                <a:solidFill>
                  <a:srgbClr val="252525"/>
                </a:solidFill>
                <a:latin typeface="Cambria"/>
                <a:cs typeface="Cambria"/>
              </a:rPr>
              <a:t> </a:t>
            </a:r>
            <a:r>
              <a:rPr sz="2000" spc="-50" dirty="0">
                <a:solidFill>
                  <a:srgbClr val="252525"/>
                </a:solidFill>
                <a:latin typeface="Trebuchet MS"/>
                <a:cs typeface="Trebuchet MS"/>
              </a:rPr>
              <a:t>“</a:t>
            </a:r>
            <a:endParaRPr sz="2000">
              <a:latin typeface="Trebuchet MS"/>
              <a:cs typeface="Trebuchet MS"/>
            </a:endParaRPr>
          </a:p>
        </p:txBody>
      </p:sp>
      <p:sp>
        <p:nvSpPr>
          <p:cNvPr id="8" name="object 8"/>
          <p:cNvSpPr txBox="1"/>
          <p:nvPr/>
        </p:nvSpPr>
        <p:spPr>
          <a:xfrm>
            <a:off x="7207377" y="1144651"/>
            <a:ext cx="208915" cy="330835"/>
          </a:xfrm>
          <a:prstGeom prst="rect">
            <a:avLst/>
          </a:prstGeom>
        </p:spPr>
        <p:txBody>
          <a:bodyPr vert="horz" wrap="square" lIns="0" tIns="13335" rIns="0" bIns="0" rtlCol="0">
            <a:spAutoFit/>
          </a:bodyPr>
          <a:lstStyle/>
          <a:p>
            <a:pPr marL="12700">
              <a:lnSpc>
                <a:spcPct val="100000"/>
              </a:lnSpc>
              <a:spcBef>
                <a:spcPts val="105"/>
              </a:spcBef>
            </a:pPr>
            <a:r>
              <a:rPr sz="2000" spc="-25" dirty="0">
                <a:solidFill>
                  <a:srgbClr val="252525"/>
                </a:solidFill>
                <a:latin typeface="Trebuchet MS"/>
                <a:cs typeface="Trebuchet MS"/>
              </a:rPr>
              <a:t>”</a:t>
            </a:r>
            <a:r>
              <a:rPr sz="2000" spc="-25" dirty="0">
                <a:solidFill>
                  <a:srgbClr val="252525"/>
                </a:solidFill>
                <a:latin typeface="Cambria"/>
                <a:cs typeface="Cambria"/>
              </a:rPr>
              <a:t>.</a:t>
            </a:r>
            <a:endParaRPr sz="2000">
              <a:latin typeface="Cambria"/>
              <a:cs typeface="Cambria"/>
            </a:endParaRPr>
          </a:p>
        </p:txBody>
      </p:sp>
      <p:sp>
        <p:nvSpPr>
          <p:cNvPr id="9" name="object 9"/>
          <p:cNvSpPr txBox="1"/>
          <p:nvPr/>
        </p:nvSpPr>
        <p:spPr>
          <a:xfrm>
            <a:off x="840739" y="1664030"/>
            <a:ext cx="1460500" cy="331470"/>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dirty="0">
                <a:solidFill>
                  <a:srgbClr val="252525"/>
                </a:solidFill>
                <a:latin typeface="Cambria Math"/>
                <a:cs typeface="Cambria Math"/>
              </a:rPr>
              <a:t>𝐼𝐷𝐹</a:t>
            </a:r>
            <a:r>
              <a:rPr sz="2000" spc="180" dirty="0">
                <a:solidFill>
                  <a:srgbClr val="252525"/>
                </a:solidFill>
                <a:latin typeface="Cambria Math"/>
                <a:cs typeface="Cambria Math"/>
              </a:rPr>
              <a:t> </a:t>
            </a:r>
            <a:r>
              <a:rPr sz="2000" dirty="0">
                <a:solidFill>
                  <a:srgbClr val="252525"/>
                </a:solidFill>
                <a:latin typeface="Cambria Math"/>
                <a:cs typeface="Cambria Math"/>
              </a:rPr>
              <a:t>=</a:t>
            </a:r>
            <a:r>
              <a:rPr sz="2000" spc="105" dirty="0">
                <a:solidFill>
                  <a:srgbClr val="252525"/>
                </a:solidFill>
                <a:latin typeface="Cambria Math"/>
                <a:cs typeface="Cambria Math"/>
              </a:rPr>
              <a:t> </a:t>
            </a:r>
            <a:r>
              <a:rPr sz="2000" spc="-20" dirty="0">
                <a:solidFill>
                  <a:srgbClr val="252525"/>
                </a:solidFill>
                <a:latin typeface="Cambria Math"/>
                <a:cs typeface="Cambria Math"/>
              </a:rPr>
              <a:t>log(</a:t>
            </a:r>
            <a:endParaRPr sz="2000">
              <a:latin typeface="Cambria Math"/>
              <a:cs typeface="Cambria Math"/>
            </a:endParaRPr>
          </a:p>
        </p:txBody>
      </p:sp>
      <p:sp>
        <p:nvSpPr>
          <p:cNvPr id="10" name="object 10"/>
          <p:cNvSpPr/>
          <p:nvPr/>
        </p:nvSpPr>
        <p:spPr>
          <a:xfrm>
            <a:off x="2287523" y="1850389"/>
            <a:ext cx="4640580" cy="17145"/>
          </a:xfrm>
          <a:custGeom>
            <a:avLst/>
            <a:gdLst/>
            <a:ahLst/>
            <a:cxnLst/>
            <a:rect l="l" t="t" r="r" b="b"/>
            <a:pathLst>
              <a:path w="4640580" h="17144">
                <a:moveTo>
                  <a:pt x="4640580" y="0"/>
                </a:moveTo>
                <a:lnTo>
                  <a:pt x="0" y="0"/>
                </a:lnTo>
                <a:lnTo>
                  <a:pt x="0" y="16763"/>
                </a:lnTo>
                <a:lnTo>
                  <a:pt x="4640580" y="16763"/>
                </a:lnTo>
                <a:lnTo>
                  <a:pt x="4640580" y="0"/>
                </a:lnTo>
                <a:close/>
              </a:path>
            </a:pathLst>
          </a:custGeom>
          <a:solidFill>
            <a:srgbClr val="252525"/>
          </a:solidFill>
        </p:spPr>
        <p:txBody>
          <a:bodyPr wrap="square" lIns="0" tIns="0" rIns="0" bIns="0" rtlCol="0"/>
          <a:lstStyle/>
          <a:p>
            <a:endParaRPr/>
          </a:p>
        </p:txBody>
      </p:sp>
      <p:sp>
        <p:nvSpPr>
          <p:cNvPr id="11" name="object 11"/>
          <p:cNvSpPr txBox="1"/>
          <p:nvPr/>
        </p:nvSpPr>
        <p:spPr>
          <a:xfrm>
            <a:off x="3282441" y="1583562"/>
            <a:ext cx="2604770" cy="248920"/>
          </a:xfrm>
          <a:prstGeom prst="rect">
            <a:avLst/>
          </a:prstGeom>
        </p:spPr>
        <p:txBody>
          <a:bodyPr vert="horz" wrap="square" lIns="0" tIns="13970" rIns="0" bIns="0" rtlCol="0">
            <a:spAutoFit/>
          </a:bodyPr>
          <a:lstStyle/>
          <a:p>
            <a:pPr marL="12700">
              <a:lnSpc>
                <a:spcPct val="100000"/>
              </a:lnSpc>
              <a:spcBef>
                <a:spcPts val="110"/>
              </a:spcBef>
            </a:pPr>
            <a:r>
              <a:rPr sz="1450" spc="65" dirty="0">
                <a:solidFill>
                  <a:srgbClr val="252525"/>
                </a:solidFill>
                <a:latin typeface="Cambria Math"/>
                <a:cs typeface="Cambria Math"/>
              </a:rPr>
              <a:t>𝑇𝑜𝑡𝑎𝑙</a:t>
            </a:r>
            <a:r>
              <a:rPr sz="1450" spc="40" dirty="0">
                <a:solidFill>
                  <a:srgbClr val="252525"/>
                </a:solidFill>
                <a:latin typeface="Cambria Math"/>
                <a:cs typeface="Cambria Math"/>
              </a:rPr>
              <a:t> </a:t>
            </a:r>
            <a:r>
              <a:rPr sz="1450" spc="95" dirty="0">
                <a:solidFill>
                  <a:srgbClr val="252525"/>
                </a:solidFill>
                <a:latin typeface="Cambria Math"/>
                <a:cs typeface="Cambria Math"/>
              </a:rPr>
              <a:t>𝑛𝑢𝑚𝑏𝑒𝑟</a:t>
            </a:r>
            <a:r>
              <a:rPr sz="1450" spc="50" dirty="0">
                <a:solidFill>
                  <a:srgbClr val="252525"/>
                </a:solidFill>
                <a:latin typeface="Cambria Math"/>
                <a:cs typeface="Cambria Math"/>
              </a:rPr>
              <a:t> </a:t>
            </a:r>
            <a:r>
              <a:rPr sz="1450" spc="75" dirty="0">
                <a:solidFill>
                  <a:srgbClr val="252525"/>
                </a:solidFill>
                <a:latin typeface="Cambria Math"/>
                <a:cs typeface="Cambria Math"/>
              </a:rPr>
              <a:t>𝑜𝑓</a:t>
            </a:r>
            <a:r>
              <a:rPr sz="1450" spc="50" dirty="0">
                <a:solidFill>
                  <a:srgbClr val="252525"/>
                </a:solidFill>
                <a:latin typeface="Cambria Math"/>
                <a:cs typeface="Cambria Math"/>
              </a:rPr>
              <a:t> </a:t>
            </a:r>
            <a:r>
              <a:rPr sz="1450" spc="70" dirty="0">
                <a:solidFill>
                  <a:srgbClr val="252525"/>
                </a:solidFill>
                <a:latin typeface="Cambria Math"/>
                <a:cs typeface="Cambria Math"/>
              </a:rPr>
              <a:t>𝑑𝑜𝑐𝑢𝑚𝑒𝑛𝑡𝑠</a:t>
            </a:r>
            <a:endParaRPr sz="1450">
              <a:latin typeface="Cambria Math"/>
              <a:cs typeface="Cambria Math"/>
            </a:endParaRPr>
          </a:p>
        </p:txBody>
      </p:sp>
      <p:sp>
        <p:nvSpPr>
          <p:cNvPr id="12" name="object 12"/>
          <p:cNvSpPr txBox="1"/>
          <p:nvPr/>
        </p:nvSpPr>
        <p:spPr>
          <a:xfrm>
            <a:off x="2275077" y="1860626"/>
            <a:ext cx="4660265" cy="248920"/>
          </a:xfrm>
          <a:prstGeom prst="rect">
            <a:avLst/>
          </a:prstGeom>
        </p:spPr>
        <p:txBody>
          <a:bodyPr vert="horz" wrap="square" lIns="0" tIns="14604" rIns="0" bIns="0" rtlCol="0">
            <a:spAutoFit/>
          </a:bodyPr>
          <a:lstStyle/>
          <a:p>
            <a:pPr marL="12700">
              <a:lnSpc>
                <a:spcPct val="100000"/>
              </a:lnSpc>
              <a:spcBef>
                <a:spcPts val="114"/>
              </a:spcBef>
            </a:pPr>
            <a:r>
              <a:rPr sz="1450" spc="80" dirty="0">
                <a:solidFill>
                  <a:srgbClr val="252525"/>
                </a:solidFill>
                <a:latin typeface="Cambria Math"/>
                <a:cs typeface="Cambria Math"/>
              </a:rPr>
              <a:t>𝑁𝑢𝑚𝑏𝑒𝑟</a:t>
            </a:r>
            <a:r>
              <a:rPr sz="1450" spc="35" dirty="0">
                <a:solidFill>
                  <a:srgbClr val="252525"/>
                </a:solidFill>
                <a:latin typeface="Cambria Math"/>
                <a:cs typeface="Cambria Math"/>
              </a:rPr>
              <a:t> </a:t>
            </a:r>
            <a:r>
              <a:rPr sz="1450" spc="75" dirty="0">
                <a:solidFill>
                  <a:srgbClr val="252525"/>
                </a:solidFill>
                <a:latin typeface="Cambria Math"/>
                <a:cs typeface="Cambria Math"/>
              </a:rPr>
              <a:t>𝑜𝑓</a:t>
            </a:r>
            <a:r>
              <a:rPr sz="1450" spc="50" dirty="0">
                <a:solidFill>
                  <a:srgbClr val="252525"/>
                </a:solidFill>
                <a:latin typeface="Cambria Math"/>
                <a:cs typeface="Cambria Math"/>
              </a:rPr>
              <a:t> </a:t>
            </a:r>
            <a:r>
              <a:rPr sz="1450" spc="85" dirty="0">
                <a:solidFill>
                  <a:srgbClr val="252525"/>
                </a:solidFill>
                <a:latin typeface="Cambria Math"/>
                <a:cs typeface="Cambria Math"/>
              </a:rPr>
              <a:t>𝑑𝑜𝑐𝑢𝑚𝑒𝑛𝑡𝑠</a:t>
            </a:r>
            <a:r>
              <a:rPr sz="1450" spc="40" dirty="0">
                <a:solidFill>
                  <a:srgbClr val="252525"/>
                </a:solidFill>
                <a:latin typeface="Cambria Math"/>
                <a:cs typeface="Cambria Math"/>
              </a:rPr>
              <a:t> </a:t>
            </a:r>
            <a:r>
              <a:rPr sz="1450" spc="80" dirty="0">
                <a:solidFill>
                  <a:srgbClr val="252525"/>
                </a:solidFill>
                <a:latin typeface="Cambria Math"/>
                <a:cs typeface="Cambria Math"/>
              </a:rPr>
              <a:t>𝑤𝑖𝑡ℎ</a:t>
            </a:r>
            <a:r>
              <a:rPr sz="1450" spc="35" dirty="0">
                <a:solidFill>
                  <a:srgbClr val="252525"/>
                </a:solidFill>
                <a:latin typeface="Cambria Math"/>
                <a:cs typeface="Cambria Math"/>
              </a:rPr>
              <a:t> </a:t>
            </a:r>
            <a:r>
              <a:rPr sz="1450" spc="90" dirty="0">
                <a:solidFill>
                  <a:srgbClr val="252525"/>
                </a:solidFill>
                <a:latin typeface="Cambria Math"/>
                <a:cs typeface="Cambria Math"/>
              </a:rPr>
              <a:t>𝑡𝑒𝑟𝑚</a:t>
            </a:r>
            <a:r>
              <a:rPr sz="1450" spc="5" dirty="0">
                <a:solidFill>
                  <a:srgbClr val="252525"/>
                </a:solidFill>
                <a:latin typeface="Cambria Math"/>
                <a:cs typeface="Cambria Math"/>
              </a:rPr>
              <a:t> </a:t>
            </a:r>
            <a:r>
              <a:rPr sz="1450" spc="85" dirty="0">
                <a:solidFill>
                  <a:srgbClr val="252525"/>
                </a:solidFill>
                <a:latin typeface="Cambria Math"/>
                <a:cs typeface="Cambria Math"/>
              </a:rPr>
              <a:t>𝑢𝑛𝑒𝑥𝑎𝑚𝑖𝑛𝑒𝑑</a:t>
            </a:r>
            <a:r>
              <a:rPr sz="1450" spc="45" dirty="0">
                <a:solidFill>
                  <a:srgbClr val="252525"/>
                </a:solidFill>
                <a:latin typeface="Cambria Math"/>
                <a:cs typeface="Cambria Math"/>
              </a:rPr>
              <a:t> </a:t>
            </a:r>
            <a:r>
              <a:rPr sz="1450" spc="75" dirty="0">
                <a:solidFill>
                  <a:srgbClr val="252525"/>
                </a:solidFill>
                <a:latin typeface="Cambria Math"/>
                <a:cs typeface="Cambria Math"/>
              </a:rPr>
              <a:t>𝑖𝑛</a:t>
            </a:r>
            <a:r>
              <a:rPr sz="1450" spc="35" dirty="0">
                <a:solidFill>
                  <a:srgbClr val="252525"/>
                </a:solidFill>
                <a:latin typeface="Cambria Math"/>
                <a:cs typeface="Cambria Math"/>
              </a:rPr>
              <a:t> </a:t>
            </a:r>
            <a:r>
              <a:rPr sz="1450" spc="30" dirty="0">
                <a:solidFill>
                  <a:srgbClr val="252525"/>
                </a:solidFill>
                <a:latin typeface="Cambria Math"/>
                <a:cs typeface="Cambria Math"/>
              </a:rPr>
              <a:t>𝑖𝑡</a:t>
            </a:r>
            <a:endParaRPr sz="1450">
              <a:latin typeface="Cambria Math"/>
              <a:cs typeface="Cambria Math"/>
            </a:endParaRPr>
          </a:p>
        </p:txBody>
      </p:sp>
      <p:sp>
        <p:nvSpPr>
          <p:cNvPr id="13" name="object 13"/>
          <p:cNvSpPr txBox="1"/>
          <p:nvPr/>
        </p:nvSpPr>
        <p:spPr>
          <a:xfrm>
            <a:off x="6914768" y="1664030"/>
            <a:ext cx="106045" cy="331470"/>
          </a:xfrm>
          <a:prstGeom prst="rect">
            <a:avLst/>
          </a:prstGeom>
        </p:spPr>
        <p:txBody>
          <a:bodyPr vert="horz" wrap="square" lIns="0" tIns="13335" rIns="0" bIns="0" rtlCol="0">
            <a:spAutoFit/>
          </a:bodyPr>
          <a:lstStyle/>
          <a:p>
            <a:pPr marL="12700">
              <a:lnSpc>
                <a:spcPct val="100000"/>
              </a:lnSpc>
              <a:spcBef>
                <a:spcPts val="105"/>
              </a:spcBef>
            </a:pPr>
            <a:r>
              <a:rPr sz="2000" spc="-85" dirty="0">
                <a:solidFill>
                  <a:srgbClr val="252525"/>
                </a:solidFill>
                <a:latin typeface="Cambria"/>
                <a:cs typeface="Cambria"/>
              </a:rPr>
              <a:t>)</a:t>
            </a:r>
            <a:endParaRPr sz="2000">
              <a:latin typeface="Cambria"/>
              <a:cs typeface="Cambria"/>
            </a:endParaRPr>
          </a:p>
        </p:txBody>
      </p:sp>
      <p:sp>
        <p:nvSpPr>
          <p:cNvPr id="14" name="object 14"/>
          <p:cNvSpPr/>
          <p:nvPr/>
        </p:nvSpPr>
        <p:spPr>
          <a:xfrm>
            <a:off x="3910584" y="2437129"/>
            <a:ext cx="108585" cy="17145"/>
          </a:xfrm>
          <a:custGeom>
            <a:avLst/>
            <a:gdLst/>
            <a:ahLst/>
            <a:cxnLst/>
            <a:rect l="l" t="t" r="r" b="b"/>
            <a:pathLst>
              <a:path w="108585" h="17144">
                <a:moveTo>
                  <a:pt x="108203" y="0"/>
                </a:moveTo>
                <a:lnTo>
                  <a:pt x="0" y="0"/>
                </a:lnTo>
                <a:lnTo>
                  <a:pt x="0" y="16763"/>
                </a:lnTo>
                <a:lnTo>
                  <a:pt x="108203" y="16763"/>
                </a:lnTo>
                <a:lnTo>
                  <a:pt x="108203" y="0"/>
                </a:lnTo>
                <a:close/>
              </a:path>
            </a:pathLst>
          </a:custGeom>
          <a:solidFill>
            <a:srgbClr val="252525"/>
          </a:solidFill>
        </p:spPr>
        <p:txBody>
          <a:bodyPr wrap="square" lIns="0" tIns="0" rIns="0" bIns="0" rtlCol="0"/>
          <a:lstStyle/>
          <a:p>
            <a:endParaRPr/>
          </a:p>
        </p:txBody>
      </p:sp>
      <p:sp>
        <p:nvSpPr>
          <p:cNvPr id="15" name="object 15"/>
          <p:cNvSpPr txBox="1"/>
          <p:nvPr/>
        </p:nvSpPr>
        <p:spPr>
          <a:xfrm>
            <a:off x="3898519" y="2170556"/>
            <a:ext cx="133350" cy="248920"/>
          </a:xfrm>
          <a:prstGeom prst="rect">
            <a:avLst/>
          </a:prstGeom>
        </p:spPr>
        <p:txBody>
          <a:bodyPr vert="horz" wrap="square" lIns="0" tIns="13970" rIns="0" bIns="0" rtlCol="0">
            <a:spAutoFit/>
          </a:bodyPr>
          <a:lstStyle/>
          <a:p>
            <a:pPr marL="12700">
              <a:lnSpc>
                <a:spcPct val="100000"/>
              </a:lnSpc>
              <a:spcBef>
                <a:spcPts val="110"/>
              </a:spcBef>
            </a:pPr>
            <a:r>
              <a:rPr sz="1450" spc="-50" dirty="0">
                <a:solidFill>
                  <a:srgbClr val="252525"/>
                </a:solidFill>
                <a:latin typeface="Cambria Math"/>
                <a:cs typeface="Cambria Math"/>
              </a:rPr>
              <a:t>3</a:t>
            </a:r>
            <a:endParaRPr sz="1450">
              <a:latin typeface="Cambria Math"/>
              <a:cs typeface="Cambria Math"/>
            </a:endParaRPr>
          </a:p>
        </p:txBody>
      </p:sp>
      <p:sp>
        <p:nvSpPr>
          <p:cNvPr id="20" name="object 20"/>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16" name="object 16"/>
          <p:cNvSpPr txBox="1"/>
          <p:nvPr/>
        </p:nvSpPr>
        <p:spPr>
          <a:xfrm>
            <a:off x="3898519" y="2447925"/>
            <a:ext cx="133350" cy="248920"/>
          </a:xfrm>
          <a:prstGeom prst="rect">
            <a:avLst/>
          </a:prstGeom>
        </p:spPr>
        <p:txBody>
          <a:bodyPr vert="horz" wrap="square" lIns="0" tIns="13970" rIns="0" bIns="0" rtlCol="0">
            <a:spAutoFit/>
          </a:bodyPr>
          <a:lstStyle/>
          <a:p>
            <a:pPr marL="12700">
              <a:lnSpc>
                <a:spcPct val="100000"/>
              </a:lnSpc>
              <a:spcBef>
                <a:spcPts val="110"/>
              </a:spcBef>
            </a:pPr>
            <a:r>
              <a:rPr sz="1450" spc="-50" dirty="0">
                <a:solidFill>
                  <a:srgbClr val="252525"/>
                </a:solidFill>
                <a:latin typeface="Cambria Math"/>
                <a:cs typeface="Cambria Math"/>
              </a:rPr>
              <a:t>1</a:t>
            </a:r>
            <a:endParaRPr sz="1450">
              <a:latin typeface="Cambria Math"/>
              <a:cs typeface="Cambria Math"/>
            </a:endParaRPr>
          </a:p>
        </p:txBody>
      </p:sp>
      <p:sp>
        <p:nvSpPr>
          <p:cNvPr id="17" name="object 17"/>
          <p:cNvSpPr txBox="1"/>
          <p:nvPr/>
        </p:nvSpPr>
        <p:spPr>
          <a:xfrm>
            <a:off x="840739" y="2251329"/>
            <a:ext cx="4950461" cy="629018"/>
          </a:xfrm>
          <a:prstGeom prst="rect">
            <a:avLst/>
          </a:prstGeom>
        </p:spPr>
        <p:txBody>
          <a:bodyPr vert="horz" wrap="square" lIns="0" tIns="13335" rIns="0" bIns="0" rtlCol="0">
            <a:spAutoFit/>
          </a:bodyPr>
          <a:lstStyle/>
          <a:p>
            <a:pPr marL="240665" indent="-227965">
              <a:lnSpc>
                <a:spcPct val="100000"/>
              </a:lnSpc>
              <a:spcBef>
                <a:spcPts val="105"/>
              </a:spcBef>
              <a:buClr>
                <a:srgbClr val="006F57"/>
              </a:buClr>
              <a:buSzPct val="75000"/>
              <a:buFont typeface="Wingdings"/>
              <a:buChar char=""/>
              <a:tabLst>
                <a:tab pos="240665" algn="l"/>
              </a:tabLst>
            </a:pPr>
            <a:r>
              <a:rPr sz="2000" dirty="0">
                <a:solidFill>
                  <a:srgbClr val="252525"/>
                </a:solidFill>
                <a:latin typeface="Cambria Math"/>
                <a:cs typeface="Cambria Math"/>
              </a:rPr>
              <a:t>𝐼𝐷𝐹(𝑢𝑛𝑒𝑥𝑎𝑚𝑖𝑛𝑒𝑑)</a:t>
            </a:r>
            <a:r>
              <a:rPr sz="2000" spc="110" dirty="0">
                <a:solidFill>
                  <a:srgbClr val="252525"/>
                </a:solidFill>
                <a:latin typeface="Cambria Math"/>
                <a:cs typeface="Cambria Math"/>
              </a:rPr>
              <a:t> </a:t>
            </a:r>
            <a:r>
              <a:rPr sz="2000" dirty="0">
                <a:solidFill>
                  <a:srgbClr val="252525"/>
                </a:solidFill>
                <a:latin typeface="Cambria Math"/>
                <a:cs typeface="Cambria Math"/>
              </a:rPr>
              <a:t>=</a:t>
            </a:r>
            <a:r>
              <a:rPr sz="2000" spc="125" dirty="0">
                <a:solidFill>
                  <a:srgbClr val="252525"/>
                </a:solidFill>
                <a:latin typeface="Cambria Math"/>
                <a:cs typeface="Cambria Math"/>
              </a:rPr>
              <a:t> </a:t>
            </a:r>
            <a:r>
              <a:rPr sz="2000" dirty="0">
                <a:solidFill>
                  <a:srgbClr val="252525"/>
                </a:solidFill>
                <a:latin typeface="Cambria Math"/>
                <a:cs typeface="Cambria Math"/>
              </a:rPr>
              <a:t>log(</a:t>
            </a:r>
            <a:r>
              <a:rPr sz="2000" spc="390" dirty="0">
                <a:solidFill>
                  <a:srgbClr val="252525"/>
                </a:solidFill>
                <a:latin typeface="Cambria Math"/>
                <a:cs typeface="Cambria Math"/>
              </a:rPr>
              <a:t> </a:t>
            </a:r>
            <a:r>
              <a:rPr lang="en-US" sz="2000" spc="390" dirty="0">
                <a:solidFill>
                  <a:srgbClr val="252525"/>
                </a:solidFill>
                <a:latin typeface="Cambria Math"/>
                <a:cs typeface="Cambria Math"/>
              </a:rPr>
              <a:t> </a:t>
            </a:r>
            <a:r>
              <a:rPr sz="2000" spc="55" dirty="0">
                <a:solidFill>
                  <a:srgbClr val="252525"/>
                </a:solidFill>
                <a:latin typeface="Cambria"/>
                <a:cs typeface="Cambria"/>
              </a:rPr>
              <a:t>)=</a:t>
            </a:r>
            <a:r>
              <a:rPr lang="en-US" sz="2000" spc="55" dirty="0">
                <a:solidFill>
                  <a:srgbClr val="252525"/>
                </a:solidFill>
                <a:latin typeface="Cambria"/>
                <a:cs typeface="Cambria"/>
              </a:rPr>
              <a:t>0.477,      IDF(Life) = 0.176</a:t>
            </a:r>
            <a:endParaRPr sz="2000" dirty="0">
              <a:latin typeface="Cambria"/>
              <a:cs typeface="Cambria"/>
            </a:endParaRPr>
          </a:p>
        </p:txBody>
      </p:sp>
      <p:graphicFrame>
        <p:nvGraphicFramePr>
          <p:cNvPr id="18" name="object 18"/>
          <p:cNvGraphicFramePr>
            <a:graphicFrameLocks noGrp="1"/>
          </p:cNvGraphicFramePr>
          <p:nvPr>
            <p:extLst>
              <p:ext uri="{D42A27DB-BD31-4B8C-83A1-F6EECF244321}">
                <p14:modId xmlns:p14="http://schemas.microsoft.com/office/powerpoint/2010/main" val="1833046186"/>
              </p:ext>
            </p:extLst>
          </p:nvPr>
        </p:nvGraphicFramePr>
        <p:xfrm>
          <a:off x="573493" y="4360926"/>
          <a:ext cx="10439399" cy="1195704"/>
        </p:xfrm>
        <a:graphic>
          <a:graphicData uri="http://schemas.openxmlformats.org/drawingml/2006/table">
            <a:tbl>
              <a:tblPr firstRow="1" bandRow="1">
                <a:tableStyleId>{2D5ABB26-0587-4C30-8999-92F81FD0307C}</a:tableStyleId>
              </a:tblPr>
              <a:tblGrid>
                <a:gridCol w="1757680">
                  <a:extLst>
                    <a:ext uri="{9D8B030D-6E8A-4147-A177-3AD203B41FA5}">
                      <a16:colId xmlns:a16="http://schemas.microsoft.com/office/drawing/2014/main" val="20000"/>
                    </a:ext>
                  </a:extLst>
                </a:gridCol>
                <a:gridCol w="852169">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304925">
                  <a:extLst>
                    <a:ext uri="{9D8B030D-6E8A-4147-A177-3AD203B41FA5}">
                      <a16:colId xmlns:a16="http://schemas.microsoft.com/office/drawing/2014/main" val="20004"/>
                    </a:ext>
                  </a:extLst>
                </a:gridCol>
                <a:gridCol w="958850">
                  <a:extLst>
                    <a:ext uri="{9D8B030D-6E8A-4147-A177-3AD203B41FA5}">
                      <a16:colId xmlns:a16="http://schemas.microsoft.com/office/drawing/2014/main" val="20005"/>
                    </a:ext>
                  </a:extLst>
                </a:gridCol>
                <a:gridCol w="1651000">
                  <a:extLst>
                    <a:ext uri="{9D8B030D-6E8A-4147-A177-3AD203B41FA5}">
                      <a16:colId xmlns:a16="http://schemas.microsoft.com/office/drawing/2014/main" val="20006"/>
                    </a:ext>
                  </a:extLst>
                </a:gridCol>
                <a:gridCol w="1304925">
                  <a:extLst>
                    <a:ext uri="{9D8B030D-6E8A-4147-A177-3AD203B41FA5}">
                      <a16:colId xmlns:a16="http://schemas.microsoft.com/office/drawing/2014/main" val="20007"/>
                    </a:ext>
                  </a:extLst>
                </a:gridCol>
              </a:tblGrid>
              <a:tr h="454659">
                <a:tc>
                  <a:txBody>
                    <a:bodyPr/>
                    <a:lstStyle/>
                    <a:p>
                      <a:pPr marL="1905" algn="ctr">
                        <a:lnSpc>
                          <a:spcPct val="100000"/>
                        </a:lnSpc>
                        <a:spcBef>
                          <a:spcPts val="245"/>
                        </a:spcBef>
                      </a:pPr>
                      <a:r>
                        <a:rPr sz="1800" b="1" spc="-10" dirty="0">
                          <a:solidFill>
                            <a:srgbClr val="FFFFFF"/>
                          </a:solidFill>
                          <a:latin typeface="Constantia"/>
                          <a:cs typeface="Constantia"/>
                        </a:rPr>
                        <a:t>Term/Word</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The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10" dirty="0">
                          <a:solidFill>
                            <a:srgbClr val="FFFFFF"/>
                          </a:solidFill>
                          <a:latin typeface="Constantia"/>
                          <a:cs typeface="Constantia"/>
                        </a:rPr>
                        <a:t>unexamined</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0" dirty="0">
                          <a:solidFill>
                            <a:srgbClr val="FFFFFF"/>
                          </a:solidFill>
                          <a:latin typeface="Constantia"/>
                          <a:cs typeface="Constantia"/>
                        </a:rPr>
                        <a:t>Life</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Is</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8255" algn="ctr">
                        <a:lnSpc>
                          <a:spcPct val="100000"/>
                        </a:lnSpc>
                        <a:spcBef>
                          <a:spcPts val="245"/>
                        </a:spcBef>
                      </a:pPr>
                      <a:r>
                        <a:rPr sz="1800" b="1" spc="-25" dirty="0">
                          <a:solidFill>
                            <a:srgbClr val="FFFFFF"/>
                          </a:solidFill>
                          <a:latin typeface="Constantia"/>
                          <a:cs typeface="Constantia"/>
                        </a:rPr>
                        <a:t>not</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1905" algn="ctr">
                        <a:lnSpc>
                          <a:spcPct val="100000"/>
                        </a:lnSpc>
                        <a:spcBef>
                          <a:spcPts val="245"/>
                        </a:spcBef>
                      </a:pPr>
                      <a:r>
                        <a:rPr sz="1800" b="1" spc="-10" dirty="0">
                          <a:solidFill>
                            <a:srgbClr val="FFFFFF"/>
                          </a:solidFill>
                          <a:latin typeface="Constantia"/>
                          <a:cs typeface="Constantia"/>
                        </a:rPr>
                        <a:t>Worth</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10" dirty="0">
                          <a:solidFill>
                            <a:srgbClr val="FFFFFF"/>
                          </a:solidFill>
                          <a:latin typeface="Constantia"/>
                          <a:cs typeface="Constantia"/>
                        </a:rPr>
                        <a:t>Living</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205">
                <a:tc>
                  <a:txBody>
                    <a:bodyPr/>
                    <a:lstStyle/>
                    <a:p>
                      <a:pPr algn="ctr">
                        <a:lnSpc>
                          <a:spcPct val="100000"/>
                        </a:lnSpc>
                        <a:spcBef>
                          <a:spcPts val="245"/>
                        </a:spcBef>
                      </a:pPr>
                      <a:r>
                        <a:rPr sz="1800" spc="-10" dirty="0">
                          <a:latin typeface="Constantia"/>
                          <a:cs typeface="Constantia"/>
                        </a:rPr>
                        <a:t>Frequency</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marL="635"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marL="635"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tc>
                  <a:txBody>
                    <a:bodyPr/>
                    <a:lstStyle/>
                    <a:p>
                      <a:pPr algn="ctr">
                        <a:lnSpc>
                          <a:spcPct val="100000"/>
                        </a:lnSpc>
                        <a:spcBef>
                          <a:spcPts val="245"/>
                        </a:spcBef>
                      </a:pPr>
                      <a:r>
                        <a:rPr sz="1800" spc="-25" dirty="0">
                          <a:latin typeface="Constantia"/>
                          <a:cs typeface="Constantia"/>
                        </a:rPr>
                        <a:t>1/7</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AD4D1"/>
                    </a:solidFill>
                  </a:tcPr>
                </a:tc>
                <a:extLst>
                  <a:ext uri="{0D108BD9-81ED-4DB2-BD59-A6C34878D82A}">
                    <a16:rowId xmlns:a16="http://schemas.microsoft.com/office/drawing/2014/main" val="10001"/>
                  </a:ext>
                </a:extLst>
              </a:tr>
              <a:tr h="370840">
                <a:tc>
                  <a:txBody>
                    <a:bodyPr/>
                    <a:lstStyle/>
                    <a:p>
                      <a:pPr algn="ctr">
                        <a:lnSpc>
                          <a:spcPct val="100000"/>
                        </a:lnSpc>
                        <a:spcBef>
                          <a:spcPts val="245"/>
                        </a:spcBef>
                      </a:pPr>
                      <a:r>
                        <a:rPr sz="1800" spc="-25" dirty="0">
                          <a:latin typeface="Constantia"/>
                          <a:cs typeface="Constantia"/>
                        </a:rPr>
                        <a:t>IDF</a:t>
                      </a:r>
                      <a:endParaRPr sz="1800">
                        <a:latin typeface="Constantia"/>
                        <a:cs typeface="Constantia"/>
                      </a:endParaRPr>
                    </a:p>
                  </a:txBody>
                  <a:tcPr marL="0" marR="0" marT="31115"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pPr>
                      <a:r>
                        <a:rPr lang="en-US" sz="1700" dirty="0">
                          <a:latin typeface="Times New Roman"/>
                          <a:cs typeface="Times New Roman"/>
                        </a:rPr>
                        <a:t>0.176</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2"/>
                  </a:ext>
                </a:extLst>
              </a:tr>
            </a:tbl>
          </a:graphicData>
        </a:graphic>
      </p:graphicFrame>
      <p:graphicFrame>
        <p:nvGraphicFramePr>
          <p:cNvPr id="19" name="object 19"/>
          <p:cNvGraphicFramePr>
            <a:graphicFrameLocks noGrp="1"/>
          </p:cNvGraphicFramePr>
          <p:nvPr/>
        </p:nvGraphicFramePr>
        <p:xfrm>
          <a:off x="688975" y="5632958"/>
          <a:ext cx="5410200" cy="1122045"/>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tblGrid>
              <a:tr h="381000">
                <a:tc>
                  <a:txBody>
                    <a:bodyPr/>
                    <a:lstStyle/>
                    <a:p>
                      <a:pPr algn="ctr">
                        <a:lnSpc>
                          <a:spcPct val="100000"/>
                        </a:lnSpc>
                        <a:spcBef>
                          <a:spcPts val="250"/>
                        </a:spcBef>
                      </a:pPr>
                      <a:r>
                        <a:rPr sz="1800" b="1" spc="-10" dirty="0">
                          <a:solidFill>
                            <a:srgbClr val="FFFFFF"/>
                          </a:solidFill>
                          <a:latin typeface="Constantia"/>
                          <a:cs typeface="Constantia"/>
                        </a:rPr>
                        <a:t>Term/Word</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7620" algn="ctr">
                        <a:lnSpc>
                          <a:spcPct val="100000"/>
                        </a:lnSpc>
                        <a:spcBef>
                          <a:spcPts val="250"/>
                        </a:spcBef>
                      </a:pPr>
                      <a:r>
                        <a:rPr sz="1800" b="1" spc="-10" dirty="0">
                          <a:solidFill>
                            <a:srgbClr val="FFFFFF"/>
                          </a:solidFill>
                          <a:latin typeface="Constantia"/>
                          <a:cs typeface="Constantia"/>
                        </a:rPr>
                        <a:t>Never</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marL="635" algn="ctr">
                        <a:lnSpc>
                          <a:spcPct val="100000"/>
                        </a:lnSpc>
                        <a:spcBef>
                          <a:spcPts val="250"/>
                        </a:spcBef>
                      </a:pPr>
                      <a:r>
                        <a:rPr sz="1800" b="1" spc="-20" dirty="0">
                          <a:solidFill>
                            <a:srgbClr val="FFFFFF"/>
                          </a:solidFill>
                          <a:latin typeface="Constantia"/>
                          <a:cs typeface="Constantia"/>
                        </a:rPr>
                        <a:t>Stop</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50"/>
                        </a:spcBef>
                      </a:pPr>
                      <a:r>
                        <a:rPr sz="1800" b="1" spc="-10" dirty="0">
                          <a:solidFill>
                            <a:srgbClr val="FFFFFF"/>
                          </a:solidFill>
                          <a:latin typeface="Constantia"/>
                          <a:cs typeface="Constantia"/>
                        </a:rPr>
                        <a:t>learning</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extLst>
                  <a:ext uri="{0D108BD9-81ED-4DB2-BD59-A6C34878D82A}">
                    <a16:rowId xmlns:a16="http://schemas.microsoft.com/office/drawing/2014/main" val="10000"/>
                  </a:ext>
                </a:extLst>
              </a:tr>
              <a:tr h="370840">
                <a:tc>
                  <a:txBody>
                    <a:bodyPr/>
                    <a:lstStyle/>
                    <a:p>
                      <a:pPr algn="ctr">
                        <a:lnSpc>
                          <a:spcPct val="100000"/>
                        </a:lnSpc>
                        <a:spcBef>
                          <a:spcPts val="250"/>
                        </a:spcBef>
                      </a:pPr>
                      <a:r>
                        <a:rPr sz="1800" spc="-10" dirty="0">
                          <a:latin typeface="Constantia"/>
                          <a:cs typeface="Constantia"/>
                        </a:rPr>
                        <a:t>Frequency</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270" algn="ctr">
                        <a:lnSpc>
                          <a:spcPct val="100000"/>
                        </a:lnSpc>
                        <a:spcBef>
                          <a:spcPts val="250"/>
                        </a:spcBef>
                      </a:pPr>
                      <a:r>
                        <a:rPr sz="1800" spc="-25" dirty="0">
                          <a:latin typeface="Constantia"/>
                          <a:cs typeface="Constantia"/>
                        </a:rPr>
                        <a:t>1/3</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250"/>
                        </a:spcBef>
                      </a:pPr>
                      <a:r>
                        <a:rPr sz="1800" spc="-25" dirty="0">
                          <a:latin typeface="Constantia"/>
                          <a:cs typeface="Constantia"/>
                        </a:rPr>
                        <a:t>1/3</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marL="635" algn="ctr">
                        <a:lnSpc>
                          <a:spcPct val="100000"/>
                        </a:lnSpc>
                        <a:spcBef>
                          <a:spcPts val="250"/>
                        </a:spcBef>
                      </a:pPr>
                      <a:r>
                        <a:rPr sz="1800" spc="-25" dirty="0">
                          <a:latin typeface="Constantia"/>
                          <a:cs typeface="Constantia"/>
                        </a:rPr>
                        <a:t>1/3</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r h="370205">
                <a:tc>
                  <a:txBody>
                    <a:bodyPr/>
                    <a:lstStyle/>
                    <a:p>
                      <a:pPr algn="ctr">
                        <a:lnSpc>
                          <a:spcPct val="100000"/>
                        </a:lnSpc>
                        <a:spcBef>
                          <a:spcPts val="250"/>
                        </a:spcBef>
                      </a:pPr>
                      <a:r>
                        <a:rPr sz="1800" spc="-25" dirty="0">
                          <a:latin typeface="Constantia"/>
                          <a:cs typeface="Constantia"/>
                        </a:rPr>
                        <a:t>IDF</a:t>
                      </a:r>
                      <a:endParaRPr sz="1800">
                        <a:latin typeface="Constantia"/>
                        <a:cs typeface="Constantia"/>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689" y="116840"/>
            <a:ext cx="9194800" cy="574040"/>
          </a:xfrm>
          <a:prstGeom prst="rect">
            <a:avLst/>
          </a:prstGeom>
        </p:spPr>
        <p:txBody>
          <a:bodyPr vert="horz" wrap="square" lIns="0" tIns="12700" rIns="0" bIns="0" rtlCol="0">
            <a:spAutoFit/>
          </a:bodyPr>
          <a:lstStyle/>
          <a:p>
            <a:pPr marL="38100">
              <a:lnSpc>
                <a:spcPct val="100000"/>
              </a:lnSpc>
              <a:spcBef>
                <a:spcPts val="100"/>
              </a:spcBef>
            </a:pPr>
            <a:r>
              <a:rPr sz="5400" baseline="-10802" dirty="0">
                <a:solidFill>
                  <a:srgbClr val="075A74"/>
                </a:solidFill>
                <a:latin typeface="Arial Black"/>
                <a:cs typeface="Arial Black"/>
              </a:rPr>
              <a:t>+</a:t>
            </a:r>
            <a:r>
              <a:rPr sz="5400" spc="-315" baseline="-10802" dirty="0">
                <a:solidFill>
                  <a:srgbClr val="075A74"/>
                </a:solidFill>
                <a:latin typeface="Arial Black"/>
                <a:cs typeface="Arial Black"/>
              </a:rPr>
              <a:t> </a:t>
            </a:r>
            <a:r>
              <a:rPr sz="2400" spc="140" dirty="0"/>
              <a:t>Term</a:t>
            </a:r>
            <a:r>
              <a:rPr sz="2400" spc="204" dirty="0"/>
              <a:t> </a:t>
            </a:r>
            <a:r>
              <a:rPr sz="2400" spc="114" dirty="0"/>
              <a:t>Frequency</a:t>
            </a:r>
            <a:r>
              <a:rPr sz="2400" spc="195" dirty="0"/>
              <a:t> </a:t>
            </a:r>
            <a:r>
              <a:rPr sz="2400" spc="165" dirty="0"/>
              <a:t>and</a:t>
            </a:r>
            <a:r>
              <a:rPr sz="2400" spc="195" dirty="0"/>
              <a:t> </a:t>
            </a:r>
            <a:r>
              <a:rPr sz="2400" spc="90" dirty="0"/>
              <a:t>Inverse</a:t>
            </a:r>
            <a:r>
              <a:rPr sz="2400" spc="235" dirty="0"/>
              <a:t> </a:t>
            </a:r>
            <a:r>
              <a:rPr sz="2400" spc="170" dirty="0"/>
              <a:t>Document</a:t>
            </a:r>
            <a:r>
              <a:rPr sz="2400" spc="245" dirty="0"/>
              <a:t> </a:t>
            </a:r>
            <a:r>
              <a:rPr sz="2400" spc="114" dirty="0"/>
              <a:t>Frequency</a:t>
            </a:r>
            <a:r>
              <a:rPr sz="2400" spc="204" dirty="0"/>
              <a:t> </a:t>
            </a:r>
            <a:r>
              <a:rPr sz="2400" spc="-10" dirty="0"/>
              <a:t>(TF-</a:t>
            </a:r>
            <a:r>
              <a:rPr sz="2400" spc="-20" dirty="0"/>
              <a:t>IDF)</a:t>
            </a:r>
            <a:endParaRPr sz="24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743508" y="1113361"/>
            <a:ext cx="9918065" cy="939800"/>
          </a:xfrm>
          <a:prstGeom prst="rect">
            <a:avLst/>
          </a:prstGeom>
        </p:spPr>
        <p:txBody>
          <a:bodyPr vert="horz" wrap="square" lIns="0" tIns="164465" rIns="0" bIns="0" rtlCol="0">
            <a:spAutoFit/>
          </a:bodyPr>
          <a:lstStyle/>
          <a:p>
            <a:pPr marL="240665" indent="-227965">
              <a:lnSpc>
                <a:spcPct val="100000"/>
              </a:lnSpc>
              <a:spcBef>
                <a:spcPts val="1295"/>
              </a:spcBef>
              <a:buClr>
                <a:srgbClr val="006F57"/>
              </a:buClr>
              <a:buSzPct val="75000"/>
              <a:buFont typeface="Wingdings"/>
              <a:buChar char=""/>
              <a:tabLst>
                <a:tab pos="240665" algn="l"/>
              </a:tabLst>
            </a:pPr>
            <a:r>
              <a:rPr sz="2000" spc="70" dirty="0">
                <a:solidFill>
                  <a:srgbClr val="252525"/>
                </a:solidFill>
                <a:latin typeface="Cambria"/>
                <a:cs typeface="Cambria"/>
              </a:rPr>
              <a:t>Let</a:t>
            </a:r>
            <a:r>
              <a:rPr sz="2000" spc="484" dirty="0">
                <a:solidFill>
                  <a:srgbClr val="252525"/>
                </a:solidFill>
                <a:latin typeface="Cambria"/>
                <a:cs typeface="Cambria"/>
              </a:rPr>
              <a:t> </a:t>
            </a:r>
            <a:r>
              <a:rPr sz="2000" spc="155" dirty="0">
                <a:solidFill>
                  <a:srgbClr val="252525"/>
                </a:solidFill>
                <a:latin typeface="Cambria"/>
                <a:cs typeface="Cambria"/>
              </a:rPr>
              <a:t>us</a:t>
            </a:r>
            <a:r>
              <a:rPr sz="2000" spc="470" dirty="0">
                <a:solidFill>
                  <a:srgbClr val="252525"/>
                </a:solidFill>
                <a:latin typeface="Cambria"/>
                <a:cs typeface="Cambria"/>
              </a:rPr>
              <a:t> </a:t>
            </a:r>
            <a:r>
              <a:rPr sz="2000" spc="105" dirty="0">
                <a:solidFill>
                  <a:srgbClr val="252525"/>
                </a:solidFill>
                <a:latin typeface="Cambria"/>
                <a:cs typeface="Cambria"/>
              </a:rPr>
              <a:t>calculate</a:t>
            </a:r>
            <a:r>
              <a:rPr sz="2000" spc="495" dirty="0">
                <a:solidFill>
                  <a:srgbClr val="252525"/>
                </a:solidFill>
                <a:latin typeface="Cambria"/>
                <a:cs typeface="Cambria"/>
              </a:rPr>
              <a:t> </a:t>
            </a:r>
            <a:r>
              <a:rPr sz="2000" spc="110" dirty="0">
                <a:solidFill>
                  <a:srgbClr val="252525"/>
                </a:solidFill>
                <a:latin typeface="Cambria"/>
                <a:cs typeface="Cambria"/>
              </a:rPr>
              <a:t>the</a:t>
            </a:r>
            <a:r>
              <a:rPr sz="2000" spc="490" dirty="0">
                <a:solidFill>
                  <a:srgbClr val="252525"/>
                </a:solidFill>
                <a:latin typeface="Cambria"/>
                <a:cs typeface="Cambria"/>
              </a:rPr>
              <a:t> </a:t>
            </a:r>
            <a:r>
              <a:rPr sz="2000" dirty="0">
                <a:solidFill>
                  <a:srgbClr val="252525"/>
                </a:solidFill>
                <a:latin typeface="Cambria"/>
                <a:cs typeface="Cambria"/>
              </a:rPr>
              <a:t>TF-</a:t>
            </a:r>
            <a:r>
              <a:rPr sz="2000" spc="70" dirty="0">
                <a:solidFill>
                  <a:srgbClr val="252525"/>
                </a:solidFill>
                <a:latin typeface="Cambria"/>
                <a:cs typeface="Cambria"/>
              </a:rPr>
              <a:t>IDF</a:t>
            </a:r>
            <a:r>
              <a:rPr sz="2000" spc="495" dirty="0">
                <a:solidFill>
                  <a:srgbClr val="252525"/>
                </a:solidFill>
                <a:latin typeface="Cambria"/>
                <a:cs typeface="Cambria"/>
              </a:rPr>
              <a:t> </a:t>
            </a:r>
            <a:r>
              <a:rPr sz="2000" spc="135" dirty="0">
                <a:solidFill>
                  <a:srgbClr val="252525"/>
                </a:solidFill>
                <a:latin typeface="Cambria"/>
                <a:cs typeface="Cambria"/>
              </a:rPr>
              <a:t>and</a:t>
            </a:r>
            <a:r>
              <a:rPr sz="2000" spc="475" dirty="0">
                <a:solidFill>
                  <a:srgbClr val="252525"/>
                </a:solidFill>
                <a:latin typeface="Cambria"/>
                <a:cs typeface="Cambria"/>
              </a:rPr>
              <a:t> </a:t>
            </a:r>
            <a:r>
              <a:rPr sz="2000" spc="110" dirty="0">
                <a:solidFill>
                  <a:srgbClr val="252525"/>
                </a:solidFill>
                <a:latin typeface="Cambria"/>
                <a:cs typeface="Cambria"/>
              </a:rPr>
              <a:t>the</a:t>
            </a:r>
            <a:r>
              <a:rPr sz="2000" spc="30" dirty="0">
                <a:solidFill>
                  <a:srgbClr val="252525"/>
                </a:solidFill>
                <a:latin typeface="Cambria"/>
                <a:cs typeface="Cambria"/>
              </a:rPr>
              <a:t>  </a:t>
            </a:r>
            <a:r>
              <a:rPr sz="2000" spc="85" dirty="0">
                <a:solidFill>
                  <a:srgbClr val="252525"/>
                </a:solidFill>
                <a:latin typeface="Cambria"/>
                <a:cs typeface="Cambria"/>
              </a:rPr>
              <a:t>relevant</a:t>
            </a:r>
            <a:r>
              <a:rPr sz="2000" spc="495" dirty="0">
                <a:solidFill>
                  <a:srgbClr val="252525"/>
                </a:solidFill>
                <a:latin typeface="Cambria"/>
                <a:cs typeface="Cambria"/>
              </a:rPr>
              <a:t> </a:t>
            </a:r>
            <a:r>
              <a:rPr sz="2000" spc="140" dirty="0">
                <a:solidFill>
                  <a:srgbClr val="252525"/>
                </a:solidFill>
                <a:latin typeface="Cambria"/>
                <a:cs typeface="Cambria"/>
              </a:rPr>
              <a:t>documents</a:t>
            </a:r>
            <a:r>
              <a:rPr sz="2000" spc="490" dirty="0">
                <a:solidFill>
                  <a:srgbClr val="252525"/>
                </a:solidFill>
                <a:latin typeface="Cambria"/>
                <a:cs typeface="Cambria"/>
              </a:rPr>
              <a:t> </a:t>
            </a:r>
            <a:r>
              <a:rPr sz="2000" spc="120" dirty="0">
                <a:solidFill>
                  <a:srgbClr val="252525"/>
                </a:solidFill>
                <a:latin typeface="Cambria"/>
                <a:cs typeface="Cambria"/>
              </a:rPr>
              <a:t>for</a:t>
            </a:r>
            <a:r>
              <a:rPr sz="2000" spc="490" dirty="0">
                <a:solidFill>
                  <a:srgbClr val="252525"/>
                </a:solidFill>
                <a:latin typeface="Cambria"/>
                <a:cs typeface="Cambria"/>
              </a:rPr>
              <a:t> </a:t>
            </a:r>
            <a:r>
              <a:rPr sz="2000" spc="114" dirty="0">
                <a:solidFill>
                  <a:srgbClr val="252525"/>
                </a:solidFill>
                <a:latin typeface="Cambria"/>
                <a:cs typeface="Cambria"/>
              </a:rPr>
              <a:t>the</a:t>
            </a:r>
            <a:r>
              <a:rPr sz="2000" spc="484" dirty="0">
                <a:solidFill>
                  <a:srgbClr val="252525"/>
                </a:solidFill>
                <a:latin typeface="Cambria"/>
                <a:cs typeface="Cambria"/>
              </a:rPr>
              <a:t> </a:t>
            </a:r>
            <a:r>
              <a:rPr sz="2000" spc="100" dirty="0">
                <a:solidFill>
                  <a:srgbClr val="252525"/>
                </a:solidFill>
                <a:latin typeface="Cambria"/>
                <a:cs typeface="Cambria"/>
              </a:rPr>
              <a:t>query</a:t>
            </a:r>
            <a:r>
              <a:rPr sz="2000" spc="490" dirty="0">
                <a:solidFill>
                  <a:srgbClr val="252525"/>
                </a:solidFill>
                <a:latin typeface="Cambria"/>
                <a:cs typeface="Cambria"/>
              </a:rPr>
              <a:t> </a:t>
            </a:r>
            <a:r>
              <a:rPr sz="2000" spc="-10" dirty="0">
                <a:solidFill>
                  <a:srgbClr val="252525"/>
                </a:solidFill>
                <a:latin typeface="Trebuchet MS"/>
                <a:cs typeface="Trebuchet MS"/>
              </a:rPr>
              <a:t>“</a:t>
            </a:r>
            <a:r>
              <a:rPr sz="2000" spc="-10" dirty="0">
                <a:solidFill>
                  <a:srgbClr val="252525"/>
                </a:solidFill>
                <a:latin typeface="Cambria"/>
                <a:cs typeface="Cambria"/>
              </a:rPr>
              <a:t>LIFE</a:t>
            </a:r>
            <a:endParaRPr sz="2000">
              <a:latin typeface="Cambria"/>
              <a:cs typeface="Cambria"/>
            </a:endParaRPr>
          </a:p>
          <a:p>
            <a:pPr marL="241300">
              <a:lnSpc>
                <a:spcPct val="100000"/>
              </a:lnSpc>
              <a:spcBef>
                <a:spcPts val="1200"/>
              </a:spcBef>
            </a:pPr>
            <a:r>
              <a:rPr sz="2000" spc="65" dirty="0">
                <a:solidFill>
                  <a:srgbClr val="252525"/>
                </a:solidFill>
                <a:latin typeface="Cambria"/>
                <a:cs typeface="Cambria"/>
              </a:rPr>
              <a:t>LEARNING</a:t>
            </a:r>
            <a:r>
              <a:rPr sz="2000" spc="65" dirty="0">
                <a:solidFill>
                  <a:srgbClr val="252525"/>
                </a:solidFill>
                <a:latin typeface="Trebuchet MS"/>
                <a:cs typeface="Trebuchet MS"/>
              </a:rPr>
              <a:t>”</a:t>
            </a:r>
            <a:endParaRPr sz="2000">
              <a:latin typeface="Trebuchet MS"/>
              <a:cs typeface="Trebuchet MS"/>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5" name="object 5"/>
          <p:cNvSpPr txBox="1"/>
          <p:nvPr/>
        </p:nvSpPr>
        <p:spPr>
          <a:xfrm>
            <a:off x="743508" y="4415637"/>
            <a:ext cx="9918700" cy="1651000"/>
          </a:xfrm>
          <a:prstGeom prst="rect">
            <a:avLst/>
          </a:prstGeom>
        </p:spPr>
        <p:txBody>
          <a:bodyPr vert="horz" wrap="square" lIns="0" tIns="12700" rIns="0" bIns="0" rtlCol="0">
            <a:spAutoFit/>
          </a:bodyPr>
          <a:lstStyle/>
          <a:p>
            <a:pPr marL="241300" marR="5080" indent="-228600">
              <a:lnSpc>
                <a:spcPct val="150100"/>
              </a:lnSpc>
              <a:spcBef>
                <a:spcPts val="100"/>
              </a:spcBef>
              <a:buClr>
                <a:srgbClr val="006F57"/>
              </a:buClr>
              <a:buSzPct val="75000"/>
              <a:buFont typeface="Wingdings"/>
              <a:buChar char=""/>
              <a:tabLst>
                <a:tab pos="241300" algn="l"/>
                <a:tab pos="1013460" algn="l"/>
                <a:tab pos="2236470" algn="l"/>
                <a:tab pos="3472179" algn="l"/>
                <a:tab pos="4406900" algn="l"/>
                <a:tab pos="4803140" algn="l"/>
                <a:tab pos="6182360" algn="l"/>
                <a:tab pos="7348220" algn="l"/>
                <a:tab pos="7784465" algn="l"/>
                <a:tab pos="9320530" algn="l"/>
              </a:tabLst>
            </a:pPr>
            <a:r>
              <a:rPr sz="2000" spc="75" dirty="0">
                <a:solidFill>
                  <a:srgbClr val="252525"/>
                </a:solidFill>
                <a:latin typeface="Cambria"/>
                <a:cs typeface="Cambria"/>
              </a:rPr>
              <a:t>Note:</a:t>
            </a:r>
            <a:r>
              <a:rPr sz="2000" dirty="0">
                <a:solidFill>
                  <a:srgbClr val="252525"/>
                </a:solidFill>
                <a:latin typeface="Cambria"/>
                <a:cs typeface="Cambria"/>
              </a:rPr>
              <a:t>	</a:t>
            </a:r>
            <a:r>
              <a:rPr sz="2000" spc="65" dirty="0">
                <a:solidFill>
                  <a:srgbClr val="252525"/>
                </a:solidFill>
                <a:latin typeface="Cambria"/>
                <a:cs typeface="Cambria"/>
              </a:rPr>
              <a:t>For</a:t>
            </a:r>
            <a:r>
              <a:rPr sz="2000" spc="55" dirty="0">
                <a:solidFill>
                  <a:srgbClr val="252525"/>
                </a:solidFill>
                <a:latin typeface="Cambria"/>
                <a:cs typeface="Cambria"/>
              </a:rPr>
              <a:t>  </a:t>
            </a:r>
            <a:r>
              <a:rPr sz="2000" spc="100" dirty="0">
                <a:solidFill>
                  <a:srgbClr val="252525"/>
                </a:solidFill>
                <a:latin typeface="Cambria"/>
                <a:cs typeface="Cambria"/>
              </a:rPr>
              <a:t>each</a:t>
            </a:r>
            <a:r>
              <a:rPr sz="2000" dirty="0">
                <a:solidFill>
                  <a:srgbClr val="252525"/>
                </a:solidFill>
                <a:latin typeface="Cambria"/>
                <a:cs typeface="Cambria"/>
              </a:rPr>
              <a:t>	</a:t>
            </a:r>
            <a:r>
              <a:rPr sz="2000" spc="114" dirty="0">
                <a:solidFill>
                  <a:srgbClr val="252525"/>
                </a:solidFill>
                <a:latin typeface="Cambria"/>
                <a:cs typeface="Cambria"/>
              </a:rPr>
              <a:t>term</a:t>
            </a:r>
            <a:r>
              <a:rPr sz="2000" spc="55" dirty="0">
                <a:solidFill>
                  <a:srgbClr val="252525"/>
                </a:solidFill>
                <a:latin typeface="Cambria"/>
                <a:cs typeface="Cambria"/>
              </a:rPr>
              <a:t>  </a:t>
            </a:r>
            <a:r>
              <a:rPr sz="2000" spc="90" dirty="0">
                <a:solidFill>
                  <a:srgbClr val="252525"/>
                </a:solidFill>
                <a:latin typeface="Cambria"/>
                <a:cs typeface="Cambria"/>
              </a:rPr>
              <a:t>the</a:t>
            </a:r>
            <a:r>
              <a:rPr sz="2000" dirty="0">
                <a:solidFill>
                  <a:srgbClr val="252525"/>
                </a:solidFill>
                <a:latin typeface="Cambria"/>
                <a:cs typeface="Cambria"/>
              </a:rPr>
              <a:t>	TF-</a:t>
            </a:r>
            <a:r>
              <a:rPr sz="2000" spc="40" dirty="0">
                <a:solidFill>
                  <a:srgbClr val="252525"/>
                </a:solidFill>
                <a:latin typeface="Cambria"/>
                <a:cs typeface="Cambria"/>
              </a:rPr>
              <a:t>IDF</a:t>
            </a:r>
            <a:r>
              <a:rPr sz="2000" dirty="0">
                <a:solidFill>
                  <a:srgbClr val="252525"/>
                </a:solidFill>
                <a:latin typeface="Cambria"/>
                <a:cs typeface="Cambria"/>
              </a:rPr>
              <a:t>	</a:t>
            </a:r>
            <a:r>
              <a:rPr sz="2000" spc="110" dirty="0">
                <a:solidFill>
                  <a:srgbClr val="252525"/>
                </a:solidFill>
                <a:latin typeface="Cambria"/>
                <a:cs typeface="Cambria"/>
              </a:rPr>
              <a:t>as</a:t>
            </a:r>
            <a:r>
              <a:rPr sz="2000" dirty="0">
                <a:solidFill>
                  <a:srgbClr val="252525"/>
                </a:solidFill>
                <a:latin typeface="Cambria"/>
                <a:cs typeface="Cambria"/>
              </a:rPr>
              <a:t>	</a:t>
            </a:r>
            <a:r>
              <a:rPr sz="2000" spc="95" dirty="0">
                <a:solidFill>
                  <a:srgbClr val="252525"/>
                </a:solidFill>
                <a:latin typeface="Cambria"/>
                <a:cs typeface="Cambria"/>
              </a:rPr>
              <a:t>calculated</a:t>
            </a:r>
            <a:r>
              <a:rPr sz="2000" dirty="0">
                <a:solidFill>
                  <a:srgbClr val="252525"/>
                </a:solidFill>
                <a:latin typeface="Cambria"/>
                <a:cs typeface="Cambria"/>
              </a:rPr>
              <a:t>	</a:t>
            </a:r>
            <a:r>
              <a:rPr sz="2000" spc="105" dirty="0">
                <a:solidFill>
                  <a:srgbClr val="252525"/>
                </a:solidFill>
                <a:latin typeface="Cambria"/>
                <a:cs typeface="Cambria"/>
              </a:rPr>
              <a:t>multiply</a:t>
            </a:r>
            <a:r>
              <a:rPr sz="2000" dirty="0">
                <a:solidFill>
                  <a:srgbClr val="252525"/>
                </a:solidFill>
                <a:latin typeface="Cambria"/>
                <a:cs typeface="Cambria"/>
              </a:rPr>
              <a:t>	</a:t>
            </a:r>
            <a:r>
              <a:rPr sz="2000" spc="80" dirty="0">
                <a:solidFill>
                  <a:srgbClr val="252525"/>
                </a:solidFill>
                <a:latin typeface="Cambria"/>
                <a:cs typeface="Cambria"/>
              </a:rPr>
              <a:t>its</a:t>
            </a:r>
            <a:r>
              <a:rPr sz="2000" dirty="0">
                <a:solidFill>
                  <a:srgbClr val="252525"/>
                </a:solidFill>
                <a:latin typeface="Cambria"/>
                <a:cs typeface="Cambria"/>
              </a:rPr>
              <a:t>	</a:t>
            </a:r>
            <a:r>
              <a:rPr sz="2000" spc="120" dirty="0">
                <a:solidFill>
                  <a:srgbClr val="252525"/>
                </a:solidFill>
                <a:latin typeface="Cambria"/>
                <a:cs typeface="Cambria"/>
              </a:rPr>
              <a:t>normalized</a:t>
            </a:r>
            <a:r>
              <a:rPr sz="2000" dirty="0">
                <a:solidFill>
                  <a:srgbClr val="252525"/>
                </a:solidFill>
                <a:latin typeface="Cambria"/>
                <a:cs typeface="Cambria"/>
              </a:rPr>
              <a:t>	</a:t>
            </a:r>
            <a:r>
              <a:rPr sz="2000" spc="95" dirty="0">
                <a:solidFill>
                  <a:srgbClr val="252525"/>
                </a:solidFill>
                <a:latin typeface="Cambria"/>
                <a:cs typeface="Cambria"/>
              </a:rPr>
              <a:t>term </a:t>
            </a:r>
            <a:r>
              <a:rPr sz="2000" spc="114" dirty="0">
                <a:solidFill>
                  <a:srgbClr val="252525"/>
                </a:solidFill>
                <a:latin typeface="Cambria"/>
                <a:cs typeface="Cambria"/>
              </a:rPr>
              <a:t>frequency</a:t>
            </a:r>
            <a:r>
              <a:rPr sz="2000" spc="160" dirty="0">
                <a:solidFill>
                  <a:srgbClr val="252525"/>
                </a:solidFill>
                <a:latin typeface="Cambria"/>
                <a:cs typeface="Cambria"/>
              </a:rPr>
              <a:t> </a:t>
            </a:r>
            <a:r>
              <a:rPr sz="2000" spc="80" dirty="0">
                <a:solidFill>
                  <a:srgbClr val="252525"/>
                </a:solidFill>
                <a:latin typeface="Cambria"/>
                <a:cs typeface="Cambria"/>
              </a:rPr>
              <a:t>with</a:t>
            </a:r>
            <a:r>
              <a:rPr sz="2000" spc="180" dirty="0">
                <a:solidFill>
                  <a:srgbClr val="252525"/>
                </a:solidFill>
                <a:latin typeface="Cambria"/>
                <a:cs typeface="Cambria"/>
              </a:rPr>
              <a:t> </a:t>
            </a:r>
            <a:r>
              <a:rPr sz="2000" spc="100" dirty="0">
                <a:solidFill>
                  <a:srgbClr val="252525"/>
                </a:solidFill>
                <a:latin typeface="Cambria"/>
                <a:cs typeface="Cambria"/>
              </a:rPr>
              <a:t>its</a:t>
            </a:r>
            <a:r>
              <a:rPr sz="2000" spc="185" dirty="0">
                <a:solidFill>
                  <a:srgbClr val="252525"/>
                </a:solidFill>
                <a:latin typeface="Cambria"/>
                <a:cs typeface="Cambria"/>
              </a:rPr>
              <a:t> </a:t>
            </a:r>
            <a:r>
              <a:rPr sz="2000" spc="75" dirty="0">
                <a:solidFill>
                  <a:srgbClr val="252525"/>
                </a:solidFill>
                <a:latin typeface="Cambria"/>
                <a:cs typeface="Cambria"/>
              </a:rPr>
              <a:t>IDF,</a:t>
            </a:r>
            <a:r>
              <a:rPr sz="2000" spc="170" dirty="0">
                <a:solidFill>
                  <a:srgbClr val="252525"/>
                </a:solidFill>
                <a:latin typeface="Cambria"/>
                <a:cs typeface="Cambria"/>
              </a:rPr>
              <a:t> </a:t>
            </a:r>
            <a:r>
              <a:rPr sz="2000" spc="90" dirty="0">
                <a:solidFill>
                  <a:srgbClr val="252525"/>
                </a:solidFill>
                <a:latin typeface="Cambria"/>
                <a:cs typeface="Cambria"/>
              </a:rPr>
              <a:t>e.g.</a:t>
            </a:r>
            <a:endParaRPr sz="2000">
              <a:latin typeface="Cambria"/>
              <a:cs typeface="Cambria"/>
            </a:endParaRPr>
          </a:p>
          <a:p>
            <a:pPr>
              <a:lnSpc>
                <a:spcPct val="100000"/>
              </a:lnSpc>
              <a:spcBef>
                <a:spcPts val="844"/>
              </a:spcBef>
              <a:buClr>
                <a:srgbClr val="006F57"/>
              </a:buClr>
              <a:buFont typeface="Wingdings"/>
              <a:buChar char=""/>
            </a:pPr>
            <a:endParaRPr sz="2000">
              <a:latin typeface="Cambria"/>
              <a:cs typeface="Cambria"/>
            </a:endParaRPr>
          </a:p>
          <a:p>
            <a:pPr marL="240665" indent="-227965">
              <a:lnSpc>
                <a:spcPct val="100000"/>
              </a:lnSpc>
              <a:buClr>
                <a:srgbClr val="006F57"/>
              </a:buClr>
              <a:buSzPct val="75000"/>
              <a:buFont typeface="Wingdings"/>
              <a:buChar char=""/>
              <a:tabLst>
                <a:tab pos="240665" algn="l"/>
              </a:tabLst>
            </a:pPr>
            <a:r>
              <a:rPr sz="2000" dirty="0">
                <a:solidFill>
                  <a:srgbClr val="252525"/>
                </a:solidFill>
                <a:latin typeface="Cambria"/>
                <a:cs typeface="Cambria"/>
              </a:rPr>
              <a:t>TF-</a:t>
            </a:r>
            <a:r>
              <a:rPr sz="2000" spc="70" dirty="0">
                <a:solidFill>
                  <a:srgbClr val="252525"/>
                </a:solidFill>
                <a:latin typeface="Cambria"/>
                <a:cs typeface="Cambria"/>
              </a:rPr>
              <a:t>IDF=TF</a:t>
            </a:r>
            <a:r>
              <a:rPr sz="2000" spc="305" dirty="0">
                <a:solidFill>
                  <a:srgbClr val="252525"/>
                </a:solidFill>
                <a:latin typeface="Cambria"/>
                <a:cs typeface="Cambria"/>
              </a:rPr>
              <a:t> </a:t>
            </a:r>
            <a:r>
              <a:rPr sz="2000" spc="45" dirty="0">
                <a:solidFill>
                  <a:srgbClr val="252525"/>
                </a:solidFill>
                <a:latin typeface="Cambria"/>
                <a:cs typeface="Cambria"/>
              </a:rPr>
              <a:t>*IDF</a:t>
            </a:r>
            <a:endParaRPr sz="2000">
              <a:latin typeface="Cambria"/>
              <a:cs typeface="Cambria"/>
            </a:endParaRPr>
          </a:p>
        </p:txBody>
      </p:sp>
      <p:sp>
        <p:nvSpPr>
          <p:cNvPr id="6" name="object 6"/>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47</a:t>
            </a:r>
            <a:endParaRPr sz="1400">
              <a:latin typeface="Cambria"/>
              <a:cs typeface="Cambria"/>
            </a:endParaRPr>
          </a:p>
        </p:txBody>
      </p:sp>
      <p:graphicFrame>
        <p:nvGraphicFramePr>
          <p:cNvPr id="7" name="object 7"/>
          <p:cNvGraphicFramePr>
            <a:graphicFrameLocks noGrp="1"/>
          </p:cNvGraphicFramePr>
          <p:nvPr>
            <p:extLst>
              <p:ext uri="{D42A27DB-BD31-4B8C-83A1-F6EECF244321}">
                <p14:modId xmlns:p14="http://schemas.microsoft.com/office/powerpoint/2010/main" val="4153880774"/>
              </p:ext>
            </p:extLst>
          </p:nvPr>
        </p:nvGraphicFramePr>
        <p:xfrm>
          <a:off x="1436369" y="2051050"/>
          <a:ext cx="7067550" cy="1495425"/>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20000"/>
                    </a:ext>
                  </a:extLst>
                </a:gridCol>
                <a:gridCol w="1720850">
                  <a:extLst>
                    <a:ext uri="{9D8B030D-6E8A-4147-A177-3AD203B41FA5}">
                      <a16:colId xmlns:a16="http://schemas.microsoft.com/office/drawing/2014/main" val="20001"/>
                    </a:ext>
                  </a:extLst>
                </a:gridCol>
                <a:gridCol w="1720850">
                  <a:extLst>
                    <a:ext uri="{9D8B030D-6E8A-4147-A177-3AD203B41FA5}">
                      <a16:colId xmlns:a16="http://schemas.microsoft.com/office/drawing/2014/main" val="20002"/>
                    </a:ext>
                  </a:extLst>
                </a:gridCol>
                <a:gridCol w="1720850">
                  <a:extLst>
                    <a:ext uri="{9D8B030D-6E8A-4147-A177-3AD203B41FA5}">
                      <a16:colId xmlns:a16="http://schemas.microsoft.com/office/drawing/2014/main" val="20003"/>
                    </a:ext>
                  </a:extLst>
                </a:gridCol>
              </a:tblGrid>
              <a:tr h="507365">
                <a:tc>
                  <a:txBody>
                    <a:bodyPr/>
                    <a:lstStyle/>
                    <a:p>
                      <a:pPr algn="ctr">
                        <a:lnSpc>
                          <a:spcPct val="100000"/>
                        </a:lnSpc>
                        <a:spcBef>
                          <a:spcPts val="245"/>
                        </a:spcBef>
                      </a:pPr>
                      <a:r>
                        <a:rPr sz="1800" b="1" spc="-20" dirty="0">
                          <a:solidFill>
                            <a:srgbClr val="FFFFFF"/>
                          </a:solidFill>
                          <a:latin typeface="Constantia"/>
                          <a:cs typeface="Constantia"/>
                        </a:rPr>
                        <a:t>Term</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57"/>
                    </a:solidFill>
                  </a:tcPr>
                </a:tc>
                <a:tc>
                  <a:txBody>
                    <a:bodyPr/>
                    <a:lstStyle/>
                    <a:p>
                      <a:pPr algn="ctr">
                        <a:lnSpc>
                          <a:spcPct val="100000"/>
                        </a:lnSpc>
                        <a:spcBef>
                          <a:spcPts val="245"/>
                        </a:spcBef>
                      </a:pPr>
                      <a:r>
                        <a:rPr sz="1800" b="1" spc="-25" dirty="0">
                          <a:solidFill>
                            <a:srgbClr val="FFFFFF"/>
                          </a:solidFill>
                          <a:latin typeface="Constantia"/>
                          <a:cs typeface="Constantia"/>
                        </a:rPr>
                        <a:t>T1</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006F57"/>
                    </a:solidFill>
                  </a:tcPr>
                </a:tc>
                <a:tc>
                  <a:txBody>
                    <a:bodyPr/>
                    <a:lstStyle/>
                    <a:p>
                      <a:pPr marL="635" algn="ctr">
                        <a:lnSpc>
                          <a:spcPct val="100000"/>
                        </a:lnSpc>
                        <a:spcBef>
                          <a:spcPts val="245"/>
                        </a:spcBef>
                      </a:pPr>
                      <a:r>
                        <a:rPr sz="1800" b="1" spc="-25" dirty="0">
                          <a:solidFill>
                            <a:srgbClr val="FFFFFF"/>
                          </a:solidFill>
                          <a:latin typeface="Constantia"/>
                          <a:cs typeface="Constantia"/>
                        </a:rPr>
                        <a:t>T2</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006F57"/>
                    </a:solidFill>
                  </a:tcPr>
                </a:tc>
                <a:tc>
                  <a:txBody>
                    <a:bodyPr/>
                    <a:lstStyle/>
                    <a:p>
                      <a:pPr marL="635" algn="ctr">
                        <a:lnSpc>
                          <a:spcPct val="100000"/>
                        </a:lnSpc>
                        <a:spcBef>
                          <a:spcPts val="245"/>
                        </a:spcBef>
                      </a:pPr>
                      <a:r>
                        <a:rPr sz="1800" b="1" spc="-25" dirty="0">
                          <a:solidFill>
                            <a:srgbClr val="FFFFFF"/>
                          </a:solidFill>
                          <a:latin typeface="Constantia"/>
                          <a:cs typeface="Constantia"/>
                        </a:rPr>
                        <a:t>T3</a:t>
                      </a:r>
                      <a:endParaRPr sz="1800">
                        <a:latin typeface="Constantia"/>
                        <a:cs typeface="Constantia"/>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006F57"/>
                    </a:solidFill>
                  </a:tcPr>
                </a:tc>
                <a:extLst>
                  <a:ext uri="{0D108BD9-81ED-4DB2-BD59-A6C34878D82A}">
                    <a16:rowId xmlns:a16="http://schemas.microsoft.com/office/drawing/2014/main" val="10000"/>
                  </a:ext>
                </a:extLst>
              </a:tr>
              <a:tr h="494030">
                <a:tc>
                  <a:txBody>
                    <a:bodyPr/>
                    <a:lstStyle/>
                    <a:p>
                      <a:pPr algn="ctr">
                        <a:lnSpc>
                          <a:spcPct val="100000"/>
                        </a:lnSpc>
                        <a:spcBef>
                          <a:spcPts val="244"/>
                        </a:spcBef>
                      </a:pPr>
                      <a:r>
                        <a:rPr sz="1800" spc="-20" dirty="0">
                          <a:latin typeface="Constantia"/>
                          <a:cs typeface="Constantia"/>
                        </a:rPr>
                        <a:t>Life</a:t>
                      </a:r>
                      <a:endParaRPr sz="1800">
                        <a:latin typeface="Constantia"/>
                        <a:cs typeface="Constantia"/>
                      </a:endParaRPr>
                    </a:p>
                  </a:txBody>
                  <a:tcPr marL="0" marR="0" marT="31114"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4"/>
                        </a:spcBef>
                      </a:pPr>
                      <a:r>
                        <a:rPr lang="en-US" sz="1800" spc="-10" dirty="0">
                          <a:latin typeface="Constantia"/>
                          <a:cs typeface="Constantia"/>
                        </a:rPr>
                        <a:t>.0176</a:t>
                      </a:r>
                      <a:endParaRPr sz="1800" dirty="0">
                        <a:latin typeface="Constantia"/>
                        <a:cs typeface="Constantia"/>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4"/>
                        </a:spcBef>
                      </a:pPr>
                      <a:r>
                        <a:rPr lang="en-US" sz="1800" spc="-10" dirty="0">
                          <a:latin typeface="Constantia"/>
                          <a:cs typeface="Constantia"/>
                        </a:rPr>
                        <a:t>.0.025</a:t>
                      </a:r>
                      <a:endParaRPr sz="1800" dirty="0">
                        <a:latin typeface="Constantia"/>
                        <a:cs typeface="Constantia"/>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244"/>
                        </a:spcBef>
                      </a:pPr>
                      <a:r>
                        <a:rPr sz="1800" spc="-50" dirty="0">
                          <a:latin typeface="Constantia"/>
                          <a:cs typeface="Constantia"/>
                        </a:rPr>
                        <a:t>0</a:t>
                      </a:r>
                      <a:endParaRPr sz="1800" dirty="0">
                        <a:latin typeface="Constantia"/>
                        <a:cs typeface="Constantia"/>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1"/>
                  </a:ext>
                </a:extLst>
              </a:tr>
              <a:tr h="494030">
                <a:tc>
                  <a:txBody>
                    <a:bodyPr/>
                    <a:lstStyle/>
                    <a:p>
                      <a:pPr marL="635" algn="ctr">
                        <a:lnSpc>
                          <a:spcPct val="100000"/>
                        </a:lnSpc>
                        <a:spcBef>
                          <a:spcPts val="244"/>
                        </a:spcBef>
                      </a:pPr>
                      <a:r>
                        <a:rPr sz="1800" spc="-10" dirty="0">
                          <a:latin typeface="Constantia"/>
                          <a:cs typeface="Constantia"/>
                        </a:rPr>
                        <a:t>Learning</a:t>
                      </a:r>
                      <a:endParaRPr sz="1800">
                        <a:latin typeface="Constantia"/>
                        <a:cs typeface="Constantia"/>
                      </a:endParaRPr>
                    </a:p>
                  </a:txBody>
                  <a:tcPr marL="0" marR="0" marT="31114"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244"/>
                        </a:spcBef>
                      </a:pPr>
                      <a:r>
                        <a:rPr lang="en-US" sz="1800" spc="-10" dirty="0">
                          <a:latin typeface="Constantia"/>
                          <a:cs typeface="Constantia"/>
                        </a:rPr>
                        <a:t>.0176</a:t>
                      </a:r>
                      <a:endParaRPr sz="1800" dirty="0">
                        <a:latin typeface="Constantia"/>
                        <a:cs typeface="Constantia"/>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244"/>
                        </a:spcBef>
                      </a:pPr>
                      <a:r>
                        <a:rPr sz="1800" spc="-50" dirty="0">
                          <a:latin typeface="Constantia"/>
                          <a:cs typeface="Constantia"/>
                        </a:rPr>
                        <a:t>0</a:t>
                      </a:r>
                      <a:endParaRPr sz="1800">
                        <a:latin typeface="Constantia"/>
                        <a:cs typeface="Constantia"/>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635" algn="ctr">
                        <a:lnSpc>
                          <a:spcPct val="100000"/>
                        </a:lnSpc>
                        <a:spcBef>
                          <a:spcPts val="244"/>
                        </a:spcBef>
                      </a:pPr>
                      <a:r>
                        <a:rPr lang="en-US" sz="1800" spc="-10" dirty="0">
                          <a:latin typeface="Constantia"/>
                          <a:cs typeface="Constantia"/>
                        </a:rPr>
                        <a:t>.0587</a:t>
                      </a:r>
                      <a:endParaRPr sz="1800" dirty="0">
                        <a:latin typeface="Constantia"/>
                        <a:cs typeface="Constantia"/>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089" y="207390"/>
            <a:ext cx="330835" cy="57404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075A74"/>
                </a:solidFill>
                <a:latin typeface="Arial Black"/>
                <a:cs typeface="Arial Black"/>
              </a:rPr>
              <a:t>+</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664463" y="1143000"/>
            <a:ext cx="7489190" cy="2895600"/>
          </a:xfrm>
          <a:prstGeom prst="rect">
            <a:avLst/>
          </a:prstGeom>
          <a:ln w="9525">
            <a:solidFill>
              <a:srgbClr val="222F28"/>
            </a:solidFill>
          </a:ln>
        </p:spPr>
        <p:txBody>
          <a:bodyPr vert="horz" wrap="square" lIns="0" tIns="26669" rIns="0" bIns="0" rtlCol="0">
            <a:spAutoFit/>
          </a:bodyPr>
          <a:lstStyle/>
          <a:p>
            <a:pPr marL="320040" marR="84455" indent="-228600">
              <a:lnSpc>
                <a:spcPts val="3190"/>
              </a:lnSpc>
              <a:spcBef>
                <a:spcPts val="209"/>
              </a:spcBef>
              <a:buClr>
                <a:srgbClr val="006F57"/>
              </a:buClr>
              <a:buSzPct val="73684"/>
              <a:buFont typeface="Wingdings"/>
              <a:buChar char=""/>
              <a:tabLst>
                <a:tab pos="320040" algn="l"/>
              </a:tabLst>
            </a:pPr>
            <a:r>
              <a:rPr sz="1900" spc="130" dirty="0">
                <a:solidFill>
                  <a:srgbClr val="252525"/>
                </a:solidFill>
                <a:latin typeface="Cambria"/>
                <a:cs typeface="Cambria"/>
              </a:rPr>
              <a:t>Apply</a:t>
            </a:r>
            <a:r>
              <a:rPr sz="1900" spc="400" dirty="0">
                <a:solidFill>
                  <a:srgbClr val="252525"/>
                </a:solidFill>
                <a:latin typeface="Cambria"/>
                <a:cs typeface="Cambria"/>
              </a:rPr>
              <a:t> </a:t>
            </a:r>
            <a:r>
              <a:rPr sz="1900" dirty="0">
                <a:solidFill>
                  <a:srgbClr val="252525"/>
                </a:solidFill>
                <a:latin typeface="Cambria"/>
                <a:cs typeface="Cambria"/>
              </a:rPr>
              <a:t>TF-</a:t>
            </a:r>
            <a:r>
              <a:rPr sz="1900" spc="70" dirty="0">
                <a:solidFill>
                  <a:srgbClr val="252525"/>
                </a:solidFill>
                <a:latin typeface="Cambria"/>
                <a:cs typeface="Cambria"/>
              </a:rPr>
              <a:t>IDF</a:t>
            </a:r>
            <a:r>
              <a:rPr sz="1900" spc="400" dirty="0">
                <a:solidFill>
                  <a:srgbClr val="252525"/>
                </a:solidFill>
                <a:latin typeface="Cambria"/>
                <a:cs typeface="Cambria"/>
              </a:rPr>
              <a:t> </a:t>
            </a:r>
            <a:r>
              <a:rPr sz="1900" spc="130" dirty="0">
                <a:solidFill>
                  <a:srgbClr val="252525"/>
                </a:solidFill>
                <a:latin typeface="Cambria"/>
                <a:cs typeface="Cambria"/>
              </a:rPr>
              <a:t>and</a:t>
            </a:r>
            <a:r>
              <a:rPr sz="1900" spc="390" dirty="0">
                <a:solidFill>
                  <a:srgbClr val="252525"/>
                </a:solidFill>
                <a:latin typeface="Cambria"/>
                <a:cs typeface="Cambria"/>
              </a:rPr>
              <a:t> </a:t>
            </a:r>
            <a:r>
              <a:rPr sz="1900" spc="85" dirty="0">
                <a:solidFill>
                  <a:srgbClr val="252525"/>
                </a:solidFill>
                <a:latin typeface="Cambria"/>
                <a:cs typeface="Cambria"/>
              </a:rPr>
              <a:t>create</a:t>
            </a:r>
            <a:r>
              <a:rPr sz="1900" spc="415" dirty="0">
                <a:solidFill>
                  <a:srgbClr val="252525"/>
                </a:solidFill>
                <a:latin typeface="Cambria"/>
                <a:cs typeface="Cambria"/>
              </a:rPr>
              <a:t> </a:t>
            </a:r>
            <a:r>
              <a:rPr sz="1900" spc="100" dirty="0">
                <a:solidFill>
                  <a:srgbClr val="252525"/>
                </a:solidFill>
                <a:latin typeface="Cambria"/>
                <a:cs typeface="Cambria"/>
              </a:rPr>
              <a:t>the</a:t>
            </a:r>
            <a:r>
              <a:rPr sz="1900" spc="420" dirty="0">
                <a:solidFill>
                  <a:srgbClr val="252525"/>
                </a:solidFill>
                <a:latin typeface="Cambria"/>
                <a:cs typeface="Cambria"/>
              </a:rPr>
              <a:t> </a:t>
            </a:r>
            <a:r>
              <a:rPr sz="1900" spc="125" dirty="0">
                <a:solidFill>
                  <a:srgbClr val="252525"/>
                </a:solidFill>
                <a:latin typeface="Cambria"/>
                <a:cs typeface="Cambria"/>
              </a:rPr>
              <a:t>same</a:t>
            </a:r>
            <a:r>
              <a:rPr sz="1900" spc="405" dirty="0">
                <a:solidFill>
                  <a:srgbClr val="252525"/>
                </a:solidFill>
                <a:latin typeface="Cambria"/>
                <a:cs typeface="Cambria"/>
              </a:rPr>
              <a:t> </a:t>
            </a:r>
            <a:r>
              <a:rPr sz="1900" spc="90" dirty="0">
                <a:solidFill>
                  <a:srgbClr val="252525"/>
                </a:solidFill>
                <a:latin typeface="Cambria"/>
                <a:cs typeface="Cambria"/>
              </a:rPr>
              <a:t>table</a:t>
            </a:r>
            <a:r>
              <a:rPr sz="1900" spc="409" dirty="0">
                <a:solidFill>
                  <a:srgbClr val="252525"/>
                </a:solidFill>
                <a:latin typeface="Cambria"/>
                <a:cs typeface="Cambria"/>
              </a:rPr>
              <a:t> </a:t>
            </a:r>
            <a:r>
              <a:rPr sz="1900" spc="125" dirty="0">
                <a:solidFill>
                  <a:srgbClr val="252525"/>
                </a:solidFill>
                <a:latin typeface="Cambria"/>
                <a:cs typeface="Cambria"/>
              </a:rPr>
              <a:t>as</a:t>
            </a:r>
            <a:r>
              <a:rPr sz="1900" spc="400" dirty="0">
                <a:solidFill>
                  <a:srgbClr val="252525"/>
                </a:solidFill>
                <a:latin typeface="Cambria"/>
                <a:cs typeface="Cambria"/>
              </a:rPr>
              <a:t> </a:t>
            </a:r>
            <a:r>
              <a:rPr sz="1900" spc="90" dirty="0">
                <a:solidFill>
                  <a:srgbClr val="252525"/>
                </a:solidFill>
                <a:latin typeface="Cambria"/>
                <a:cs typeface="Cambria"/>
              </a:rPr>
              <a:t>in</a:t>
            </a:r>
            <a:r>
              <a:rPr sz="1900" spc="409" dirty="0">
                <a:solidFill>
                  <a:srgbClr val="252525"/>
                </a:solidFill>
                <a:latin typeface="Cambria"/>
                <a:cs typeface="Cambria"/>
              </a:rPr>
              <a:t> </a:t>
            </a:r>
            <a:r>
              <a:rPr sz="1900" spc="100" dirty="0">
                <a:solidFill>
                  <a:srgbClr val="252525"/>
                </a:solidFill>
                <a:latin typeface="Cambria"/>
                <a:cs typeface="Cambria"/>
              </a:rPr>
              <a:t>the</a:t>
            </a:r>
            <a:r>
              <a:rPr sz="1900" spc="430" dirty="0">
                <a:solidFill>
                  <a:srgbClr val="252525"/>
                </a:solidFill>
                <a:latin typeface="Cambria"/>
                <a:cs typeface="Cambria"/>
              </a:rPr>
              <a:t> </a:t>
            </a:r>
            <a:r>
              <a:rPr sz="1900" spc="85" dirty="0">
                <a:solidFill>
                  <a:srgbClr val="252525"/>
                </a:solidFill>
                <a:latin typeface="Cambria"/>
                <a:cs typeface="Cambria"/>
              </a:rPr>
              <a:t>previous </a:t>
            </a:r>
            <a:r>
              <a:rPr sz="1900" spc="110" dirty="0">
                <a:solidFill>
                  <a:srgbClr val="252525"/>
                </a:solidFill>
                <a:latin typeface="Cambria"/>
                <a:cs typeface="Cambria"/>
              </a:rPr>
              <a:t>example</a:t>
            </a:r>
            <a:r>
              <a:rPr sz="1900" spc="220" dirty="0">
                <a:solidFill>
                  <a:srgbClr val="252525"/>
                </a:solidFill>
                <a:latin typeface="Cambria"/>
                <a:cs typeface="Cambria"/>
              </a:rPr>
              <a:t> </a:t>
            </a:r>
            <a:r>
              <a:rPr sz="1900" spc="90" dirty="0">
                <a:solidFill>
                  <a:srgbClr val="252525"/>
                </a:solidFill>
                <a:latin typeface="Cambria"/>
                <a:cs typeface="Cambria"/>
              </a:rPr>
              <a:t>in</a:t>
            </a:r>
            <a:r>
              <a:rPr sz="1900" spc="180" dirty="0">
                <a:solidFill>
                  <a:srgbClr val="252525"/>
                </a:solidFill>
                <a:latin typeface="Cambria"/>
                <a:cs typeface="Cambria"/>
              </a:rPr>
              <a:t> </a:t>
            </a:r>
            <a:r>
              <a:rPr sz="1900" spc="90" dirty="0">
                <a:solidFill>
                  <a:srgbClr val="252525"/>
                </a:solidFill>
                <a:latin typeface="Cambria"/>
                <a:cs typeface="Cambria"/>
              </a:rPr>
              <a:t>slide</a:t>
            </a:r>
            <a:r>
              <a:rPr sz="1900" spc="210" dirty="0">
                <a:solidFill>
                  <a:srgbClr val="252525"/>
                </a:solidFill>
                <a:latin typeface="Cambria"/>
                <a:cs typeface="Cambria"/>
              </a:rPr>
              <a:t> </a:t>
            </a:r>
            <a:r>
              <a:rPr sz="1900" spc="60" dirty="0">
                <a:solidFill>
                  <a:srgbClr val="252525"/>
                </a:solidFill>
                <a:latin typeface="Cambria"/>
                <a:cs typeface="Cambria"/>
              </a:rPr>
              <a:t>43</a:t>
            </a:r>
            <a:endParaRPr sz="1900" dirty="0">
              <a:latin typeface="Cambria"/>
              <a:cs typeface="Cambria"/>
            </a:endParaRPr>
          </a:p>
          <a:p>
            <a:pPr>
              <a:lnSpc>
                <a:spcPct val="100000"/>
              </a:lnSpc>
              <a:spcBef>
                <a:spcPts val="420"/>
              </a:spcBef>
              <a:buClr>
                <a:srgbClr val="006F57"/>
              </a:buClr>
              <a:buFont typeface="Wingdings"/>
              <a:buChar char=""/>
            </a:pPr>
            <a:endParaRPr sz="1900" dirty="0">
              <a:latin typeface="Cambria"/>
              <a:cs typeface="Cambria"/>
            </a:endParaRPr>
          </a:p>
          <a:p>
            <a:pPr marL="319405" indent="-227965">
              <a:lnSpc>
                <a:spcPct val="100000"/>
              </a:lnSpc>
              <a:buClr>
                <a:srgbClr val="006F57"/>
              </a:buClr>
              <a:buSzPct val="73684"/>
              <a:buFont typeface="Wingdings"/>
              <a:buChar char=""/>
              <a:tabLst>
                <a:tab pos="319405" algn="l"/>
              </a:tabLst>
            </a:pPr>
            <a:r>
              <a:rPr sz="1900" spc="90" dirty="0">
                <a:solidFill>
                  <a:srgbClr val="252525"/>
                </a:solidFill>
                <a:latin typeface="Cambria"/>
                <a:cs typeface="Cambria"/>
              </a:rPr>
              <a:t>D1:</a:t>
            </a:r>
            <a:r>
              <a:rPr sz="1900" spc="155" dirty="0">
                <a:solidFill>
                  <a:srgbClr val="252525"/>
                </a:solidFill>
                <a:latin typeface="Cambria"/>
                <a:cs typeface="Cambria"/>
              </a:rPr>
              <a:t> </a:t>
            </a:r>
            <a:r>
              <a:rPr sz="1900" spc="50" dirty="0">
                <a:solidFill>
                  <a:srgbClr val="252525"/>
                </a:solidFill>
                <a:latin typeface="Cambria"/>
                <a:cs typeface="Cambria"/>
              </a:rPr>
              <a:t>Fair</a:t>
            </a:r>
            <a:r>
              <a:rPr sz="1900" spc="180" dirty="0">
                <a:solidFill>
                  <a:srgbClr val="252525"/>
                </a:solidFill>
                <a:latin typeface="Cambria"/>
                <a:cs typeface="Cambria"/>
              </a:rPr>
              <a:t> </a:t>
            </a:r>
            <a:r>
              <a:rPr sz="1900" spc="100" dirty="0">
                <a:solidFill>
                  <a:srgbClr val="252525"/>
                </a:solidFill>
                <a:latin typeface="Cambria"/>
                <a:cs typeface="Cambria"/>
              </a:rPr>
              <a:t>men</a:t>
            </a:r>
            <a:endParaRPr sz="1900" dirty="0">
              <a:latin typeface="Cambria"/>
              <a:cs typeface="Cambria"/>
            </a:endParaRPr>
          </a:p>
          <a:p>
            <a:pPr>
              <a:lnSpc>
                <a:spcPct val="100000"/>
              </a:lnSpc>
              <a:spcBef>
                <a:spcPts val="690"/>
              </a:spcBef>
              <a:buClr>
                <a:srgbClr val="006F57"/>
              </a:buClr>
              <a:buFont typeface="Wingdings"/>
              <a:buChar char=""/>
            </a:pPr>
            <a:endParaRPr sz="1900" dirty="0">
              <a:latin typeface="Cambria"/>
              <a:cs typeface="Cambria"/>
            </a:endParaRPr>
          </a:p>
          <a:p>
            <a:pPr marL="319405" indent="-227965">
              <a:lnSpc>
                <a:spcPct val="100000"/>
              </a:lnSpc>
              <a:buClr>
                <a:srgbClr val="006F57"/>
              </a:buClr>
              <a:buSzPct val="73684"/>
              <a:buFont typeface="Wingdings"/>
              <a:buChar char=""/>
              <a:tabLst>
                <a:tab pos="319405" algn="l"/>
              </a:tabLst>
            </a:pPr>
            <a:r>
              <a:rPr sz="1900" spc="90" dirty="0">
                <a:solidFill>
                  <a:srgbClr val="252525"/>
                </a:solidFill>
                <a:latin typeface="Cambria"/>
                <a:cs typeface="Cambria"/>
              </a:rPr>
              <a:t>D2:</a:t>
            </a:r>
            <a:r>
              <a:rPr sz="1900" spc="155" dirty="0">
                <a:solidFill>
                  <a:srgbClr val="252525"/>
                </a:solidFill>
                <a:latin typeface="Cambria"/>
                <a:cs typeface="Cambria"/>
              </a:rPr>
              <a:t> </a:t>
            </a:r>
            <a:r>
              <a:rPr sz="1900" spc="50" dirty="0">
                <a:solidFill>
                  <a:srgbClr val="252525"/>
                </a:solidFill>
                <a:latin typeface="Cambria"/>
                <a:cs typeface="Cambria"/>
              </a:rPr>
              <a:t>Fair</a:t>
            </a:r>
            <a:r>
              <a:rPr sz="1900" spc="180" dirty="0">
                <a:solidFill>
                  <a:srgbClr val="252525"/>
                </a:solidFill>
                <a:latin typeface="Cambria"/>
                <a:cs typeface="Cambria"/>
              </a:rPr>
              <a:t> </a:t>
            </a:r>
            <a:r>
              <a:rPr sz="1900" spc="80" dirty="0">
                <a:solidFill>
                  <a:srgbClr val="252525"/>
                </a:solidFill>
                <a:latin typeface="Cambria"/>
                <a:cs typeface="Cambria"/>
              </a:rPr>
              <a:t>women</a:t>
            </a:r>
            <a:endParaRPr sz="1900" dirty="0">
              <a:latin typeface="Cambria"/>
              <a:cs typeface="Cambria"/>
            </a:endParaRPr>
          </a:p>
          <a:p>
            <a:pPr>
              <a:lnSpc>
                <a:spcPct val="100000"/>
              </a:lnSpc>
              <a:spcBef>
                <a:spcPts val="690"/>
              </a:spcBef>
              <a:buClr>
                <a:srgbClr val="006F57"/>
              </a:buClr>
              <a:buFont typeface="Wingdings"/>
              <a:buChar char=""/>
            </a:pPr>
            <a:endParaRPr sz="1900" dirty="0">
              <a:latin typeface="Cambria"/>
              <a:cs typeface="Cambria"/>
            </a:endParaRPr>
          </a:p>
          <a:p>
            <a:pPr marL="319405" indent="-227965">
              <a:lnSpc>
                <a:spcPct val="100000"/>
              </a:lnSpc>
              <a:buClr>
                <a:srgbClr val="006F57"/>
              </a:buClr>
              <a:buSzPct val="73684"/>
              <a:buFont typeface="Wingdings"/>
              <a:buChar char=""/>
              <a:tabLst>
                <a:tab pos="319405" algn="l"/>
              </a:tabLst>
            </a:pPr>
            <a:r>
              <a:rPr sz="1900" spc="90" dirty="0">
                <a:solidFill>
                  <a:srgbClr val="252525"/>
                </a:solidFill>
                <a:latin typeface="Cambria"/>
                <a:cs typeface="Cambria"/>
              </a:rPr>
              <a:t>D3:</a:t>
            </a:r>
            <a:r>
              <a:rPr sz="1900" spc="160" dirty="0">
                <a:solidFill>
                  <a:srgbClr val="252525"/>
                </a:solidFill>
                <a:latin typeface="Cambria"/>
                <a:cs typeface="Cambria"/>
              </a:rPr>
              <a:t> </a:t>
            </a:r>
            <a:r>
              <a:rPr sz="1900" spc="125" dirty="0">
                <a:solidFill>
                  <a:srgbClr val="252525"/>
                </a:solidFill>
                <a:latin typeface="Cambria"/>
                <a:cs typeface="Cambria"/>
              </a:rPr>
              <a:t>men</a:t>
            </a:r>
            <a:r>
              <a:rPr sz="1900" spc="204" dirty="0">
                <a:solidFill>
                  <a:srgbClr val="252525"/>
                </a:solidFill>
                <a:latin typeface="Cambria"/>
                <a:cs typeface="Cambria"/>
              </a:rPr>
              <a:t> </a:t>
            </a:r>
            <a:r>
              <a:rPr sz="1900" spc="100" dirty="0">
                <a:solidFill>
                  <a:srgbClr val="252525"/>
                </a:solidFill>
                <a:latin typeface="Cambria"/>
                <a:cs typeface="Cambria"/>
              </a:rPr>
              <a:t>women</a:t>
            </a:r>
            <a:r>
              <a:rPr sz="1900" spc="210" dirty="0">
                <a:solidFill>
                  <a:srgbClr val="252525"/>
                </a:solidFill>
                <a:latin typeface="Cambria"/>
                <a:cs typeface="Cambria"/>
              </a:rPr>
              <a:t> </a:t>
            </a:r>
            <a:r>
              <a:rPr sz="1900" spc="30" dirty="0">
                <a:solidFill>
                  <a:srgbClr val="252525"/>
                </a:solidFill>
                <a:latin typeface="Cambria"/>
                <a:cs typeface="Cambria"/>
              </a:rPr>
              <a:t>Fair</a:t>
            </a:r>
            <a:endParaRPr sz="1900" dirty="0">
              <a:latin typeface="Cambria"/>
              <a:cs typeface="Cambria"/>
            </a:endParaRPr>
          </a:p>
        </p:txBody>
      </p:sp>
      <p:grpSp>
        <p:nvGrpSpPr>
          <p:cNvPr id="5" name="object 5"/>
          <p:cNvGrpSpPr/>
          <p:nvPr/>
        </p:nvGrpSpPr>
        <p:grpSpPr>
          <a:xfrm>
            <a:off x="635508" y="242315"/>
            <a:ext cx="10075545" cy="748665"/>
            <a:chOff x="635508" y="242315"/>
            <a:chExt cx="10075545" cy="748665"/>
          </a:xfrm>
        </p:grpSpPr>
        <p:sp>
          <p:nvSpPr>
            <p:cNvPr id="6" name="object 6"/>
            <p:cNvSpPr/>
            <p:nvPr/>
          </p:nvSpPr>
          <p:spPr>
            <a:xfrm>
              <a:off x="635508" y="242315"/>
              <a:ext cx="10075545" cy="748665"/>
            </a:xfrm>
            <a:custGeom>
              <a:avLst/>
              <a:gdLst/>
              <a:ahLst/>
              <a:cxnLst/>
              <a:rect l="l" t="t" r="r" b="b"/>
              <a:pathLst>
                <a:path w="10075545" h="748665">
                  <a:moveTo>
                    <a:pt x="10075164" y="0"/>
                  </a:moveTo>
                  <a:lnTo>
                    <a:pt x="0" y="0"/>
                  </a:lnTo>
                  <a:lnTo>
                    <a:pt x="0" y="748283"/>
                  </a:lnTo>
                  <a:lnTo>
                    <a:pt x="10075164" y="748283"/>
                  </a:lnTo>
                  <a:lnTo>
                    <a:pt x="10075164" y="0"/>
                  </a:lnTo>
                  <a:close/>
                </a:path>
              </a:pathLst>
            </a:custGeom>
            <a:solidFill>
              <a:srgbClr val="F1F1F1"/>
            </a:solidFill>
          </p:spPr>
          <p:txBody>
            <a:bodyPr wrap="square" lIns="0" tIns="0" rIns="0" bIns="0" rtlCol="0"/>
            <a:lstStyle/>
            <a:p>
              <a:endParaRPr/>
            </a:p>
          </p:txBody>
        </p:sp>
        <p:pic>
          <p:nvPicPr>
            <p:cNvPr id="7" name="object 7"/>
            <p:cNvPicPr/>
            <p:nvPr/>
          </p:nvPicPr>
          <p:blipFill>
            <a:blip r:embed="rId2" cstate="print"/>
            <a:stretch>
              <a:fillRect/>
            </a:stretch>
          </p:blipFill>
          <p:spPr>
            <a:xfrm>
              <a:off x="727252" y="302971"/>
              <a:ext cx="2325243" cy="591616"/>
            </a:xfrm>
            <a:prstGeom prst="rect">
              <a:avLst/>
            </a:prstGeom>
          </p:spPr>
        </p:pic>
      </p:grpSp>
      <p:sp>
        <p:nvSpPr>
          <p:cNvPr id="8" name="object 8"/>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48</a:t>
            </a:r>
            <a:endParaRPr sz="1400">
              <a:latin typeface="Cambria"/>
              <a:cs typeface="Cambria"/>
            </a:endParaRPr>
          </a:p>
        </p:txBody>
      </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089" y="190576"/>
            <a:ext cx="2456815" cy="574675"/>
          </a:xfrm>
          <a:prstGeom prst="rect">
            <a:avLst/>
          </a:prstGeom>
        </p:spPr>
        <p:txBody>
          <a:bodyPr vert="horz" wrap="square" lIns="0" tIns="12700" rIns="0" bIns="0" rtlCol="0">
            <a:spAutoFit/>
          </a:bodyPr>
          <a:lstStyle/>
          <a:p>
            <a:pPr marL="12700">
              <a:lnSpc>
                <a:spcPct val="100000"/>
              </a:lnSpc>
              <a:spcBef>
                <a:spcPts val="100"/>
              </a:spcBef>
              <a:tabLst>
                <a:tab pos="567690" algn="l"/>
              </a:tabLst>
            </a:pPr>
            <a:r>
              <a:rPr sz="5400" spc="-75" baseline="-2314" dirty="0">
                <a:solidFill>
                  <a:srgbClr val="075A74"/>
                </a:solidFill>
                <a:latin typeface="Arial Black"/>
                <a:cs typeface="Arial Black"/>
              </a:rPr>
              <a:t>+</a:t>
            </a:r>
            <a:r>
              <a:rPr sz="5400" baseline="-2314" dirty="0">
                <a:solidFill>
                  <a:srgbClr val="075A74"/>
                </a:solidFill>
                <a:latin typeface="Arial Black"/>
                <a:cs typeface="Arial Black"/>
              </a:rPr>
              <a:t>	</a:t>
            </a:r>
            <a:r>
              <a:rPr sz="3600" spc="180" dirty="0"/>
              <a:t>Example</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914400" y="3881628"/>
            <a:ext cx="3374390" cy="1828800"/>
          </a:xfrm>
          <a:prstGeom prst="rect">
            <a:avLst/>
          </a:prstGeom>
          <a:solidFill>
            <a:srgbClr val="F1F1F1"/>
          </a:solidFill>
        </p:spPr>
        <p:txBody>
          <a:bodyPr vert="horz" wrap="square" lIns="0" tIns="40005" rIns="0" bIns="0" rtlCol="0">
            <a:spAutoFit/>
          </a:bodyPr>
          <a:lstStyle/>
          <a:p>
            <a:pPr marL="319405" indent="-227965">
              <a:lnSpc>
                <a:spcPct val="100000"/>
              </a:lnSpc>
              <a:spcBef>
                <a:spcPts val="315"/>
              </a:spcBef>
              <a:buClr>
                <a:srgbClr val="006F57"/>
              </a:buClr>
              <a:buSzPct val="75000"/>
              <a:buFont typeface="Wingdings"/>
              <a:buChar char=""/>
              <a:tabLst>
                <a:tab pos="319405" algn="l"/>
              </a:tabLst>
            </a:pPr>
            <a:r>
              <a:rPr sz="2000" spc="100" dirty="0">
                <a:solidFill>
                  <a:srgbClr val="252525"/>
                </a:solidFill>
                <a:latin typeface="Cambria"/>
                <a:cs typeface="Cambria"/>
              </a:rPr>
              <a:t>D1:</a:t>
            </a:r>
            <a:r>
              <a:rPr sz="2000" spc="170" dirty="0">
                <a:solidFill>
                  <a:srgbClr val="252525"/>
                </a:solidFill>
                <a:latin typeface="Cambria"/>
                <a:cs typeface="Cambria"/>
              </a:rPr>
              <a:t> </a:t>
            </a:r>
            <a:r>
              <a:rPr sz="2000" spc="55" dirty="0">
                <a:solidFill>
                  <a:srgbClr val="252525"/>
                </a:solidFill>
                <a:latin typeface="Cambria"/>
                <a:cs typeface="Cambria"/>
              </a:rPr>
              <a:t>Fair</a:t>
            </a:r>
            <a:r>
              <a:rPr sz="2000" spc="165" dirty="0">
                <a:solidFill>
                  <a:srgbClr val="252525"/>
                </a:solidFill>
                <a:latin typeface="Cambria"/>
                <a:cs typeface="Cambria"/>
              </a:rPr>
              <a:t> </a:t>
            </a:r>
            <a:r>
              <a:rPr sz="2000" spc="120" dirty="0">
                <a:solidFill>
                  <a:srgbClr val="252525"/>
                </a:solidFill>
                <a:latin typeface="Cambria"/>
                <a:cs typeface="Cambria"/>
              </a:rPr>
              <a:t>men</a:t>
            </a:r>
            <a:endParaRPr sz="2000">
              <a:latin typeface="Cambria"/>
              <a:cs typeface="Cambria"/>
            </a:endParaRPr>
          </a:p>
          <a:p>
            <a:pPr marL="320040" indent="-228600">
              <a:lnSpc>
                <a:spcPct val="100000"/>
              </a:lnSpc>
              <a:spcBef>
                <a:spcPts val="2005"/>
              </a:spcBef>
              <a:buClr>
                <a:srgbClr val="006F57"/>
              </a:buClr>
              <a:buSzPct val="75000"/>
              <a:buFont typeface="Wingdings"/>
              <a:buChar char=""/>
              <a:tabLst>
                <a:tab pos="320040" algn="l"/>
              </a:tabLst>
            </a:pPr>
            <a:r>
              <a:rPr sz="2000" spc="100" dirty="0">
                <a:solidFill>
                  <a:srgbClr val="252525"/>
                </a:solidFill>
                <a:latin typeface="Cambria"/>
                <a:cs typeface="Cambria"/>
              </a:rPr>
              <a:t>D2:</a:t>
            </a:r>
            <a:r>
              <a:rPr sz="2000" spc="160" dirty="0">
                <a:solidFill>
                  <a:srgbClr val="252525"/>
                </a:solidFill>
                <a:latin typeface="Cambria"/>
                <a:cs typeface="Cambria"/>
              </a:rPr>
              <a:t> </a:t>
            </a:r>
            <a:r>
              <a:rPr sz="2000" spc="60" dirty="0">
                <a:solidFill>
                  <a:srgbClr val="252525"/>
                </a:solidFill>
                <a:latin typeface="Cambria"/>
                <a:cs typeface="Cambria"/>
              </a:rPr>
              <a:t>Fair</a:t>
            </a:r>
            <a:r>
              <a:rPr sz="2000" spc="155" dirty="0">
                <a:solidFill>
                  <a:srgbClr val="252525"/>
                </a:solidFill>
                <a:latin typeface="Cambria"/>
                <a:cs typeface="Cambria"/>
              </a:rPr>
              <a:t> </a:t>
            </a:r>
            <a:r>
              <a:rPr sz="2000" spc="114" dirty="0">
                <a:solidFill>
                  <a:srgbClr val="252525"/>
                </a:solidFill>
                <a:latin typeface="Cambria"/>
                <a:cs typeface="Cambria"/>
              </a:rPr>
              <a:t>women</a:t>
            </a:r>
            <a:endParaRPr sz="2000">
              <a:latin typeface="Cambria"/>
              <a:cs typeface="Cambria"/>
            </a:endParaRPr>
          </a:p>
          <a:p>
            <a:pPr marL="319405" indent="-227965">
              <a:lnSpc>
                <a:spcPct val="100000"/>
              </a:lnSpc>
              <a:spcBef>
                <a:spcPts val="1995"/>
              </a:spcBef>
              <a:buClr>
                <a:srgbClr val="006F57"/>
              </a:buClr>
              <a:buSzPct val="75000"/>
              <a:buFont typeface="Wingdings"/>
              <a:buChar char=""/>
              <a:tabLst>
                <a:tab pos="319405" algn="l"/>
              </a:tabLst>
            </a:pPr>
            <a:r>
              <a:rPr sz="2000" spc="100" dirty="0">
                <a:solidFill>
                  <a:srgbClr val="252525"/>
                </a:solidFill>
                <a:latin typeface="Cambria"/>
                <a:cs typeface="Cambria"/>
              </a:rPr>
              <a:t>D3:</a:t>
            </a:r>
            <a:r>
              <a:rPr sz="2000" spc="160" dirty="0">
                <a:solidFill>
                  <a:srgbClr val="252525"/>
                </a:solidFill>
                <a:latin typeface="Cambria"/>
                <a:cs typeface="Cambria"/>
              </a:rPr>
              <a:t> </a:t>
            </a:r>
            <a:r>
              <a:rPr sz="2000" spc="145" dirty="0">
                <a:solidFill>
                  <a:srgbClr val="252525"/>
                </a:solidFill>
                <a:latin typeface="Cambria"/>
                <a:cs typeface="Cambria"/>
              </a:rPr>
              <a:t>men</a:t>
            </a:r>
            <a:r>
              <a:rPr sz="2000" spc="175" dirty="0">
                <a:solidFill>
                  <a:srgbClr val="252525"/>
                </a:solidFill>
                <a:latin typeface="Cambria"/>
                <a:cs typeface="Cambria"/>
              </a:rPr>
              <a:t> </a:t>
            </a:r>
            <a:r>
              <a:rPr sz="2000" spc="125" dirty="0">
                <a:solidFill>
                  <a:srgbClr val="252525"/>
                </a:solidFill>
                <a:latin typeface="Cambria"/>
                <a:cs typeface="Cambria"/>
              </a:rPr>
              <a:t>women</a:t>
            </a:r>
            <a:r>
              <a:rPr sz="2000" spc="155" dirty="0">
                <a:solidFill>
                  <a:srgbClr val="252525"/>
                </a:solidFill>
                <a:latin typeface="Cambria"/>
                <a:cs typeface="Cambria"/>
              </a:rPr>
              <a:t> </a:t>
            </a:r>
            <a:r>
              <a:rPr sz="2000" spc="40" dirty="0">
                <a:solidFill>
                  <a:srgbClr val="252525"/>
                </a:solidFill>
                <a:latin typeface="Cambria"/>
                <a:cs typeface="Cambria"/>
              </a:rPr>
              <a:t>Fair</a:t>
            </a:r>
            <a:endParaRPr sz="2000">
              <a:latin typeface="Cambria"/>
              <a:cs typeface="Cambria"/>
            </a:endParaRPr>
          </a:p>
        </p:txBody>
      </p:sp>
      <p:sp>
        <p:nvSpPr>
          <p:cNvPr id="5" name="object 5"/>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49</a:t>
            </a:r>
            <a:endParaRPr sz="1400">
              <a:latin typeface="Cambria"/>
              <a:cs typeface="Cambria"/>
            </a:endParaRPr>
          </a:p>
        </p:txBody>
      </p:sp>
      <p:graphicFrame>
        <p:nvGraphicFramePr>
          <p:cNvPr id="6" name="object 6"/>
          <p:cNvGraphicFramePr>
            <a:graphicFrameLocks noGrp="1"/>
          </p:cNvGraphicFramePr>
          <p:nvPr/>
        </p:nvGraphicFramePr>
        <p:xfrm>
          <a:off x="204533" y="850900"/>
          <a:ext cx="10396850" cy="2193925"/>
        </p:xfrm>
        <a:graphic>
          <a:graphicData uri="http://schemas.openxmlformats.org/drawingml/2006/table">
            <a:tbl>
              <a:tblPr firstRow="1" bandRow="1">
                <a:tableStyleId>{2D5ABB26-0587-4C30-8999-92F81FD0307C}</a:tableStyleId>
              </a:tblPr>
              <a:tblGrid>
                <a:gridCol w="1532255">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906144">
                  <a:extLst>
                    <a:ext uri="{9D8B030D-6E8A-4147-A177-3AD203B41FA5}">
                      <a16:colId xmlns:a16="http://schemas.microsoft.com/office/drawing/2014/main" val="20002"/>
                    </a:ext>
                  </a:extLst>
                </a:gridCol>
                <a:gridCol w="906145">
                  <a:extLst>
                    <a:ext uri="{9D8B030D-6E8A-4147-A177-3AD203B41FA5}">
                      <a16:colId xmlns:a16="http://schemas.microsoft.com/office/drawing/2014/main" val="20003"/>
                    </a:ext>
                  </a:extLst>
                </a:gridCol>
                <a:gridCol w="2215514">
                  <a:extLst>
                    <a:ext uri="{9D8B030D-6E8A-4147-A177-3AD203B41FA5}">
                      <a16:colId xmlns:a16="http://schemas.microsoft.com/office/drawing/2014/main" val="20004"/>
                    </a:ext>
                  </a:extLst>
                </a:gridCol>
                <a:gridCol w="1486534">
                  <a:extLst>
                    <a:ext uri="{9D8B030D-6E8A-4147-A177-3AD203B41FA5}">
                      <a16:colId xmlns:a16="http://schemas.microsoft.com/office/drawing/2014/main" val="20005"/>
                    </a:ext>
                  </a:extLst>
                </a:gridCol>
                <a:gridCol w="1132204">
                  <a:extLst>
                    <a:ext uri="{9D8B030D-6E8A-4147-A177-3AD203B41FA5}">
                      <a16:colId xmlns:a16="http://schemas.microsoft.com/office/drawing/2014/main" val="20006"/>
                    </a:ext>
                  </a:extLst>
                </a:gridCol>
                <a:gridCol w="1132204">
                  <a:extLst>
                    <a:ext uri="{9D8B030D-6E8A-4147-A177-3AD203B41FA5}">
                      <a16:colId xmlns:a16="http://schemas.microsoft.com/office/drawing/2014/main" val="20007"/>
                    </a:ext>
                  </a:extLst>
                </a:gridCol>
              </a:tblGrid>
              <a:tr h="464820">
                <a:tc rowSpan="2">
                  <a:txBody>
                    <a:bodyPr/>
                    <a:lstStyle/>
                    <a:p>
                      <a:pPr>
                        <a:lnSpc>
                          <a:spcPct val="100000"/>
                        </a:lnSpc>
                        <a:spcBef>
                          <a:spcPts val="250"/>
                        </a:spcBef>
                      </a:pPr>
                      <a:endParaRPr sz="1600">
                        <a:latin typeface="Times New Roman"/>
                        <a:cs typeface="Times New Roman"/>
                      </a:endParaRPr>
                    </a:p>
                    <a:p>
                      <a:pPr marL="507365">
                        <a:lnSpc>
                          <a:spcPct val="100000"/>
                        </a:lnSpc>
                      </a:pPr>
                      <a:r>
                        <a:rPr sz="1600" b="1" spc="-20" dirty="0">
                          <a:solidFill>
                            <a:srgbClr val="FFFFFF"/>
                          </a:solidFill>
                          <a:latin typeface="Constantia"/>
                          <a:cs typeface="Constantia"/>
                        </a:rPr>
                        <a:t>Word</a:t>
                      </a:r>
                      <a:endParaRPr sz="1600">
                        <a:latin typeface="Constantia"/>
                        <a:cs typeface="Constantia"/>
                      </a:endParaRPr>
                    </a:p>
                  </a:txBody>
                  <a:tcPr marL="0" marR="0" marT="3175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gridSpan="3">
                  <a:txBody>
                    <a:bodyPr/>
                    <a:lstStyle/>
                    <a:p>
                      <a:pPr marL="635" algn="ctr">
                        <a:lnSpc>
                          <a:spcPct val="100000"/>
                        </a:lnSpc>
                        <a:spcBef>
                          <a:spcPts val="770"/>
                        </a:spcBef>
                      </a:pPr>
                      <a:r>
                        <a:rPr sz="1600" b="1" spc="-25" dirty="0">
                          <a:solidFill>
                            <a:srgbClr val="FFFFFF"/>
                          </a:solidFill>
                          <a:latin typeface="Constantia"/>
                          <a:cs typeface="Constantia"/>
                        </a:rPr>
                        <a:t>TF</a:t>
                      </a:r>
                      <a:endParaRPr sz="1600">
                        <a:latin typeface="Constantia"/>
                        <a:cs typeface="Constantia"/>
                      </a:endParaRPr>
                    </a:p>
                  </a:txBody>
                  <a:tcPr marL="0" marR="0" marT="97790"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017058"/>
                    </a:solidFill>
                  </a:tcPr>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spcBef>
                          <a:spcPts val="250"/>
                        </a:spcBef>
                      </a:pPr>
                      <a:endParaRPr sz="1600">
                        <a:latin typeface="Times New Roman"/>
                        <a:cs typeface="Times New Roman"/>
                      </a:endParaRPr>
                    </a:p>
                    <a:p>
                      <a:pPr algn="ctr">
                        <a:lnSpc>
                          <a:spcPct val="100000"/>
                        </a:lnSpc>
                      </a:pPr>
                      <a:r>
                        <a:rPr sz="1600" b="1" spc="-25" dirty="0">
                          <a:solidFill>
                            <a:srgbClr val="FFFFFF"/>
                          </a:solidFill>
                          <a:latin typeface="Constantia"/>
                          <a:cs typeface="Constantia"/>
                        </a:rPr>
                        <a:t>IDF</a:t>
                      </a:r>
                      <a:endParaRPr sz="1600">
                        <a:latin typeface="Constantia"/>
                        <a:cs typeface="Constantia"/>
                      </a:endParaRPr>
                    </a:p>
                  </a:txBody>
                  <a:tcPr marL="0" marR="0" marT="31750" marB="0">
                    <a:lnL w="12700" cap="flat" cmpd="sng" algn="ctr">
                      <a:solidFill>
                        <a:srgbClr val="FFFFFF"/>
                      </a:solidFill>
                      <a:prstDash val="solid"/>
                      <a:round/>
                      <a:headEnd type="none" w="med" len="med"/>
                      <a:tailEnd type="none" w="med" len="me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gridSpan="3">
                  <a:txBody>
                    <a:bodyPr/>
                    <a:lstStyle/>
                    <a:p>
                      <a:pPr marL="1905" algn="ctr">
                        <a:lnSpc>
                          <a:spcPct val="100000"/>
                        </a:lnSpc>
                        <a:spcBef>
                          <a:spcPts val="770"/>
                        </a:spcBef>
                      </a:pPr>
                      <a:r>
                        <a:rPr sz="1600" b="1" spc="-10" dirty="0">
                          <a:solidFill>
                            <a:srgbClr val="FFFFFF"/>
                          </a:solidFill>
                          <a:latin typeface="Constantia"/>
                          <a:cs typeface="Constantia"/>
                        </a:rPr>
                        <a:t>TF*IDF</a:t>
                      </a:r>
                      <a:endParaRPr sz="1600">
                        <a:latin typeface="Constantia"/>
                        <a:cs typeface="Constantia"/>
                      </a:endParaRPr>
                    </a:p>
                  </a:txBody>
                  <a:tcPr marL="0" marR="0" marT="97790"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017058"/>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34645">
                <a:tc vMerge="1">
                  <a:txBody>
                    <a:bodyPr/>
                    <a:lstStyle/>
                    <a:p>
                      <a:endParaRPr/>
                    </a:p>
                  </a:txBody>
                  <a:tcPr marL="0" marR="0" marT="3175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a:txBody>
                    <a:bodyPr/>
                    <a:lstStyle/>
                    <a:p>
                      <a:pPr algn="ctr">
                        <a:lnSpc>
                          <a:spcPct val="100000"/>
                        </a:lnSpc>
                        <a:spcBef>
                          <a:spcPts val="260"/>
                        </a:spcBef>
                      </a:pPr>
                      <a:r>
                        <a:rPr sz="1600" b="1" spc="-25" dirty="0">
                          <a:solidFill>
                            <a:srgbClr val="FFFFFF"/>
                          </a:solidFill>
                          <a:latin typeface="Constantia"/>
                          <a:cs typeface="Constantia"/>
                        </a:rPr>
                        <a:t>D1</a:t>
                      </a:r>
                      <a:endParaRPr sz="1600">
                        <a:latin typeface="Constantia"/>
                        <a:cs typeface="Constantia"/>
                      </a:endParaRPr>
                    </a:p>
                  </a:txBody>
                  <a:tcPr marL="0" marR="0" marT="33020"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tc>
                  <a:txBody>
                    <a:bodyPr/>
                    <a:lstStyle/>
                    <a:p>
                      <a:pPr marR="316230" algn="r">
                        <a:lnSpc>
                          <a:spcPct val="100000"/>
                        </a:lnSpc>
                        <a:spcBef>
                          <a:spcPts val="260"/>
                        </a:spcBef>
                      </a:pPr>
                      <a:r>
                        <a:rPr sz="1600" b="1" spc="-25" dirty="0">
                          <a:solidFill>
                            <a:srgbClr val="FFFFFF"/>
                          </a:solidFill>
                          <a:latin typeface="Constantia"/>
                          <a:cs typeface="Constantia"/>
                        </a:rPr>
                        <a:t>D2</a:t>
                      </a:r>
                      <a:endParaRPr sz="1600">
                        <a:latin typeface="Constantia"/>
                        <a:cs typeface="Constantia"/>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tc>
                  <a:txBody>
                    <a:bodyPr/>
                    <a:lstStyle/>
                    <a:p>
                      <a:pPr marL="635" algn="ctr">
                        <a:lnSpc>
                          <a:spcPct val="100000"/>
                        </a:lnSpc>
                        <a:spcBef>
                          <a:spcPts val="260"/>
                        </a:spcBef>
                      </a:pPr>
                      <a:r>
                        <a:rPr sz="1600" b="1" spc="-25" dirty="0">
                          <a:solidFill>
                            <a:srgbClr val="FFFFFF"/>
                          </a:solidFill>
                          <a:latin typeface="Constantia"/>
                          <a:cs typeface="Constantia"/>
                        </a:rPr>
                        <a:t>D3</a:t>
                      </a:r>
                      <a:endParaRPr sz="1600">
                        <a:latin typeface="Constantia"/>
                        <a:cs typeface="Constantia"/>
                      </a:endParaRPr>
                    </a:p>
                  </a:txBody>
                  <a:tcPr marL="0" marR="0" marT="33020" marB="0">
                    <a:lnL w="12700">
                      <a:solidFill>
                        <a:srgbClr val="FFFFFF"/>
                      </a:solidFill>
                      <a:prstDash val="solid"/>
                    </a:lnL>
                    <a:lnR w="38100">
                      <a:solidFill>
                        <a:srgbClr val="FFFFFF"/>
                      </a:solidFill>
                      <a:prstDash val="solid"/>
                    </a:lnR>
                    <a:lnT w="38100">
                      <a:solidFill>
                        <a:srgbClr val="FFFFFF"/>
                      </a:solidFill>
                      <a:prstDash val="solid"/>
                    </a:lnT>
                    <a:lnB w="12700">
                      <a:solidFill>
                        <a:srgbClr val="FFFFFF"/>
                      </a:solidFill>
                      <a:prstDash val="solid"/>
                    </a:lnB>
                    <a:solidFill>
                      <a:srgbClr val="017058"/>
                    </a:solidFill>
                  </a:tcPr>
                </a:tc>
                <a:tc vMerge="1">
                  <a:txBody>
                    <a:bodyPr/>
                    <a:lstStyle/>
                    <a:p>
                      <a:endParaRPr/>
                    </a:p>
                  </a:txBody>
                  <a:tcPr marL="0" marR="0" marT="31750" marB="0">
                    <a:lnL w="381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017058"/>
                    </a:solidFill>
                  </a:tcPr>
                </a:tc>
                <a:tc>
                  <a:txBody>
                    <a:bodyPr/>
                    <a:lstStyle/>
                    <a:p>
                      <a:pPr algn="ctr">
                        <a:lnSpc>
                          <a:spcPct val="100000"/>
                        </a:lnSpc>
                        <a:spcBef>
                          <a:spcPts val="260"/>
                        </a:spcBef>
                      </a:pPr>
                      <a:r>
                        <a:rPr sz="1600" b="1" spc="-25" dirty="0">
                          <a:solidFill>
                            <a:srgbClr val="FFFFFF"/>
                          </a:solidFill>
                          <a:latin typeface="Constantia"/>
                          <a:cs typeface="Constantia"/>
                        </a:rPr>
                        <a:t>D1</a:t>
                      </a:r>
                      <a:endParaRPr sz="1600">
                        <a:latin typeface="Constantia"/>
                        <a:cs typeface="Constantia"/>
                      </a:endParaRPr>
                    </a:p>
                  </a:txBody>
                  <a:tcPr marL="0" marR="0" marT="33020"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tc>
                  <a:txBody>
                    <a:bodyPr/>
                    <a:lstStyle/>
                    <a:p>
                      <a:pPr marL="1270" algn="ctr">
                        <a:lnSpc>
                          <a:spcPct val="100000"/>
                        </a:lnSpc>
                        <a:spcBef>
                          <a:spcPts val="260"/>
                        </a:spcBef>
                      </a:pPr>
                      <a:r>
                        <a:rPr sz="1600" b="1" spc="-25" dirty="0">
                          <a:solidFill>
                            <a:srgbClr val="FFFFFF"/>
                          </a:solidFill>
                          <a:latin typeface="Constantia"/>
                          <a:cs typeface="Constantia"/>
                        </a:rPr>
                        <a:t>D2</a:t>
                      </a:r>
                      <a:endParaRPr sz="1600">
                        <a:latin typeface="Constantia"/>
                        <a:cs typeface="Constantia"/>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tc>
                  <a:txBody>
                    <a:bodyPr/>
                    <a:lstStyle/>
                    <a:p>
                      <a:pPr marL="2540" algn="ctr">
                        <a:lnSpc>
                          <a:spcPct val="100000"/>
                        </a:lnSpc>
                        <a:spcBef>
                          <a:spcPts val="260"/>
                        </a:spcBef>
                      </a:pPr>
                      <a:r>
                        <a:rPr sz="1600" b="1" spc="-25" dirty="0">
                          <a:solidFill>
                            <a:srgbClr val="FFFFFF"/>
                          </a:solidFill>
                          <a:latin typeface="Constantia"/>
                          <a:cs typeface="Constantia"/>
                        </a:rPr>
                        <a:t>D3</a:t>
                      </a:r>
                      <a:endParaRPr sz="1600">
                        <a:latin typeface="Constantia"/>
                        <a:cs typeface="Constantia"/>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7058"/>
                    </a:solidFill>
                  </a:tcPr>
                </a:tc>
                <a:extLst>
                  <a:ext uri="{0D108BD9-81ED-4DB2-BD59-A6C34878D82A}">
                    <a16:rowId xmlns:a16="http://schemas.microsoft.com/office/drawing/2014/main" val="10001"/>
                  </a:ext>
                </a:extLst>
              </a:tr>
              <a:tr h="464820">
                <a:tc>
                  <a:txBody>
                    <a:bodyPr/>
                    <a:lstStyle/>
                    <a:p>
                      <a:pPr algn="ctr">
                        <a:lnSpc>
                          <a:spcPct val="100000"/>
                        </a:lnSpc>
                        <a:spcBef>
                          <a:spcPts val="770"/>
                        </a:spcBef>
                      </a:pPr>
                      <a:r>
                        <a:rPr sz="1800" b="1" spc="-20" dirty="0">
                          <a:solidFill>
                            <a:srgbClr val="252525"/>
                          </a:solidFill>
                          <a:latin typeface="Constantia"/>
                          <a:cs typeface="Constantia"/>
                        </a:rPr>
                        <a:t>Fair</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770"/>
                        </a:spcBef>
                      </a:pPr>
                      <a:r>
                        <a:rPr sz="1800" spc="-50" dirty="0">
                          <a:solidFill>
                            <a:srgbClr val="252525"/>
                          </a:solidFill>
                          <a:latin typeface="Constantia"/>
                          <a:cs typeface="Constantia"/>
                        </a:rPr>
                        <a:t>½</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770"/>
                        </a:spcBef>
                      </a:pPr>
                      <a:r>
                        <a:rPr sz="1800" spc="-50" dirty="0">
                          <a:solidFill>
                            <a:srgbClr val="252525"/>
                          </a:solidFill>
                          <a:latin typeface="Constantia"/>
                          <a:cs typeface="Constantia"/>
                        </a:rPr>
                        <a:t>½</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770"/>
                        </a:spcBef>
                      </a:pPr>
                      <a:r>
                        <a:rPr sz="1800" spc="-25" dirty="0">
                          <a:solidFill>
                            <a:srgbClr val="252525"/>
                          </a:solidFill>
                          <a:latin typeface="Constantia"/>
                          <a:cs typeface="Constantia"/>
                        </a:rPr>
                        <a:t>1/3</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1005"/>
                        </a:spcBef>
                      </a:pPr>
                      <a:r>
                        <a:rPr sz="1400" spc="-10" dirty="0">
                          <a:solidFill>
                            <a:srgbClr val="252525"/>
                          </a:solidFill>
                          <a:latin typeface="Constantia"/>
                          <a:cs typeface="Constantia"/>
                        </a:rPr>
                        <a:t>log(3/3)</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1005"/>
                        </a:spcBef>
                      </a:pPr>
                      <a:r>
                        <a:rPr sz="1400" spc="-10" dirty="0">
                          <a:solidFill>
                            <a:srgbClr val="252525"/>
                          </a:solidFill>
                          <a:latin typeface="Constantia"/>
                          <a:cs typeface="Constantia"/>
                        </a:rPr>
                        <a:t>½*LOG(3/3)</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1005"/>
                        </a:spcBef>
                      </a:pPr>
                      <a:r>
                        <a:rPr sz="1400" spc="-20" dirty="0">
                          <a:solidFill>
                            <a:srgbClr val="252525"/>
                          </a:solidFill>
                          <a:latin typeface="Constantia"/>
                          <a:cs typeface="Constantia"/>
                        </a:rPr>
                        <a:t>0*0.5</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3175" algn="ctr">
                        <a:lnSpc>
                          <a:spcPct val="100000"/>
                        </a:lnSpc>
                        <a:spcBef>
                          <a:spcPts val="1005"/>
                        </a:spcBef>
                      </a:pPr>
                      <a:r>
                        <a:rPr sz="1400" spc="-10" dirty="0">
                          <a:solidFill>
                            <a:srgbClr val="252525"/>
                          </a:solidFill>
                          <a:latin typeface="Constantia"/>
                          <a:cs typeface="Constantia"/>
                        </a:rPr>
                        <a:t>0*0.33</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2"/>
                  </a:ext>
                </a:extLst>
              </a:tr>
              <a:tr h="464820">
                <a:tc>
                  <a:txBody>
                    <a:bodyPr/>
                    <a:lstStyle/>
                    <a:p>
                      <a:pPr algn="ctr">
                        <a:lnSpc>
                          <a:spcPct val="100000"/>
                        </a:lnSpc>
                        <a:spcBef>
                          <a:spcPts val="765"/>
                        </a:spcBef>
                      </a:pPr>
                      <a:r>
                        <a:rPr sz="1800" b="1" spc="-25" dirty="0">
                          <a:solidFill>
                            <a:srgbClr val="252525"/>
                          </a:solidFill>
                          <a:latin typeface="Constantia"/>
                          <a:cs typeface="Constantia"/>
                        </a:rPr>
                        <a:t>Men</a:t>
                      </a:r>
                      <a:endParaRPr sz="1800">
                        <a:latin typeface="Constantia"/>
                        <a:cs typeface="Constantia"/>
                      </a:endParaRPr>
                    </a:p>
                  </a:txBody>
                  <a:tcPr marL="0" marR="0" marT="971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765"/>
                        </a:spcBef>
                      </a:pPr>
                      <a:r>
                        <a:rPr sz="1800" spc="-50" dirty="0">
                          <a:solidFill>
                            <a:srgbClr val="252525"/>
                          </a:solidFill>
                          <a:latin typeface="Constantia"/>
                          <a:cs typeface="Constantia"/>
                        </a:rPr>
                        <a:t>½</a:t>
                      </a:r>
                      <a:endParaRPr sz="1800">
                        <a:latin typeface="Constantia"/>
                        <a:cs typeface="Constantia"/>
                      </a:endParaRPr>
                    </a:p>
                  </a:txBody>
                  <a:tcPr marL="0" marR="0" marT="971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R="281940" algn="r">
                        <a:lnSpc>
                          <a:spcPct val="100000"/>
                        </a:lnSpc>
                        <a:spcBef>
                          <a:spcPts val="765"/>
                        </a:spcBef>
                      </a:pPr>
                      <a:r>
                        <a:rPr sz="1800" spc="-25" dirty="0">
                          <a:solidFill>
                            <a:srgbClr val="252525"/>
                          </a:solidFill>
                          <a:latin typeface="Constantia"/>
                          <a:cs typeface="Constantia"/>
                        </a:rPr>
                        <a:t>0/2</a:t>
                      </a:r>
                      <a:endParaRPr sz="1800">
                        <a:latin typeface="Constantia"/>
                        <a:cs typeface="Constantia"/>
                      </a:endParaRPr>
                    </a:p>
                  </a:txBody>
                  <a:tcPr marL="0" marR="0" marT="971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765"/>
                        </a:spcBef>
                      </a:pPr>
                      <a:r>
                        <a:rPr sz="1800" spc="-25" dirty="0">
                          <a:solidFill>
                            <a:srgbClr val="252525"/>
                          </a:solidFill>
                          <a:latin typeface="Constantia"/>
                          <a:cs typeface="Constantia"/>
                        </a:rPr>
                        <a:t>1/3</a:t>
                      </a:r>
                      <a:endParaRPr sz="1800">
                        <a:latin typeface="Constantia"/>
                        <a:cs typeface="Constantia"/>
                      </a:endParaRPr>
                    </a:p>
                  </a:txBody>
                  <a:tcPr marL="0" marR="0" marT="971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1005"/>
                        </a:spcBef>
                      </a:pPr>
                      <a:r>
                        <a:rPr sz="1400" spc="-10" dirty="0">
                          <a:solidFill>
                            <a:srgbClr val="252525"/>
                          </a:solidFill>
                          <a:latin typeface="Constantia"/>
                          <a:cs typeface="Constantia"/>
                        </a:rPr>
                        <a:t>log(3/2)=0.17</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algn="ctr">
                        <a:lnSpc>
                          <a:spcPct val="100000"/>
                        </a:lnSpc>
                        <a:spcBef>
                          <a:spcPts val="1005"/>
                        </a:spcBef>
                      </a:pPr>
                      <a:r>
                        <a:rPr sz="1400" spc="-10" dirty="0">
                          <a:solidFill>
                            <a:srgbClr val="252525"/>
                          </a:solidFill>
                          <a:latin typeface="Constantia"/>
                          <a:cs typeface="Constantia"/>
                        </a:rPr>
                        <a:t>0.176*0.5</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2540" algn="ctr">
                        <a:lnSpc>
                          <a:spcPct val="100000"/>
                        </a:lnSpc>
                        <a:spcBef>
                          <a:spcPts val="1005"/>
                        </a:spcBef>
                      </a:pPr>
                      <a:r>
                        <a:rPr sz="1400" spc="-10" dirty="0">
                          <a:solidFill>
                            <a:srgbClr val="252525"/>
                          </a:solidFill>
                          <a:latin typeface="Constantia"/>
                          <a:cs typeface="Constantia"/>
                        </a:rPr>
                        <a:t>0*0.176</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tc>
                  <a:txBody>
                    <a:bodyPr/>
                    <a:lstStyle/>
                    <a:p>
                      <a:pPr marL="1905" algn="ctr">
                        <a:lnSpc>
                          <a:spcPct val="100000"/>
                        </a:lnSpc>
                        <a:spcBef>
                          <a:spcPts val="1005"/>
                        </a:spcBef>
                      </a:pPr>
                      <a:r>
                        <a:rPr sz="1400" spc="-10" dirty="0">
                          <a:solidFill>
                            <a:srgbClr val="252525"/>
                          </a:solidFill>
                          <a:latin typeface="Constantia"/>
                          <a:cs typeface="Constantia"/>
                        </a:rPr>
                        <a:t>0.176*0.33</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D1"/>
                    </a:solidFill>
                  </a:tcPr>
                </a:tc>
                <a:extLst>
                  <a:ext uri="{0D108BD9-81ED-4DB2-BD59-A6C34878D82A}">
                    <a16:rowId xmlns:a16="http://schemas.microsoft.com/office/drawing/2014/main" val="10003"/>
                  </a:ext>
                </a:extLst>
              </a:tr>
              <a:tr h="464820">
                <a:tc>
                  <a:txBody>
                    <a:bodyPr/>
                    <a:lstStyle/>
                    <a:p>
                      <a:pPr algn="ctr">
                        <a:lnSpc>
                          <a:spcPct val="100000"/>
                        </a:lnSpc>
                        <a:spcBef>
                          <a:spcPts val="770"/>
                        </a:spcBef>
                      </a:pPr>
                      <a:r>
                        <a:rPr sz="1800" b="1" spc="-10" dirty="0">
                          <a:solidFill>
                            <a:srgbClr val="252525"/>
                          </a:solidFill>
                          <a:latin typeface="Constantia"/>
                          <a:cs typeface="Constantia"/>
                        </a:rPr>
                        <a:t>Women</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770"/>
                        </a:spcBef>
                      </a:pPr>
                      <a:r>
                        <a:rPr sz="1800" spc="-25" dirty="0">
                          <a:solidFill>
                            <a:srgbClr val="252525"/>
                          </a:solidFill>
                          <a:latin typeface="Constantia"/>
                          <a:cs typeface="Constantia"/>
                        </a:rPr>
                        <a:t>0/2</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R="308610" algn="r">
                        <a:lnSpc>
                          <a:spcPct val="100000"/>
                        </a:lnSpc>
                        <a:spcBef>
                          <a:spcPts val="770"/>
                        </a:spcBef>
                      </a:pPr>
                      <a:r>
                        <a:rPr sz="1800" spc="-25" dirty="0">
                          <a:solidFill>
                            <a:srgbClr val="252525"/>
                          </a:solidFill>
                          <a:latin typeface="Constantia"/>
                          <a:cs typeface="Constantia"/>
                        </a:rPr>
                        <a:t>1/2</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770"/>
                        </a:spcBef>
                      </a:pPr>
                      <a:r>
                        <a:rPr sz="1800" spc="-25" dirty="0">
                          <a:solidFill>
                            <a:srgbClr val="252525"/>
                          </a:solidFill>
                          <a:latin typeface="Constantia"/>
                          <a:cs typeface="Constantia"/>
                        </a:rPr>
                        <a:t>1/3</a:t>
                      </a:r>
                      <a:endParaRPr sz="1800">
                        <a:latin typeface="Constantia"/>
                        <a:cs typeface="Constantia"/>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1005"/>
                        </a:spcBef>
                      </a:pPr>
                      <a:r>
                        <a:rPr sz="1400" spc="-10" dirty="0">
                          <a:solidFill>
                            <a:srgbClr val="252525"/>
                          </a:solidFill>
                          <a:latin typeface="Constantia"/>
                          <a:cs typeface="Constantia"/>
                        </a:rPr>
                        <a:t>log(3/2)=0.17</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algn="ctr">
                        <a:lnSpc>
                          <a:spcPct val="100000"/>
                        </a:lnSpc>
                        <a:spcBef>
                          <a:spcPts val="1005"/>
                        </a:spcBef>
                      </a:pPr>
                      <a:r>
                        <a:rPr sz="1400" spc="-10" dirty="0">
                          <a:solidFill>
                            <a:srgbClr val="252525"/>
                          </a:solidFill>
                          <a:latin typeface="Constantia"/>
                          <a:cs typeface="Constantia"/>
                        </a:rPr>
                        <a:t>0.176*0</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2540" algn="ctr">
                        <a:lnSpc>
                          <a:spcPct val="100000"/>
                        </a:lnSpc>
                        <a:spcBef>
                          <a:spcPts val="1005"/>
                        </a:spcBef>
                      </a:pPr>
                      <a:r>
                        <a:rPr sz="1400" spc="-10" dirty="0">
                          <a:solidFill>
                            <a:srgbClr val="252525"/>
                          </a:solidFill>
                          <a:latin typeface="Constantia"/>
                          <a:cs typeface="Constantia"/>
                        </a:rPr>
                        <a:t>0.5*0.176</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tc>
                  <a:txBody>
                    <a:bodyPr/>
                    <a:lstStyle/>
                    <a:p>
                      <a:pPr marL="1905" algn="ctr">
                        <a:lnSpc>
                          <a:spcPct val="100000"/>
                        </a:lnSpc>
                        <a:spcBef>
                          <a:spcPts val="1005"/>
                        </a:spcBef>
                      </a:pPr>
                      <a:r>
                        <a:rPr sz="1400" spc="-10" dirty="0">
                          <a:solidFill>
                            <a:srgbClr val="252525"/>
                          </a:solidFill>
                          <a:latin typeface="Constantia"/>
                          <a:cs typeface="Constantia"/>
                        </a:rPr>
                        <a:t>0.176*0.33</a:t>
                      </a:r>
                      <a:endParaRPr sz="1400">
                        <a:latin typeface="Constantia"/>
                        <a:cs typeface="Constantia"/>
                      </a:endParaRPr>
                    </a:p>
                  </a:txBody>
                  <a:tcPr marL="0" marR="0" marT="1276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EA"/>
                    </a:solidFill>
                  </a:tcPr>
                </a:tc>
                <a:extLst>
                  <a:ext uri="{0D108BD9-81ED-4DB2-BD59-A6C34878D82A}">
                    <a16:rowId xmlns:a16="http://schemas.microsoft.com/office/drawing/2014/main" val="10004"/>
                  </a:ext>
                </a:extLst>
              </a:tr>
            </a:tbl>
          </a:graphicData>
        </a:graphic>
      </p:graphicFrame>
      <p:pic>
        <p:nvPicPr>
          <p:cNvPr id="7" name="object 7"/>
          <p:cNvPicPr/>
          <p:nvPr/>
        </p:nvPicPr>
        <p:blipFill>
          <a:blip r:embed="rId2" cstate="print"/>
          <a:stretch>
            <a:fillRect/>
          </a:stretch>
        </p:blipFill>
        <p:spPr>
          <a:xfrm>
            <a:off x="5410200" y="3279646"/>
            <a:ext cx="4439411" cy="3467098"/>
          </a:xfrm>
          <a:prstGeom prst="rect">
            <a:avLst/>
          </a:prstGeom>
        </p:spPr>
      </p:pic>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089" y="165608"/>
            <a:ext cx="9911080" cy="981075"/>
          </a:xfrm>
          <a:prstGeom prst="rect">
            <a:avLst/>
          </a:prstGeom>
        </p:spPr>
        <p:txBody>
          <a:bodyPr vert="horz" wrap="square" lIns="0" tIns="37465" rIns="0" bIns="0" rtlCol="0">
            <a:spAutoFit/>
          </a:bodyPr>
          <a:lstStyle/>
          <a:p>
            <a:pPr marL="441959" marR="5080" indent="-429895">
              <a:lnSpc>
                <a:spcPct val="95500"/>
              </a:lnSpc>
              <a:spcBef>
                <a:spcPts val="295"/>
              </a:spcBef>
            </a:pPr>
            <a:r>
              <a:rPr sz="5400" baseline="-5401" dirty="0">
                <a:solidFill>
                  <a:srgbClr val="075A74"/>
                </a:solidFill>
                <a:latin typeface="Arial Black"/>
                <a:cs typeface="Arial Black"/>
              </a:rPr>
              <a:t>+</a:t>
            </a:r>
            <a:r>
              <a:rPr sz="5400" spc="-315" baseline="-5401" dirty="0">
                <a:solidFill>
                  <a:srgbClr val="075A74"/>
                </a:solidFill>
                <a:latin typeface="Arial Black"/>
                <a:cs typeface="Arial Black"/>
              </a:rPr>
              <a:t> </a:t>
            </a:r>
            <a:r>
              <a:rPr sz="2800" spc="160" dirty="0"/>
              <a:t>Term</a:t>
            </a:r>
            <a:r>
              <a:rPr sz="2800" spc="275" dirty="0"/>
              <a:t> </a:t>
            </a:r>
            <a:r>
              <a:rPr sz="2800" spc="130" dirty="0"/>
              <a:t>Frequency</a:t>
            </a:r>
            <a:r>
              <a:rPr sz="2800" spc="240" dirty="0"/>
              <a:t> </a:t>
            </a:r>
            <a:r>
              <a:rPr sz="2800" spc="195" dirty="0"/>
              <a:t>and</a:t>
            </a:r>
            <a:r>
              <a:rPr sz="2800" spc="254" dirty="0"/>
              <a:t> </a:t>
            </a:r>
            <a:r>
              <a:rPr sz="2800" spc="105" dirty="0"/>
              <a:t>Inverse</a:t>
            </a:r>
            <a:r>
              <a:rPr sz="2800" spc="310" dirty="0"/>
              <a:t> </a:t>
            </a:r>
            <a:r>
              <a:rPr sz="2800" spc="195" dirty="0"/>
              <a:t>Document</a:t>
            </a:r>
            <a:r>
              <a:rPr sz="2800" spc="300" dirty="0"/>
              <a:t> </a:t>
            </a:r>
            <a:r>
              <a:rPr sz="2800" spc="130" dirty="0"/>
              <a:t>Frequency</a:t>
            </a:r>
            <a:r>
              <a:rPr sz="2800" spc="245" dirty="0"/>
              <a:t> </a:t>
            </a:r>
            <a:r>
              <a:rPr sz="2800" spc="-20" dirty="0"/>
              <a:t>(TF- IDF)</a:t>
            </a:r>
            <a:endParaRPr sz="28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pic>
        <p:nvPicPr>
          <p:cNvPr id="4" name="object 4"/>
          <p:cNvPicPr/>
          <p:nvPr/>
        </p:nvPicPr>
        <p:blipFill>
          <a:blip r:embed="rId2" cstate="print"/>
          <a:stretch>
            <a:fillRect/>
          </a:stretch>
        </p:blipFill>
        <p:spPr>
          <a:xfrm>
            <a:off x="2050414" y="1286510"/>
            <a:ext cx="1345946" cy="280415"/>
          </a:xfrm>
          <a:prstGeom prst="rect">
            <a:avLst/>
          </a:prstGeom>
        </p:spPr>
      </p:pic>
      <p:sp>
        <p:nvSpPr>
          <p:cNvPr id="5" name="object 5"/>
          <p:cNvSpPr txBox="1"/>
          <p:nvPr/>
        </p:nvSpPr>
        <p:spPr>
          <a:xfrm>
            <a:off x="743508" y="1261617"/>
            <a:ext cx="4775200" cy="314960"/>
          </a:xfrm>
          <a:prstGeom prst="rect">
            <a:avLst/>
          </a:prstGeom>
        </p:spPr>
        <p:txBody>
          <a:bodyPr vert="horz" wrap="square" lIns="0" tIns="12065" rIns="0" bIns="0" rtlCol="0">
            <a:spAutoFit/>
          </a:bodyPr>
          <a:lstStyle/>
          <a:p>
            <a:pPr marL="240665" indent="-227965">
              <a:lnSpc>
                <a:spcPct val="100000"/>
              </a:lnSpc>
              <a:spcBef>
                <a:spcPts val="95"/>
              </a:spcBef>
              <a:buClr>
                <a:srgbClr val="006F57"/>
              </a:buClr>
              <a:buSzPct val="73684"/>
              <a:buFont typeface="Wingdings"/>
              <a:buChar char=""/>
              <a:tabLst>
                <a:tab pos="240665" algn="l"/>
                <a:tab pos="2576195" algn="l"/>
              </a:tabLst>
            </a:pPr>
            <a:r>
              <a:rPr sz="1900" spc="55" dirty="0">
                <a:solidFill>
                  <a:srgbClr val="252525"/>
                </a:solidFill>
                <a:latin typeface="Cambria"/>
                <a:cs typeface="Cambria"/>
              </a:rPr>
              <a:t>For</a:t>
            </a:r>
            <a:r>
              <a:rPr sz="1900" spc="175" dirty="0">
                <a:solidFill>
                  <a:srgbClr val="252525"/>
                </a:solidFill>
                <a:latin typeface="Cambria"/>
                <a:cs typeface="Cambria"/>
              </a:rPr>
              <a:t> </a:t>
            </a:r>
            <a:r>
              <a:rPr sz="1900" spc="85" dirty="0">
                <a:solidFill>
                  <a:srgbClr val="252525"/>
                </a:solidFill>
                <a:latin typeface="Cambria"/>
                <a:cs typeface="Cambria"/>
              </a:rPr>
              <a:t>each</a:t>
            </a:r>
            <a:r>
              <a:rPr sz="1900" dirty="0">
                <a:solidFill>
                  <a:srgbClr val="252525"/>
                </a:solidFill>
                <a:latin typeface="Cambria"/>
                <a:cs typeface="Cambria"/>
              </a:rPr>
              <a:t>	</a:t>
            </a:r>
            <a:r>
              <a:rPr sz="1900" spc="50" dirty="0">
                <a:solidFill>
                  <a:srgbClr val="252525"/>
                </a:solidFill>
                <a:latin typeface="Cambria"/>
                <a:cs typeface="Cambria"/>
              </a:rPr>
              <a:t>we</a:t>
            </a:r>
            <a:r>
              <a:rPr sz="1900" spc="170" dirty="0">
                <a:solidFill>
                  <a:srgbClr val="252525"/>
                </a:solidFill>
                <a:latin typeface="Cambria"/>
                <a:cs typeface="Cambria"/>
              </a:rPr>
              <a:t> </a:t>
            </a:r>
            <a:r>
              <a:rPr sz="1900" spc="75" dirty="0">
                <a:solidFill>
                  <a:srgbClr val="252525"/>
                </a:solidFill>
                <a:latin typeface="Cambria"/>
                <a:cs typeface="Cambria"/>
              </a:rPr>
              <a:t>derive</a:t>
            </a:r>
            <a:r>
              <a:rPr sz="1900" spc="210" dirty="0">
                <a:solidFill>
                  <a:srgbClr val="252525"/>
                </a:solidFill>
                <a:latin typeface="Cambria"/>
                <a:cs typeface="Cambria"/>
              </a:rPr>
              <a:t> </a:t>
            </a:r>
            <a:r>
              <a:rPr sz="1900" spc="100" dirty="0">
                <a:solidFill>
                  <a:srgbClr val="252525"/>
                </a:solidFill>
                <a:latin typeface="Cambria"/>
                <a:cs typeface="Cambria"/>
              </a:rPr>
              <a:t>a</a:t>
            </a:r>
            <a:r>
              <a:rPr sz="1900" spc="165" dirty="0">
                <a:solidFill>
                  <a:srgbClr val="252525"/>
                </a:solidFill>
                <a:latin typeface="Cambria"/>
                <a:cs typeface="Cambria"/>
              </a:rPr>
              <a:t> </a:t>
            </a:r>
            <a:r>
              <a:rPr sz="1900" spc="75" dirty="0">
                <a:solidFill>
                  <a:srgbClr val="252525"/>
                </a:solidFill>
                <a:latin typeface="Cambria"/>
                <a:cs typeface="Cambria"/>
              </a:rPr>
              <a:t>vector.</a:t>
            </a:r>
            <a:endParaRPr sz="1900">
              <a:latin typeface="Cambria"/>
              <a:cs typeface="Cambria"/>
            </a:endParaRPr>
          </a:p>
        </p:txBody>
      </p:sp>
      <p:grpSp>
        <p:nvGrpSpPr>
          <p:cNvPr id="6" name="object 6"/>
          <p:cNvGrpSpPr/>
          <p:nvPr/>
        </p:nvGrpSpPr>
        <p:grpSpPr>
          <a:xfrm>
            <a:off x="984808" y="1974214"/>
            <a:ext cx="9406890" cy="280670"/>
            <a:chOff x="984808" y="1974214"/>
            <a:chExt cx="9406890" cy="280670"/>
          </a:xfrm>
        </p:grpSpPr>
        <p:pic>
          <p:nvPicPr>
            <p:cNvPr id="7" name="object 7"/>
            <p:cNvPicPr/>
            <p:nvPr/>
          </p:nvPicPr>
          <p:blipFill>
            <a:blip r:embed="rId3" cstate="print"/>
            <a:stretch>
              <a:fillRect/>
            </a:stretch>
          </p:blipFill>
          <p:spPr>
            <a:xfrm>
              <a:off x="984808" y="1974214"/>
              <a:ext cx="485647" cy="280415"/>
            </a:xfrm>
            <a:prstGeom prst="rect">
              <a:avLst/>
            </a:prstGeom>
          </p:spPr>
        </p:pic>
        <p:pic>
          <p:nvPicPr>
            <p:cNvPr id="8" name="object 8"/>
            <p:cNvPicPr/>
            <p:nvPr/>
          </p:nvPicPr>
          <p:blipFill>
            <a:blip r:embed="rId4" cstate="print"/>
            <a:stretch>
              <a:fillRect/>
            </a:stretch>
          </p:blipFill>
          <p:spPr>
            <a:xfrm>
              <a:off x="1422145" y="1974214"/>
              <a:ext cx="368046" cy="280415"/>
            </a:xfrm>
            <a:prstGeom prst="rect">
              <a:avLst/>
            </a:prstGeom>
          </p:spPr>
        </p:pic>
        <p:pic>
          <p:nvPicPr>
            <p:cNvPr id="9" name="object 9"/>
            <p:cNvPicPr/>
            <p:nvPr/>
          </p:nvPicPr>
          <p:blipFill>
            <a:blip r:embed="rId5" cstate="print"/>
            <a:stretch>
              <a:fillRect/>
            </a:stretch>
          </p:blipFill>
          <p:spPr>
            <a:xfrm>
              <a:off x="1742186" y="1974214"/>
              <a:ext cx="1346200" cy="280415"/>
            </a:xfrm>
            <a:prstGeom prst="rect">
              <a:avLst/>
            </a:prstGeom>
          </p:spPr>
        </p:pic>
        <p:pic>
          <p:nvPicPr>
            <p:cNvPr id="10" name="object 10"/>
            <p:cNvPicPr/>
            <p:nvPr/>
          </p:nvPicPr>
          <p:blipFill>
            <a:blip r:embed="rId6" cstate="print"/>
            <a:stretch>
              <a:fillRect/>
            </a:stretch>
          </p:blipFill>
          <p:spPr>
            <a:xfrm>
              <a:off x="3013583" y="1974214"/>
              <a:ext cx="352044" cy="280415"/>
            </a:xfrm>
            <a:prstGeom prst="rect">
              <a:avLst/>
            </a:prstGeom>
          </p:spPr>
        </p:pic>
        <p:pic>
          <p:nvPicPr>
            <p:cNvPr id="11" name="object 11"/>
            <p:cNvPicPr/>
            <p:nvPr/>
          </p:nvPicPr>
          <p:blipFill>
            <a:blip r:embed="rId7" cstate="print"/>
            <a:stretch>
              <a:fillRect/>
            </a:stretch>
          </p:blipFill>
          <p:spPr>
            <a:xfrm>
              <a:off x="3324478" y="1974214"/>
              <a:ext cx="304800" cy="280415"/>
            </a:xfrm>
            <a:prstGeom prst="rect">
              <a:avLst/>
            </a:prstGeom>
          </p:spPr>
        </p:pic>
        <p:pic>
          <p:nvPicPr>
            <p:cNvPr id="12" name="object 12"/>
            <p:cNvPicPr/>
            <p:nvPr/>
          </p:nvPicPr>
          <p:blipFill>
            <a:blip r:embed="rId8" cstate="print"/>
            <a:stretch>
              <a:fillRect/>
            </a:stretch>
          </p:blipFill>
          <p:spPr>
            <a:xfrm>
              <a:off x="3551555" y="1974214"/>
              <a:ext cx="2472182" cy="280415"/>
            </a:xfrm>
            <a:prstGeom prst="rect">
              <a:avLst/>
            </a:prstGeom>
          </p:spPr>
        </p:pic>
        <p:pic>
          <p:nvPicPr>
            <p:cNvPr id="13" name="object 13"/>
            <p:cNvPicPr/>
            <p:nvPr/>
          </p:nvPicPr>
          <p:blipFill>
            <a:blip r:embed="rId9" cstate="print"/>
            <a:stretch>
              <a:fillRect/>
            </a:stretch>
          </p:blipFill>
          <p:spPr>
            <a:xfrm>
              <a:off x="5961253" y="1974214"/>
              <a:ext cx="402336" cy="280415"/>
            </a:xfrm>
            <a:prstGeom prst="rect">
              <a:avLst/>
            </a:prstGeom>
          </p:spPr>
        </p:pic>
        <p:pic>
          <p:nvPicPr>
            <p:cNvPr id="14" name="object 14"/>
            <p:cNvPicPr/>
            <p:nvPr/>
          </p:nvPicPr>
          <p:blipFill>
            <a:blip r:embed="rId7" cstate="print"/>
            <a:stretch>
              <a:fillRect/>
            </a:stretch>
          </p:blipFill>
          <p:spPr>
            <a:xfrm>
              <a:off x="6304153" y="1974214"/>
              <a:ext cx="304800" cy="280415"/>
            </a:xfrm>
            <a:prstGeom prst="rect">
              <a:avLst/>
            </a:prstGeom>
          </p:spPr>
        </p:pic>
        <p:pic>
          <p:nvPicPr>
            <p:cNvPr id="15" name="object 15"/>
            <p:cNvPicPr/>
            <p:nvPr/>
          </p:nvPicPr>
          <p:blipFill>
            <a:blip r:embed="rId10" cstate="print"/>
            <a:stretch>
              <a:fillRect/>
            </a:stretch>
          </p:blipFill>
          <p:spPr>
            <a:xfrm>
              <a:off x="6531229" y="1974214"/>
              <a:ext cx="451510" cy="280415"/>
            </a:xfrm>
            <a:prstGeom prst="rect">
              <a:avLst/>
            </a:prstGeom>
          </p:spPr>
        </p:pic>
        <p:pic>
          <p:nvPicPr>
            <p:cNvPr id="16" name="object 16"/>
            <p:cNvPicPr/>
            <p:nvPr/>
          </p:nvPicPr>
          <p:blipFill>
            <a:blip r:embed="rId4" cstate="print"/>
            <a:stretch>
              <a:fillRect/>
            </a:stretch>
          </p:blipFill>
          <p:spPr>
            <a:xfrm>
              <a:off x="6943090" y="1974214"/>
              <a:ext cx="368046" cy="280415"/>
            </a:xfrm>
            <a:prstGeom prst="rect">
              <a:avLst/>
            </a:prstGeom>
          </p:spPr>
        </p:pic>
        <p:pic>
          <p:nvPicPr>
            <p:cNvPr id="17" name="object 17"/>
            <p:cNvPicPr/>
            <p:nvPr/>
          </p:nvPicPr>
          <p:blipFill>
            <a:blip r:embed="rId11" cstate="print"/>
            <a:stretch>
              <a:fillRect/>
            </a:stretch>
          </p:blipFill>
          <p:spPr>
            <a:xfrm>
              <a:off x="7263129" y="1974214"/>
              <a:ext cx="992771" cy="280415"/>
            </a:xfrm>
            <a:prstGeom prst="rect">
              <a:avLst/>
            </a:prstGeom>
          </p:spPr>
        </p:pic>
        <p:pic>
          <p:nvPicPr>
            <p:cNvPr id="18" name="object 18"/>
            <p:cNvPicPr/>
            <p:nvPr/>
          </p:nvPicPr>
          <p:blipFill>
            <a:blip r:embed="rId6" cstate="print"/>
            <a:stretch>
              <a:fillRect/>
            </a:stretch>
          </p:blipFill>
          <p:spPr>
            <a:xfrm>
              <a:off x="8208009" y="1974214"/>
              <a:ext cx="352044" cy="280415"/>
            </a:xfrm>
            <a:prstGeom prst="rect">
              <a:avLst/>
            </a:prstGeom>
          </p:spPr>
        </p:pic>
        <p:pic>
          <p:nvPicPr>
            <p:cNvPr id="19" name="object 19"/>
            <p:cNvPicPr/>
            <p:nvPr/>
          </p:nvPicPr>
          <p:blipFill>
            <a:blip r:embed="rId7" cstate="print"/>
            <a:stretch>
              <a:fillRect/>
            </a:stretch>
          </p:blipFill>
          <p:spPr>
            <a:xfrm>
              <a:off x="8518906" y="1974214"/>
              <a:ext cx="304800" cy="280415"/>
            </a:xfrm>
            <a:prstGeom prst="rect">
              <a:avLst/>
            </a:prstGeom>
          </p:spPr>
        </p:pic>
        <p:pic>
          <p:nvPicPr>
            <p:cNvPr id="20" name="object 20"/>
            <p:cNvPicPr/>
            <p:nvPr/>
          </p:nvPicPr>
          <p:blipFill>
            <a:blip r:embed="rId12" cstate="print"/>
            <a:stretch>
              <a:fillRect/>
            </a:stretch>
          </p:blipFill>
          <p:spPr>
            <a:xfrm>
              <a:off x="8745982" y="1974214"/>
              <a:ext cx="878687" cy="280415"/>
            </a:xfrm>
            <a:prstGeom prst="rect">
              <a:avLst/>
            </a:prstGeom>
          </p:spPr>
        </p:pic>
        <p:pic>
          <p:nvPicPr>
            <p:cNvPr id="21" name="object 21"/>
            <p:cNvPicPr/>
            <p:nvPr/>
          </p:nvPicPr>
          <p:blipFill>
            <a:blip r:embed="rId13" cstate="print"/>
            <a:stretch>
              <a:fillRect/>
            </a:stretch>
          </p:blipFill>
          <p:spPr>
            <a:xfrm>
              <a:off x="9573768" y="1974214"/>
              <a:ext cx="817473" cy="280415"/>
            </a:xfrm>
            <a:prstGeom prst="rect">
              <a:avLst/>
            </a:prstGeom>
          </p:spPr>
        </p:pic>
      </p:grpSp>
      <p:sp>
        <p:nvSpPr>
          <p:cNvPr id="22" name="object 22"/>
          <p:cNvSpPr txBox="1"/>
          <p:nvPr/>
        </p:nvSpPr>
        <p:spPr>
          <a:xfrm>
            <a:off x="10242295" y="1949323"/>
            <a:ext cx="89535" cy="314960"/>
          </a:xfrm>
          <a:prstGeom prst="rect">
            <a:avLst/>
          </a:prstGeom>
        </p:spPr>
        <p:txBody>
          <a:bodyPr vert="horz" wrap="square" lIns="0" tIns="12065" rIns="0" bIns="0" rtlCol="0">
            <a:spAutoFit/>
          </a:bodyPr>
          <a:lstStyle/>
          <a:p>
            <a:pPr marL="12700">
              <a:lnSpc>
                <a:spcPct val="100000"/>
              </a:lnSpc>
              <a:spcBef>
                <a:spcPts val="95"/>
              </a:spcBef>
            </a:pPr>
            <a:r>
              <a:rPr sz="1900" spc="60" dirty="0">
                <a:solidFill>
                  <a:srgbClr val="252525"/>
                </a:solidFill>
                <a:latin typeface="Cambria"/>
                <a:cs typeface="Cambria"/>
              </a:rPr>
              <a:t>.</a:t>
            </a:r>
            <a:endParaRPr sz="1900">
              <a:latin typeface="Cambria"/>
              <a:cs typeface="Cambria"/>
            </a:endParaRPr>
          </a:p>
        </p:txBody>
      </p:sp>
      <p:pic>
        <p:nvPicPr>
          <p:cNvPr id="23" name="object 23"/>
          <p:cNvPicPr/>
          <p:nvPr/>
        </p:nvPicPr>
        <p:blipFill>
          <a:blip r:embed="rId14" cstate="print"/>
          <a:stretch>
            <a:fillRect/>
          </a:stretch>
        </p:blipFill>
        <p:spPr>
          <a:xfrm>
            <a:off x="1600453" y="2663063"/>
            <a:ext cx="718566" cy="280415"/>
          </a:xfrm>
          <a:prstGeom prst="rect">
            <a:avLst/>
          </a:prstGeom>
        </p:spPr>
      </p:pic>
      <p:grpSp>
        <p:nvGrpSpPr>
          <p:cNvPr id="24" name="object 24"/>
          <p:cNvGrpSpPr/>
          <p:nvPr/>
        </p:nvGrpSpPr>
        <p:grpSpPr>
          <a:xfrm>
            <a:off x="3723766" y="2663063"/>
            <a:ext cx="1165860" cy="280670"/>
            <a:chOff x="3723766" y="2663063"/>
            <a:chExt cx="1165860" cy="280670"/>
          </a:xfrm>
        </p:grpSpPr>
        <p:pic>
          <p:nvPicPr>
            <p:cNvPr id="25" name="object 25"/>
            <p:cNvPicPr/>
            <p:nvPr/>
          </p:nvPicPr>
          <p:blipFill>
            <a:blip r:embed="rId15" cstate="print"/>
            <a:stretch>
              <a:fillRect/>
            </a:stretch>
          </p:blipFill>
          <p:spPr>
            <a:xfrm>
              <a:off x="3723766" y="2663063"/>
              <a:ext cx="668934" cy="280415"/>
            </a:xfrm>
            <a:prstGeom prst="rect">
              <a:avLst/>
            </a:prstGeom>
          </p:spPr>
        </p:pic>
        <p:pic>
          <p:nvPicPr>
            <p:cNvPr id="26" name="object 26"/>
            <p:cNvPicPr/>
            <p:nvPr/>
          </p:nvPicPr>
          <p:blipFill>
            <a:blip r:embed="rId16" cstate="print"/>
            <a:stretch>
              <a:fillRect/>
            </a:stretch>
          </p:blipFill>
          <p:spPr>
            <a:xfrm>
              <a:off x="4298568" y="2663063"/>
              <a:ext cx="590550" cy="280415"/>
            </a:xfrm>
            <a:prstGeom prst="rect">
              <a:avLst/>
            </a:prstGeom>
          </p:spPr>
        </p:pic>
      </p:grpSp>
      <p:sp>
        <p:nvSpPr>
          <p:cNvPr id="27" name="object 27"/>
          <p:cNvSpPr txBox="1"/>
          <p:nvPr/>
        </p:nvSpPr>
        <p:spPr>
          <a:xfrm>
            <a:off x="743508" y="2008759"/>
            <a:ext cx="5438140" cy="1633220"/>
          </a:xfrm>
          <a:prstGeom prst="rect">
            <a:avLst/>
          </a:prstGeom>
        </p:spPr>
        <p:txBody>
          <a:bodyPr vert="horz" wrap="square" lIns="0" tIns="15875" rIns="0" bIns="0" rtlCol="0">
            <a:spAutoFit/>
          </a:bodyPr>
          <a:lstStyle/>
          <a:p>
            <a:pPr marL="12700">
              <a:lnSpc>
                <a:spcPct val="100000"/>
              </a:lnSpc>
              <a:spcBef>
                <a:spcPts val="125"/>
              </a:spcBef>
            </a:pPr>
            <a:r>
              <a:rPr sz="1400" spc="-50" dirty="0">
                <a:solidFill>
                  <a:srgbClr val="006F57"/>
                </a:solidFill>
                <a:latin typeface="Wingdings"/>
                <a:cs typeface="Wingdings"/>
              </a:rPr>
              <a:t></a:t>
            </a:r>
            <a:endParaRPr sz="1400">
              <a:latin typeface="Wingdings"/>
              <a:cs typeface="Wingdings"/>
            </a:endParaRPr>
          </a:p>
          <a:p>
            <a:pPr>
              <a:lnSpc>
                <a:spcPct val="100000"/>
              </a:lnSpc>
            </a:pPr>
            <a:endParaRPr sz="1400">
              <a:latin typeface="Wingdings"/>
              <a:cs typeface="Wingdings"/>
            </a:endParaRPr>
          </a:p>
          <a:p>
            <a:pPr>
              <a:lnSpc>
                <a:spcPct val="100000"/>
              </a:lnSpc>
              <a:spcBef>
                <a:spcPts val="135"/>
              </a:spcBef>
            </a:pPr>
            <a:endParaRPr sz="1400">
              <a:latin typeface="Wingdings"/>
              <a:cs typeface="Wingdings"/>
            </a:endParaRPr>
          </a:p>
          <a:p>
            <a:pPr marL="240665" indent="-227965">
              <a:lnSpc>
                <a:spcPct val="100000"/>
              </a:lnSpc>
              <a:spcBef>
                <a:spcPts val="5"/>
              </a:spcBef>
              <a:buClr>
                <a:srgbClr val="006F57"/>
              </a:buClr>
              <a:buSzPct val="73684"/>
              <a:buFont typeface="Wingdings"/>
              <a:buChar char=""/>
              <a:tabLst>
                <a:tab pos="240665" algn="l"/>
                <a:tab pos="1504950" algn="l"/>
              </a:tabLst>
            </a:pPr>
            <a:r>
              <a:rPr sz="1900" spc="60" dirty="0">
                <a:solidFill>
                  <a:srgbClr val="252525"/>
                </a:solidFill>
                <a:latin typeface="Cambria"/>
                <a:cs typeface="Cambria"/>
              </a:rPr>
              <a:t>Each</a:t>
            </a:r>
            <a:r>
              <a:rPr sz="1900" dirty="0">
                <a:solidFill>
                  <a:srgbClr val="252525"/>
                </a:solidFill>
                <a:latin typeface="Cambria"/>
                <a:cs typeface="Cambria"/>
              </a:rPr>
              <a:t>	will</a:t>
            </a:r>
            <a:r>
              <a:rPr sz="1900" spc="300" dirty="0">
                <a:solidFill>
                  <a:srgbClr val="252525"/>
                </a:solidFill>
                <a:latin typeface="Cambria"/>
                <a:cs typeface="Cambria"/>
              </a:rPr>
              <a:t> </a:t>
            </a:r>
            <a:r>
              <a:rPr sz="1900" spc="95" dirty="0">
                <a:solidFill>
                  <a:srgbClr val="252525"/>
                </a:solidFill>
                <a:latin typeface="Cambria"/>
                <a:cs typeface="Cambria"/>
              </a:rPr>
              <a:t>have</a:t>
            </a:r>
            <a:r>
              <a:rPr sz="1900" spc="270" dirty="0">
                <a:solidFill>
                  <a:srgbClr val="252525"/>
                </a:solidFill>
                <a:latin typeface="Cambria"/>
                <a:cs typeface="Cambria"/>
              </a:rPr>
              <a:t> </a:t>
            </a:r>
            <a:r>
              <a:rPr sz="1900" spc="70" dirty="0">
                <a:solidFill>
                  <a:srgbClr val="252525"/>
                </a:solidFill>
                <a:latin typeface="Cambria"/>
                <a:cs typeface="Cambria"/>
              </a:rPr>
              <a:t>its</a:t>
            </a:r>
            <a:endParaRPr sz="1900">
              <a:latin typeface="Cambria"/>
              <a:cs typeface="Cambria"/>
            </a:endParaRPr>
          </a:p>
          <a:p>
            <a:pPr>
              <a:lnSpc>
                <a:spcPct val="100000"/>
              </a:lnSpc>
              <a:spcBef>
                <a:spcPts val="915"/>
              </a:spcBef>
              <a:buClr>
                <a:srgbClr val="006F57"/>
              </a:buClr>
              <a:buFont typeface="Wingdings"/>
              <a:buChar char=""/>
            </a:pPr>
            <a:endParaRPr sz="1900">
              <a:latin typeface="Cambria"/>
              <a:cs typeface="Cambria"/>
            </a:endParaRPr>
          </a:p>
          <a:p>
            <a:pPr marL="240665" indent="-227965">
              <a:lnSpc>
                <a:spcPct val="100000"/>
              </a:lnSpc>
              <a:buClr>
                <a:srgbClr val="006F57"/>
              </a:buClr>
              <a:buSzPct val="73684"/>
              <a:buFont typeface="Wingdings"/>
              <a:buChar char=""/>
              <a:tabLst>
                <a:tab pos="240665" algn="l"/>
              </a:tabLst>
            </a:pPr>
            <a:r>
              <a:rPr sz="1900" spc="90" dirty="0">
                <a:solidFill>
                  <a:srgbClr val="252525"/>
                </a:solidFill>
                <a:latin typeface="Cambria"/>
                <a:cs typeface="Cambria"/>
              </a:rPr>
              <a:t>There</a:t>
            </a:r>
            <a:r>
              <a:rPr sz="1900" spc="430" dirty="0">
                <a:solidFill>
                  <a:srgbClr val="252525"/>
                </a:solidFill>
                <a:latin typeface="Cambria"/>
                <a:cs typeface="Cambria"/>
              </a:rPr>
              <a:t> </a:t>
            </a:r>
            <a:r>
              <a:rPr sz="1900" spc="70" dirty="0">
                <a:solidFill>
                  <a:srgbClr val="252525"/>
                </a:solidFill>
                <a:latin typeface="Cambria"/>
                <a:cs typeface="Cambria"/>
              </a:rPr>
              <a:t>are</a:t>
            </a:r>
            <a:r>
              <a:rPr sz="1900" spc="440" dirty="0">
                <a:solidFill>
                  <a:srgbClr val="252525"/>
                </a:solidFill>
                <a:latin typeface="Cambria"/>
                <a:cs typeface="Cambria"/>
              </a:rPr>
              <a:t> </a:t>
            </a:r>
            <a:r>
              <a:rPr sz="1900" spc="135" dirty="0">
                <a:solidFill>
                  <a:srgbClr val="252525"/>
                </a:solidFill>
                <a:latin typeface="Cambria"/>
                <a:cs typeface="Cambria"/>
              </a:rPr>
              <a:t>many</a:t>
            </a:r>
            <a:r>
              <a:rPr sz="1900" spc="420" dirty="0">
                <a:solidFill>
                  <a:srgbClr val="252525"/>
                </a:solidFill>
                <a:latin typeface="Cambria"/>
                <a:cs typeface="Cambria"/>
              </a:rPr>
              <a:t> </a:t>
            </a:r>
            <a:r>
              <a:rPr sz="1900" spc="110" dirty="0">
                <a:solidFill>
                  <a:srgbClr val="252525"/>
                </a:solidFill>
                <a:latin typeface="Cambria"/>
                <a:cs typeface="Cambria"/>
              </a:rPr>
              <a:t>different</a:t>
            </a:r>
            <a:r>
              <a:rPr sz="1900" spc="434" dirty="0">
                <a:solidFill>
                  <a:srgbClr val="252525"/>
                </a:solidFill>
                <a:latin typeface="Cambria"/>
                <a:cs typeface="Cambria"/>
              </a:rPr>
              <a:t> </a:t>
            </a:r>
            <a:r>
              <a:rPr sz="1900" spc="85" dirty="0">
                <a:solidFill>
                  <a:srgbClr val="252525"/>
                </a:solidFill>
                <a:latin typeface="Cambria"/>
                <a:cs typeface="Cambria"/>
              </a:rPr>
              <a:t>ways</a:t>
            </a:r>
            <a:r>
              <a:rPr sz="1900" spc="425" dirty="0">
                <a:solidFill>
                  <a:srgbClr val="252525"/>
                </a:solidFill>
                <a:latin typeface="Cambria"/>
                <a:cs typeface="Cambria"/>
              </a:rPr>
              <a:t> </a:t>
            </a:r>
            <a:r>
              <a:rPr sz="1900" spc="120" dirty="0">
                <a:solidFill>
                  <a:srgbClr val="252525"/>
                </a:solidFill>
                <a:latin typeface="Cambria"/>
                <a:cs typeface="Cambria"/>
              </a:rPr>
              <a:t>to</a:t>
            </a:r>
            <a:r>
              <a:rPr sz="1900" spc="434" dirty="0">
                <a:solidFill>
                  <a:srgbClr val="252525"/>
                </a:solidFill>
                <a:latin typeface="Cambria"/>
                <a:cs typeface="Cambria"/>
              </a:rPr>
              <a:t> </a:t>
            </a:r>
            <a:r>
              <a:rPr sz="1900" spc="105" dirty="0">
                <a:solidFill>
                  <a:srgbClr val="252525"/>
                </a:solidFill>
                <a:latin typeface="Cambria"/>
                <a:cs typeface="Cambria"/>
              </a:rPr>
              <a:t>measure</a:t>
            </a:r>
            <a:endParaRPr sz="1900">
              <a:latin typeface="Cambria"/>
              <a:cs typeface="Cambria"/>
            </a:endParaRPr>
          </a:p>
        </p:txBody>
      </p:sp>
      <p:grpSp>
        <p:nvGrpSpPr>
          <p:cNvPr id="28" name="object 28"/>
          <p:cNvGrpSpPr/>
          <p:nvPr/>
        </p:nvGrpSpPr>
        <p:grpSpPr>
          <a:xfrm>
            <a:off x="6276721" y="3351606"/>
            <a:ext cx="4505325" cy="281305"/>
            <a:chOff x="6276721" y="3351606"/>
            <a:chExt cx="4505325" cy="281305"/>
          </a:xfrm>
        </p:grpSpPr>
        <p:pic>
          <p:nvPicPr>
            <p:cNvPr id="29" name="object 29"/>
            <p:cNvPicPr/>
            <p:nvPr/>
          </p:nvPicPr>
          <p:blipFill>
            <a:blip r:embed="rId17" cstate="print"/>
            <a:stretch>
              <a:fillRect/>
            </a:stretch>
          </p:blipFill>
          <p:spPr>
            <a:xfrm>
              <a:off x="6276721" y="3351606"/>
              <a:ext cx="670966" cy="280720"/>
            </a:xfrm>
            <a:prstGeom prst="rect">
              <a:avLst/>
            </a:prstGeom>
          </p:spPr>
        </p:pic>
        <p:pic>
          <p:nvPicPr>
            <p:cNvPr id="30" name="object 30"/>
            <p:cNvPicPr/>
            <p:nvPr/>
          </p:nvPicPr>
          <p:blipFill>
            <a:blip r:embed="rId18" cstate="print"/>
            <a:stretch>
              <a:fillRect/>
            </a:stretch>
          </p:blipFill>
          <p:spPr>
            <a:xfrm>
              <a:off x="6886702" y="3351606"/>
              <a:ext cx="2962656" cy="280720"/>
            </a:xfrm>
            <a:prstGeom prst="rect">
              <a:avLst/>
            </a:prstGeom>
          </p:spPr>
        </p:pic>
        <p:pic>
          <p:nvPicPr>
            <p:cNvPr id="31" name="object 31"/>
            <p:cNvPicPr/>
            <p:nvPr/>
          </p:nvPicPr>
          <p:blipFill>
            <a:blip r:embed="rId19" cstate="print"/>
            <a:stretch>
              <a:fillRect/>
            </a:stretch>
          </p:blipFill>
          <p:spPr>
            <a:xfrm>
              <a:off x="9809988" y="3351606"/>
              <a:ext cx="971549" cy="280720"/>
            </a:xfrm>
            <a:prstGeom prst="rect">
              <a:avLst/>
            </a:prstGeom>
          </p:spPr>
        </p:pic>
      </p:grpSp>
      <p:grpSp>
        <p:nvGrpSpPr>
          <p:cNvPr id="32" name="object 32"/>
          <p:cNvGrpSpPr/>
          <p:nvPr/>
        </p:nvGrpSpPr>
        <p:grpSpPr>
          <a:xfrm>
            <a:off x="984808" y="3786504"/>
            <a:ext cx="4652645" cy="280670"/>
            <a:chOff x="984808" y="3786504"/>
            <a:chExt cx="4652645" cy="280670"/>
          </a:xfrm>
        </p:grpSpPr>
        <p:pic>
          <p:nvPicPr>
            <p:cNvPr id="33" name="object 33"/>
            <p:cNvPicPr/>
            <p:nvPr/>
          </p:nvPicPr>
          <p:blipFill>
            <a:blip r:embed="rId20" cstate="print"/>
            <a:stretch>
              <a:fillRect/>
            </a:stretch>
          </p:blipFill>
          <p:spPr>
            <a:xfrm>
              <a:off x="984808" y="3786504"/>
              <a:ext cx="668528" cy="280416"/>
            </a:xfrm>
            <a:prstGeom prst="rect">
              <a:avLst/>
            </a:prstGeom>
          </p:spPr>
        </p:pic>
        <p:pic>
          <p:nvPicPr>
            <p:cNvPr id="34" name="object 34"/>
            <p:cNvPicPr/>
            <p:nvPr/>
          </p:nvPicPr>
          <p:blipFill>
            <a:blip r:embed="rId21" cstate="print"/>
            <a:stretch>
              <a:fillRect/>
            </a:stretch>
          </p:blipFill>
          <p:spPr>
            <a:xfrm>
              <a:off x="1560829" y="3786504"/>
              <a:ext cx="970483" cy="280416"/>
            </a:xfrm>
            <a:prstGeom prst="rect">
              <a:avLst/>
            </a:prstGeom>
          </p:spPr>
        </p:pic>
        <p:pic>
          <p:nvPicPr>
            <p:cNvPr id="35" name="object 35"/>
            <p:cNvPicPr/>
            <p:nvPr/>
          </p:nvPicPr>
          <p:blipFill>
            <a:blip r:embed="rId22" cstate="print"/>
            <a:stretch>
              <a:fillRect/>
            </a:stretch>
          </p:blipFill>
          <p:spPr>
            <a:xfrm>
              <a:off x="2489327" y="3786504"/>
              <a:ext cx="304800" cy="280416"/>
            </a:xfrm>
            <a:prstGeom prst="rect">
              <a:avLst/>
            </a:prstGeom>
          </p:spPr>
        </p:pic>
        <p:pic>
          <p:nvPicPr>
            <p:cNvPr id="36" name="object 36"/>
            <p:cNvPicPr/>
            <p:nvPr/>
          </p:nvPicPr>
          <p:blipFill>
            <a:blip r:embed="rId2" cstate="print"/>
            <a:stretch>
              <a:fillRect/>
            </a:stretch>
          </p:blipFill>
          <p:spPr>
            <a:xfrm>
              <a:off x="2716402" y="3786504"/>
              <a:ext cx="1345946" cy="280416"/>
            </a:xfrm>
            <a:prstGeom prst="rect">
              <a:avLst/>
            </a:prstGeom>
          </p:spPr>
        </p:pic>
        <p:pic>
          <p:nvPicPr>
            <p:cNvPr id="37" name="object 37"/>
            <p:cNvPicPr/>
            <p:nvPr/>
          </p:nvPicPr>
          <p:blipFill>
            <a:blip r:embed="rId23" cstate="print"/>
            <a:stretch>
              <a:fillRect/>
            </a:stretch>
          </p:blipFill>
          <p:spPr>
            <a:xfrm>
              <a:off x="3988943" y="3786504"/>
              <a:ext cx="620725" cy="280416"/>
            </a:xfrm>
            <a:prstGeom prst="rect">
              <a:avLst/>
            </a:prstGeom>
          </p:spPr>
        </p:pic>
        <p:pic>
          <p:nvPicPr>
            <p:cNvPr id="38" name="object 38"/>
            <p:cNvPicPr/>
            <p:nvPr/>
          </p:nvPicPr>
          <p:blipFill>
            <a:blip r:embed="rId22" cstate="print"/>
            <a:stretch>
              <a:fillRect/>
            </a:stretch>
          </p:blipFill>
          <p:spPr>
            <a:xfrm>
              <a:off x="4566792" y="3786504"/>
              <a:ext cx="304800" cy="280416"/>
            </a:xfrm>
            <a:prstGeom prst="rect">
              <a:avLst/>
            </a:prstGeom>
          </p:spPr>
        </p:pic>
        <p:pic>
          <p:nvPicPr>
            <p:cNvPr id="39" name="object 39"/>
            <p:cNvPicPr/>
            <p:nvPr/>
          </p:nvPicPr>
          <p:blipFill>
            <a:blip r:embed="rId24" cstate="print"/>
            <a:stretch>
              <a:fillRect/>
            </a:stretch>
          </p:blipFill>
          <p:spPr>
            <a:xfrm>
              <a:off x="4793868" y="3786504"/>
              <a:ext cx="843076" cy="280416"/>
            </a:xfrm>
            <a:prstGeom prst="rect">
              <a:avLst/>
            </a:prstGeom>
          </p:spPr>
        </p:pic>
      </p:grpSp>
      <p:sp>
        <p:nvSpPr>
          <p:cNvPr id="40" name="object 40"/>
          <p:cNvSpPr txBox="1"/>
          <p:nvPr/>
        </p:nvSpPr>
        <p:spPr>
          <a:xfrm>
            <a:off x="743508" y="4448936"/>
            <a:ext cx="694055" cy="314960"/>
          </a:xfrm>
          <a:prstGeom prst="rect">
            <a:avLst/>
          </a:prstGeom>
        </p:spPr>
        <p:txBody>
          <a:bodyPr vert="horz" wrap="square" lIns="0" tIns="12065" rIns="0" bIns="0" rtlCol="0">
            <a:spAutoFit/>
          </a:bodyPr>
          <a:lstStyle/>
          <a:p>
            <a:pPr marL="240665" indent="-227965">
              <a:lnSpc>
                <a:spcPct val="100000"/>
              </a:lnSpc>
              <a:spcBef>
                <a:spcPts val="95"/>
              </a:spcBef>
              <a:buClr>
                <a:srgbClr val="006F57"/>
              </a:buClr>
              <a:buSzPct val="73684"/>
              <a:buFont typeface="Wingdings"/>
              <a:buChar char=""/>
              <a:tabLst>
                <a:tab pos="240665" algn="l"/>
              </a:tabLst>
            </a:pPr>
            <a:r>
              <a:rPr sz="1900" spc="85" dirty="0">
                <a:solidFill>
                  <a:srgbClr val="252525"/>
                </a:solidFill>
                <a:latin typeface="Cambria"/>
                <a:cs typeface="Cambria"/>
              </a:rPr>
              <a:t>The</a:t>
            </a:r>
            <a:endParaRPr sz="1900">
              <a:latin typeface="Cambria"/>
              <a:cs typeface="Cambria"/>
            </a:endParaRPr>
          </a:p>
        </p:txBody>
      </p:sp>
      <p:pic>
        <p:nvPicPr>
          <p:cNvPr id="41" name="object 41"/>
          <p:cNvPicPr/>
          <p:nvPr/>
        </p:nvPicPr>
        <p:blipFill>
          <a:blip r:embed="rId25" cstate="print"/>
          <a:stretch>
            <a:fillRect/>
          </a:stretch>
        </p:blipFill>
        <p:spPr>
          <a:xfrm>
            <a:off x="1498346" y="4473828"/>
            <a:ext cx="880465" cy="280416"/>
          </a:xfrm>
          <a:prstGeom prst="rect">
            <a:avLst/>
          </a:prstGeom>
        </p:spPr>
      </p:pic>
      <p:sp>
        <p:nvSpPr>
          <p:cNvPr id="42" name="object 42"/>
          <p:cNvSpPr txBox="1"/>
          <p:nvPr/>
        </p:nvSpPr>
        <p:spPr>
          <a:xfrm>
            <a:off x="2315082" y="4448936"/>
            <a:ext cx="5424170" cy="314960"/>
          </a:xfrm>
          <a:prstGeom prst="rect">
            <a:avLst/>
          </a:prstGeom>
        </p:spPr>
        <p:txBody>
          <a:bodyPr vert="horz" wrap="square" lIns="0" tIns="12065" rIns="0" bIns="0" rtlCol="0">
            <a:spAutoFit/>
          </a:bodyPr>
          <a:lstStyle/>
          <a:p>
            <a:pPr marL="12700">
              <a:lnSpc>
                <a:spcPct val="100000"/>
              </a:lnSpc>
              <a:spcBef>
                <a:spcPts val="95"/>
              </a:spcBef>
            </a:pPr>
            <a:r>
              <a:rPr sz="1900" spc="105" dirty="0">
                <a:solidFill>
                  <a:srgbClr val="252525"/>
                </a:solidFill>
                <a:latin typeface="Cambria"/>
                <a:cs typeface="Cambria"/>
              </a:rPr>
              <a:t>measure</a:t>
            </a:r>
            <a:r>
              <a:rPr sz="1900" spc="220" dirty="0">
                <a:solidFill>
                  <a:srgbClr val="252525"/>
                </a:solidFill>
                <a:latin typeface="Cambria"/>
                <a:cs typeface="Cambria"/>
              </a:rPr>
              <a:t> </a:t>
            </a:r>
            <a:r>
              <a:rPr sz="1900" spc="85" dirty="0">
                <a:solidFill>
                  <a:srgbClr val="252525"/>
                </a:solidFill>
                <a:latin typeface="Cambria"/>
                <a:cs typeface="Cambria"/>
              </a:rPr>
              <a:t>is</a:t>
            </a:r>
            <a:r>
              <a:rPr sz="1900" spc="180" dirty="0">
                <a:solidFill>
                  <a:srgbClr val="252525"/>
                </a:solidFill>
                <a:latin typeface="Cambria"/>
                <a:cs typeface="Cambria"/>
              </a:rPr>
              <a:t> </a:t>
            </a:r>
            <a:r>
              <a:rPr sz="1900" spc="100" dirty="0">
                <a:solidFill>
                  <a:srgbClr val="252525"/>
                </a:solidFill>
                <a:latin typeface="Cambria"/>
                <a:cs typeface="Cambria"/>
              </a:rPr>
              <a:t>a</a:t>
            </a:r>
            <a:r>
              <a:rPr sz="1900" spc="185" dirty="0">
                <a:solidFill>
                  <a:srgbClr val="252525"/>
                </a:solidFill>
                <a:latin typeface="Cambria"/>
                <a:cs typeface="Cambria"/>
              </a:rPr>
              <a:t> </a:t>
            </a:r>
            <a:r>
              <a:rPr sz="1900" spc="55" dirty="0">
                <a:solidFill>
                  <a:srgbClr val="252525"/>
                </a:solidFill>
                <a:latin typeface="Cambria"/>
                <a:cs typeface="Cambria"/>
              </a:rPr>
              <a:t>very</a:t>
            </a:r>
            <a:r>
              <a:rPr sz="1900" spc="185" dirty="0">
                <a:solidFill>
                  <a:srgbClr val="252525"/>
                </a:solidFill>
                <a:latin typeface="Cambria"/>
                <a:cs typeface="Cambria"/>
              </a:rPr>
              <a:t> </a:t>
            </a:r>
            <a:r>
              <a:rPr sz="1900" spc="140" dirty="0">
                <a:solidFill>
                  <a:srgbClr val="252525"/>
                </a:solidFill>
                <a:latin typeface="Cambria"/>
                <a:cs typeface="Cambria"/>
              </a:rPr>
              <a:t>common</a:t>
            </a:r>
            <a:r>
              <a:rPr sz="1900" spc="220" dirty="0">
                <a:solidFill>
                  <a:srgbClr val="252525"/>
                </a:solidFill>
                <a:latin typeface="Cambria"/>
                <a:cs typeface="Cambria"/>
              </a:rPr>
              <a:t> </a:t>
            </a:r>
            <a:r>
              <a:rPr sz="1900" spc="85" dirty="0">
                <a:solidFill>
                  <a:srgbClr val="252525"/>
                </a:solidFill>
                <a:latin typeface="Cambria"/>
                <a:cs typeface="Cambria"/>
              </a:rPr>
              <a:t>similarity</a:t>
            </a:r>
            <a:r>
              <a:rPr sz="1900" spc="215" dirty="0">
                <a:solidFill>
                  <a:srgbClr val="252525"/>
                </a:solidFill>
                <a:latin typeface="Cambria"/>
                <a:cs typeface="Cambria"/>
              </a:rPr>
              <a:t> </a:t>
            </a:r>
            <a:r>
              <a:rPr sz="1900" spc="95" dirty="0">
                <a:solidFill>
                  <a:srgbClr val="252525"/>
                </a:solidFill>
                <a:latin typeface="Cambria"/>
                <a:cs typeface="Cambria"/>
              </a:rPr>
              <a:t>measure</a:t>
            </a:r>
            <a:endParaRPr sz="1900">
              <a:latin typeface="Cambria"/>
              <a:cs typeface="Cambria"/>
            </a:endParaRPr>
          </a:p>
        </p:txBody>
      </p:sp>
      <p:sp>
        <p:nvSpPr>
          <p:cNvPr id="43" name="object 43"/>
          <p:cNvSpPr txBox="1"/>
          <p:nvPr/>
        </p:nvSpPr>
        <p:spPr>
          <a:xfrm>
            <a:off x="743508" y="5197602"/>
            <a:ext cx="161290" cy="243204"/>
          </a:xfrm>
          <a:prstGeom prst="rect">
            <a:avLst/>
          </a:prstGeom>
        </p:spPr>
        <p:txBody>
          <a:bodyPr vert="horz" wrap="square" lIns="0" tIns="15875" rIns="0" bIns="0" rtlCol="0">
            <a:spAutoFit/>
          </a:bodyPr>
          <a:lstStyle/>
          <a:p>
            <a:pPr marL="12700">
              <a:lnSpc>
                <a:spcPct val="100000"/>
              </a:lnSpc>
              <a:spcBef>
                <a:spcPts val="125"/>
              </a:spcBef>
            </a:pPr>
            <a:r>
              <a:rPr sz="1400" spc="-50" dirty="0">
                <a:solidFill>
                  <a:srgbClr val="006F57"/>
                </a:solidFill>
                <a:latin typeface="Wingdings"/>
                <a:cs typeface="Wingdings"/>
              </a:rPr>
              <a:t></a:t>
            </a:r>
            <a:endParaRPr sz="1400">
              <a:latin typeface="Wingdings"/>
              <a:cs typeface="Wingdings"/>
            </a:endParaRPr>
          </a:p>
        </p:txBody>
      </p:sp>
      <p:grpSp>
        <p:nvGrpSpPr>
          <p:cNvPr id="44" name="object 44"/>
          <p:cNvGrpSpPr/>
          <p:nvPr/>
        </p:nvGrpSpPr>
        <p:grpSpPr>
          <a:xfrm>
            <a:off x="984808" y="5163058"/>
            <a:ext cx="9806305" cy="280670"/>
            <a:chOff x="984808" y="5163058"/>
            <a:chExt cx="9806305" cy="280670"/>
          </a:xfrm>
        </p:grpSpPr>
        <p:pic>
          <p:nvPicPr>
            <p:cNvPr id="45" name="object 45"/>
            <p:cNvPicPr/>
            <p:nvPr/>
          </p:nvPicPr>
          <p:blipFill>
            <a:blip r:embed="rId26" cstate="print"/>
            <a:stretch>
              <a:fillRect/>
            </a:stretch>
          </p:blipFill>
          <p:spPr>
            <a:xfrm>
              <a:off x="984808" y="5163058"/>
              <a:ext cx="1107897" cy="280415"/>
            </a:xfrm>
            <a:prstGeom prst="rect">
              <a:avLst/>
            </a:prstGeom>
          </p:spPr>
        </p:pic>
        <p:pic>
          <p:nvPicPr>
            <p:cNvPr id="46" name="object 46"/>
            <p:cNvPicPr/>
            <p:nvPr/>
          </p:nvPicPr>
          <p:blipFill>
            <a:blip r:embed="rId27" cstate="print"/>
            <a:stretch>
              <a:fillRect/>
            </a:stretch>
          </p:blipFill>
          <p:spPr>
            <a:xfrm>
              <a:off x="2053463" y="5163058"/>
              <a:ext cx="2802890" cy="280415"/>
            </a:xfrm>
            <a:prstGeom prst="rect">
              <a:avLst/>
            </a:prstGeom>
          </p:spPr>
        </p:pic>
        <p:pic>
          <p:nvPicPr>
            <p:cNvPr id="47" name="object 47"/>
            <p:cNvPicPr/>
            <p:nvPr/>
          </p:nvPicPr>
          <p:blipFill>
            <a:blip r:embed="rId28" cstate="print"/>
            <a:stretch>
              <a:fillRect/>
            </a:stretch>
          </p:blipFill>
          <p:spPr>
            <a:xfrm>
              <a:off x="4816729" y="5163058"/>
              <a:ext cx="4552569" cy="280415"/>
            </a:xfrm>
            <a:prstGeom prst="rect">
              <a:avLst/>
            </a:prstGeom>
          </p:spPr>
        </p:pic>
        <p:pic>
          <p:nvPicPr>
            <p:cNvPr id="48" name="object 48"/>
            <p:cNvPicPr/>
            <p:nvPr/>
          </p:nvPicPr>
          <p:blipFill>
            <a:blip r:embed="rId29" cstate="print"/>
            <a:stretch>
              <a:fillRect/>
            </a:stretch>
          </p:blipFill>
          <p:spPr>
            <a:xfrm>
              <a:off x="9329928" y="5163058"/>
              <a:ext cx="1460906" cy="280415"/>
            </a:xfrm>
            <a:prstGeom prst="rect">
              <a:avLst/>
            </a:prstGeom>
          </p:spPr>
        </p:pic>
      </p:grpSp>
      <p:grpSp>
        <p:nvGrpSpPr>
          <p:cNvPr id="49" name="object 49"/>
          <p:cNvGrpSpPr/>
          <p:nvPr/>
        </p:nvGrpSpPr>
        <p:grpSpPr>
          <a:xfrm>
            <a:off x="984808" y="5597347"/>
            <a:ext cx="5048885" cy="280670"/>
            <a:chOff x="984808" y="5597347"/>
            <a:chExt cx="5048885" cy="280670"/>
          </a:xfrm>
        </p:grpSpPr>
        <p:pic>
          <p:nvPicPr>
            <p:cNvPr id="50" name="object 50"/>
            <p:cNvPicPr/>
            <p:nvPr/>
          </p:nvPicPr>
          <p:blipFill>
            <a:blip r:embed="rId30" cstate="print"/>
            <a:stretch>
              <a:fillRect/>
            </a:stretch>
          </p:blipFill>
          <p:spPr>
            <a:xfrm>
              <a:off x="984808" y="5597347"/>
              <a:ext cx="617728" cy="280416"/>
            </a:xfrm>
            <a:prstGeom prst="rect">
              <a:avLst/>
            </a:prstGeom>
          </p:spPr>
        </p:pic>
        <p:pic>
          <p:nvPicPr>
            <p:cNvPr id="51" name="object 51"/>
            <p:cNvPicPr/>
            <p:nvPr/>
          </p:nvPicPr>
          <p:blipFill>
            <a:blip r:embed="rId31" cstate="print"/>
            <a:stretch>
              <a:fillRect/>
            </a:stretch>
          </p:blipFill>
          <p:spPr>
            <a:xfrm>
              <a:off x="1522729" y="5597347"/>
              <a:ext cx="508000" cy="280416"/>
            </a:xfrm>
            <a:prstGeom prst="rect">
              <a:avLst/>
            </a:prstGeom>
          </p:spPr>
        </p:pic>
        <p:pic>
          <p:nvPicPr>
            <p:cNvPr id="52" name="object 52"/>
            <p:cNvPicPr/>
            <p:nvPr/>
          </p:nvPicPr>
          <p:blipFill>
            <a:blip r:embed="rId32" cstate="print"/>
            <a:stretch>
              <a:fillRect/>
            </a:stretch>
          </p:blipFill>
          <p:spPr>
            <a:xfrm>
              <a:off x="1978405" y="5597347"/>
              <a:ext cx="729995" cy="280416"/>
            </a:xfrm>
            <a:prstGeom prst="rect">
              <a:avLst/>
            </a:prstGeom>
          </p:spPr>
        </p:pic>
        <p:pic>
          <p:nvPicPr>
            <p:cNvPr id="53" name="object 53"/>
            <p:cNvPicPr/>
            <p:nvPr/>
          </p:nvPicPr>
          <p:blipFill>
            <a:blip r:embed="rId21" cstate="print"/>
            <a:stretch>
              <a:fillRect/>
            </a:stretch>
          </p:blipFill>
          <p:spPr>
            <a:xfrm>
              <a:off x="2637155" y="5597347"/>
              <a:ext cx="970140" cy="280416"/>
            </a:xfrm>
            <a:prstGeom prst="rect">
              <a:avLst/>
            </a:prstGeom>
          </p:spPr>
        </p:pic>
        <p:pic>
          <p:nvPicPr>
            <p:cNvPr id="54" name="object 54"/>
            <p:cNvPicPr/>
            <p:nvPr/>
          </p:nvPicPr>
          <p:blipFill>
            <a:blip r:embed="rId2" cstate="print"/>
            <a:stretch>
              <a:fillRect/>
            </a:stretch>
          </p:blipFill>
          <p:spPr>
            <a:xfrm>
              <a:off x="3566794" y="5597347"/>
              <a:ext cx="1346200" cy="280416"/>
            </a:xfrm>
            <a:prstGeom prst="rect">
              <a:avLst/>
            </a:prstGeom>
          </p:spPr>
        </p:pic>
        <p:pic>
          <p:nvPicPr>
            <p:cNvPr id="55" name="object 55"/>
            <p:cNvPicPr/>
            <p:nvPr/>
          </p:nvPicPr>
          <p:blipFill>
            <a:blip r:embed="rId33" cstate="print"/>
            <a:stretch>
              <a:fillRect/>
            </a:stretch>
          </p:blipFill>
          <p:spPr>
            <a:xfrm>
              <a:off x="4838065" y="5597347"/>
              <a:ext cx="1195006" cy="280416"/>
            </a:xfrm>
            <a:prstGeom prst="rect">
              <a:avLst/>
            </a:prstGeom>
          </p:spPr>
        </p:pic>
        <p:pic>
          <p:nvPicPr>
            <p:cNvPr id="56" name="object 56"/>
            <p:cNvPicPr/>
            <p:nvPr/>
          </p:nvPicPr>
          <p:blipFill>
            <a:blip r:embed="rId34" cstate="print"/>
            <a:stretch>
              <a:fillRect/>
            </a:stretch>
          </p:blipFill>
          <p:spPr>
            <a:xfrm>
              <a:off x="5900292" y="5597347"/>
              <a:ext cx="128015" cy="280416"/>
            </a:xfrm>
            <a:prstGeom prst="rect">
              <a:avLst/>
            </a:prstGeom>
          </p:spPr>
        </p:pic>
      </p:grpSp>
      <p:sp>
        <p:nvSpPr>
          <p:cNvPr id="57" name="object 57"/>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50</a:t>
            </a:r>
            <a:endParaRPr sz="1400">
              <a:latin typeface="Cambria"/>
              <a:cs typeface="Cambria"/>
            </a:endParaRPr>
          </a:p>
        </p:txBody>
      </p:sp>
      <p:sp>
        <p:nvSpPr>
          <p:cNvPr id="58" name="object 58"/>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689" y="93090"/>
            <a:ext cx="4187825" cy="574040"/>
          </a:xfrm>
          <a:prstGeom prst="rect">
            <a:avLst/>
          </a:prstGeom>
        </p:spPr>
        <p:txBody>
          <a:bodyPr vert="horz" wrap="square" lIns="0" tIns="12700" rIns="0" bIns="0" rtlCol="0">
            <a:spAutoFit/>
          </a:bodyPr>
          <a:lstStyle/>
          <a:p>
            <a:pPr marL="38100">
              <a:lnSpc>
                <a:spcPct val="100000"/>
              </a:lnSpc>
              <a:spcBef>
                <a:spcPts val="100"/>
              </a:spcBef>
            </a:pPr>
            <a:r>
              <a:rPr sz="5400" baseline="-13888" dirty="0">
                <a:solidFill>
                  <a:srgbClr val="075A74"/>
                </a:solidFill>
                <a:latin typeface="Arial Black"/>
                <a:cs typeface="Arial Black"/>
              </a:rPr>
              <a:t>+</a:t>
            </a:r>
            <a:r>
              <a:rPr sz="5400" spc="44" baseline="-13888" dirty="0">
                <a:solidFill>
                  <a:srgbClr val="075A74"/>
                </a:solidFill>
                <a:latin typeface="Arial Black"/>
                <a:cs typeface="Arial Black"/>
              </a:rPr>
              <a:t> </a:t>
            </a:r>
            <a:r>
              <a:rPr sz="2800" spc="140" dirty="0"/>
              <a:t>Limitations</a:t>
            </a:r>
            <a:r>
              <a:rPr sz="2800" spc="295" dirty="0"/>
              <a:t> </a:t>
            </a:r>
            <a:r>
              <a:rPr sz="2800" spc="229" dirty="0"/>
              <a:t>of</a:t>
            </a:r>
            <a:r>
              <a:rPr sz="2800" spc="245" dirty="0"/>
              <a:t> </a:t>
            </a:r>
            <a:r>
              <a:rPr sz="2800" spc="60" dirty="0"/>
              <a:t>TF-</a:t>
            </a:r>
            <a:r>
              <a:rPr sz="2800" spc="65" dirty="0"/>
              <a:t>IDF</a:t>
            </a:r>
            <a:endParaRPr sz="2800" dirty="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7" name="object 47"/>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
        <p:nvSpPr>
          <p:cNvPr id="46" name="object 46"/>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51</a:t>
            </a:r>
            <a:endParaRPr sz="1400">
              <a:latin typeface="Cambria"/>
              <a:cs typeface="Cambria"/>
            </a:endParaRPr>
          </a:p>
        </p:txBody>
      </p:sp>
      <p:pic>
        <p:nvPicPr>
          <p:cNvPr id="49" name="Picture 48">
            <a:extLst>
              <a:ext uri="{FF2B5EF4-FFF2-40B4-BE49-F238E27FC236}">
                <a16:creationId xmlns:a16="http://schemas.microsoft.com/office/drawing/2014/main" id="{1A3D2E47-88D5-802A-D0DA-41AB5B592E90}"/>
              </a:ext>
            </a:extLst>
          </p:cNvPr>
          <p:cNvPicPr>
            <a:picLocks noChangeAspect="1"/>
          </p:cNvPicPr>
          <p:nvPr/>
        </p:nvPicPr>
        <p:blipFill>
          <a:blip r:embed="rId2"/>
          <a:stretch>
            <a:fillRect/>
          </a:stretch>
        </p:blipFill>
        <p:spPr>
          <a:xfrm>
            <a:off x="209969" y="1135059"/>
            <a:ext cx="11944350" cy="4752975"/>
          </a:xfrm>
          <a:prstGeom prst="rect">
            <a:avLst/>
          </a:prstGeom>
        </p:spPr>
      </p:pic>
    </p:spTree>
    <p:extLst>
      <p:ext uri="{BB962C8B-B14F-4D97-AF65-F5344CB8AC3E}">
        <p14:creationId xmlns:p14="http://schemas.microsoft.com/office/powerpoint/2010/main" val="2735366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089" y="207390"/>
            <a:ext cx="330835" cy="57404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075A74"/>
                </a:solidFill>
                <a:latin typeface="Arial Black"/>
                <a:cs typeface="Arial Black"/>
              </a:rPr>
              <a:t>+</a:t>
            </a:r>
            <a:endParaRPr sz="3600">
              <a:latin typeface="Arial Black"/>
              <a:cs typeface="Arial Black"/>
            </a:endParaRPr>
          </a:p>
        </p:txBody>
      </p:sp>
      <p:sp>
        <p:nvSpPr>
          <p:cNvPr id="3" name="object 3"/>
          <p:cNvSpPr/>
          <p:nvPr/>
        </p:nvSpPr>
        <p:spPr>
          <a:xfrm>
            <a:off x="11042904" y="190500"/>
            <a:ext cx="121920" cy="1600200"/>
          </a:xfrm>
          <a:custGeom>
            <a:avLst/>
            <a:gdLst/>
            <a:ahLst/>
            <a:cxnLst/>
            <a:rect l="l" t="t" r="r" b="b"/>
            <a:pathLst>
              <a:path w="121920" h="1600200">
                <a:moveTo>
                  <a:pt x="121920" y="0"/>
                </a:moveTo>
                <a:lnTo>
                  <a:pt x="0" y="0"/>
                </a:lnTo>
                <a:lnTo>
                  <a:pt x="0" y="1600200"/>
                </a:lnTo>
                <a:lnTo>
                  <a:pt x="121920" y="1600200"/>
                </a:lnTo>
                <a:lnTo>
                  <a:pt x="121920" y="0"/>
                </a:lnTo>
                <a:close/>
              </a:path>
            </a:pathLst>
          </a:custGeom>
          <a:solidFill>
            <a:srgbClr val="09789B"/>
          </a:solidFill>
        </p:spPr>
        <p:txBody>
          <a:bodyPr wrap="square" lIns="0" tIns="0" rIns="0" bIns="0" rtlCol="0"/>
          <a:lstStyle/>
          <a:p>
            <a:endParaRPr/>
          </a:p>
        </p:txBody>
      </p:sp>
      <p:sp>
        <p:nvSpPr>
          <p:cNvPr id="4" name="object 4"/>
          <p:cNvSpPr txBox="1"/>
          <p:nvPr/>
        </p:nvSpPr>
        <p:spPr>
          <a:xfrm>
            <a:off x="11680317" y="222884"/>
            <a:ext cx="241935" cy="239395"/>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FFFFFF"/>
                </a:solidFill>
                <a:latin typeface="Cambria"/>
                <a:cs typeface="Cambria"/>
              </a:rPr>
              <a:t>52</a:t>
            </a:r>
            <a:endParaRPr sz="1400">
              <a:latin typeface="Cambria"/>
              <a:cs typeface="Cambria"/>
            </a:endParaRPr>
          </a:p>
        </p:txBody>
      </p:sp>
      <p:sp>
        <p:nvSpPr>
          <p:cNvPr id="5" name="object 5"/>
          <p:cNvSpPr txBox="1">
            <a:spLocks noGrp="1"/>
          </p:cNvSpPr>
          <p:nvPr>
            <p:ph type="title"/>
          </p:nvPr>
        </p:nvSpPr>
        <p:spPr>
          <a:xfrm>
            <a:off x="1613153" y="2497073"/>
            <a:ext cx="7088505" cy="1055417"/>
          </a:xfrm>
          <a:prstGeom prst="rect">
            <a:avLst/>
          </a:prstGeom>
          <a:solidFill>
            <a:srgbClr val="006F57"/>
          </a:solidFill>
          <a:ln w="25400">
            <a:solidFill>
              <a:srgbClr val="00503D"/>
            </a:solidFill>
          </a:ln>
        </p:spPr>
        <p:txBody>
          <a:bodyPr vert="horz" wrap="square" lIns="0" tIns="496570" rIns="0" bIns="0" rtlCol="0">
            <a:spAutoFit/>
          </a:bodyPr>
          <a:lstStyle/>
          <a:p>
            <a:pPr algn="ctr">
              <a:lnSpc>
                <a:spcPct val="100000"/>
              </a:lnSpc>
              <a:spcBef>
                <a:spcPts val="3910"/>
              </a:spcBef>
            </a:pPr>
            <a:r>
              <a:rPr b="1" dirty="0">
                <a:solidFill>
                  <a:srgbClr val="FFFFFF"/>
                </a:solidFill>
                <a:latin typeface="Constantia"/>
                <a:cs typeface="Constantia"/>
              </a:rPr>
              <a:t>End</a:t>
            </a:r>
            <a:r>
              <a:rPr b="1" spc="-135" dirty="0">
                <a:solidFill>
                  <a:srgbClr val="FFFFFF"/>
                </a:solidFill>
                <a:latin typeface="Constantia"/>
                <a:cs typeface="Constantia"/>
              </a:rPr>
              <a:t> </a:t>
            </a:r>
            <a:r>
              <a:rPr b="1" dirty="0">
                <a:solidFill>
                  <a:srgbClr val="FFFFFF"/>
                </a:solidFill>
                <a:latin typeface="Constantia"/>
                <a:cs typeface="Constantia"/>
              </a:rPr>
              <a:t>of</a:t>
            </a:r>
            <a:r>
              <a:rPr b="1" spc="35" dirty="0">
                <a:solidFill>
                  <a:srgbClr val="FFFFFF"/>
                </a:solidFill>
                <a:latin typeface="Constantia"/>
                <a:cs typeface="Constantia"/>
              </a:rPr>
              <a:t> </a:t>
            </a:r>
            <a:r>
              <a:rPr b="1" dirty="0">
                <a:solidFill>
                  <a:srgbClr val="FFFFFF"/>
                </a:solidFill>
                <a:latin typeface="Constantia"/>
                <a:cs typeface="Constantia"/>
              </a:rPr>
              <a:t>Lecture</a:t>
            </a:r>
            <a:endParaRPr b="1" spc="-25" dirty="0">
              <a:solidFill>
                <a:srgbClr val="FFFFFF"/>
              </a:solidFill>
              <a:latin typeface="Constantia"/>
              <a:cs typeface="Constantia"/>
            </a:endParaRPr>
          </a:p>
        </p:txBody>
      </p:sp>
      <p:sp>
        <p:nvSpPr>
          <p:cNvPr id="6" name="object 6"/>
          <p:cNvSpPr/>
          <p:nvPr/>
        </p:nvSpPr>
        <p:spPr>
          <a:xfrm>
            <a:off x="1322832" y="2496311"/>
            <a:ext cx="207645" cy="1600200"/>
          </a:xfrm>
          <a:custGeom>
            <a:avLst/>
            <a:gdLst/>
            <a:ahLst/>
            <a:cxnLst/>
            <a:rect l="l" t="t" r="r" b="b"/>
            <a:pathLst>
              <a:path w="207644" h="1600200">
                <a:moveTo>
                  <a:pt x="207263" y="0"/>
                </a:moveTo>
                <a:lnTo>
                  <a:pt x="0" y="0"/>
                </a:lnTo>
                <a:lnTo>
                  <a:pt x="0" y="1600200"/>
                </a:lnTo>
                <a:lnTo>
                  <a:pt x="207263" y="1600200"/>
                </a:lnTo>
                <a:lnTo>
                  <a:pt x="207263" y="0"/>
                </a:lnTo>
                <a:close/>
              </a:path>
            </a:pathLst>
          </a:custGeom>
          <a:solidFill>
            <a:srgbClr val="09789B"/>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55244">
              <a:lnSpc>
                <a:spcPct val="100000"/>
              </a:lnSpc>
              <a:spcBef>
                <a:spcPts val="70"/>
              </a:spcBef>
            </a:pPr>
            <a:r>
              <a:rPr spc="45" dirty="0"/>
              <a:t>February</a:t>
            </a:r>
            <a:r>
              <a:rPr spc="120" dirty="0"/>
              <a:t> </a:t>
            </a:r>
            <a:r>
              <a:rPr spc="55" dirty="0"/>
              <a:t>14,</a:t>
            </a:r>
            <a:r>
              <a:rPr spc="110" dirty="0"/>
              <a:t> </a:t>
            </a:r>
            <a:r>
              <a:rPr spc="30" dirty="0"/>
              <a:t>2022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4762</TotalTime>
  <Words>3506</Words>
  <Application>Microsoft Office PowerPoint</Application>
  <PresentationFormat>Widescreen</PresentationFormat>
  <Paragraphs>888</Paragraphs>
  <Slides>51</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51</vt:i4>
      </vt:variant>
    </vt:vector>
  </HeadingPairs>
  <TitlesOfParts>
    <vt:vector size="66" baseType="lpstr">
      <vt:lpstr>Aptos</vt:lpstr>
      <vt:lpstr>Arial Black</vt:lpstr>
      <vt:lpstr>Calibri</vt:lpstr>
      <vt:lpstr>Cambria</vt:lpstr>
      <vt:lpstr>Cambria Math</vt:lpstr>
      <vt:lpstr>Constantia</vt:lpstr>
      <vt:lpstr>KaTeX_Main</vt:lpstr>
      <vt:lpstr>KaTeX_Math</vt:lpstr>
      <vt:lpstr>KaTeX_Size2</vt:lpstr>
      <vt:lpstr>sohne</vt:lpstr>
      <vt:lpstr>Söhne</vt:lpstr>
      <vt:lpstr>Times New Roman</vt:lpstr>
      <vt:lpstr>Trebuchet MS</vt:lpstr>
      <vt:lpstr>Wingdings</vt:lpstr>
      <vt:lpstr>Office Theme</vt:lpstr>
      <vt:lpstr> Natural Language Processing (NLP)</vt:lpstr>
      <vt:lpstr>Linguistic Ambiguity</vt:lpstr>
      <vt:lpstr>+ Natural Language Processing (NLP)</vt:lpstr>
      <vt:lpstr>+ Applications</vt:lpstr>
      <vt:lpstr>+ Deep Learning &amp; NLP</vt:lpstr>
      <vt:lpstr>PowerPoint Presentation</vt:lpstr>
      <vt:lpstr>+ Text Classification</vt:lpstr>
      <vt:lpstr>+ Preprocessing</vt:lpstr>
      <vt:lpstr>+ What is text and word?</vt:lpstr>
      <vt:lpstr>+ Tokenization</vt:lpstr>
      <vt:lpstr>+ Tokenization</vt:lpstr>
      <vt:lpstr>+ Token Normalization</vt:lpstr>
      <vt:lpstr>+ Stemming/Lemmatization</vt:lpstr>
      <vt:lpstr>+ Token Normalization</vt:lpstr>
      <vt:lpstr>+ Porter Stemmer</vt:lpstr>
      <vt:lpstr>+ Token Normalization</vt:lpstr>
      <vt:lpstr>+ WordNet Lemmatizer</vt:lpstr>
      <vt:lpstr>+ Normalizing Capital Letters</vt:lpstr>
      <vt:lpstr>+ Bag of words (BOW)</vt:lpstr>
      <vt:lpstr>+ Bag of words (BOW)</vt:lpstr>
      <vt:lpstr>+ Bag of words (BOW)</vt:lpstr>
      <vt:lpstr>+ Steps to create Bag of words (BOW)</vt:lpstr>
      <vt:lpstr>+ Limitations of BOW</vt:lpstr>
      <vt:lpstr>+ Limitations of BOW</vt:lpstr>
      <vt:lpstr>+ Bag of words (BOW)</vt:lpstr>
      <vt:lpstr>+ N-Gram technique</vt:lpstr>
      <vt:lpstr>+ Bag of Words and N-gram application</vt:lpstr>
      <vt:lpstr>+ N-Gram technique</vt:lpstr>
      <vt:lpstr>+ N-Gram technique</vt:lpstr>
      <vt:lpstr>+ Remove Some N-Grams</vt:lpstr>
      <vt:lpstr>+ Bag-of-Words Model</vt:lpstr>
      <vt:lpstr>+ Part of speech tagging:</vt:lpstr>
      <vt:lpstr>POS tags</vt:lpstr>
      <vt:lpstr>+ Part of Speech Tagging Applications</vt:lpstr>
      <vt:lpstr>+ Part of Speech Tagging Applications</vt:lpstr>
      <vt:lpstr>+ Part of Speech Tagging</vt:lpstr>
      <vt:lpstr>+ Syntactic Parsing</vt:lpstr>
      <vt:lpstr>+ Term frequency-inverse document frequency (TF-IDF)</vt:lpstr>
      <vt:lpstr>+ Term frequency-inverse document frequency (TF-IDF)</vt:lpstr>
      <vt:lpstr>+ Term Frequency and Inverse Document Frequency (TF-IDF)</vt:lpstr>
      <vt:lpstr>+ Example</vt:lpstr>
      <vt:lpstr>PowerPoint Presentation</vt:lpstr>
      <vt:lpstr>+ Term Frequency and Inverse Document Frequency (TF-IDF)</vt:lpstr>
      <vt:lpstr>+ Term Frequency and Inverse Document Frequency (TF-IDF)</vt:lpstr>
      <vt:lpstr>+ Term Frequency and Inverse Document Frequency (TF-IDF)</vt:lpstr>
      <vt:lpstr>+ Term Frequency and Inverse Document Frequency (TF-IDF)</vt:lpstr>
      <vt:lpstr>PowerPoint Presentation</vt:lpstr>
      <vt:lpstr>+ Example</vt:lpstr>
      <vt:lpstr>+ Term Frequency and Inverse Document Frequency (TF- IDF)</vt:lpstr>
      <vt:lpstr>+ Limitations of TF-IDF</vt:lpstr>
      <vt:lpstr>End of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Representation</dc:title>
  <dc:creator>Dr. Irfan;Dr. NIDA</dc:creator>
  <cp:lastModifiedBy>ahmed.abdelsatar@fci.bu.edu.eg</cp:lastModifiedBy>
  <cp:revision>19</cp:revision>
  <dcterms:created xsi:type="dcterms:W3CDTF">2023-12-03T11:20:12Z</dcterms:created>
  <dcterms:modified xsi:type="dcterms:W3CDTF">2024-11-22T11:51:16Z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2022-02-14T00:00:00Z</vt:filetime>
  </property>
  <property fmtid="{D5CDD505-2E9C-101B-9397-08002B2CF9AE}" pid="3" name="Creator">
    <vt:lpwstr>Microsoft® PowerPoint® for Microsoft 365</vt:lpwstr>
  </property>
  <property fmtid="{D5CDD505-2E9C-101B-9397-08002B2CF9AE}" pid="4" name="LastSaved">
    <vt:filetime>2023-12-03T00:00:00Z</vt:filetime>
  </property>
  <property fmtid="{D5CDD505-2E9C-101B-9397-08002B2CF9AE}" pid="5" name="Producer">
    <vt:lpwstr>Microsoft® PowerPoint® for Microsoft 365</vt:lpwstr>
  </property>
</Properties>
</file>