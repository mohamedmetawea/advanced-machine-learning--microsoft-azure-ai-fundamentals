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15568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31" y="1124712"/>
            <a:ext cx="288036" cy="2880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191" y="106679"/>
            <a:ext cx="8369808" cy="1109472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827531" y="121920"/>
            <a:ext cx="8316595" cy="1003300"/>
          </a:xfrm>
          <a:custGeom>
            <a:avLst/>
            <a:gdLst/>
            <a:ahLst/>
            <a:cxnLst/>
            <a:rect l="l" t="t" r="r" b="b"/>
            <a:pathLst>
              <a:path w="8316595" h="1003300">
                <a:moveTo>
                  <a:pt x="8316468" y="0"/>
                </a:moveTo>
                <a:lnTo>
                  <a:pt x="0" y="0"/>
                </a:lnTo>
                <a:lnTo>
                  <a:pt x="0" y="1002791"/>
                </a:lnTo>
                <a:lnTo>
                  <a:pt x="8316468" y="1002791"/>
                </a:lnTo>
                <a:lnTo>
                  <a:pt x="831646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7531" y="6092952"/>
            <a:ext cx="288036" cy="28803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4191" y="6289546"/>
            <a:ext cx="8369808" cy="568452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827531" y="6380987"/>
            <a:ext cx="8316595" cy="477520"/>
          </a:xfrm>
          <a:custGeom>
            <a:avLst/>
            <a:gdLst/>
            <a:ahLst/>
            <a:cxnLst/>
            <a:rect l="l" t="t" r="r" b="b"/>
            <a:pathLst>
              <a:path w="8316595" h="477520">
                <a:moveTo>
                  <a:pt x="8316468" y="0"/>
                </a:moveTo>
                <a:lnTo>
                  <a:pt x="0" y="0"/>
                </a:lnTo>
                <a:lnTo>
                  <a:pt x="0" y="477011"/>
                </a:lnTo>
                <a:lnTo>
                  <a:pt x="8316468" y="477011"/>
                </a:lnTo>
                <a:lnTo>
                  <a:pt x="831646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13759" y="254507"/>
            <a:ext cx="3424428" cy="9022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115568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7531" y="1124712"/>
            <a:ext cx="288036" cy="2880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4191" y="106679"/>
            <a:ext cx="8369808" cy="1109472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827531" y="121920"/>
            <a:ext cx="8316595" cy="1003300"/>
          </a:xfrm>
          <a:custGeom>
            <a:avLst/>
            <a:gdLst/>
            <a:ahLst/>
            <a:cxnLst/>
            <a:rect l="l" t="t" r="r" b="b"/>
            <a:pathLst>
              <a:path w="8316595" h="1003300">
                <a:moveTo>
                  <a:pt x="8316468" y="0"/>
                </a:moveTo>
                <a:lnTo>
                  <a:pt x="0" y="0"/>
                </a:lnTo>
                <a:lnTo>
                  <a:pt x="0" y="1002791"/>
                </a:lnTo>
                <a:lnTo>
                  <a:pt x="8316468" y="1002791"/>
                </a:lnTo>
                <a:lnTo>
                  <a:pt x="831646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7531" y="6092952"/>
            <a:ext cx="288036" cy="28803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74191" y="6289546"/>
            <a:ext cx="8369808" cy="568452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827531" y="6380987"/>
            <a:ext cx="8316595" cy="477520"/>
          </a:xfrm>
          <a:custGeom>
            <a:avLst/>
            <a:gdLst/>
            <a:ahLst/>
            <a:cxnLst/>
            <a:rect l="l" t="t" r="r" b="b"/>
            <a:pathLst>
              <a:path w="8316595" h="477520">
                <a:moveTo>
                  <a:pt x="8316468" y="0"/>
                </a:moveTo>
                <a:lnTo>
                  <a:pt x="0" y="0"/>
                </a:lnTo>
                <a:lnTo>
                  <a:pt x="0" y="477011"/>
                </a:lnTo>
                <a:lnTo>
                  <a:pt x="8316468" y="477011"/>
                </a:lnTo>
                <a:lnTo>
                  <a:pt x="831646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47214" y="360680"/>
            <a:ext cx="652970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82344" y="1219420"/>
            <a:ext cx="7139940" cy="2080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38402" y="6539585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3.jpg"/><Relationship Id="rId7" Type="http://schemas.openxmlformats.org/officeDocument/2006/relationships/image" Target="../media/image64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jp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4.png"/><Relationship Id="rId7" Type="http://schemas.openxmlformats.org/officeDocument/2006/relationships/image" Target="../media/image90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15568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4191" y="2590800"/>
            <a:ext cx="8369934" cy="2496820"/>
            <a:chOff x="774191" y="678180"/>
            <a:chExt cx="8369934" cy="24968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531" y="2886456"/>
              <a:ext cx="288036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4191" y="678180"/>
              <a:ext cx="8369808" cy="22997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7531" y="693420"/>
              <a:ext cx="8316595" cy="2193290"/>
            </a:xfrm>
            <a:custGeom>
              <a:avLst/>
              <a:gdLst/>
              <a:ahLst/>
              <a:cxnLst/>
              <a:rect l="l" t="t" r="r" b="b"/>
              <a:pathLst>
                <a:path w="8316595" h="2193290">
                  <a:moveTo>
                    <a:pt x="8316468" y="0"/>
                  </a:moveTo>
                  <a:lnTo>
                    <a:pt x="0" y="0"/>
                  </a:lnTo>
                  <a:lnTo>
                    <a:pt x="0" y="2193036"/>
                  </a:lnTo>
                  <a:lnTo>
                    <a:pt x="8316468" y="2193036"/>
                  </a:lnTo>
                  <a:lnTo>
                    <a:pt x="831646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824227" y="57911"/>
            <a:ext cx="6192520" cy="565785"/>
            <a:chOff x="1824227" y="57911"/>
            <a:chExt cx="6192520" cy="565785"/>
          </a:xfrm>
        </p:grpSpPr>
        <p:sp>
          <p:nvSpPr>
            <p:cNvPr id="12" name="object 12"/>
            <p:cNvSpPr/>
            <p:nvPr/>
          </p:nvSpPr>
          <p:spPr>
            <a:xfrm>
              <a:off x="1837181" y="70865"/>
              <a:ext cx="6166485" cy="539750"/>
            </a:xfrm>
            <a:custGeom>
              <a:avLst/>
              <a:gdLst/>
              <a:ahLst/>
              <a:cxnLst/>
              <a:rect l="l" t="t" r="r" b="b"/>
              <a:pathLst>
                <a:path w="6166484" h="539750">
                  <a:moveTo>
                    <a:pt x="6166104" y="0"/>
                  </a:moveTo>
                  <a:lnTo>
                    <a:pt x="4046474" y="0"/>
                  </a:lnTo>
                  <a:lnTo>
                    <a:pt x="3971472" y="1762"/>
                  </a:lnTo>
                  <a:lnTo>
                    <a:pt x="3910234" y="6572"/>
                  </a:lnTo>
                  <a:lnTo>
                    <a:pt x="3868951" y="13715"/>
                  </a:lnTo>
                  <a:lnTo>
                    <a:pt x="3853815" y="22478"/>
                  </a:lnTo>
                  <a:lnTo>
                    <a:pt x="3868951" y="31242"/>
                  </a:lnTo>
                  <a:lnTo>
                    <a:pt x="3910234" y="38385"/>
                  </a:lnTo>
                  <a:lnTo>
                    <a:pt x="3971472" y="43195"/>
                  </a:lnTo>
                  <a:lnTo>
                    <a:pt x="4046474" y="44957"/>
                  </a:lnTo>
                  <a:lnTo>
                    <a:pt x="4431919" y="44957"/>
                  </a:lnTo>
                  <a:lnTo>
                    <a:pt x="4506920" y="46720"/>
                  </a:lnTo>
                  <a:lnTo>
                    <a:pt x="4568158" y="51530"/>
                  </a:lnTo>
                  <a:lnTo>
                    <a:pt x="4609441" y="58673"/>
                  </a:lnTo>
                  <a:lnTo>
                    <a:pt x="4624578" y="67436"/>
                  </a:lnTo>
                  <a:lnTo>
                    <a:pt x="4609441" y="76200"/>
                  </a:lnTo>
                  <a:lnTo>
                    <a:pt x="4568158" y="83343"/>
                  </a:lnTo>
                  <a:lnTo>
                    <a:pt x="4506920" y="88153"/>
                  </a:lnTo>
                  <a:lnTo>
                    <a:pt x="4431919" y="89915"/>
                  </a:lnTo>
                  <a:lnTo>
                    <a:pt x="1734184" y="89915"/>
                  </a:lnTo>
                  <a:lnTo>
                    <a:pt x="1659183" y="88153"/>
                  </a:lnTo>
                  <a:lnTo>
                    <a:pt x="1597945" y="83343"/>
                  </a:lnTo>
                  <a:lnTo>
                    <a:pt x="1556662" y="76200"/>
                  </a:lnTo>
                  <a:lnTo>
                    <a:pt x="1541526" y="67436"/>
                  </a:lnTo>
                  <a:lnTo>
                    <a:pt x="1556662" y="58673"/>
                  </a:lnTo>
                  <a:lnTo>
                    <a:pt x="1597945" y="51530"/>
                  </a:lnTo>
                  <a:lnTo>
                    <a:pt x="1659183" y="46720"/>
                  </a:lnTo>
                  <a:lnTo>
                    <a:pt x="1734184" y="44957"/>
                  </a:lnTo>
                  <a:lnTo>
                    <a:pt x="2119630" y="44957"/>
                  </a:lnTo>
                  <a:lnTo>
                    <a:pt x="2194631" y="43195"/>
                  </a:lnTo>
                  <a:lnTo>
                    <a:pt x="2255869" y="38385"/>
                  </a:lnTo>
                  <a:lnTo>
                    <a:pt x="2297152" y="31242"/>
                  </a:lnTo>
                  <a:lnTo>
                    <a:pt x="2312289" y="22478"/>
                  </a:lnTo>
                  <a:lnTo>
                    <a:pt x="2297152" y="13715"/>
                  </a:lnTo>
                  <a:lnTo>
                    <a:pt x="2255869" y="6572"/>
                  </a:lnTo>
                  <a:lnTo>
                    <a:pt x="2194631" y="1762"/>
                  </a:lnTo>
                  <a:lnTo>
                    <a:pt x="2119630" y="0"/>
                  </a:lnTo>
                  <a:lnTo>
                    <a:pt x="0" y="0"/>
                  </a:lnTo>
                  <a:lnTo>
                    <a:pt x="770763" y="224789"/>
                  </a:lnTo>
                  <a:lnTo>
                    <a:pt x="0" y="449579"/>
                  </a:lnTo>
                  <a:lnTo>
                    <a:pt x="1541526" y="449579"/>
                  </a:lnTo>
                  <a:lnTo>
                    <a:pt x="1541526" y="517016"/>
                  </a:lnTo>
                  <a:lnTo>
                    <a:pt x="1556662" y="525779"/>
                  </a:lnTo>
                  <a:lnTo>
                    <a:pt x="1597945" y="532923"/>
                  </a:lnTo>
                  <a:lnTo>
                    <a:pt x="1659183" y="537733"/>
                  </a:lnTo>
                  <a:lnTo>
                    <a:pt x="1734184" y="539495"/>
                  </a:lnTo>
                  <a:lnTo>
                    <a:pt x="4431919" y="539495"/>
                  </a:lnTo>
                  <a:lnTo>
                    <a:pt x="4506920" y="537733"/>
                  </a:lnTo>
                  <a:lnTo>
                    <a:pt x="4568158" y="532923"/>
                  </a:lnTo>
                  <a:lnTo>
                    <a:pt x="4609441" y="525779"/>
                  </a:lnTo>
                  <a:lnTo>
                    <a:pt x="4624578" y="517016"/>
                  </a:lnTo>
                  <a:lnTo>
                    <a:pt x="4624578" y="449579"/>
                  </a:lnTo>
                  <a:lnTo>
                    <a:pt x="6166104" y="449579"/>
                  </a:lnTo>
                  <a:lnTo>
                    <a:pt x="5395341" y="224789"/>
                  </a:lnTo>
                  <a:lnTo>
                    <a:pt x="616610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78708" y="93344"/>
              <a:ext cx="3083560" cy="67945"/>
            </a:xfrm>
            <a:custGeom>
              <a:avLst/>
              <a:gdLst/>
              <a:ahLst/>
              <a:cxnLst/>
              <a:rect l="l" t="t" r="r" b="b"/>
              <a:pathLst>
                <a:path w="3083560" h="67945">
                  <a:moveTo>
                    <a:pt x="770763" y="0"/>
                  </a:moveTo>
                  <a:lnTo>
                    <a:pt x="755626" y="8763"/>
                  </a:lnTo>
                  <a:lnTo>
                    <a:pt x="714343" y="15906"/>
                  </a:lnTo>
                  <a:lnTo>
                    <a:pt x="653105" y="20716"/>
                  </a:lnTo>
                  <a:lnTo>
                    <a:pt x="578103" y="22478"/>
                  </a:lnTo>
                  <a:lnTo>
                    <a:pt x="192658" y="22478"/>
                  </a:lnTo>
                  <a:lnTo>
                    <a:pt x="117657" y="24241"/>
                  </a:lnTo>
                  <a:lnTo>
                    <a:pt x="56419" y="29051"/>
                  </a:lnTo>
                  <a:lnTo>
                    <a:pt x="15136" y="36194"/>
                  </a:lnTo>
                  <a:lnTo>
                    <a:pt x="0" y="44957"/>
                  </a:lnTo>
                  <a:lnTo>
                    <a:pt x="15136" y="53721"/>
                  </a:lnTo>
                  <a:lnTo>
                    <a:pt x="56419" y="60864"/>
                  </a:lnTo>
                  <a:lnTo>
                    <a:pt x="117657" y="65674"/>
                  </a:lnTo>
                  <a:lnTo>
                    <a:pt x="192658" y="67436"/>
                  </a:lnTo>
                  <a:lnTo>
                    <a:pt x="770763" y="67436"/>
                  </a:lnTo>
                  <a:lnTo>
                    <a:pt x="770763" y="0"/>
                  </a:lnTo>
                  <a:close/>
                </a:path>
                <a:path w="3083560" h="67945">
                  <a:moveTo>
                    <a:pt x="2312289" y="0"/>
                  </a:moveTo>
                  <a:lnTo>
                    <a:pt x="2312289" y="67436"/>
                  </a:lnTo>
                  <a:lnTo>
                    <a:pt x="2890392" y="67436"/>
                  </a:lnTo>
                  <a:lnTo>
                    <a:pt x="2965394" y="65674"/>
                  </a:lnTo>
                  <a:lnTo>
                    <a:pt x="3026632" y="60864"/>
                  </a:lnTo>
                  <a:lnTo>
                    <a:pt x="3067915" y="53721"/>
                  </a:lnTo>
                  <a:lnTo>
                    <a:pt x="3083052" y="44957"/>
                  </a:lnTo>
                  <a:lnTo>
                    <a:pt x="3067915" y="36194"/>
                  </a:lnTo>
                  <a:lnTo>
                    <a:pt x="3026632" y="29051"/>
                  </a:lnTo>
                  <a:lnTo>
                    <a:pt x="2965394" y="24241"/>
                  </a:lnTo>
                  <a:lnTo>
                    <a:pt x="2890392" y="22478"/>
                  </a:lnTo>
                  <a:lnTo>
                    <a:pt x="2504947" y="22478"/>
                  </a:lnTo>
                  <a:lnTo>
                    <a:pt x="2429946" y="20716"/>
                  </a:lnTo>
                  <a:lnTo>
                    <a:pt x="2368708" y="15906"/>
                  </a:lnTo>
                  <a:lnTo>
                    <a:pt x="2327425" y="8763"/>
                  </a:lnTo>
                  <a:lnTo>
                    <a:pt x="2312289" y="0"/>
                  </a:lnTo>
                  <a:close/>
                </a:path>
              </a:pathLst>
            </a:custGeom>
            <a:solidFill>
              <a:srgbClr val="4068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37181" y="70865"/>
              <a:ext cx="6166485" cy="539750"/>
            </a:xfrm>
            <a:custGeom>
              <a:avLst/>
              <a:gdLst/>
              <a:ahLst/>
              <a:cxnLst/>
              <a:rect l="l" t="t" r="r" b="b"/>
              <a:pathLst>
                <a:path w="6166484" h="539750">
                  <a:moveTo>
                    <a:pt x="0" y="0"/>
                  </a:moveTo>
                  <a:lnTo>
                    <a:pt x="2119630" y="0"/>
                  </a:lnTo>
                  <a:lnTo>
                    <a:pt x="2194631" y="1762"/>
                  </a:lnTo>
                  <a:lnTo>
                    <a:pt x="2255869" y="6572"/>
                  </a:lnTo>
                  <a:lnTo>
                    <a:pt x="2297152" y="13715"/>
                  </a:lnTo>
                  <a:lnTo>
                    <a:pt x="2312289" y="22478"/>
                  </a:lnTo>
                  <a:lnTo>
                    <a:pt x="2297152" y="31242"/>
                  </a:lnTo>
                  <a:lnTo>
                    <a:pt x="2255869" y="38385"/>
                  </a:lnTo>
                  <a:lnTo>
                    <a:pt x="2194631" y="43195"/>
                  </a:lnTo>
                  <a:lnTo>
                    <a:pt x="2119630" y="44957"/>
                  </a:lnTo>
                  <a:lnTo>
                    <a:pt x="1734184" y="44957"/>
                  </a:lnTo>
                  <a:lnTo>
                    <a:pt x="1659183" y="46720"/>
                  </a:lnTo>
                  <a:lnTo>
                    <a:pt x="1597945" y="51530"/>
                  </a:lnTo>
                  <a:lnTo>
                    <a:pt x="1556662" y="58673"/>
                  </a:lnTo>
                  <a:lnTo>
                    <a:pt x="1541526" y="67436"/>
                  </a:lnTo>
                  <a:lnTo>
                    <a:pt x="1556662" y="76200"/>
                  </a:lnTo>
                  <a:lnTo>
                    <a:pt x="1597945" y="83343"/>
                  </a:lnTo>
                  <a:lnTo>
                    <a:pt x="1659183" y="88153"/>
                  </a:lnTo>
                  <a:lnTo>
                    <a:pt x="1734184" y="89915"/>
                  </a:lnTo>
                  <a:lnTo>
                    <a:pt x="4431919" y="89915"/>
                  </a:lnTo>
                  <a:lnTo>
                    <a:pt x="4506920" y="88153"/>
                  </a:lnTo>
                  <a:lnTo>
                    <a:pt x="4568158" y="83343"/>
                  </a:lnTo>
                  <a:lnTo>
                    <a:pt x="4609441" y="76200"/>
                  </a:lnTo>
                  <a:lnTo>
                    <a:pt x="4624578" y="67436"/>
                  </a:lnTo>
                  <a:lnTo>
                    <a:pt x="4609441" y="58673"/>
                  </a:lnTo>
                  <a:lnTo>
                    <a:pt x="4568158" y="51530"/>
                  </a:lnTo>
                  <a:lnTo>
                    <a:pt x="4506920" y="46720"/>
                  </a:lnTo>
                  <a:lnTo>
                    <a:pt x="4431919" y="44957"/>
                  </a:lnTo>
                  <a:lnTo>
                    <a:pt x="4046474" y="44957"/>
                  </a:lnTo>
                  <a:lnTo>
                    <a:pt x="3971472" y="43195"/>
                  </a:lnTo>
                  <a:lnTo>
                    <a:pt x="3910234" y="38385"/>
                  </a:lnTo>
                  <a:lnTo>
                    <a:pt x="3868951" y="31242"/>
                  </a:lnTo>
                  <a:lnTo>
                    <a:pt x="3853815" y="22478"/>
                  </a:lnTo>
                  <a:lnTo>
                    <a:pt x="3868951" y="13715"/>
                  </a:lnTo>
                  <a:lnTo>
                    <a:pt x="3910234" y="6572"/>
                  </a:lnTo>
                  <a:lnTo>
                    <a:pt x="3971472" y="1762"/>
                  </a:lnTo>
                  <a:lnTo>
                    <a:pt x="4046474" y="0"/>
                  </a:lnTo>
                  <a:lnTo>
                    <a:pt x="6166104" y="0"/>
                  </a:lnTo>
                  <a:lnTo>
                    <a:pt x="5395341" y="224789"/>
                  </a:lnTo>
                  <a:lnTo>
                    <a:pt x="6166104" y="449579"/>
                  </a:lnTo>
                  <a:lnTo>
                    <a:pt x="4624578" y="449579"/>
                  </a:lnTo>
                  <a:lnTo>
                    <a:pt x="4624578" y="517016"/>
                  </a:lnTo>
                  <a:lnTo>
                    <a:pt x="4609441" y="525779"/>
                  </a:lnTo>
                  <a:lnTo>
                    <a:pt x="4568158" y="532923"/>
                  </a:lnTo>
                  <a:lnTo>
                    <a:pt x="4506920" y="537733"/>
                  </a:lnTo>
                  <a:lnTo>
                    <a:pt x="4431919" y="539495"/>
                  </a:lnTo>
                  <a:lnTo>
                    <a:pt x="1734184" y="539495"/>
                  </a:lnTo>
                  <a:lnTo>
                    <a:pt x="1659183" y="537733"/>
                  </a:lnTo>
                  <a:lnTo>
                    <a:pt x="1597945" y="532923"/>
                  </a:lnTo>
                  <a:lnTo>
                    <a:pt x="1556662" y="525779"/>
                  </a:lnTo>
                  <a:lnTo>
                    <a:pt x="1541526" y="517016"/>
                  </a:lnTo>
                  <a:lnTo>
                    <a:pt x="1541526" y="449579"/>
                  </a:lnTo>
                  <a:lnTo>
                    <a:pt x="0" y="449579"/>
                  </a:lnTo>
                  <a:lnTo>
                    <a:pt x="770763" y="224789"/>
                  </a:lnTo>
                  <a:lnTo>
                    <a:pt x="0" y="0"/>
                  </a:lnTo>
                  <a:close/>
                </a:path>
                <a:path w="6166484" h="539750">
                  <a:moveTo>
                    <a:pt x="2312289" y="22478"/>
                  </a:moveTo>
                  <a:lnTo>
                    <a:pt x="2312289" y="89915"/>
                  </a:lnTo>
                </a:path>
                <a:path w="6166484" h="539750">
                  <a:moveTo>
                    <a:pt x="3853815" y="89915"/>
                  </a:moveTo>
                  <a:lnTo>
                    <a:pt x="3853815" y="22478"/>
                  </a:lnTo>
                </a:path>
                <a:path w="6166484" h="539750">
                  <a:moveTo>
                    <a:pt x="1541526" y="449579"/>
                  </a:moveTo>
                  <a:lnTo>
                    <a:pt x="1541526" y="67436"/>
                  </a:lnTo>
                </a:path>
                <a:path w="6166484" h="539750">
                  <a:moveTo>
                    <a:pt x="4624578" y="67436"/>
                  </a:moveTo>
                  <a:lnTo>
                    <a:pt x="4624578" y="449579"/>
                  </a:lnTo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27531" y="2510027"/>
            <a:ext cx="8316595" cy="219329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15"/>
              </a:spcBef>
            </a:pPr>
            <a:endParaRPr sz="4400" dirty="0">
              <a:latin typeface="Times New Roman"/>
              <a:cs typeface="Times New Roman"/>
            </a:endParaRPr>
          </a:p>
          <a:p>
            <a:pPr marL="253365" algn="ctr">
              <a:lnSpc>
                <a:spcPct val="100000"/>
              </a:lnSpc>
              <a:spcBef>
                <a:spcPts val="5"/>
              </a:spcBef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Auto</a:t>
            </a:r>
            <a:r>
              <a:rPr sz="4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spc="-10" dirty="0">
                <a:solidFill>
                  <a:srgbClr val="FFFFFF"/>
                </a:solidFill>
                <a:latin typeface="Arial"/>
                <a:cs typeface="Arial"/>
              </a:rPr>
              <a:t>Encoders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643121" y="150367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God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4933" y="360680"/>
            <a:ext cx="29152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Auto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Encoders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9219" y="6472426"/>
            <a:ext cx="288036" cy="3474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63802" y="1192225"/>
            <a:ext cx="6292215" cy="1078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An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unsupervised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deep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algorithm</a:t>
            </a:r>
            <a:endParaRPr sz="2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Are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artificial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neural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networks</a:t>
            </a:r>
            <a:endParaRPr sz="2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Useful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dimensionality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reduction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clustering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85609" y="1368083"/>
            <a:ext cx="571500" cy="130810"/>
            <a:chOff x="6785609" y="1368083"/>
            <a:chExt cx="571500" cy="1308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5609" y="1368083"/>
              <a:ext cx="571500" cy="1304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09993" y="1374647"/>
              <a:ext cx="522605" cy="78105"/>
            </a:xfrm>
            <a:custGeom>
              <a:avLst/>
              <a:gdLst/>
              <a:ahLst/>
              <a:cxnLst/>
              <a:rect l="l" t="t" r="r" b="b"/>
              <a:pathLst>
                <a:path w="522604" h="78105">
                  <a:moveTo>
                    <a:pt x="444373" y="0"/>
                  </a:moveTo>
                  <a:lnTo>
                    <a:pt x="444373" y="77724"/>
                  </a:lnTo>
                  <a:lnTo>
                    <a:pt x="496189" y="51815"/>
                  </a:lnTo>
                  <a:lnTo>
                    <a:pt x="457326" y="51815"/>
                  </a:lnTo>
                  <a:lnTo>
                    <a:pt x="457326" y="25907"/>
                  </a:lnTo>
                  <a:lnTo>
                    <a:pt x="496188" y="25907"/>
                  </a:lnTo>
                  <a:lnTo>
                    <a:pt x="444373" y="0"/>
                  </a:lnTo>
                  <a:close/>
                </a:path>
                <a:path w="522604" h="78105">
                  <a:moveTo>
                    <a:pt x="444373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44373" y="51815"/>
                  </a:lnTo>
                  <a:lnTo>
                    <a:pt x="444373" y="25907"/>
                  </a:lnTo>
                  <a:close/>
                </a:path>
                <a:path w="522604" h="78105">
                  <a:moveTo>
                    <a:pt x="496188" y="25907"/>
                  </a:moveTo>
                  <a:lnTo>
                    <a:pt x="457326" y="25907"/>
                  </a:lnTo>
                  <a:lnTo>
                    <a:pt x="457326" y="51815"/>
                  </a:lnTo>
                  <a:lnTo>
                    <a:pt x="496189" y="51815"/>
                  </a:lnTo>
                  <a:lnTo>
                    <a:pt x="522097" y="38862"/>
                  </a:lnTo>
                  <a:lnTo>
                    <a:pt x="496188" y="25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39406" y="1246123"/>
            <a:ext cx="1439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Unlabeled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47077" y="5103621"/>
            <a:ext cx="1129030" cy="282575"/>
          </a:xfrm>
          <a:custGeom>
            <a:avLst/>
            <a:gdLst/>
            <a:ahLst/>
            <a:cxnLst/>
            <a:rect l="l" t="t" r="r" b="b"/>
            <a:pathLst>
              <a:path w="1129029" h="282575">
                <a:moveTo>
                  <a:pt x="1039114" y="0"/>
                </a:moveTo>
                <a:lnTo>
                  <a:pt x="1035050" y="11429"/>
                </a:lnTo>
                <a:lnTo>
                  <a:pt x="1051359" y="18577"/>
                </a:lnTo>
                <a:lnTo>
                  <a:pt x="1065418" y="28416"/>
                </a:lnTo>
                <a:lnTo>
                  <a:pt x="1093999" y="73925"/>
                </a:lnTo>
                <a:lnTo>
                  <a:pt x="1102330" y="115732"/>
                </a:lnTo>
                <a:lnTo>
                  <a:pt x="1103376" y="139826"/>
                </a:lnTo>
                <a:lnTo>
                  <a:pt x="1102328" y="164689"/>
                </a:lnTo>
                <a:lnTo>
                  <a:pt x="1093946" y="207603"/>
                </a:lnTo>
                <a:lnTo>
                  <a:pt x="1065450" y="253857"/>
                </a:lnTo>
                <a:lnTo>
                  <a:pt x="1035430" y="270890"/>
                </a:lnTo>
                <a:lnTo>
                  <a:pt x="1039114" y="282320"/>
                </a:lnTo>
                <a:lnTo>
                  <a:pt x="1077563" y="264302"/>
                </a:lnTo>
                <a:lnTo>
                  <a:pt x="1105916" y="233044"/>
                </a:lnTo>
                <a:lnTo>
                  <a:pt x="1123283" y="191134"/>
                </a:lnTo>
                <a:lnTo>
                  <a:pt x="1129029" y="141223"/>
                </a:lnTo>
                <a:lnTo>
                  <a:pt x="1127577" y="115359"/>
                </a:lnTo>
                <a:lnTo>
                  <a:pt x="1115956" y="69536"/>
                </a:lnTo>
                <a:lnTo>
                  <a:pt x="1092906" y="32146"/>
                </a:lnTo>
                <a:lnTo>
                  <a:pt x="1059568" y="7381"/>
                </a:lnTo>
                <a:lnTo>
                  <a:pt x="1039114" y="0"/>
                </a:lnTo>
                <a:close/>
              </a:path>
              <a:path w="1129029" h="282575">
                <a:moveTo>
                  <a:pt x="90043" y="0"/>
                </a:moveTo>
                <a:lnTo>
                  <a:pt x="51657" y="18097"/>
                </a:lnTo>
                <a:lnTo>
                  <a:pt x="23368" y="49529"/>
                </a:lnTo>
                <a:lnTo>
                  <a:pt x="5826" y="91471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03"/>
                </a:lnTo>
                <a:lnTo>
                  <a:pt x="26828" y="164689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16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15656" y="5469382"/>
            <a:ext cx="1303020" cy="282575"/>
          </a:xfrm>
          <a:custGeom>
            <a:avLst/>
            <a:gdLst/>
            <a:ahLst/>
            <a:cxnLst/>
            <a:rect l="l" t="t" r="r" b="b"/>
            <a:pathLst>
              <a:path w="1303020" h="282575">
                <a:moveTo>
                  <a:pt x="1212850" y="0"/>
                </a:moveTo>
                <a:lnTo>
                  <a:pt x="1208786" y="11430"/>
                </a:lnTo>
                <a:lnTo>
                  <a:pt x="1225095" y="18577"/>
                </a:lnTo>
                <a:lnTo>
                  <a:pt x="1239154" y="28416"/>
                </a:lnTo>
                <a:lnTo>
                  <a:pt x="1267735" y="73925"/>
                </a:lnTo>
                <a:lnTo>
                  <a:pt x="1276066" y="115711"/>
                </a:lnTo>
                <a:lnTo>
                  <a:pt x="1277112" y="139776"/>
                </a:lnTo>
                <a:lnTo>
                  <a:pt x="1276064" y="164681"/>
                </a:lnTo>
                <a:lnTo>
                  <a:pt x="1267682" y="207620"/>
                </a:lnTo>
                <a:lnTo>
                  <a:pt x="1239186" y="253860"/>
                </a:lnTo>
                <a:lnTo>
                  <a:pt x="1209167" y="270903"/>
                </a:lnTo>
                <a:lnTo>
                  <a:pt x="1212850" y="282359"/>
                </a:lnTo>
                <a:lnTo>
                  <a:pt x="1251299" y="264290"/>
                </a:lnTo>
                <a:lnTo>
                  <a:pt x="1279652" y="233019"/>
                </a:lnTo>
                <a:lnTo>
                  <a:pt x="1297082" y="191147"/>
                </a:lnTo>
                <a:lnTo>
                  <a:pt x="1302893" y="141274"/>
                </a:lnTo>
                <a:lnTo>
                  <a:pt x="1301420" y="115381"/>
                </a:lnTo>
                <a:lnTo>
                  <a:pt x="1289712" y="69537"/>
                </a:lnTo>
                <a:lnTo>
                  <a:pt x="1266642" y="32146"/>
                </a:lnTo>
                <a:lnTo>
                  <a:pt x="1233304" y="7381"/>
                </a:lnTo>
                <a:lnTo>
                  <a:pt x="1212850" y="0"/>
                </a:lnTo>
                <a:close/>
              </a:path>
              <a:path w="1303020" h="282575">
                <a:moveTo>
                  <a:pt x="90043" y="0"/>
                </a:moveTo>
                <a:lnTo>
                  <a:pt x="51657" y="18097"/>
                </a:lnTo>
                <a:lnTo>
                  <a:pt x="23368" y="49530"/>
                </a:lnTo>
                <a:lnTo>
                  <a:pt x="5826" y="91478"/>
                </a:lnTo>
                <a:lnTo>
                  <a:pt x="0" y="141274"/>
                </a:lnTo>
                <a:lnTo>
                  <a:pt x="1452" y="167211"/>
                </a:lnTo>
                <a:lnTo>
                  <a:pt x="13073" y="213083"/>
                </a:lnTo>
                <a:lnTo>
                  <a:pt x="36125" y="250305"/>
                </a:lnTo>
                <a:lnTo>
                  <a:pt x="69514" y="274974"/>
                </a:lnTo>
                <a:lnTo>
                  <a:pt x="90043" y="282359"/>
                </a:lnTo>
                <a:lnTo>
                  <a:pt x="93599" y="270903"/>
                </a:lnTo>
                <a:lnTo>
                  <a:pt x="77549" y="263776"/>
                </a:lnTo>
                <a:lnTo>
                  <a:pt x="63690" y="253860"/>
                </a:lnTo>
                <a:lnTo>
                  <a:pt x="35210" y="207620"/>
                </a:lnTo>
                <a:lnTo>
                  <a:pt x="26828" y="164681"/>
                </a:lnTo>
                <a:lnTo>
                  <a:pt x="25781" y="139776"/>
                </a:lnTo>
                <a:lnTo>
                  <a:pt x="26828" y="115711"/>
                </a:lnTo>
                <a:lnTo>
                  <a:pt x="35210" y="73925"/>
                </a:lnTo>
                <a:lnTo>
                  <a:pt x="63801" y="28416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86728" y="5014341"/>
            <a:ext cx="20580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60425" algn="l"/>
              </a:tabLst>
            </a:pPr>
            <a:r>
              <a:rPr sz="2400" dirty="0">
                <a:latin typeface="Cambria Math"/>
                <a:cs typeface="Cambria Math"/>
              </a:rPr>
              <a:t>𝑧</a:t>
            </a:r>
            <a:r>
              <a:rPr sz="2400" spc="17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𝑠</a:t>
            </a:r>
            <a:r>
              <a:rPr sz="2400" dirty="0">
                <a:latin typeface="Cambria Math"/>
                <a:cs typeface="Cambria Math"/>
              </a:rPr>
              <a:t>	𝑤𝑥</a:t>
            </a:r>
            <a:r>
              <a:rPr sz="2400" spc="6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tabLst>
                <a:tab pos="656590" algn="l"/>
                <a:tab pos="929005" algn="l"/>
              </a:tabLst>
            </a:pPr>
            <a:r>
              <a:rPr sz="2400" spc="-1160" dirty="0">
                <a:latin typeface="Cambria Math"/>
                <a:cs typeface="Cambria Math"/>
              </a:rPr>
              <a:t>𝑥</a:t>
            </a:r>
            <a:r>
              <a:rPr sz="2400" spc="-180" dirty="0">
                <a:latin typeface="Cambria Math"/>
                <a:cs typeface="Cambria Math"/>
              </a:rPr>
              <a:t>^</a:t>
            </a:r>
            <a:r>
              <a:rPr sz="2400" spc="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𝑠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130" dirty="0">
                <a:latin typeface="Cambria Math"/>
                <a:cs typeface="Cambria Math"/>
              </a:rPr>
              <a:t>𝑤</a:t>
            </a:r>
            <a:r>
              <a:rPr sz="2625" spc="195" baseline="28571" dirty="0">
                <a:latin typeface="Cambria Math"/>
                <a:cs typeface="Cambria Math"/>
              </a:rPr>
              <a:t>′</a:t>
            </a:r>
            <a:r>
              <a:rPr sz="2400" spc="130" dirty="0">
                <a:latin typeface="Cambria Math"/>
                <a:cs typeface="Cambria Math"/>
              </a:rPr>
              <a:t>z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85" dirty="0">
                <a:latin typeface="Cambria Math"/>
                <a:cs typeface="Cambria Math"/>
              </a:rPr>
              <a:t>𝑏</a:t>
            </a:r>
            <a:r>
              <a:rPr sz="2625" spc="127" baseline="28571" dirty="0">
                <a:latin typeface="Cambria Math"/>
                <a:cs typeface="Cambria Math"/>
              </a:rPr>
              <a:t>′</a:t>
            </a:r>
            <a:endParaRPr sz="2625" baseline="28571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42642" y="2506319"/>
            <a:ext cx="7012305" cy="116078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000" spc="-985" dirty="0">
                <a:latin typeface="Cambria Math"/>
                <a:cs typeface="Cambria Math"/>
              </a:rPr>
              <a:t>𝑥</a:t>
            </a:r>
            <a:r>
              <a:rPr sz="2000" spc="-155" dirty="0">
                <a:latin typeface="Cambria Math"/>
                <a:cs typeface="Cambria Math"/>
              </a:rPr>
              <a:t>^</a:t>
            </a:r>
            <a:r>
              <a:rPr sz="2000" spc="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000" dirty="0">
                <a:latin typeface="Calibri"/>
                <a:cs typeface="Calibri"/>
              </a:rPr>
              <a:t>’s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reconstruction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869"/>
              </a:spcBef>
            </a:pPr>
            <a:r>
              <a:rPr sz="2000" dirty="0">
                <a:latin typeface="Cambria Math"/>
                <a:cs typeface="Cambria Math"/>
              </a:rPr>
              <a:t>𝑧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latent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representation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𝑠</a:t>
            </a:r>
            <a:r>
              <a:rPr sz="2000" spc="30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non-</a:t>
            </a:r>
            <a:r>
              <a:rPr sz="2000" dirty="0">
                <a:latin typeface="Calibri"/>
                <a:cs typeface="Calibri"/>
              </a:rPr>
              <a:t>linearity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such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sigmoid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31819" y="4977510"/>
            <a:ext cx="2470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/>
                <a:cs typeface="Cambria Math"/>
              </a:rPr>
              <a:t>𝑧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93614" y="5091810"/>
            <a:ext cx="266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80" dirty="0">
                <a:latin typeface="Cambria Math"/>
                <a:cs typeface="Cambria Math"/>
              </a:rPr>
              <a:t>𝑥</a:t>
            </a:r>
            <a:r>
              <a:rPr sz="3600" spc="-295" dirty="0">
                <a:latin typeface="Cambria Math"/>
                <a:cs typeface="Cambria Math"/>
              </a:rPr>
              <a:t>^</a:t>
            </a:r>
            <a:endParaRPr sz="36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117598" y="4352544"/>
            <a:ext cx="1464945" cy="1894839"/>
            <a:chOff x="2117598" y="4352544"/>
            <a:chExt cx="1464945" cy="1894839"/>
          </a:xfrm>
        </p:grpSpPr>
        <p:sp>
          <p:nvSpPr>
            <p:cNvPr id="16" name="object 16"/>
            <p:cNvSpPr/>
            <p:nvPr/>
          </p:nvSpPr>
          <p:spPr>
            <a:xfrm>
              <a:off x="2387346" y="4365498"/>
              <a:ext cx="965200" cy="1868805"/>
            </a:xfrm>
            <a:custGeom>
              <a:avLst/>
              <a:gdLst/>
              <a:ahLst/>
              <a:cxnLst/>
              <a:rect l="l" t="t" r="r" b="b"/>
              <a:pathLst>
                <a:path w="965200" h="1868804">
                  <a:moveTo>
                    <a:pt x="0" y="0"/>
                  </a:moveTo>
                  <a:lnTo>
                    <a:pt x="0" y="1868424"/>
                  </a:lnTo>
                  <a:lnTo>
                    <a:pt x="964692" y="1258214"/>
                  </a:lnTo>
                  <a:lnTo>
                    <a:pt x="964692" y="6102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87346" y="4365498"/>
              <a:ext cx="965200" cy="1868805"/>
            </a:xfrm>
            <a:custGeom>
              <a:avLst/>
              <a:gdLst/>
              <a:ahLst/>
              <a:cxnLst/>
              <a:rect l="l" t="t" r="r" b="b"/>
              <a:pathLst>
                <a:path w="965200" h="1868804">
                  <a:moveTo>
                    <a:pt x="0" y="0"/>
                  </a:moveTo>
                  <a:lnTo>
                    <a:pt x="964692" y="610234"/>
                  </a:lnTo>
                  <a:lnTo>
                    <a:pt x="964692" y="1258214"/>
                  </a:lnTo>
                  <a:lnTo>
                    <a:pt x="0" y="1868424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8B38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17598" y="5256276"/>
              <a:ext cx="270510" cy="86995"/>
            </a:xfrm>
            <a:custGeom>
              <a:avLst/>
              <a:gdLst/>
              <a:ahLst/>
              <a:cxnLst/>
              <a:rect l="l" t="t" r="r" b="b"/>
              <a:pathLst>
                <a:path w="270510" h="86995">
                  <a:moveTo>
                    <a:pt x="183514" y="0"/>
                  </a:moveTo>
                  <a:lnTo>
                    <a:pt x="183514" y="86868"/>
                  </a:lnTo>
                  <a:lnTo>
                    <a:pt x="241426" y="57912"/>
                  </a:lnTo>
                  <a:lnTo>
                    <a:pt x="197993" y="57912"/>
                  </a:lnTo>
                  <a:lnTo>
                    <a:pt x="197993" y="28956"/>
                  </a:lnTo>
                  <a:lnTo>
                    <a:pt x="241426" y="28956"/>
                  </a:lnTo>
                  <a:lnTo>
                    <a:pt x="183514" y="0"/>
                  </a:lnTo>
                  <a:close/>
                </a:path>
                <a:path w="270510" h="86995">
                  <a:moveTo>
                    <a:pt x="183514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183514" y="57912"/>
                  </a:lnTo>
                  <a:lnTo>
                    <a:pt x="183514" y="28956"/>
                  </a:lnTo>
                  <a:close/>
                </a:path>
                <a:path w="270510" h="86995">
                  <a:moveTo>
                    <a:pt x="241426" y="28956"/>
                  </a:moveTo>
                  <a:lnTo>
                    <a:pt x="197993" y="28956"/>
                  </a:lnTo>
                  <a:lnTo>
                    <a:pt x="197993" y="57912"/>
                  </a:lnTo>
                  <a:lnTo>
                    <a:pt x="241426" y="57912"/>
                  </a:lnTo>
                  <a:lnTo>
                    <a:pt x="270382" y="43434"/>
                  </a:lnTo>
                  <a:lnTo>
                    <a:pt x="241426" y="28956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1784" y="5259069"/>
              <a:ext cx="230504" cy="86868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3868673" y="4357115"/>
            <a:ext cx="1407160" cy="1894839"/>
            <a:chOff x="3868673" y="4357115"/>
            <a:chExt cx="1407160" cy="1894839"/>
          </a:xfrm>
        </p:grpSpPr>
        <p:sp>
          <p:nvSpPr>
            <p:cNvPr id="21" name="object 21"/>
            <p:cNvSpPr/>
            <p:nvPr/>
          </p:nvSpPr>
          <p:spPr>
            <a:xfrm>
              <a:off x="4100321" y="4370069"/>
              <a:ext cx="963294" cy="1868805"/>
            </a:xfrm>
            <a:custGeom>
              <a:avLst/>
              <a:gdLst/>
              <a:ahLst/>
              <a:cxnLst/>
              <a:rect l="l" t="t" r="r" b="b"/>
              <a:pathLst>
                <a:path w="963295" h="1868804">
                  <a:moveTo>
                    <a:pt x="963167" y="0"/>
                  </a:moveTo>
                  <a:lnTo>
                    <a:pt x="0" y="609218"/>
                  </a:lnTo>
                  <a:lnTo>
                    <a:pt x="0" y="1259166"/>
                  </a:lnTo>
                  <a:lnTo>
                    <a:pt x="963167" y="1868423"/>
                  </a:lnTo>
                  <a:lnTo>
                    <a:pt x="963167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00321" y="4370069"/>
              <a:ext cx="963294" cy="1868805"/>
            </a:xfrm>
            <a:custGeom>
              <a:avLst/>
              <a:gdLst/>
              <a:ahLst/>
              <a:cxnLst/>
              <a:rect l="l" t="t" r="r" b="b"/>
              <a:pathLst>
                <a:path w="963295" h="1868804">
                  <a:moveTo>
                    <a:pt x="963167" y="1868423"/>
                  </a:moveTo>
                  <a:lnTo>
                    <a:pt x="0" y="1259166"/>
                  </a:lnTo>
                  <a:lnTo>
                    <a:pt x="0" y="609218"/>
                  </a:lnTo>
                  <a:lnTo>
                    <a:pt x="963167" y="0"/>
                  </a:lnTo>
                  <a:lnTo>
                    <a:pt x="963167" y="1868423"/>
                  </a:lnTo>
                  <a:close/>
                </a:path>
              </a:pathLst>
            </a:custGeom>
            <a:ln w="25907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68673" y="5260847"/>
              <a:ext cx="230250" cy="8686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63489" y="5260847"/>
              <a:ext cx="211962" cy="8686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712467" y="5082032"/>
            <a:ext cx="295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>
                <a:latin typeface="Cambria Math"/>
                <a:cs typeface="Cambria Math"/>
              </a:rPr>
              <a:t>𝑥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6" name="object 26"/>
          <p:cNvSpPr txBox="1"/>
          <p:nvPr/>
        </p:nvSpPr>
        <p:spPr>
          <a:xfrm>
            <a:off x="2461005" y="5133797"/>
            <a:ext cx="7969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70426" y="5091810"/>
            <a:ext cx="822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3759" y="254507"/>
            <a:ext cx="3424428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19910">
              <a:lnSpc>
                <a:spcPct val="100000"/>
              </a:lnSpc>
              <a:spcBef>
                <a:spcPts val="105"/>
              </a:spcBef>
            </a:pPr>
            <a:r>
              <a:rPr dirty="0"/>
              <a:t>Auto</a:t>
            </a:r>
            <a:r>
              <a:rPr spc="-25" dirty="0"/>
              <a:t> </a:t>
            </a:r>
            <a:r>
              <a:rPr spc="-10" dirty="0"/>
              <a:t>Encoders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344" y="1292732"/>
            <a:ext cx="239839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Simple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structure: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288036" cy="34747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480076" y="1900176"/>
            <a:ext cx="5429885" cy="3813175"/>
            <a:chOff x="2480076" y="1900176"/>
            <a:chExt cx="5429885" cy="3813175"/>
          </a:xfrm>
        </p:grpSpPr>
        <p:sp>
          <p:nvSpPr>
            <p:cNvPr id="7" name="object 7"/>
            <p:cNvSpPr/>
            <p:nvPr/>
          </p:nvSpPr>
          <p:spPr>
            <a:xfrm>
              <a:off x="5173999" y="1928043"/>
              <a:ext cx="2693670" cy="3785235"/>
            </a:xfrm>
            <a:custGeom>
              <a:avLst/>
              <a:gdLst/>
              <a:ahLst/>
              <a:cxnLst/>
              <a:rect l="l" t="t" r="r" b="b"/>
              <a:pathLst>
                <a:path w="2693670" h="3785235">
                  <a:moveTo>
                    <a:pt x="2693265" y="0"/>
                  </a:moveTo>
                  <a:lnTo>
                    <a:pt x="0" y="0"/>
                  </a:lnTo>
                  <a:lnTo>
                    <a:pt x="0" y="3784820"/>
                  </a:lnTo>
                  <a:lnTo>
                    <a:pt x="2693265" y="3784820"/>
                  </a:lnTo>
                  <a:lnTo>
                    <a:pt x="2693265" y="0"/>
                  </a:lnTo>
                  <a:close/>
                </a:path>
              </a:pathLst>
            </a:custGeom>
            <a:solidFill>
              <a:srgbClr val="FBEB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80828" y="1928043"/>
              <a:ext cx="2693670" cy="3785235"/>
            </a:xfrm>
            <a:custGeom>
              <a:avLst/>
              <a:gdLst/>
              <a:ahLst/>
              <a:cxnLst/>
              <a:rect l="l" t="t" r="r" b="b"/>
              <a:pathLst>
                <a:path w="2693670" h="3785235">
                  <a:moveTo>
                    <a:pt x="2693265" y="0"/>
                  </a:moveTo>
                  <a:lnTo>
                    <a:pt x="0" y="0"/>
                  </a:lnTo>
                  <a:lnTo>
                    <a:pt x="0" y="3784820"/>
                  </a:lnTo>
                  <a:lnTo>
                    <a:pt x="2693265" y="3784820"/>
                  </a:lnTo>
                  <a:lnTo>
                    <a:pt x="2693265" y="0"/>
                  </a:lnTo>
                  <a:close/>
                </a:path>
              </a:pathLst>
            </a:custGeom>
            <a:solidFill>
              <a:srgbClr val="DDD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94889" y="1914989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30">
                  <a:moveTo>
                    <a:pt x="400755" y="0"/>
                  </a:moveTo>
                  <a:lnTo>
                    <a:pt x="354019" y="2984"/>
                  </a:lnTo>
                  <a:lnTo>
                    <a:pt x="308866" y="11715"/>
                  </a:lnTo>
                  <a:lnTo>
                    <a:pt x="265597" y="25860"/>
                  </a:lnTo>
                  <a:lnTo>
                    <a:pt x="224514" y="45086"/>
                  </a:lnTo>
                  <a:lnTo>
                    <a:pt x="185915" y="69059"/>
                  </a:lnTo>
                  <a:lnTo>
                    <a:pt x="150104" y="97447"/>
                  </a:lnTo>
                  <a:lnTo>
                    <a:pt x="117379" y="129917"/>
                  </a:lnTo>
                  <a:lnTo>
                    <a:pt x="88042" y="166134"/>
                  </a:lnTo>
                  <a:lnTo>
                    <a:pt x="62393" y="205767"/>
                  </a:lnTo>
                  <a:lnTo>
                    <a:pt x="40733" y="248482"/>
                  </a:lnTo>
                  <a:lnTo>
                    <a:pt x="23363" y="293946"/>
                  </a:lnTo>
                  <a:lnTo>
                    <a:pt x="10584" y="341826"/>
                  </a:lnTo>
                  <a:lnTo>
                    <a:pt x="2696" y="391789"/>
                  </a:lnTo>
                  <a:lnTo>
                    <a:pt x="0" y="443502"/>
                  </a:lnTo>
                  <a:lnTo>
                    <a:pt x="2696" y="495257"/>
                  </a:lnTo>
                  <a:lnTo>
                    <a:pt x="10584" y="545255"/>
                  </a:lnTo>
                  <a:lnTo>
                    <a:pt x="23363" y="593165"/>
                  </a:lnTo>
                  <a:lnTo>
                    <a:pt x="40733" y="638654"/>
                  </a:lnTo>
                  <a:lnTo>
                    <a:pt x="62393" y="681390"/>
                  </a:lnTo>
                  <a:lnTo>
                    <a:pt x="88042" y="721039"/>
                  </a:lnTo>
                  <a:lnTo>
                    <a:pt x="117379" y="757270"/>
                  </a:lnTo>
                  <a:lnTo>
                    <a:pt x="150104" y="789749"/>
                  </a:lnTo>
                  <a:lnTo>
                    <a:pt x="185916" y="818143"/>
                  </a:lnTo>
                  <a:lnTo>
                    <a:pt x="224514" y="842121"/>
                  </a:lnTo>
                  <a:lnTo>
                    <a:pt x="265597" y="861350"/>
                  </a:lnTo>
                  <a:lnTo>
                    <a:pt x="308866" y="875496"/>
                  </a:lnTo>
                  <a:lnTo>
                    <a:pt x="354019" y="884228"/>
                  </a:lnTo>
                  <a:lnTo>
                    <a:pt x="400755" y="887213"/>
                  </a:lnTo>
                  <a:lnTo>
                    <a:pt x="447491" y="884228"/>
                  </a:lnTo>
                  <a:lnTo>
                    <a:pt x="492644" y="875496"/>
                  </a:lnTo>
                  <a:lnTo>
                    <a:pt x="535913" y="861350"/>
                  </a:lnTo>
                  <a:lnTo>
                    <a:pt x="576997" y="842121"/>
                  </a:lnTo>
                  <a:lnTo>
                    <a:pt x="615595" y="818143"/>
                  </a:lnTo>
                  <a:lnTo>
                    <a:pt x="651407" y="789749"/>
                  </a:lnTo>
                  <a:lnTo>
                    <a:pt x="684132" y="757270"/>
                  </a:lnTo>
                  <a:lnTo>
                    <a:pt x="713469" y="721039"/>
                  </a:lnTo>
                  <a:lnTo>
                    <a:pt x="739118" y="681390"/>
                  </a:lnTo>
                  <a:lnTo>
                    <a:pt x="760777" y="638654"/>
                  </a:lnTo>
                  <a:lnTo>
                    <a:pt x="778147" y="593165"/>
                  </a:lnTo>
                  <a:lnTo>
                    <a:pt x="790926" y="545255"/>
                  </a:lnTo>
                  <a:lnTo>
                    <a:pt x="798815" y="495257"/>
                  </a:lnTo>
                  <a:lnTo>
                    <a:pt x="801511" y="443502"/>
                  </a:lnTo>
                  <a:lnTo>
                    <a:pt x="798815" y="391789"/>
                  </a:lnTo>
                  <a:lnTo>
                    <a:pt x="790926" y="341826"/>
                  </a:lnTo>
                  <a:lnTo>
                    <a:pt x="778147" y="293946"/>
                  </a:lnTo>
                  <a:lnTo>
                    <a:pt x="760777" y="248482"/>
                  </a:lnTo>
                  <a:lnTo>
                    <a:pt x="739118" y="205767"/>
                  </a:lnTo>
                  <a:lnTo>
                    <a:pt x="713469" y="166134"/>
                  </a:lnTo>
                  <a:lnTo>
                    <a:pt x="684132" y="129917"/>
                  </a:lnTo>
                  <a:lnTo>
                    <a:pt x="651407" y="97447"/>
                  </a:lnTo>
                  <a:lnTo>
                    <a:pt x="615595" y="69059"/>
                  </a:lnTo>
                  <a:lnTo>
                    <a:pt x="576997" y="45086"/>
                  </a:lnTo>
                  <a:lnTo>
                    <a:pt x="535913" y="25860"/>
                  </a:lnTo>
                  <a:lnTo>
                    <a:pt x="492644" y="11715"/>
                  </a:lnTo>
                  <a:lnTo>
                    <a:pt x="447491" y="2984"/>
                  </a:lnTo>
                  <a:lnTo>
                    <a:pt x="4007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94889" y="1914989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30">
                  <a:moveTo>
                    <a:pt x="801511" y="443502"/>
                  </a:moveTo>
                  <a:lnTo>
                    <a:pt x="798815" y="391789"/>
                  </a:lnTo>
                  <a:lnTo>
                    <a:pt x="790926" y="341826"/>
                  </a:lnTo>
                  <a:lnTo>
                    <a:pt x="778147" y="293946"/>
                  </a:lnTo>
                  <a:lnTo>
                    <a:pt x="760777" y="248482"/>
                  </a:lnTo>
                  <a:lnTo>
                    <a:pt x="739118" y="205767"/>
                  </a:lnTo>
                  <a:lnTo>
                    <a:pt x="713469" y="166134"/>
                  </a:lnTo>
                  <a:lnTo>
                    <a:pt x="684132" y="129917"/>
                  </a:lnTo>
                  <a:lnTo>
                    <a:pt x="651407" y="97447"/>
                  </a:lnTo>
                  <a:lnTo>
                    <a:pt x="615595" y="69059"/>
                  </a:lnTo>
                  <a:lnTo>
                    <a:pt x="576997" y="45086"/>
                  </a:lnTo>
                  <a:lnTo>
                    <a:pt x="535913" y="25860"/>
                  </a:lnTo>
                  <a:lnTo>
                    <a:pt x="492644" y="11715"/>
                  </a:lnTo>
                  <a:lnTo>
                    <a:pt x="447491" y="2984"/>
                  </a:lnTo>
                  <a:lnTo>
                    <a:pt x="400755" y="0"/>
                  </a:lnTo>
                  <a:lnTo>
                    <a:pt x="354019" y="2984"/>
                  </a:lnTo>
                  <a:lnTo>
                    <a:pt x="308866" y="11715"/>
                  </a:lnTo>
                  <a:lnTo>
                    <a:pt x="265597" y="25860"/>
                  </a:lnTo>
                  <a:lnTo>
                    <a:pt x="224514" y="45086"/>
                  </a:lnTo>
                  <a:lnTo>
                    <a:pt x="185915" y="69059"/>
                  </a:lnTo>
                  <a:lnTo>
                    <a:pt x="150104" y="97447"/>
                  </a:lnTo>
                  <a:lnTo>
                    <a:pt x="117379" y="129917"/>
                  </a:lnTo>
                  <a:lnTo>
                    <a:pt x="88042" y="166134"/>
                  </a:lnTo>
                  <a:lnTo>
                    <a:pt x="62393" y="205767"/>
                  </a:lnTo>
                  <a:lnTo>
                    <a:pt x="40733" y="248482"/>
                  </a:lnTo>
                  <a:lnTo>
                    <a:pt x="23363" y="293946"/>
                  </a:lnTo>
                  <a:lnTo>
                    <a:pt x="10584" y="341826"/>
                  </a:lnTo>
                  <a:lnTo>
                    <a:pt x="2696" y="391789"/>
                  </a:lnTo>
                  <a:lnTo>
                    <a:pt x="0" y="443502"/>
                  </a:lnTo>
                  <a:lnTo>
                    <a:pt x="2696" y="495257"/>
                  </a:lnTo>
                  <a:lnTo>
                    <a:pt x="10584" y="545255"/>
                  </a:lnTo>
                  <a:lnTo>
                    <a:pt x="23363" y="593165"/>
                  </a:lnTo>
                  <a:lnTo>
                    <a:pt x="40733" y="638654"/>
                  </a:lnTo>
                  <a:lnTo>
                    <a:pt x="62393" y="681390"/>
                  </a:lnTo>
                  <a:lnTo>
                    <a:pt x="88042" y="721039"/>
                  </a:lnTo>
                  <a:lnTo>
                    <a:pt x="117379" y="757270"/>
                  </a:lnTo>
                  <a:lnTo>
                    <a:pt x="150104" y="789749"/>
                  </a:lnTo>
                  <a:lnTo>
                    <a:pt x="185916" y="818143"/>
                  </a:lnTo>
                  <a:lnTo>
                    <a:pt x="224514" y="842121"/>
                  </a:lnTo>
                  <a:lnTo>
                    <a:pt x="265597" y="861350"/>
                  </a:lnTo>
                  <a:lnTo>
                    <a:pt x="308866" y="875496"/>
                  </a:lnTo>
                  <a:lnTo>
                    <a:pt x="354019" y="884228"/>
                  </a:lnTo>
                  <a:lnTo>
                    <a:pt x="400755" y="887213"/>
                  </a:lnTo>
                  <a:lnTo>
                    <a:pt x="447491" y="884228"/>
                  </a:lnTo>
                  <a:lnTo>
                    <a:pt x="492644" y="875496"/>
                  </a:lnTo>
                  <a:lnTo>
                    <a:pt x="535913" y="861350"/>
                  </a:lnTo>
                  <a:lnTo>
                    <a:pt x="576997" y="842121"/>
                  </a:lnTo>
                  <a:lnTo>
                    <a:pt x="615595" y="818143"/>
                  </a:lnTo>
                  <a:lnTo>
                    <a:pt x="651407" y="789749"/>
                  </a:lnTo>
                  <a:lnTo>
                    <a:pt x="684132" y="757270"/>
                  </a:lnTo>
                  <a:lnTo>
                    <a:pt x="713469" y="721039"/>
                  </a:lnTo>
                  <a:lnTo>
                    <a:pt x="739118" y="681390"/>
                  </a:lnTo>
                  <a:lnTo>
                    <a:pt x="760777" y="638654"/>
                  </a:lnTo>
                  <a:lnTo>
                    <a:pt x="778147" y="593165"/>
                  </a:lnTo>
                  <a:lnTo>
                    <a:pt x="790926" y="545255"/>
                  </a:lnTo>
                  <a:lnTo>
                    <a:pt x="798815" y="495257"/>
                  </a:lnTo>
                  <a:lnTo>
                    <a:pt x="801511" y="443502"/>
                  </a:lnTo>
                  <a:close/>
                </a:path>
              </a:pathLst>
            </a:custGeom>
            <a:ln w="29474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94889" y="3362547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400755" y="0"/>
                  </a:moveTo>
                  <a:lnTo>
                    <a:pt x="354019" y="2984"/>
                  </a:lnTo>
                  <a:lnTo>
                    <a:pt x="308866" y="11715"/>
                  </a:lnTo>
                  <a:lnTo>
                    <a:pt x="265597" y="25861"/>
                  </a:lnTo>
                  <a:lnTo>
                    <a:pt x="224514" y="45088"/>
                  </a:lnTo>
                  <a:lnTo>
                    <a:pt x="185915" y="69063"/>
                  </a:lnTo>
                  <a:lnTo>
                    <a:pt x="150104" y="97454"/>
                  </a:lnTo>
                  <a:lnTo>
                    <a:pt x="117379" y="129927"/>
                  </a:lnTo>
                  <a:lnTo>
                    <a:pt x="88042" y="166150"/>
                  </a:lnTo>
                  <a:lnTo>
                    <a:pt x="62393" y="205789"/>
                  </a:lnTo>
                  <a:lnTo>
                    <a:pt x="40733" y="248512"/>
                  </a:lnTo>
                  <a:lnTo>
                    <a:pt x="23363" y="293987"/>
                  </a:lnTo>
                  <a:lnTo>
                    <a:pt x="10584" y="341879"/>
                  </a:lnTo>
                  <a:lnTo>
                    <a:pt x="2696" y="391856"/>
                  </a:lnTo>
                  <a:lnTo>
                    <a:pt x="0" y="443585"/>
                  </a:lnTo>
                  <a:lnTo>
                    <a:pt x="2696" y="495319"/>
                  </a:lnTo>
                  <a:lnTo>
                    <a:pt x="10584" y="545300"/>
                  </a:lnTo>
                  <a:lnTo>
                    <a:pt x="23363" y="593195"/>
                  </a:lnTo>
                  <a:lnTo>
                    <a:pt x="40733" y="638671"/>
                  </a:lnTo>
                  <a:lnTo>
                    <a:pt x="62393" y="681397"/>
                  </a:lnTo>
                  <a:lnTo>
                    <a:pt x="88042" y="721038"/>
                  </a:lnTo>
                  <a:lnTo>
                    <a:pt x="117379" y="757262"/>
                  </a:lnTo>
                  <a:lnTo>
                    <a:pt x="150104" y="789736"/>
                  </a:lnTo>
                  <a:lnTo>
                    <a:pt x="185916" y="818127"/>
                  </a:lnTo>
                  <a:lnTo>
                    <a:pt x="224514" y="842103"/>
                  </a:lnTo>
                  <a:lnTo>
                    <a:pt x="265597" y="861330"/>
                  </a:lnTo>
                  <a:lnTo>
                    <a:pt x="308866" y="875476"/>
                  </a:lnTo>
                  <a:lnTo>
                    <a:pt x="354019" y="884207"/>
                  </a:lnTo>
                  <a:lnTo>
                    <a:pt x="400755" y="887192"/>
                  </a:lnTo>
                  <a:lnTo>
                    <a:pt x="447491" y="884207"/>
                  </a:lnTo>
                  <a:lnTo>
                    <a:pt x="492644" y="875476"/>
                  </a:lnTo>
                  <a:lnTo>
                    <a:pt x="535913" y="861330"/>
                  </a:lnTo>
                  <a:lnTo>
                    <a:pt x="576997" y="842103"/>
                  </a:lnTo>
                  <a:lnTo>
                    <a:pt x="615595" y="818127"/>
                  </a:lnTo>
                  <a:lnTo>
                    <a:pt x="651407" y="789736"/>
                  </a:lnTo>
                  <a:lnTo>
                    <a:pt x="684132" y="757262"/>
                  </a:lnTo>
                  <a:lnTo>
                    <a:pt x="713469" y="721038"/>
                  </a:lnTo>
                  <a:lnTo>
                    <a:pt x="739118" y="681397"/>
                  </a:lnTo>
                  <a:lnTo>
                    <a:pt x="760777" y="638671"/>
                  </a:lnTo>
                  <a:lnTo>
                    <a:pt x="778147" y="593195"/>
                  </a:lnTo>
                  <a:lnTo>
                    <a:pt x="790926" y="545300"/>
                  </a:lnTo>
                  <a:lnTo>
                    <a:pt x="798815" y="495319"/>
                  </a:lnTo>
                  <a:lnTo>
                    <a:pt x="801511" y="443585"/>
                  </a:lnTo>
                  <a:lnTo>
                    <a:pt x="798815" y="391856"/>
                  </a:lnTo>
                  <a:lnTo>
                    <a:pt x="790926" y="341879"/>
                  </a:lnTo>
                  <a:lnTo>
                    <a:pt x="778147" y="293987"/>
                  </a:lnTo>
                  <a:lnTo>
                    <a:pt x="760777" y="248512"/>
                  </a:lnTo>
                  <a:lnTo>
                    <a:pt x="739118" y="205789"/>
                  </a:lnTo>
                  <a:lnTo>
                    <a:pt x="713469" y="166150"/>
                  </a:lnTo>
                  <a:lnTo>
                    <a:pt x="684132" y="129927"/>
                  </a:lnTo>
                  <a:lnTo>
                    <a:pt x="651407" y="97454"/>
                  </a:lnTo>
                  <a:lnTo>
                    <a:pt x="615595" y="69063"/>
                  </a:lnTo>
                  <a:lnTo>
                    <a:pt x="576997" y="45088"/>
                  </a:lnTo>
                  <a:lnTo>
                    <a:pt x="535913" y="25861"/>
                  </a:lnTo>
                  <a:lnTo>
                    <a:pt x="492644" y="11715"/>
                  </a:lnTo>
                  <a:lnTo>
                    <a:pt x="447491" y="2984"/>
                  </a:lnTo>
                  <a:lnTo>
                    <a:pt x="4007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94889" y="3362547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801511" y="443585"/>
                  </a:moveTo>
                  <a:lnTo>
                    <a:pt x="798815" y="391856"/>
                  </a:lnTo>
                  <a:lnTo>
                    <a:pt x="790926" y="341879"/>
                  </a:lnTo>
                  <a:lnTo>
                    <a:pt x="778147" y="293987"/>
                  </a:lnTo>
                  <a:lnTo>
                    <a:pt x="760777" y="248512"/>
                  </a:lnTo>
                  <a:lnTo>
                    <a:pt x="739118" y="205789"/>
                  </a:lnTo>
                  <a:lnTo>
                    <a:pt x="713469" y="166150"/>
                  </a:lnTo>
                  <a:lnTo>
                    <a:pt x="684132" y="129927"/>
                  </a:lnTo>
                  <a:lnTo>
                    <a:pt x="651407" y="97454"/>
                  </a:lnTo>
                  <a:lnTo>
                    <a:pt x="615595" y="69063"/>
                  </a:lnTo>
                  <a:lnTo>
                    <a:pt x="576997" y="45088"/>
                  </a:lnTo>
                  <a:lnTo>
                    <a:pt x="535913" y="25861"/>
                  </a:lnTo>
                  <a:lnTo>
                    <a:pt x="492644" y="11715"/>
                  </a:lnTo>
                  <a:lnTo>
                    <a:pt x="447491" y="2984"/>
                  </a:lnTo>
                  <a:lnTo>
                    <a:pt x="400755" y="0"/>
                  </a:lnTo>
                  <a:lnTo>
                    <a:pt x="354019" y="2984"/>
                  </a:lnTo>
                  <a:lnTo>
                    <a:pt x="308866" y="11715"/>
                  </a:lnTo>
                  <a:lnTo>
                    <a:pt x="265597" y="25861"/>
                  </a:lnTo>
                  <a:lnTo>
                    <a:pt x="224514" y="45088"/>
                  </a:lnTo>
                  <a:lnTo>
                    <a:pt x="185915" y="69063"/>
                  </a:lnTo>
                  <a:lnTo>
                    <a:pt x="150104" y="97454"/>
                  </a:lnTo>
                  <a:lnTo>
                    <a:pt x="117379" y="129927"/>
                  </a:lnTo>
                  <a:lnTo>
                    <a:pt x="88042" y="166150"/>
                  </a:lnTo>
                  <a:lnTo>
                    <a:pt x="62393" y="205789"/>
                  </a:lnTo>
                  <a:lnTo>
                    <a:pt x="40733" y="248512"/>
                  </a:lnTo>
                  <a:lnTo>
                    <a:pt x="23363" y="293987"/>
                  </a:lnTo>
                  <a:lnTo>
                    <a:pt x="10584" y="341879"/>
                  </a:lnTo>
                  <a:lnTo>
                    <a:pt x="2696" y="391856"/>
                  </a:lnTo>
                  <a:lnTo>
                    <a:pt x="0" y="443585"/>
                  </a:lnTo>
                  <a:lnTo>
                    <a:pt x="2696" y="495319"/>
                  </a:lnTo>
                  <a:lnTo>
                    <a:pt x="10584" y="545300"/>
                  </a:lnTo>
                  <a:lnTo>
                    <a:pt x="23363" y="593195"/>
                  </a:lnTo>
                  <a:lnTo>
                    <a:pt x="40733" y="638671"/>
                  </a:lnTo>
                  <a:lnTo>
                    <a:pt x="62393" y="681397"/>
                  </a:lnTo>
                  <a:lnTo>
                    <a:pt x="88042" y="721038"/>
                  </a:lnTo>
                  <a:lnTo>
                    <a:pt x="117379" y="757262"/>
                  </a:lnTo>
                  <a:lnTo>
                    <a:pt x="150104" y="789736"/>
                  </a:lnTo>
                  <a:lnTo>
                    <a:pt x="185916" y="818127"/>
                  </a:lnTo>
                  <a:lnTo>
                    <a:pt x="224514" y="842103"/>
                  </a:lnTo>
                  <a:lnTo>
                    <a:pt x="265597" y="861330"/>
                  </a:lnTo>
                  <a:lnTo>
                    <a:pt x="308866" y="875476"/>
                  </a:lnTo>
                  <a:lnTo>
                    <a:pt x="354019" y="884207"/>
                  </a:lnTo>
                  <a:lnTo>
                    <a:pt x="400755" y="887192"/>
                  </a:lnTo>
                  <a:lnTo>
                    <a:pt x="447491" y="884207"/>
                  </a:lnTo>
                  <a:lnTo>
                    <a:pt x="492644" y="875476"/>
                  </a:lnTo>
                  <a:lnTo>
                    <a:pt x="535913" y="861330"/>
                  </a:lnTo>
                  <a:lnTo>
                    <a:pt x="576997" y="842103"/>
                  </a:lnTo>
                  <a:lnTo>
                    <a:pt x="615595" y="818127"/>
                  </a:lnTo>
                  <a:lnTo>
                    <a:pt x="651407" y="789736"/>
                  </a:lnTo>
                  <a:lnTo>
                    <a:pt x="684132" y="757262"/>
                  </a:lnTo>
                  <a:lnTo>
                    <a:pt x="713469" y="721038"/>
                  </a:lnTo>
                  <a:lnTo>
                    <a:pt x="739118" y="681397"/>
                  </a:lnTo>
                  <a:lnTo>
                    <a:pt x="760777" y="638671"/>
                  </a:lnTo>
                  <a:lnTo>
                    <a:pt x="778147" y="593195"/>
                  </a:lnTo>
                  <a:lnTo>
                    <a:pt x="790926" y="545300"/>
                  </a:lnTo>
                  <a:lnTo>
                    <a:pt x="798815" y="495319"/>
                  </a:lnTo>
                  <a:lnTo>
                    <a:pt x="801511" y="443585"/>
                  </a:lnTo>
                  <a:close/>
                </a:path>
              </a:pathLst>
            </a:custGeom>
            <a:ln w="29474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94890" y="4810085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400755" y="0"/>
                  </a:moveTo>
                  <a:lnTo>
                    <a:pt x="354019" y="2984"/>
                  </a:lnTo>
                  <a:lnTo>
                    <a:pt x="308866" y="11716"/>
                  </a:lnTo>
                  <a:lnTo>
                    <a:pt x="265597" y="25861"/>
                  </a:lnTo>
                  <a:lnTo>
                    <a:pt x="224514" y="45088"/>
                  </a:lnTo>
                  <a:lnTo>
                    <a:pt x="185915" y="69064"/>
                  </a:lnTo>
                  <a:lnTo>
                    <a:pt x="150104" y="97455"/>
                  </a:lnTo>
                  <a:lnTo>
                    <a:pt x="117379" y="129930"/>
                  </a:lnTo>
                  <a:lnTo>
                    <a:pt x="88042" y="166154"/>
                  </a:lnTo>
                  <a:lnTo>
                    <a:pt x="62393" y="205795"/>
                  </a:lnTo>
                  <a:lnTo>
                    <a:pt x="40733" y="248520"/>
                  </a:lnTo>
                  <a:lnTo>
                    <a:pt x="23363" y="293997"/>
                  </a:lnTo>
                  <a:lnTo>
                    <a:pt x="10584" y="341892"/>
                  </a:lnTo>
                  <a:lnTo>
                    <a:pt x="2696" y="391873"/>
                  </a:lnTo>
                  <a:lnTo>
                    <a:pt x="0" y="443606"/>
                  </a:lnTo>
                  <a:lnTo>
                    <a:pt x="2696" y="495340"/>
                  </a:lnTo>
                  <a:lnTo>
                    <a:pt x="10584" y="545320"/>
                  </a:lnTo>
                  <a:lnTo>
                    <a:pt x="23363" y="593216"/>
                  </a:lnTo>
                  <a:lnTo>
                    <a:pt x="40733" y="638692"/>
                  </a:lnTo>
                  <a:lnTo>
                    <a:pt x="62393" y="681418"/>
                  </a:lnTo>
                  <a:lnTo>
                    <a:pt x="88042" y="721059"/>
                  </a:lnTo>
                  <a:lnTo>
                    <a:pt x="117379" y="757283"/>
                  </a:lnTo>
                  <a:lnTo>
                    <a:pt x="150104" y="789757"/>
                  </a:lnTo>
                  <a:lnTo>
                    <a:pt x="185916" y="818148"/>
                  </a:lnTo>
                  <a:lnTo>
                    <a:pt x="224514" y="842124"/>
                  </a:lnTo>
                  <a:lnTo>
                    <a:pt x="265597" y="861351"/>
                  </a:lnTo>
                  <a:lnTo>
                    <a:pt x="308866" y="875497"/>
                  </a:lnTo>
                  <a:lnTo>
                    <a:pt x="354019" y="884228"/>
                  </a:lnTo>
                  <a:lnTo>
                    <a:pt x="400755" y="887213"/>
                  </a:lnTo>
                  <a:lnTo>
                    <a:pt x="447491" y="884228"/>
                  </a:lnTo>
                  <a:lnTo>
                    <a:pt x="492644" y="875497"/>
                  </a:lnTo>
                  <a:lnTo>
                    <a:pt x="535913" y="861351"/>
                  </a:lnTo>
                  <a:lnTo>
                    <a:pt x="576997" y="842124"/>
                  </a:lnTo>
                  <a:lnTo>
                    <a:pt x="615595" y="818148"/>
                  </a:lnTo>
                  <a:lnTo>
                    <a:pt x="651407" y="789757"/>
                  </a:lnTo>
                  <a:lnTo>
                    <a:pt x="684132" y="757283"/>
                  </a:lnTo>
                  <a:lnTo>
                    <a:pt x="713469" y="721059"/>
                  </a:lnTo>
                  <a:lnTo>
                    <a:pt x="739118" y="681418"/>
                  </a:lnTo>
                  <a:lnTo>
                    <a:pt x="760777" y="638692"/>
                  </a:lnTo>
                  <a:lnTo>
                    <a:pt x="778147" y="593216"/>
                  </a:lnTo>
                  <a:lnTo>
                    <a:pt x="790926" y="545320"/>
                  </a:lnTo>
                  <a:lnTo>
                    <a:pt x="798815" y="495340"/>
                  </a:lnTo>
                  <a:lnTo>
                    <a:pt x="801511" y="443606"/>
                  </a:lnTo>
                  <a:lnTo>
                    <a:pt x="798815" y="391873"/>
                  </a:lnTo>
                  <a:lnTo>
                    <a:pt x="790926" y="341892"/>
                  </a:lnTo>
                  <a:lnTo>
                    <a:pt x="778147" y="293997"/>
                  </a:lnTo>
                  <a:lnTo>
                    <a:pt x="760777" y="248520"/>
                  </a:lnTo>
                  <a:lnTo>
                    <a:pt x="739118" y="205795"/>
                  </a:lnTo>
                  <a:lnTo>
                    <a:pt x="713469" y="166154"/>
                  </a:lnTo>
                  <a:lnTo>
                    <a:pt x="684132" y="129930"/>
                  </a:lnTo>
                  <a:lnTo>
                    <a:pt x="651407" y="97455"/>
                  </a:lnTo>
                  <a:lnTo>
                    <a:pt x="615595" y="69064"/>
                  </a:lnTo>
                  <a:lnTo>
                    <a:pt x="576997" y="45088"/>
                  </a:lnTo>
                  <a:lnTo>
                    <a:pt x="535913" y="25861"/>
                  </a:lnTo>
                  <a:lnTo>
                    <a:pt x="492644" y="11716"/>
                  </a:lnTo>
                  <a:lnTo>
                    <a:pt x="447491" y="2984"/>
                  </a:lnTo>
                  <a:lnTo>
                    <a:pt x="4007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94890" y="4810085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801511" y="443606"/>
                  </a:moveTo>
                  <a:lnTo>
                    <a:pt x="798815" y="391873"/>
                  </a:lnTo>
                  <a:lnTo>
                    <a:pt x="790926" y="341892"/>
                  </a:lnTo>
                  <a:lnTo>
                    <a:pt x="778147" y="293997"/>
                  </a:lnTo>
                  <a:lnTo>
                    <a:pt x="760777" y="248520"/>
                  </a:lnTo>
                  <a:lnTo>
                    <a:pt x="739118" y="205795"/>
                  </a:lnTo>
                  <a:lnTo>
                    <a:pt x="713469" y="166154"/>
                  </a:lnTo>
                  <a:lnTo>
                    <a:pt x="684132" y="129930"/>
                  </a:lnTo>
                  <a:lnTo>
                    <a:pt x="651407" y="97455"/>
                  </a:lnTo>
                  <a:lnTo>
                    <a:pt x="615595" y="69064"/>
                  </a:lnTo>
                  <a:lnTo>
                    <a:pt x="576997" y="45088"/>
                  </a:lnTo>
                  <a:lnTo>
                    <a:pt x="535913" y="25861"/>
                  </a:lnTo>
                  <a:lnTo>
                    <a:pt x="492644" y="11716"/>
                  </a:lnTo>
                  <a:lnTo>
                    <a:pt x="447491" y="2984"/>
                  </a:lnTo>
                  <a:lnTo>
                    <a:pt x="400755" y="0"/>
                  </a:lnTo>
                  <a:lnTo>
                    <a:pt x="354019" y="2984"/>
                  </a:lnTo>
                  <a:lnTo>
                    <a:pt x="308866" y="11716"/>
                  </a:lnTo>
                  <a:lnTo>
                    <a:pt x="265597" y="25861"/>
                  </a:lnTo>
                  <a:lnTo>
                    <a:pt x="224514" y="45088"/>
                  </a:lnTo>
                  <a:lnTo>
                    <a:pt x="185915" y="69064"/>
                  </a:lnTo>
                  <a:lnTo>
                    <a:pt x="150104" y="97455"/>
                  </a:lnTo>
                  <a:lnTo>
                    <a:pt x="117379" y="129930"/>
                  </a:lnTo>
                  <a:lnTo>
                    <a:pt x="88042" y="166154"/>
                  </a:lnTo>
                  <a:lnTo>
                    <a:pt x="62393" y="205795"/>
                  </a:lnTo>
                  <a:lnTo>
                    <a:pt x="40733" y="248520"/>
                  </a:lnTo>
                  <a:lnTo>
                    <a:pt x="23363" y="293997"/>
                  </a:lnTo>
                  <a:lnTo>
                    <a:pt x="10584" y="341892"/>
                  </a:lnTo>
                  <a:lnTo>
                    <a:pt x="2696" y="391873"/>
                  </a:lnTo>
                  <a:lnTo>
                    <a:pt x="0" y="443606"/>
                  </a:lnTo>
                  <a:lnTo>
                    <a:pt x="2696" y="495340"/>
                  </a:lnTo>
                  <a:lnTo>
                    <a:pt x="10584" y="545320"/>
                  </a:lnTo>
                  <a:lnTo>
                    <a:pt x="23363" y="593216"/>
                  </a:lnTo>
                  <a:lnTo>
                    <a:pt x="40733" y="638692"/>
                  </a:lnTo>
                  <a:lnTo>
                    <a:pt x="62393" y="681418"/>
                  </a:lnTo>
                  <a:lnTo>
                    <a:pt x="88042" y="721059"/>
                  </a:lnTo>
                  <a:lnTo>
                    <a:pt x="117379" y="757283"/>
                  </a:lnTo>
                  <a:lnTo>
                    <a:pt x="150104" y="789757"/>
                  </a:lnTo>
                  <a:lnTo>
                    <a:pt x="185916" y="818148"/>
                  </a:lnTo>
                  <a:lnTo>
                    <a:pt x="224514" y="842124"/>
                  </a:lnTo>
                  <a:lnTo>
                    <a:pt x="265597" y="861351"/>
                  </a:lnTo>
                  <a:lnTo>
                    <a:pt x="308866" y="875497"/>
                  </a:lnTo>
                  <a:lnTo>
                    <a:pt x="354019" y="884228"/>
                  </a:lnTo>
                  <a:lnTo>
                    <a:pt x="400755" y="887213"/>
                  </a:lnTo>
                  <a:lnTo>
                    <a:pt x="447491" y="884228"/>
                  </a:lnTo>
                  <a:lnTo>
                    <a:pt x="492644" y="875497"/>
                  </a:lnTo>
                  <a:lnTo>
                    <a:pt x="535913" y="861351"/>
                  </a:lnTo>
                  <a:lnTo>
                    <a:pt x="576997" y="842124"/>
                  </a:lnTo>
                  <a:lnTo>
                    <a:pt x="615595" y="818148"/>
                  </a:lnTo>
                  <a:lnTo>
                    <a:pt x="651407" y="789757"/>
                  </a:lnTo>
                  <a:lnTo>
                    <a:pt x="684132" y="757283"/>
                  </a:lnTo>
                  <a:lnTo>
                    <a:pt x="713469" y="721059"/>
                  </a:lnTo>
                  <a:lnTo>
                    <a:pt x="739118" y="681418"/>
                  </a:lnTo>
                  <a:lnTo>
                    <a:pt x="760777" y="638692"/>
                  </a:lnTo>
                  <a:lnTo>
                    <a:pt x="778147" y="593216"/>
                  </a:lnTo>
                  <a:lnTo>
                    <a:pt x="790926" y="545320"/>
                  </a:lnTo>
                  <a:lnTo>
                    <a:pt x="798815" y="495340"/>
                  </a:lnTo>
                  <a:lnTo>
                    <a:pt x="801511" y="443606"/>
                  </a:lnTo>
                  <a:close/>
                </a:path>
              </a:pathLst>
            </a:custGeom>
            <a:ln w="29474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90926" y="2330890"/>
              <a:ext cx="1557655" cy="2849880"/>
            </a:xfrm>
            <a:custGeom>
              <a:avLst/>
              <a:gdLst/>
              <a:ahLst/>
              <a:cxnLst/>
              <a:rect l="l" t="t" r="r" b="b"/>
              <a:pathLst>
                <a:path w="1557654" h="2849879">
                  <a:moveTo>
                    <a:pt x="1547844" y="2135371"/>
                  </a:moveTo>
                  <a:lnTo>
                    <a:pt x="4705" y="0"/>
                  </a:lnTo>
                  <a:lnTo>
                    <a:pt x="1557594" y="668055"/>
                  </a:lnTo>
                </a:path>
                <a:path w="1557654" h="2849879">
                  <a:moveTo>
                    <a:pt x="1547844" y="2135371"/>
                  </a:moveTo>
                  <a:lnTo>
                    <a:pt x="4349" y="1441934"/>
                  </a:lnTo>
                  <a:lnTo>
                    <a:pt x="1557594" y="668055"/>
                  </a:lnTo>
                </a:path>
                <a:path w="1557654" h="2849879">
                  <a:moveTo>
                    <a:pt x="1547844" y="2135371"/>
                  </a:moveTo>
                  <a:lnTo>
                    <a:pt x="0" y="2849687"/>
                  </a:lnTo>
                  <a:lnTo>
                    <a:pt x="1557594" y="668055"/>
                  </a:lnTo>
                </a:path>
              </a:pathLst>
            </a:custGeom>
            <a:ln w="148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93961" y="2522030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400849" y="0"/>
                  </a:moveTo>
                  <a:lnTo>
                    <a:pt x="354094" y="2984"/>
                  </a:lnTo>
                  <a:lnTo>
                    <a:pt x="308925" y="11715"/>
                  </a:lnTo>
                  <a:lnTo>
                    <a:pt x="265643" y="25860"/>
                  </a:lnTo>
                  <a:lnTo>
                    <a:pt x="224548" y="45086"/>
                  </a:lnTo>
                  <a:lnTo>
                    <a:pt x="185940" y="69059"/>
                  </a:lnTo>
                  <a:lnTo>
                    <a:pt x="150121" y="97447"/>
                  </a:lnTo>
                  <a:lnTo>
                    <a:pt x="117390" y="129917"/>
                  </a:lnTo>
                  <a:lnTo>
                    <a:pt x="88049" y="166134"/>
                  </a:lnTo>
                  <a:lnTo>
                    <a:pt x="62397" y="205767"/>
                  </a:lnTo>
                  <a:lnTo>
                    <a:pt x="40735" y="248482"/>
                  </a:lnTo>
                  <a:lnTo>
                    <a:pt x="23364" y="293946"/>
                  </a:lnTo>
                  <a:lnTo>
                    <a:pt x="10584" y="341826"/>
                  </a:lnTo>
                  <a:lnTo>
                    <a:pt x="2696" y="391789"/>
                  </a:lnTo>
                  <a:lnTo>
                    <a:pt x="0" y="443502"/>
                  </a:lnTo>
                  <a:lnTo>
                    <a:pt x="2696" y="495257"/>
                  </a:lnTo>
                  <a:lnTo>
                    <a:pt x="10584" y="545255"/>
                  </a:lnTo>
                  <a:lnTo>
                    <a:pt x="23364" y="593165"/>
                  </a:lnTo>
                  <a:lnTo>
                    <a:pt x="40735" y="638654"/>
                  </a:lnTo>
                  <a:lnTo>
                    <a:pt x="62397" y="681390"/>
                  </a:lnTo>
                  <a:lnTo>
                    <a:pt x="88049" y="721039"/>
                  </a:lnTo>
                  <a:lnTo>
                    <a:pt x="117390" y="757270"/>
                  </a:lnTo>
                  <a:lnTo>
                    <a:pt x="150121" y="789749"/>
                  </a:lnTo>
                  <a:lnTo>
                    <a:pt x="185940" y="818143"/>
                  </a:lnTo>
                  <a:lnTo>
                    <a:pt x="224548" y="842121"/>
                  </a:lnTo>
                  <a:lnTo>
                    <a:pt x="265643" y="861350"/>
                  </a:lnTo>
                  <a:lnTo>
                    <a:pt x="308925" y="875496"/>
                  </a:lnTo>
                  <a:lnTo>
                    <a:pt x="354094" y="884228"/>
                  </a:lnTo>
                  <a:lnTo>
                    <a:pt x="400849" y="887213"/>
                  </a:lnTo>
                  <a:lnTo>
                    <a:pt x="447566" y="884228"/>
                  </a:lnTo>
                  <a:lnTo>
                    <a:pt x="492703" y="875496"/>
                  </a:lnTo>
                  <a:lnTo>
                    <a:pt x="535958" y="861350"/>
                  </a:lnTo>
                  <a:lnTo>
                    <a:pt x="577031" y="842121"/>
                  </a:lnTo>
                  <a:lnTo>
                    <a:pt x="615620" y="818143"/>
                  </a:lnTo>
                  <a:lnTo>
                    <a:pt x="651424" y="789749"/>
                  </a:lnTo>
                  <a:lnTo>
                    <a:pt x="684143" y="757270"/>
                  </a:lnTo>
                  <a:lnTo>
                    <a:pt x="713476" y="721039"/>
                  </a:lnTo>
                  <a:lnTo>
                    <a:pt x="739122" y="681390"/>
                  </a:lnTo>
                  <a:lnTo>
                    <a:pt x="760779" y="638654"/>
                  </a:lnTo>
                  <a:lnTo>
                    <a:pt x="778148" y="593165"/>
                  </a:lnTo>
                  <a:lnTo>
                    <a:pt x="790927" y="545255"/>
                  </a:lnTo>
                  <a:lnTo>
                    <a:pt x="798815" y="495257"/>
                  </a:lnTo>
                  <a:lnTo>
                    <a:pt x="801511" y="443502"/>
                  </a:lnTo>
                  <a:lnTo>
                    <a:pt x="798815" y="391789"/>
                  </a:lnTo>
                  <a:lnTo>
                    <a:pt x="790927" y="341826"/>
                  </a:lnTo>
                  <a:lnTo>
                    <a:pt x="778148" y="293946"/>
                  </a:lnTo>
                  <a:lnTo>
                    <a:pt x="760779" y="248482"/>
                  </a:lnTo>
                  <a:lnTo>
                    <a:pt x="739122" y="205767"/>
                  </a:lnTo>
                  <a:lnTo>
                    <a:pt x="713476" y="166134"/>
                  </a:lnTo>
                  <a:lnTo>
                    <a:pt x="684143" y="129917"/>
                  </a:lnTo>
                  <a:lnTo>
                    <a:pt x="651424" y="97447"/>
                  </a:lnTo>
                  <a:lnTo>
                    <a:pt x="615620" y="69059"/>
                  </a:lnTo>
                  <a:lnTo>
                    <a:pt x="577031" y="45086"/>
                  </a:lnTo>
                  <a:lnTo>
                    <a:pt x="535958" y="25860"/>
                  </a:lnTo>
                  <a:lnTo>
                    <a:pt x="492703" y="11715"/>
                  </a:lnTo>
                  <a:lnTo>
                    <a:pt x="447566" y="2984"/>
                  </a:lnTo>
                  <a:lnTo>
                    <a:pt x="400849" y="0"/>
                  </a:lnTo>
                  <a:close/>
                </a:path>
              </a:pathLst>
            </a:custGeom>
            <a:solidFill>
              <a:srgbClr val="FBEB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93961" y="2522030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801511" y="443502"/>
                  </a:moveTo>
                  <a:lnTo>
                    <a:pt x="798815" y="391789"/>
                  </a:lnTo>
                  <a:lnTo>
                    <a:pt x="790927" y="341826"/>
                  </a:lnTo>
                  <a:lnTo>
                    <a:pt x="778148" y="293946"/>
                  </a:lnTo>
                  <a:lnTo>
                    <a:pt x="760779" y="248482"/>
                  </a:lnTo>
                  <a:lnTo>
                    <a:pt x="739122" y="205767"/>
                  </a:lnTo>
                  <a:lnTo>
                    <a:pt x="713476" y="166134"/>
                  </a:lnTo>
                  <a:lnTo>
                    <a:pt x="684143" y="129917"/>
                  </a:lnTo>
                  <a:lnTo>
                    <a:pt x="651424" y="97447"/>
                  </a:lnTo>
                  <a:lnTo>
                    <a:pt x="615620" y="69059"/>
                  </a:lnTo>
                  <a:lnTo>
                    <a:pt x="577031" y="45086"/>
                  </a:lnTo>
                  <a:lnTo>
                    <a:pt x="535958" y="25860"/>
                  </a:lnTo>
                  <a:lnTo>
                    <a:pt x="492703" y="11715"/>
                  </a:lnTo>
                  <a:lnTo>
                    <a:pt x="447566" y="2984"/>
                  </a:lnTo>
                  <a:lnTo>
                    <a:pt x="400849" y="0"/>
                  </a:lnTo>
                  <a:lnTo>
                    <a:pt x="354094" y="2984"/>
                  </a:lnTo>
                  <a:lnTo>
                    <a:pt x="308925" y="11715"/>
                  </a:lnTo>
                  <a:lnTo>
                    <a:pt x="265643" y="25860"/>
                  </a:lnTo>
                  <a:lnTo>
                    <a:pt x="224548" y="45086"/>
                  </a:lnTo>
                  <a:lnTo>
                    <a:pt x="185940" y="69059"/>
                  </a:lnTo>
                  <a:lnTo>
                    <a:pt x="150121" y="97447"/>
                  </a:lnTo>
                  <a:lnTo>
                    <a:pt x="117390" y="129917"/>
                  </a:lnTo>
                  <a:lnTo>
                    <a:pt x="88049" y="166134"/>
                  </a:lnTo>
                  <a:lnTo>
                    <a:pt x="62397" y="205767"/>
                  </a:lnTo>
                  <a:lnTo>
                    <a:pt x="40735" y="248482"/>
                  </a:lnTo>
                  <a:lnTo>
                    <a:pt x="23364" y="293946"/>
                  </a:lnTo>
                  <a:lnTo>
                    <a:pt x="10584" y="341826"/>
                  </a:lnTo>
                  <a:lnTo>
                    <a:pt x="2696" y="391789"/>
                  </a:lnTo>
                  <a:lnTo>
                    <a:pt x="0" y="443502"/>
                  </a:lnTo>
                  <a:lnTo>
                    <a:pt x="2696" y="495257"/>
                  </a:lnTo>
                  <a:lnTo>
                    <a:pt x="10584" y="545255"/>
                  </a:lnTo>
                  <a:lnTo>
                    <a:pt x="23364" y="593165"/>
                  </a:lnTo>
                  <a:lnTo>
                    <a:pt x="40735" y="638654"/>
                  </a:lnTo>
                  <a:lnTo>
                    <a:pt x="62397" y="681390"/>
                  </a:lnTo>
                  <a:lnTo>
                    <a:pt x="88049" y="721039"/>
                  </a:lnTo>
                  <a:lnTo>
                    <a:pt x="117390" y="757270"/>
                  </a:lnTo>
                  <a:lnTo>
                    <a:pt x="150121" y="789749"/>
                  </a:lnTo>
                  <a:lnTo>
                    <a:pt x="185940" y="818143"/>
                  </a:lnTo>
                  <a:lnTo>
                    <a:pt x="224548" y="842121"/>
                  </a:lnTo>
                  <a:lnTo>
                    <a:pt x="265643" y="861350"/>
                  </a:lnTo>
                  <a:lnTo>
                    <a:pt x="308925" y="875496"/>
                  </a:lnTo>
                  <a:lnTo>
                    <a:pt x="354094" y="884228"/>
                  </a:lnTo>
                  <a:lnTo>
                    <a:pt x="400849" y="887213"/>
                  </a:lnTo>
                  <a:lnTo>
                    <a:pt x="447566" y="884228"/>
                  </a:lnTo>
                  <a:lnTo>
                    <a:pt x="492703" y="875496"/>
                  </a:lnTo>
                  <a:lnTo>
                    <a:pt x="535958" y="861350"/>
                  </a:lnTo>
                  <a:lnTo>
                    <a:pt x="577031" y="842121"/>
                  </a:lnTo>
                  <a:lnTo>
                    <a:pt x="615620" y="818143"/>
                  </a:lnTo>
                  <a:lnTo>
                    <a:pt x="651424" y="789749"/>
                  </a:lnTo>
                  <a:lnTo>
                    <a:pt x="684143" y="757270"/>
                  </a:lnTo>
                  <a:lnTo>
                    <a:pt x="713476" y="721039"/>
                  </a:lnTo>
                  <a:lnTo>
                    <a:pt x="739122" y="681390"/>
                  </a:lnTo>
                  <a:lnTo>
                    <a:pt x="760779" y="638654"/>
                  </a:lnTo>
                  <a:lnTo>
                    <a:pt x="778148" y="593165"/>
                  </a:lnTo>
                  <a:lnTo>
                    <a:pt x="790927" y="545255"/>
                  </a:lnTo>
                  <a:lnTo>
                    <a:pt x="798815" y="495257"/>
                  </a:lnTo>
                  <a:lnTo>
                    <a:pt x="801511" y="443502"/>
                  </a:lnTo>
                  <a:close/>
                </a:path>
              </a:pathLst>
            </a:custGeom>
            <a:ln w="2947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93961" y="4086306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400849" y="0"/>
                  </a:moveTo>
                  <a:lnTo>
                    <a:pt x="354094" y="2984"/>
                  </a:lnTo>
                  <a:lnTo>
                    <a:pt x="308925" y="11716"/>
                  </a:lnTo>
                  <a:lnTo>
                    <a:pt x="265643" y="25861"/>
                  </a:lnTo>
                  <a:lnTo>
                    <a:pt x="224548" y="45088"/>
                  </a:lnTo>
                  <a:lnTo>
                    <a:pt x="185940" y="69064"/>
                  </a:lnTo>
                  <a:lnTo>
                    <a:pt x="150121" y="97455"/>
                  </a:lnTo>
                  <a:lnTo>
                    <a:pt x="117390" y="129930"/>
                  </a:lnTo>
                  <a:lnTo>
                    <a:pt x="88049" y="166154"/>
                  </a:lnTo>
                  <a:lnTo>
                    <a:pt x="62397" y="205795"/>
                  </a:lnTo>
                  <a:lnTo>
                    <a:pt x="40735" y="248520"/>
                  </a:lnTo>
                  <a:lnTo>
                    <a:pt x="23364" y="293997"/>
                  </a:lnTo>
                  <a:lnTo>
                    <a:pt x="10584" y="341892"/>
                  </a:lnTo>
                  <a:lnTo>
                    <a:pt x="2696" y="391873"/>
                  </a:lnTo>
                  <a:lnTo>
                    <a:pt x="0" y="443606"/>
                  </a:lnTo>
                  <a:lnTo>
                    <a:pt x="2696" y="495340"/>
                  </a:lnTo>
                  <a:lnTo>
                    <a:pt x="10584" y="545320"/>
                  </a:lnTo>
                  <a:lnTo>
                    <a:pt x="23364" y="593216"/>
                  </a:lnTo>
                  <a:lnTo>
                    <a:pt x="40735" y="638692"/>
                  </a:lnTo>
                  <a:lnTo>
                    <a:pt x="62397" y="681418"/>
                  </a:lnTo>
                  <a:lnTo>
                    <a:pt x="88049" y="721059"/>
                  </a:lnTo>
                  <a:lnTo>
                    <a:pt x="117390" y="757283"/>
                  </a:lnTo>
                  <a:lnTo>
                    <a:pt x="150121" y="789757"/>
                  </a:lnTo>
                  <a:lnTo>
                    <a:pt x="185940" y="818148"/>
                  </a:lnTo>
                  <a:lnTo>
                    <a:pt x="224548" y="842124"/>
                  </a:lnTo>
                  <a:lnTo>
                    <a:pt x="265643" y="861351"/>
                  </a:lnTo>
                  <a:lnTo>
                    <a:pt x="308925" y="875497"/>
                  </a:lnTo>
                  <a:lnTo>
                    <a:pt x="354094" y="884228"/>
                  </a:lnTo>
                  <a:lnTo>
                    <a:pt x="400849" y="887213"/>
                  </a:lnTo>
                  <a:lnTo>
                    <a:pt x="447566" y="884228"/>
                  </a:lnTo>
                  <a:lnTo>
                    <a:pt x="492703" y="875497"/>
                  </a:lnTo>
                  <a:lnTo>
                    <a:pt x="535958" y="861351"/>
                  </a:lnTo>
                  <a:lnTo>
                    <a:pt x="577031" y="842124"/>
                  </a:lnTo>
                  <a:lnTo>
                    <a:pt x="615620" y="818148"/>
                  </a:lnTo>
                  <a:lnTo>
                    <a:pt x="651424" y="789757"/>
                  </a:lnTo>
                  <a:lnTo>
                    <a:pt x="684143" y="757283"/>
                  </a:lnTo>
                  <a:lnTo>
                    <a:pt x="713476" y="721059"/>
                  </a:lnTo>
                  <a:lnTo>
                    <a:pt x="739122" y="681418"/>
                  </a:lnTo>
                  <a:lnTo>
                    <a:pt x="760779" y="638692"/>
                  </a:lnTo>
                  <a:lnTo>
                    <a:pt x="778148" y="593216"/>
                  </a:lnTo>
                  <a:lnTo>
                    <a:pt x="790927" y="545320"/>
                  </a:lnTo>
                  <a:lnTo>
                    <a:pt x="798815" y="495340"/>
                  </a:lnTo>
                  <a:lnTo>
                    <a:pt x="801511" y="443606"/>
                  </a:lnTo>
                  <a:lnTo>
                    <a:pt x="798815" y="391873"/>
                  </a:lnTo>
                  <a:lnTo>
                    <a:pt x="790927" y="341892"/>
                  </a:lnTo>
                  <a:lnTo>
                    <a:pt x="778148" y="293997"/>
                  </a:lnTo>
                  <a:lnTo>
                    <a:pt x="760779" y="248520"/>
                  </a:lnTo>
                  <a:lnTo>
                    <a:pt x="739122" y="205795"/>
                  </a:lnTo>
                  <a:lnTo>
                    <a:pt x="713476" y="166154"/>
                  </a:lnTo>
                  <a:lnTo>
                    <a:pt x="684143" y="129930"/>
                  </a:lnTo>
                  <a:lnTo>
                    <a:pt x="651424" y="97455"/>
                  </a:lnTo>
                  <a:lnTo>
                    <a:pt x="615620" y="69064"/>
                  </a:lnTo>
                  <a:lnTo>
                    <a:pt x="577031" y="45088"/>
                  </a:lnTo>
                  <a:lnTo>
                    <a:pt x="535958" y="25861"/>
                  </a:lnTo>
                  <a:lnTo>
                    <a:pt x="492703" y="11716"/>
                  </a:lnTo>
                  <a:lnTo>
                    <a:pt x="447566" y="2984"/>
                  </a:lnTo>
                  <a:lnTo>
                    <a:pt x="400849" y="0"/>
                  </a:lnTo>
                  <a:close/>
                </a:path>
              </a:pathLst>
            </a:custGeom>
            <a:solidFill>
              <a:srgbClr val="FBEB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93961" y="4086306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801511" y="443606"/>
                  </a:moveTo>
                  <a:lnTo>
                    <a:pt x="798815" y="391873"/>
                  </a:lnTo>
                  <a:lnTo>
                    <a:pt x="790927" y="341892"/>
                  </a:lnTo>
                  <a:lnTo>
                    <a:pt x="778148" y="293997"/>
                  </a:lnTo>
                  <a:lnTo>
                    <a:pt x="760779" y="248520"/>
                  </a:lnTo>
                  <a:lnTo>
                    <a:pt x="739122" y="205795"/>
                  </a:lnTo>
                  <a:lnTo>
                    <a:pt x="713476" y="166154"/>
                  </a:lnTo>
                  <a:lnTo>
                    <a:pt x="684143" y="129930"/>
                  </a:lnTo>
                  <a:lnTo>
                    <a:pt x="651424" y="97455"/>
                  </a:lnTo>
                  <a:lnTo>
                    <a:pt x="615620" y="69064"/>
                  </a:lnTo>
                  <a:lnTo>
                    <a:pt x="577031" y="45088"/>
                  </a:lnTo>
                  <a:lnTo>
                    <a:pt x="535958" y="25861"/>
                  </a:lnTo>
                  <a:lnTo>
                    <a:pt x="492703" y="11716"/>
                  </a:lnTo>
                  <a:lnTo>
                    <a:pt x="447566" y="2984"/>
                  </a:lnTo>
                  <a:lnTo>
                    <a:pt x="400849" y="0"/>
                  </a:lnTo>
                  <a:lnTo>
                    <a:pt x="354094" y="2984"/>
                  </a:lnTo>
                  <a:lnTo>
                    <a:pt x="308925" y="11716"/>
                  </a:lnTo>
                  <a:lnTo>
                    <a:pt x="265643" y="25861"/>
                  </a:lnTo>
                  <a:lnTo>
                    <a:pt x="224548" y="45088"/>
                  </a:lnTo>
                  <a:lnTo>
                    <a:pt x="185940" y="69064"/>
                  </a:lnTo>
                  <a:lnTo>
                    <a:pt x="150121" y="97455"/>
                  </a:lnTo>
                  <a:lnTo>
                    <a:pt x="117390" y="129930"/>
                  </a:lnTo>
                  <a:lnTo>
                    <a:pt x="88049" y="166154"/>
                  </a:lnTo>
                  <a:lnTo>
                    <a:pt x="62397" y="205795"/>
                  </a:lnTo>
                  <a:lnTo>
                    <a:pt x="40735" y="248520"/>
                  </a:lnTo>
                  <a:lnTo>
                    <a:pt x="23364" y="293997"/>
                  </a:lnTo>
                  <a:lnTo>
                    <a:pt x="10584" y="341892"/>
                  </a:lnTo>
                  <a:lnTo>
                    <a:pt x="2696" y="391873"/>
                  </a:lnTo>
                  <a:lnTo>
                    <a:pt x="0" y="443606"/>
                  </a:lnTo>
                  <a:lnTo>
                    <a:pt x="2696" y="495340"/>
                  </a:lnTo>
                  <a:lnTo>
                    <a:pt x="10584" y="545320"/>
                  </a:lnTo>
                  <a:lnTo>
                    <a:pt x="23364" y="593216"/>
                  </a:lnTo>
                  <a:lnTo>
                    <a:pt x="40735" y="638692"/>
                  </a:lnTo>
                  <a:lnTo>
                    <a:pt x="62397" y="681418"/>
                  </a:lnTo>
                  <a:lnTo>
                    <a:pt x="88049" y="721059"/>
                  </a:lnTo>
                  <a:lnTo>
                    <a:pt x="117390" y="757283"/>
                  </a:lnTo>
                  <a:lnTo>
                    <a:pt x="150121" y="789757"/>
                  </a:lnTo>
                  <a:lnTo>
                    <a:pt x="185940" y="818148"/>
                  </a:lnTo>
                  <a:lnTo>
                    <a:pt x="224548" y="842124"/>
                  </a:lnTo>
                  <a:lnTo>
                    <a:pt x="265643" y="861351"/>
                  </a:lnTo>
                  <a:lnTo>
                    <a:pt x="308925" y="875497"/>
                  </a:lnTo>
                  <a:lnTo>
                    <a:pt x="354094" y="884228"/>
                  </a:lnTo>
                  <a:lnTo>
                    <a:pt x="400849" y="887213"/>
                  </a:lnTo>
                  <a:lnTo>
                    <a:pt x="447566" y="884228"/>
                  </a:lnTo>
                  <a:lnTo>
                    <a:pt x="492703" y="875497"/>
                  </a:lnTo>
                  <a:lnTo>
                    <a:pt x="535958" y="861351"/>
                  </a:lnTo>
                  <a:lnTo>
                    <a:pt x="577031" y="842124"/>
                  </a:lnTo>
                  <a:lnTo>
                    <a:pt x="615620" y="818148"/>
                  </a:lnTo>
                  <a:lnTo>
                    <a:pt x="651424" y="789757"/>
                  </a:lnTo>
                  <a:lnTo>
                    <a:pt x="684143" y="757283"/>
                  </a:lnTo>
                  <a:lnTo>
                    <a:pt x="713476" y="721059"/>
                  </a:lnTo>
                  <a:lnTo>
                    <a:pt x="739122" y="681418"/>
                  </a:lnTo>
                  <a:lnTo>
                    <a:pt x="760779" y="638692"/>
                  </a:lnTo>
                  <a:lnTo>
                    <a:pt x="778148" y="593216"/>
                  </a:lnTo>
                  <a:lnTo>
                    <a:pt x="790927" y="545320"/>
                  </a:lnTo>
                  <a:lnTo>
                    <a:pt x="798815" y="495340"/>
                  </a:lnTo>
                  <a:lnTo>
                    <a:pt x="801511" y="443606"/>
                  </a:lnTo>
                  <a:close/>
                </a:path>
              </a:pathLst>
            </a:custGeom>
            <a:ln w="2947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95472" y="2416394"/>
              <a:ext cx="1502410" cy="1323340"/>
            </a:xfrm>
            <a:custGeom>
              <a:avLst/>
              <a:gdLst/>
              <a:ahLst/>
              <a:cxnLst/>
              <a:rect l="l" t="t" r="r" b="b"/>
              <a:pathLst>
                <a:path w="1502409" h="1323339">
                  <a:moveTo>
                    <a:pt x="1502153" y="1323016"/>
                  </a:moveTo>
                  <a:lnTo>
                    <a:pt x="0" y="556609"/>
                  </a:lnTo>
                  <a:lnTo>
                    <a:pt x="1501028" y="0"/>
                  </a:lnTo>
                </a:path>
              </a:pathLst>
            </a:custGeom>
            <a:ln w="149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95472" y="2973004"/>
              <a:ext cx="1504315" cy="2202815"/>
            </a:xfrm>
            <a:custGeom>
              <a:avLst/>
              <a:gdLst/>
              <a:ahLst/>
              <a:cxnLst/>
              <a:rect l="l" t="t" r="r" b="b"/>
              <a:pathLst>
                <a:path w="1504315" h="2202815">
                  <a:moveTo>
                    <a:pt x="0" y="0"/>
                  </a:moveTo>
                  <a:lnTo>
                    <a:pt x="1503841" y="2202737"/>
                  </a:lnTo>
                </a:path>
              </a:pathLst>
            </a:custGeom>
            <a:ln w="145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90035" y="2416394"/>
              <a:ext cx="1508125" cy="2040889"/>
            </a:xfrm>
            <a:custGeom>
              <a:avLst/>
              <a:gdLst/>
              <a:ahLst/>
              <a:cxnLst/>
              <a:rect l="l" t="t" r="r" b="b"/>
              <a:pathLst>
                <a:path w="1508125" h="2040889">
                  <a:moveTo>
                    <a:pt x="1507591" y="1323016"/>
                  </a:moveTo>
                  <a:lnTo>
                    <a:pt x="0" y="2040590"/>
                  </a:lnTo>
                  <a:lnTo>
                    <a:pt x="1506466" y="0"/>
                  </a:lnTo>
                </a:path>
              </a:pathLst>
            </a:custGeom>
            <a:ln w="146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90035" y="4456984"/>
              <a:ext cx="1509395" cy="718820"/>
            </a:xfrm>
            <a:custGeom>
              <a:avLst/>
              <a:gdLst/>
              <a:ahLst/>
              <a:cxnLst/>
              <a:rect l="l" t="t" r="r" b="b"/>
              <a:pathLst>
                <a:path w="1509395" h="718820">
                  <a:moveTo>
                    <a:pt x="0" y="0"/>
                  </a:moveTo>
                  <a:lnTo>
                    <a:pt x="1509278" y="718756"/>
                  </a:lnTo>
                </a:path>
              </a:pathLst>
            </a:custGeom>
            <a:ln w="15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93127" y="4810085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400661" y="0"/>
                  </a:moveTo>
                  <a:lnTo>
                    <a:pt x="353909" y="2984"/>
                  </a:lnTo>
                  <a:lnTo>
                    <a:pt x="308748" y="11716"/>
                  </a:lnTo>
                  <a:lnTo>
                    <a:pt x="265478" y="25861"/>
                  </a:lnTo>
                  <a:lnTo>
                    <a:pt x="224397" y="45088"/>
                  </a:lnTo>
                  <a:lnTo>
                    <a:pt x="185808" y="69064"/>
                  </a:lnTo>
                  <a:lnTo>
                    <a:pt x="150007" y="97455"/>
                  </a:lnTo>
                  <a:lnTo>
                    <a:pt x="117297" y="129930"/>
                  </a:lnTo>
                  <a:lnTo>
                    <a:pt x="87975" y="166154"/>
                  </a:lnTo>
                  <a:lnTo>
                    <a:pt x="62342" y="205795"/>
                  </a:lnTo>
                  <a:lnTo>
                    <a:pt x="40698" y="248520"/>
                  </a:lnTo>
                  <a:lnTo>
                    <a:pt x="23342" y="293997"/>
                  </a:lnTo>
                  <a:lnTo>
                    <a:pt x="10574" y="341892"/>
                  </a:lnTo>
                  <a:lnTo>
                    <a:pt x="2693" y="391873"/>
                  </a:lnTo>
                  <a:lnTo>
                    <a:pt x="0" y="443606"/>
                  </a:lnTo>
                  <a:lnTo>
                    <a:pt x="2693" y="495340"/>
                  </a:lnTo>
                  <a:lnTo>
                    <a:pt x="10574" y="545320"/>
                  </a:lnTo>
                  <a:lnTo>
                    <a:pt x="23342" y="593216"/>
                  </a:lnTo>
                  <a:lnTo>
                    <a:pt x="40698" y="638692"/>
                  </a:lnTo>
                  <a:lnTo>
                    <a:pt x="62342" y="681418"/>
                  </a:lnTo>
                  <a:lnTo>
                    <a:pt x="87975" y="721059"/>
                  </a:lnTo>
                  <a:lnTo>
                    <a:pt x="117297" y="757283"/>
                  </a:lnTo>
                  <a:lnTo>
                    <a:pt x="150007" y="789757"/>
                  </a:lnTo>
                  <a:lnTo>
                    <a:pt x="185808" y="818148"/>
                  </a:lnTo>
                  <a:lnTo>
                    <a:pt x="224398" y="842124"/>
                  </a:lnTo>
                  <a:lnTo>
                    <a:pt x="265478" y="861351"/>
                  </a:lnTo>
                  <a:lnTo>
                    <a:pt x="308748" y="875497"/>
                  </a:lnTo>
                  <a:lnTo>
                    <a:pt x="353909" y="884228"/>
                  </a:lnTo>
                  <a:lnTo>
                    <a:pt x="400661" y="887213"/>
                  </a:lnTo>
                  <a:lnTo>
                    <a:pt x="447416" y="884228"/>
                  </a:lnTo>
                  <a:lnTo>
                    <a:pt x="492585" y="875497"/>
                  </a:lnTo>
                  <a:lnTo>
                    <a:pt x="535867" y="861351"/>
                  </a:lnTo>
                  <a:lnTo>
                    <a:pt x="576962" y="842124"/>
                  </a:lnTo>
                  <a:lnTo>
                    <a:pt x="615570" y="818148"/>
                  </a:lnTo>
                  <a:lnTo>
                    <a:pt x="651389" y="789757"/>
                  </a:lnTo>
                  <a:lnTo>
                    <a:pt x="684120" y="757283"/>
                  </a:lnTo>
                  <a:lnTo>
                    <a:pt x="713461" y="721059"/>
                  </a:lnTo>
                  <a:lnTo>
                    <a:pt x="739113" y="681418"/>
                  </a:lnTo>
                  <a:lnTo>
                    <a:pt x="760775" y="638692"/>
                  </a:lnTo>
                  <a:lnTo>
                    <a:pt x="778146" y="593216"/>
                  </a:lnTo>
                  <a:lnTo>
                    <a:pt x="790926" y="545320"/>
                  </a:lnTo>
                  <a:lnTo>
                    <a:pt x="798815" y="495340"/>
                  </a:lnTo>
                  <a:lnTo>
                    <a:pt x="801511" y="443606"/>
                  </a:lnTo>
                  <a:lnTo>
                    <a:pt x="798815" y="391873"/>
                  </a:lnTo>
                  <a:lnTo>
                    <a:pt x="790926" y="341892"/>
                  </a:lnTo>
                  <a:lnTo>
                    <a:pt x="778146" y="293997"/>
                  </a:lnTo>
                  <a:lnTo>
                    <a:pt x="760775" y="248520"/>
                  </a:lnTo>
                  <a:lnTo>
                    <a:pt x="739113" y="205795"/>
                  </a:lnTo>
                  <a:lnTo>
                    <a:pt x="713461" y="166154"/>
                  </a:lnTo>
                  <a:lnTo>
                    <a:pt x="684120" y="129930"/>
                  </a:lnTo>
                  <a:lnTo>
                    <a:pt x="651389" y="97455"/>
                  </a:lnTo>
                  <a:lnTo>
                    <a:pt x="615570" y="69064"/>
                  </a:lnTo>
                  <a:lnTo>
                    <a:pt x="576962" y="45088"/>
                  </a:lnTo>
                  <a:lnTo>
                    <a:pt x="535867" y="25861"/>
                  </a:lnTo>
                  <a:lnTo>
                    <a:pt x="492585" y="11716"/>
                  </a:lnTo>
                  <a:lnTo>
                    <a:pt x="447416" y="2984"/>
                  </a:lnTo>
                  <a:lnTo>
                    <a:pt x="400661" y="0"/>
                  </a:lnTo>
                  <a:close/>
                </a:path>
              </a:pathLst>
            </a:custGeom>
            <a:solidFill>
              <a:srgbClr val="EBF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93127" y="4810085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801511" y="443606"/>
                  </a:moveTo>
                  <a:lnTo>
                    <a:pt x="798815" y="391873"/>
                  </a:lnTo>
                  <a:lnTo>
                    <a:pt x="790926" y="341892"/>
                  </a:lnTo>
                  <a:lnTo>
                    <a:pt x="778146" y="293997"/>
                  </a:lnTo>
                  <a:lnTo>
                    <a:pt x="760775" y="248520"/>
                  </a:lnTo>
                  <a:lnTo>
                    <a:pt x="739113" y="205795"/>
                  </a:lnTo>
                  <a:lnTo>
                    <a:pt x="713461" y="166154"/>
                  </a:lnTo>
                  <a:lnTo>
                    <a:pt x="684120" y="129930"/>
                  </a:lnTo>
                  <a:lnTo>
                    <a:pt x="651389" y="97455"/>
                  </a:lnTo>
                  <a:lnTo>
                    <a:pt x="615570" y="69064"/>
                  </a:lnTo>
                  <a:lnTo>
                    <a:pt x="576962" y="45088"/>
                  </a:lnTo>
                  <a:lnTo>
                    <a:pt x="535867" y="25861"/>
                  </a:lnTo>
                  <a:lnTo>
                    <a:pt x="492585" y="11716"/>
                  </a:lnTo>
                  <a:lnTo>
                    <a:pt x="447416" y="2984"/>
                  </a:lnTo>
                  <a:lnTo>
                    <a:pt x="400661" y="0"/>
                  </a:lnTo>
                  <a:lnTo>
                    <a:pt x="353909" y="2984"/>
                  </a:lnTo>
                  <a:lnTo>
                    <a:pt x="308748" y="11716"/>
                  </a:lnTo>
                  <a:lnTo>
                    <a:pt x="265478" y="25861"/>
                  </a:lnTo>
                  <a:lnTo>
                    <a:pt x="224397" y="45088"/>
                  </a:lnTo>
                  <a:lnTo>
                    <a:pt x="185808" y="69064"/>
                  </a:lnTo>
                  <a:lnTo>
                    <a:pt x="150007" y="97455"/>
                  </a:lnTo>
                  <a:lnTo>
                    <a:pt x="117297" y="129930"/>
                  </a:lnTo>
                  <a:lnTo>
                    <a:pt x="87975" y="166154"/>
                  </a:lnTo>
                  <a:lnTo>
                    <a:pt x="62342" y="205795"/>
                  </a:lnTo>
                  <a:lnTo>
                    <a:pt x="40698" y="248520"/>
                  </a:lnTo>
                  <a:lnTo>
                    <a:pt x="23342" y="293997"/>
                  </a:lnTo>
                  <a:lnTo>
                    <a:pt x="10574" y="341892"/>
                  </a:lnTo>
                  <a:lnTo>
                    <a:pt x="2693" y="391873"/>
                  </a:lnTo>
                  <a:lnTo>
                    <a:pt x="0" y="443606"/>
                  </a:lnTo>
                  <a:lnTo>
                    <a:pt x="2693" y="495340"/>
                  </a:lnTo>
                  <a:lnTo>
                    <a:pt x="10574" y="545320"/>
                  </a:lnTo>
                  <a:lnTo>
                    <a:pt x="23342" y="593216"/>
                  </a:lnTo>
                  <a:lnTo>
                    <a:pt x="40698" y="638692"/>
                  </a:lnTo>
                  <a:lnTo>
                    <a:pt x="62342" y="681418"/>
                  </a:lnTo>
                  <a:lnTo>
                    <a:pt x="87975" y="721059"/>
                  </a:lnTo>
                  <a:lnTo>
                    <a:pt x="117297" y="757283"/>
                  </a:lnTo>
                  <a:lnTo>
                    <a:pt x="150007" y="789757"/>
                  </a:lnTo>
                  <a:lnTo>
                    <a:pt x="185808" y="818148"/>
                  </a:lnTo>
                  <a:lnTo>
                    <a:pt x="224398" y="842124"/>
                  </a:lnTo>
                  <a:lnTo>
                    <a:pt x="265478" y="861351"/>
                  </a:lnTo>
                  <a:lnTo>
                    <a:pt x="308748" y="875497"/>
                  </a:lnTo>
                  <a:lnTo>
                    <a:pt x="353909" y="884228"/>
                  </a:lnTo>
                  <a:lnTo>
                    <a:pt x="400661" y="887213"/>
                  </a:lnTo>
                  <a:lnTo>
                    <a:pt x="447416" y="884228"/>
                  </a:lnTo>
                  <a:lnTo>
                    <a:pt x="492585" y="875497"/>
                  </a:lnTo>
                  <a:lnTo>
                    <a:pt x="535867" y="861351"/>
                  </a:lnTo>
                  <a:lnTo>
                    <a:pt x="576962" y="842124"/>
                  </a:lnTo>
                  <a:lnTo>
                    <a:pt x="615570" y="818148"/>
                  </a:lnTo>
                  <a:lnTo>
                    <a:pt x="651389" y="789757"/>
                  </a:lnTo>
                  <a:lnTo>
                    <a:pt x="684120" y="757283"/>
                  </a:lnTo>
                  <a:lnTo>
                    <a:pt x="713461" y="721059"/>
                  </a:lnTo>
                  <a:lnTo>
                    <a:pt x="739113" y="681418"/>
                  </a:lnTo>
                  <a:lnTo>
                    <a:pt x="760775" y="638692"/>
                  </a:lnTo>
                  <a:lnTo>
                    <a:pt x="778146" y="593216"/>
                  </a:lnTo>
                  <a:lnTo>
                    <a:pt x="790926" y="545320"/>
                  </a:lnTo>
                  <a:lnTo>
                    <a:pt x="798815" y="495340"/>
                  </a:lnTo>
                  <a:lnTo>
                    <a:pt x="801511" y="443606"/>
                  </a:lnTo>
                  <a:close/>
                </a:path>
              </a:pathLst>
            </a:custGeom>
            <a:ln w="29474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93127" y="3362547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400661" y="0"/>
                  </a:moveTo>
                  <a:lnTo>
                    <a:pt x="353909" y="2984"/>
                  </a:lnTo>
                  <a:lnTo>
                    <a:pt x="308748" y="11715"/>
                  </a:lnTo>
                  <a:lnTo>
                    <a:pt x="265478" y="25861"/>
                  </a:lnTo>
                  <a:lnTo>
                    <a:pt x="224397" y="45088"/>
                  </a:lnTo>
                  <a:lnTo>
                    <a:pt x="185808" y="69063"/>
                  </a:lnTo>
                  <a:lnTo>
                    <a:pt x="150007" y="97454"/>
                  </a:lnTo>
                  <a:lnTo>
                    <a:pt x="117297" y="129927"/>
                  </a:lnTo>
                  <a:lnTo>
                    <a:pt x="87975" y="166150"/>
                  </a:lnTo>
                  <a:lnTo>
                    <a:pt x="62342" y="205789"/>
                  </a:lnTo>
                  <a:lnTo>
                    <a:pt x="40698" y="248512"/>
                  </a:lnTo>
                  <a:lnTo>
                    <a:pt x="23342" y="293987"/>
                  </a:lnTo>
                  <a:lnTo>
                    <a:pt x="10574" y="341879"/>
                  </a:lnTo>
                  <a:lnTo>
                    <a:pt x="2693" y="391856"/>
                  </a:lnTo>
                  <a:lnTo>
                    <a:pt x="0" y="443585"/>
                  </a:lnTo>
                  <a:lnTo>
                    <a:pt x="2693" y="495319"/>
                  </a:lnTo>
                  <a:lnTo>
                    <a:pt x="10574" y="545300"/>
                  </a:lnTo>
                  <a:lnTo>
                    <a:pt x="23342" y="593195"/>
                  </a:lnTo>
                  <a:lnTo>
                    <a:pt x="40698" y="638671"/>
                  </a:lnTo>
                  <a:lnTo>
                    <a:pt x="62342" y="681397"/>
                  </a:lnTo>
                  <a:lnTo>
                    <a:pt x="87975" y="721038"/>
                  </a:lnTo>
                  <a:lnTo>
                    <a:pt x="117297" y="757262"/>
                  </a:lnTo>
                  <a:lnTo>
                    <a:pt x="150007" y="789736"/>
                  </a:lnTo>
                  <a:lnTo>
                    <a:pt x="185808" y="818127"/>
                  </a:lnTo>
                  <a:lnTo>
                    <a:pt x="224398" y="842103"/>
                  </a:lnTo>
                  <a:lnTo>
                    <a:pt x="265478" y="861330"/>
                  </a:lnTo>
                  <a:lnTo>
                    <a:pt x="308748" y="875476"/>
                  </a:lnTo>
                  <a:lnTo>
                    <a:pt x="353909" y="884207"/>
                  </a:lnTo>
                  <a:lnTo>
                    <a:pt x="400661" y="887192"/>
                  </a:lnTo>
                  <a:lnTo>
                    <a:pt x="447416" y="884207"/>
                  </a:lnTo>
                  <a:lnTo>
                    <a:pt x="492585" y="875476"/>
                  </a:lnTo>
                  <a:lnTo>
                    <a:pt x="535867" y="861330"/>
                  </a:lnTo>
                  <a:lnTo>
                    <a:pt x="576962" y="842103"/>
                  </a:lnTo>
                  <a:lnTo>
                    <a:pt x="615570" y="818127"/>
                  </a:lnTo>
                  <a:lnTo>
                    <a:pt x="651389" y="789736"/>
                  </a:lnTo>
                  <a:lnTo>
                    <a:pt x="684120" y="757262"/>
                  </a:lnTo>
                  <a:lnTo>
                    <a:pt x="713461" y="721038"/>
                  </a:lnTo>
                  <a:lnTo>
                    <a:pt x="739113" y="681397"/>
                  </a:lnTo>
                  <a:lnTo>
                    <a:pt x="760775" y="638671"/>
                  </a:lnTo>
                  <a:lnTo>
                    <a:pt x="778146" y="593195"/>
                  </a:lnTo>
                  <a:lnTo>
                    <a:pt x="790926" y="545300"/>
                  </a:lnTo>
                  <a:lnTo>
                    <a:pt x="798815" y="495319"/>
                  </a:lnTo>
                  <a:lnTo>
                    <a:pt x="801511" y="443585"/>
                  </a:lnTo>
                  <a:lnTo>
                    <a:pt x="798815" y="391856"/>
                  </a:lnTo>
                  <a:lnTo>
                    <a:pt x="790926" y="341879"/>
                  </a:lnTo>
                  <a:lnTo>
                    <a:pt x="778146" y="293987"/>
                  </a:lnTo>
                  <a:lnTo>
                    <a:pt x="760775" y="248512"/>
                  </a:lnTo>
                  <a:lnTo>
                    <a:pt x="739113" y="205789"/>
                  </a:lnTo>
                  <a:lnTo>
                    <a:pt x="713461" y="166150"/>
                  </a:lnTo>
                  <a:lnTo>
                    <a:pt x="684120" y="129927"/>
                  </a:lnTo>
                  <a:lnTo>
                    <a:pt x="651389" y="97454"/>
                  </a:lnTo>
                  <a:lnTo>
                    <a:pt x="615570" y="69063"/>
                  </a:lnTo>
                  <a:lnTo>
                    <a:pt x="576962" y="45088"/>
                  </a:lnTo>
                  <a:lnTo>
                    <a:pt x="535867" y="25861"/>
                  </a:lnTo>
                  <a:lnTo>
                    <a:pt x="492585" y="11715"/>
                  </a:lnTo>
                  <a:lnTo>
                    <a:pt x="447416" y="2984"/>
                  </a:lnTo>
                  <a:lnTo>
                    <a:pt x="400661" y="0"/>
                  </a:lnTo>
                  <a:close/>
                </a:path>
              </a:pathLst>
            </a:custGeom>
            <a:solidFill>
              <a:srgbClr val="EBF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93127" y="3362547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29">
                  <a:moveTo>
                    <a:pt x="801511" y="443585"/>
                  </a:moveTo>
                  <a:lnTo>
                    <a:pt x="798815" y="391856"/>
                  </a:lnTo>
                  <a:lnTo>
                    <a:pt x="790926" y="341879"/>
                  </a:lnTo>
                  <a:lnTo>
                    <a:pt x="778146" y="293987"/>
                  </a:lnTo>
                  <a:lnTo>
                    <a:pt x="760775" y="248512"/>
                  </a:lnTo>
                  <a:lnTo>
                    <a:pt x="739113" y="205789"/>
                  </a:lnTo>
                  <a:lnTo>
                    <a:pt x="713461" y="166150"/>
                  </a:lnTo>
                  <a:lnTo>
                    <a:pt x="684120" y="129927"/>
                  </a:lnTo>
                  <a:lnTo>
                    <a:pt x="651389" y="97454"/>
                  </a:lnTo>
                  <a:lnTo>
                    <a:pt x="615570" y="69063"/>
                  </a:lnTo>
                  <a:lnTo>
                    <a:pt x="576962" y="45088"/>
                  </a:lnTo>
                  <a:lnTo>
                    <a:pt x="535867" y="25861"/>
                  </a:lnTo>
                  <a:lnTo>
                    <a:pt x="492585" y="11715"/>
                  </a:lnTo>
                  <a:lnTo>
                    <a:pt x="447416" y="2984"/>
                  </a:lnTo>
                  <a:lnTo>
                    <a:pt x="400661" y="0"/>
                  </a:lnTo>
                  <a:lnTo>
                    <a:pt x="353909" y="2984"/>
                  </a:lnTo>
                  <a:lnTo>
                    <a:pt x="308748" y="11715"/>
                  </a:lnTo>
                  <a:lnTo>
                    <a:pt x="265478" y="25861"/>
                  </a:lnTo>
                  <a:lnTo>
                    <a:pt x="224397" y="45088"/>
                  </a:lnTo>
                  <a:lnTo>
                    <a:pt x="185808" y="69063"/>
                  </a:lnTo>
                  <a:lnTo>
                    <a:pt x="150007" y="97454"/>
                  </a:lnTo>
                  <a:lnTo>
                    <a:pt x="117297" y="129927"/>
                  </a:lnTo>
                  <a:lnTo>
                    <a:pt x="87975" y="166150"/>
                  </a:lnTo>
                  <a:lnTo>
                    <a:pt x="62342" y="205789"/>
                  </a:lnTo>
                  <a:lnTo>
                    <a:pt x="40698" y="248512"/>
                  </a:lnTo>
                  <a:lnTo>
                    <a:pt x="23342" y="293987"/>
                  </a:lnTo>
                  <a:lnTo>
                    <a:pt x="10574" y="341879"/>
                  </a:lnTo>
                  <a:lnTo>
                    <a:pt x="2693" y="391856"/>
                  </a:lnTo>
                  <a:lnTo>
                    <a:pt x="0" y="443585"/>
                  </a:lnTo>
                  <a:lnTo>
                    <a:pt x="2693" y="495319"/>
                  </a:lnTo>
                  <a:lnTo>
                    <a:pt x="10574" y="545300"/>
                  </a:lnTo>
                  <a:lnTo>
                    <a:pt x="23342" y="593195"/>
                  </a:lnTo>
                  <a:lnTo>
                    <a:pt x="40698" y="638671"/>
                  </a:lnTo>
                  <a:lnTo>
                    <a:pt x="62342" y="681397"/>
                  </a:lnTo>
                  <a:lnTo>
                    <a:pt x="87975" y="721038"/>
                  </a:lnTo>
                  <a:lnTo>
                    <a:pt x="117297" y="757262"/>
                  </a:lnTo>
                  <a:lnTo>
                    <a:pt x="150007" y="789736"/>
                  </a:lnTo>
                  <a:lnTo>
                    <a:pt x="185808" y="818127"/>
                  </a:lnTo>
                  <a:lnTo>
                    <a:pt x="224398" y="842103"/>
                  </a:lnTo>
                  <a:lnTo>
                    <a:pt x="265478" y="861330"/>
                  </a:lnTo>
                  <a:lnTo>
                    <a:pt x="308748" y="875476"/>
                  </a:lnTo>
                  <a:lnTo>
                    <a:pt x="353909" y="884207"/>
                  </a:lnTo>
                  <a:lnTo>
                    <a:pt x="400661" y="887192"/>
                  </a:lnTo>
                  <a:lnTo>
                    <a:pt x="447416" y="884207"/>
                  </a:lnTo>
                  <a:lnTo>
                    <a:pt x="492585" y="875476"/>
                  </a:lnTo>
                  <a:lnTo>
                    <a:pt x="535867" y="861330"/>
                  </a:lnTo>
                  <a:lnTo>
                    <a:pt x="576962" y="842103"/>
                  </a:lnTo>
                  <a:lnTo>
                    <a:pt x="615570" y="818127"/>
                  </a:lnTo>
                  <a:lnTo>
                    <a:pt x="651389" y="789736"/>
                  </a:lnTo>
                  <a:lnTo>
                    <a:pt x="684120" y="757262"/>
                  </a:lnTo>
                  <a:lnTo>
                    <a:pt x="713461" y="721038"/>
                  </a:lnTo>
                  <a:lnTo>
                    <a:pt x="739113" y="681397"/>
                  </a:lnTo>
                  <a:lnTo>
                    <a:pt x="760775" y="638671"/>
                  </a:lnTo>
                  <a:lnTo>
                    <a:pt x="778146" y="593195"/>
                  </a:lnTo>
                  <a:lnTo>
                    <a:pt x="790926" y="545300"/>
                  </a:lnTo>
                  <a:lnTo>
                    <a:pt x="798815" y="495319"/>
                  </a:lnTo>
                  <a:lnTo>
                    <a:pt x="801511" y="443585"/>
                  </a:lnTo>
                  <a:close/>
                </a:path>
              </a:pathLst>
            </a:custGeom>
            <a:ln w="29474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93127" y="1914989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30">
                  <a:moveTo>
                    <a:pt x="400661" y="0"/>
                  </a:moveTo>
                  <a:lnTo>
                    <a:pt x="353909" y="2984"/>
                  </a:lnTo>
                  <a:lnTo>
                    <a:pt x="308748" y="11715"/>
                  </a:lnTo>
                  <a:lnTo>
                    <a:pt x="265478" y="25860"/>
                  </a:lnTo>
                  <a:lnTo>
                    <a:pt x="224397" y="45086"/>
                  </a:lnTo>
                  <a:lnTo>
                    <a:pt x="185808" y="69059"/>
                  </a:lnTo>
                  <a:lnTo>
                    <a:pt x="150007" y="97447"/>
                  </a:lnTo>
                  <a:lnTo>
                    <a:pt x="117297" y="129917"/>
                  </a:lnTo>
                  <a:lnTo>
                    <a:pt x="87975" y="166134"/>
                  </a:lnTo>
                  <a:lnTo>
                    <a:pt x="62342" y="205767"/>
                  </a:lnTo>
                  <a:lnTo>
                    <a:pt x="40698" y="248482"/>
                  </a:lnTo>
                  <a:lnTo>
                    <a:pt x="23342" y="293946"/>
                  </a:lnTo>
                  <a:lnTo>
                    <a:pt x="10574" y="341826"/>
                  </a:lnTo>
                  <a:lnTo>
                    <a:pt x="2693" y="391789"/>
                  </a:lnTo>
                  <a:lnTo>
                    <a:pt x="0" y="443502"/>
                  </a:lnTo>
                  <a:lnTo>
                    <a:pt x="2693" y="495257"/>
                  </a:lnTo>
                  <a:lnTo>
                    <a:pt x="10574" y="545255"/>
                  </a:lnTo>
                  <a:lnTo>
                    <a:pt x="23342" y="593165"/>
                  </a:lnTo>
                  <a:lnTo>
                    <a:pt x="40698" y="638654"/>
                  </a:lnTo>
                  <a:lnTo>
                    <a:pt x="62342" y="681390"/>
                  </a:lnTo>
                  <a:lnTo>
                    <a:pt x="87975" y="721039"/>
                  </a:lnTo>
                  <a:lnTo>
                    <a:pt x="117297" y="757270"/>
                  </a:lnTo>
                  <a:lnTo>
                    <a:pt x="150007" y="789749"/>
                  </a:lnTo>
                  <a:lnTo>
                    <a:pt x="185808" y="818143"/>
                  </a:lnTo>
                  <a:lnTo>
                    <a:pt x="224398" y="842121"/>
                  </a:lnTo>
                  <a:lnTo>
                    <a:pt x="265478" y="861350"/>
                  </a:lnTo>
                  <a:lnTo>
                    <a:pt x="308748" y="875496"/>
                  </a:lnTo>
                  <a:lnTo>
                    <a:pt x="353909" y="884228"/>
                  </a:lnTo>
                  <a:lnTo>
                    <a:pt x="400661" y="887213"/>
                  </a:lnTo>
                  <a:lnTo>
                    <a:pt x="447416" y="884228"/>
                  </a:lnTo>
                  <a:lnTo>
                    <a:pt x="492585" y="875496"/>
                  </a:lnTo>
                  <a:lnTo>
                    <a:pt x="535867" y="861350"/>
                  </a:lnTo>
                  <a:lnTo>
                    <a:pt x="576962" y="842121"/>
                  </a:lnTo>
                  <a:lnTo>
                    <a:pt x="615570" y="818143"/>
                  </a:lnTo>
                  <a:lnTo>
                    <a:pt x="651389" y="789749"/>
                  </a:lnTo>
                  <a:lnTo>
                    <a:pt x="684120" y="757270"/>
                  </a:lnTo>
                  <a:lnTo>
                    <a:pt x="713461" y="721039"/>
                  </a:lnTo>
                  <a:lnTo>
                    <a:pt x="739113" y="681390"/>
                  </a:lnTo>
                  <a:lnTo>
                    <a:pt x="760775" y="638654"/>
                  </a:lnTo>
                  <a:lnTo>
                    <a:pt x="778146" y="593165"/>
                  </a:lnTo>
                  <a:lnTo>
                    <a:pt x="790926" y="545255"/>
                  </a:lnTo>
                  <a:lnTo>
                    <a:pt x="798815" y="495257"/>
                  </a:lnTo>
                  <a:lnTo>
                    <a:pt x="801511" y="443502"/>
                  </a:lnTo>
                  <a:lnTo>
                    <a:pt x="798815" y="391789"/>
                  </a:lnTo>
                  <a:lnTo>
                    <a:pt x="790926" y="341826"/>
                  </a:lnTo>
                  <a:lnTo>
                    <a:pt x="778146" y="293946"/>
                  </a:lnTo>
                  <a:lnTo>
                    <a:pt x="760775" y="248482"/>
                  </a:lnTo>
                  <a:lnTo>
                    <a:pt x="739113" y="205767"/>
                  </a:lnTo>
                  <a:lnTo>
                    <a:pt x="713461" y="166134"/>
                  </a:lnTo>
                  <a:lnTo>
                    <a:pt x="684120" y="129917"/>
                  </a:lnTo>
                  <a:lnTo>
                    <a:pt x="651389" y="97447"/>
                  </a:lnTo>
                  <a:lnTo>
                    <a:pt x="615570" y="69059"/>
                  </a:lnTo>
                  <a:lnTo>
                    <a:pt x="576962" y="45086"/>
                  </a:lnTo>
                  <a:lnTo>
                    <a:pt x="535867" y="25860"/>
                  </a:lnTo>
                  <a:lnTo>
                    <a:pt x="492585" y="11715"/>
                  </a:lnTo>
                  <a:lnTo>
                    <a:pt x="447416" y="2984"/>
                  </a:lnTo>
                  <a:lnTo>
                    <a:pt x="400661" y="0"/>
                  </a:lnTo>
                  <a:close/>
                </a:path>
              </a:pathLst>
            </a:custGeom>
            <a:solidFill>
              <a:srgbClr val="EBF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93127" y="1914989"/>
              <a:ext cx="802005" cy="887730"/>
            </a:xfrm>
            <a:custGeom>
              <a:avLst/>
              <a:gdLst/>
              <a:ahLst/>
              <a:cxnLst/>
              <a:rect l="l" t="t" r="r" b="b"/>
              <a:pathLst>
                <a:path w="802004" h="887730">
                  <a:moveTo>
                    <a:pt x="801511" y="443502"/>
                  </a:moveTo>
                  <a:lnTo>
                    <a:pt x="798815" y="391789"/>
                  </a:lnTo>
                  <a:lnTo>
                    <a:pt x="790926" y="341826"/>
                  </a:lnTo>
                  <a:lnTo>
                    <a:pt x="778146" y="293946"/>
                  </a:lnTo>
                  <a:lnTo>
                    <a:pt x="760775" y="248482"/>
                  </a:lnTo>
                  <a:lnTo>
                    <a:pt x="739113" y="205767"/>
                  </a:lnTo>
                  <a:lnTo>
                    <a:pt x="713461" y="166134"/>
                  </a:lnTo>
                  <a:lnTo>
                    <a:pt x="684120" y="129917"/>
                  </a:lnTo>
                  <a:lnTo>
                    <a:pt x="651389" y="97447"/>
                  </a:lnTo>
                  <a:lnTo>
                    <a:pt x="615570" y="69059"/>
                  </a:lnTo>
                  <a:lnTo>
                    <a:pt x="576962" y="45086"/>
                  </a:lnTo>
                  <a:lnTo>
                    <a:pt x="535867" y="25860"/>
                  </a:lnTo>
                  <a:lnTo>
                    <a:pt x="492585" y="11715"/>
                  </a:lnTo>
                  <a:lnTo>
                    <a:pt x="447416" y="2984"/>
                  </a:lnTo>
                  <a:lnTo>
                    <a:pt x="400661" y="0"/>
                  </a:lnTo>
                  <a:lnTo>
                    <a:pt x="353909" y="2984"/>
                  </a:lnTo>
                  <a:lnTo>
                    <a:pt x="308748" y="11715"/>
                  </a:lnTo>
                  <a:lnTo>
                    <a:pt x="265478" y="25860"/>
                  </a:lnTo>
                  <a:lnTo>
                    <a:pt x="224397" y="45086"/>
                  </a:lnTo>
                  <a:lnTo>
                    <a:pt x="185808" y="69059"/>
                  </a:lnTo>
                  <a:lnTo>
                    <a:pt x="150007" y="97447"/>
                  </a:lnTo>
                  <a:lnTo>
                    <a:pt x="117297" y="129917"/>
                  </a:lnTo>
                  <a:lnTo>
                    <a:pt x="87975" y="166134"/>
                  </a:lnTo>
                  <a:lnTo>
                    <a:pt x="62342" y="205767"/>
                  </a:lnTo>
                  <a:lnTo>
                    <a:pt x="40698" y="248482"/>
                  </a:lnTo>
                  <a:lnTo>
                    <a:pt x="23342" y="293946"/>
                  </a:lnTo>
                  <a:lnTo>
                    <a:pt x="10574" y="341826"/>
                  </a:lnTo>
                  <a:lnTo>
                    <a:pt x="2693" y="391789"/>
                  </a:lnTo>
                  <a:lnTo>
                    <a:pt x="0" y="443502"/>
                  </a:lnTo>
                  <a:lnTo>
                    <a:pt x="2693" y="495257"/>
                  </a:lnTo>
                  <a:lnTo>
                    <a:pt x="10574" y="545255"/>
                  </a:lnTo>
                  <a:lnTo>
                    <a:pt x="23342" y="593165"/>
                  </a:lnTo>
                  <a:lnTo>
                    <a:pt x="40698" y="638654"/>
                  </a:lnTo>
                  <a:lnTo>
                    <a:pt x="62342" y="681390"/>
                  </a:lnTo>
                  <a:lnTo>
                    <a:pt x="87975" y="721039"/>
                  </a:lnTo>
                  <a:lnTo>
                    <a:pt x="117297" y="757270"/>
                  </a:lnTo>
                  <a:lnTo>
                    <a:pt x="150007" y="789749"/>
                  </a:lnTo>
                  <a:lnTo>
                    <a:pt x="185808" y="818143"/>
                  </a:lnTo>
                  <a:lnTo>
                    <a:pt x="224398" y="842121"/>
                  </a:lnTo>
                  <a:lnTo>
                    <a:pt x="265478" y="861350"/>
                  </a:lnTo>
                  <a:lnTo>
                    <a:pt x="308748" y="875496"/>
                  </a:lnTo>
                  <a:lnTo>
                    <a:pt x="353909" y="884228"/>
                  </a:lnTo>
                  <a:lnTo>
                    <a:pt x="400661" y="887213"/>
                  </a:lnTo>
                  <a:lnTo>
                    <a:pt x="447416" y="884228"/>
                  </a:lnTo>
                  <a:lnTo>
                    <a:pt x="492585" y="875496"/>
                  </a:lnTo>
                  <a:lnTo>
                    <a:pt x="535867" y="861350"/>
                  </a:lnTo>
                  <a:lnTo>
                    <a:pt x="576962" y="842121"/>
                  </a:lnTo>
                  <a:lnTo>
                    <a:pt x="615570" y="818143"/>
                  </a:lnTo>
                  <a:lnTo>
                    <a:pt x="651389" y="789749"/>
                  </a:lnTo>
                  <a:lnTo>
                    <a:pt x="684120" y="757270"/>
                  </a:lnTo>
                  <a:lnTo>
                    <a:pt x="713461" y="721039"/>
                  </a:lnTo>
                  <a:lnTo>
                    <a:pt x="739113" y="681390"/>
                  </a:lnTo>
                  <a:lnTo>
                    <a:pt x="760775" y="638654"/>
                  </a:lnTo>
                  <a:lnTo>
                    <a:pt x="778146" y="593165"/>
                  </a:lnTo>
                  <a:lnTo>
                    <a:pt x="790926" y="545255"/>
                  </a:lnTo>
                  <a:lnTo>
                    <a:pt x="798815" y="495257"/>
                  </a:lnTo>
                  <a:lnTo>
                    <a:pt x="801511" y="443502"/>
                  </a:lnTo>
                  <a:close/>
                </a:path>
              </a:pathLst>
            </a:custGeom>
            <a:ln w="29474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707385" y="2109597"/>
            <a:ext cx="3213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𝒙</a:t>
            </a:r>
            <a:r>
              <a:rPr sz="2175" spc="-37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07385" y="5038090"/>
            <a:ext cx="321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𝒙</a:t>
            </a:r>
            <a:r>
              <a:rPr sz="2175" spc="-37" baseline="-15325" dirty="0">
                <a:latin typeface="Cambria Math"/>
                <a:cs typeface="Cambria Math"/>
              </a:rPr>
              <a:t>𝟑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07767" y="3621785"/>
            <a:ext cx="321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𝒙</a:t>
            </a:r>
            <a:r>
              <a:rPr sz="2175" spc="-37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30313" y="2107819"/>
            <a:ext cx="3213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000" spc="-875" dirty="0">
                <a:latin typeface="Cambria Math"/>
                <a:cs typeface="Cambria Math"/>
              </a:rPr>
              <a:t>𝒙</a:t>
            </a:r>
            <a:r>
              <a:rPr sz="2000" spc="270" dirty="0">
                <a:latin typeface="Cambria Math"/>
                <a:cs typeface="Cambria Math"/>
              </a:rPr>
              <a:t>˜</a:t>
            </a:r>
            <a:r>
              <a:rPr sz="2175" spc="405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30313" y="5038090"/>
            <a:ext cx="321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000" spc="-875" dirty="0">
                <a:latin typeface="Cambria Math"/>
                <a:cs typeface="Cambria Math"/>
              </a:rPr>
              <a:t>𝒙</a:t>
            </a:r>
            <a:r>
              <a:rPr sz="2000" spc="270" dirty="0">
                <a:latin typeface="Cambria Math"/>
                <a:cs typeface="Cambria Math"/>
              </a:rPr>
              <a:t>˜</a:t>
            </a:r>
            <a:r>
              <a:rPr sz="2175" spc="405" baseline="-15325" dirty="0">
                <a:latin typeface="Cambria Math"/>
                <a:cs typeface="Cambria Math"/>
              </a:rPr>
              <a:t>𝟑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30313" y="3614165"/>
            <a:ext cx="321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000" spc="-875" dirty="0">
                <a:latin typeface="Cambria Math"/>
                <a:cs typeface="Cambria Math"/>
              </a:rPr>
              <a:t>𝒙</a:t>
            </a:r>
            <a:r>
              <a:rPr sz="2000" spc="270" dirty="0">
                <a:latin typeface="Cambria Math"/>
                <a:cs typeface="Cambria Math"/>
              </a:rPr>
              <a:t>˜</a:t>
            </a:r>
            <a:r>
              <a:rPr sz="2175" spc="405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53716" y="3677032"/>
            <a:ext cx="254000" cy="5359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b="1" spc="-10" dirty="0"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060690" y="2667126"/>
            <a:ext cx="254000" cy="21196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b="1" spc="-10" dirty="0">
                <a:latin typeface="Calibri"/>
                <a:cs typeface="Calibri"/>
              </a:rPr>
              <a:t>Reconstructed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57292" y="2112390"/>
            <a:ext cx="698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Hidden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422447" y="5865876"/>
            <a:ext cx="5574030" cy="242570"/>
            <a:chOff x="2422447" y="5865876"/>
            <a:chExt cx="5574030" cy="242570"/>
          </a:xfrm>
        </p:grpSpPr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2447" y="5915699"/>
              <a:ext cx="2744625" cy="13047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448306" y="5922264"/>
              <a:ext cx="2694305" cy="78105"/>
            </a:xfrm>
            <a:custGeom>
              <a:avLst/>
              <a:gdLst/>
              <a:ahLst/>
              <a:cxnLst/>
              <a:rect l="l" t="t" r="r" b="b"/>
              <a:pathLst>
                <a:path w="2694304" h="78104">
                  <a:moveTo>
                    <a:pt x="77724" y="0"/>
                  </a:moveTo>
                  <a:lnTo>
                    <a:pt x="0" y="38862"/>
                  </a:lnTo>
                  <a:lnTo>
                    <a:pt x="77724" y="77724"/>
                  </a:lnTo>
                  <a:lnTo>
                    <a:pt x="77724" y="51816"/>
                  </a:lnTo>
                  <a:lnTo>
                    <a:pt x="64769" y="51816"/>
                  </a:lnTo>
                  <a:lnTo>
                    <a:pt x="64769" y="25908"/>
                  </a:lnTo>
                  <a:lnTo>
                    <a:pt x="77724" y="25908"/>
                  </a:lnTo>
                  <a:lnTo>
                    <a:pt x="77724" y="0"/>
                  </a:lnTo>
                  <a:close/>
                </a:path>
                <a:path w="2694304" h="78104">
                  <a:moveTo>
                    <a:pt x="2616199" y="0"/>
                  </a:moveTo>
                  <a:lnTo>
                    <a:pt x="2616199" y="77724"/>
                  </a:lnTo>
                  <a:lnTo>
                    <a:pt x="2668015" y="51816"/>
                  </a:lnTo>
                  <a:lnTo>
                    <a:pt x="2629154" y="51816"/>
                  </a:lnTo>
                  <a:lnTo>
                    <a:pt x="2629154" y="25908"/>
                  </a:lnTo>
                  <a:lnTo>
                    <a:pt x="2668016" y="25908"/>
                  </a:lnTo>
                  <a:lnTo>
                    <a:pt x="2616199" y="0"/>
                  </a:lnTo>
                  <a:close/>
                </a:path>
                <a:path w="2694304" h="78104">
                  <a:moveTo>
                    <a:pt x="77724" y="25908"/>
                  </a:moveTo>
                  <a:lnTo>
                    <a:pt x="64769" y="25908"/>
                  </a:lnTo>
                  <a:lnTo>
                    <a:pt x="64769" y="51816"/>
                  </a:lnTo>
                  <a:lnTo>
                    <a:pt x="77724" y="51816"/>
                  </a:lnTo>
                  <a:lnTo>
                    <a:pt x="77724" y="25908"/>
                  </a:lnTo>
                  <a:close/>
                </a:path>
                <a:path w="2694304" h="78104">
                  <a:moveTo>
                    <a:pt x="2616199" y="25908"/>
                  </a:moveTo>
                  <a:lnTo>
                    <a:pt x="77724" y="25908"/>
                  </a:lnTo>
                  <a:lnTo>
                    <a:pt x="77724" y="51816"/>
                  </a:lnTo>
                  <a:lnTo>
                    <a:pt x="2616199" y="51816"/>
                  </a:lnTo>
                  <a:lnTo>
                    <a:pt x="2616199" y="25908"/>
                  </a:lnTo>
                  <a:close/>
                </a:path>
                <a:path w="2694304" h="78104">
                  <a:moveTo>
                    <a:pt x="2668016" y="25908"/>
                  </a:moveTo>
                  <a:lnTo>
                    <a:pt x="2629154" y="25908"/>
                  </a:lnTo>
                  <a:lnTo>
                    <a:pt x="2629154" y="51816"/>
                  </a:lnTo>
                  <a:lnTo>
                    <a:pt x="2668015" y="51816"/>
                  </a:lnTo>
                  <a:lnTo>
                    <a:pt x="2693923" y="38862"/>
                  </a:lnTo>
                  <a:lnTo>
                    <a:pt x="2668016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1204" y="5865876"/>
              <a:ext cx="2935224" cy="24231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182361" y="5928360"/>
              <a:ext cx="2694305" cy="78105"/>
            </a:xfrm>
            <a:custGeom>
              <a:avLst/>
              <a:gdLst/>
              <a:ahLst/>
              <a:cxnLst/>
              <a:rect l="l" t="t" r="r" b="b"/>
              <a:pathLst>
                <a:path w="2694304" h="78104">
                  <a:moveTo>
                    <a:pt x="77724" y="0"/>
                  </a:moveTo>
                  <a:lnTo>
                    <a:pt x="0" y="38861"/>
                  </a:lnTo>
                  <a:lnTo>
                    <a:pt x="77724" y="77723"/>
                  </a:lnTo>
                  <a:lnTo>
                    <a:pt x="77724" y="51815"/>
                  </a:lnTo>
                  <a:lnTo>
                    <a:pt x="64770" y="51815"/>
                  </a:lnTo>
                  <a:lnTo>
                    <a:pt x="64770" y="25907"/>
                  </a:lnTo>
                  <a:lnTo>
                    <a:pt x="77724" y="25907"/>
                  </a:lnTo>
                  <a:lnTo>
                    <a:pt x="77724" y="0"/>
                  </a:lnTo>
                  <a:close/>
                </a:path>
                <a:path w="2694304" h="78104">
                  <a:moveTo>
                    <a:pt x="2616199" y="0"/>
                  </a:moveTo>
                  <a:lnTo>
                    <a:pt x="2616199" y="77723"/>
                  </a:lnTo>
                  <a:lnTo>
                    <a:pt x="2668016" y="51815"/>
                  </a:lnTo>
                  <a:lnTo>
                    <a:pt x="2629154" y="51815"/>
                  </a:lnTo>
                  <a:lnTo>
                    <a:pt x="2629154" y="25907"/>
                  </a:lnTo>
                  <a:lnTo>
                    <a:pt x="2668016" y="25907"/>
                  </a:lnTo>
                  <a:lnTo>
                    <a:pt x="2616199" y="0"/>
                  </a:lnTo>
                  <a:close/>
                </a:path>
                <a:path w="2694304" h="78104">
                  <a:moveTo>
                    <a:pt x="77724" y="25907"/>
                  </a:moveTo>
                  <a:lnTo>
                    <a:pt x="64770" y="25907"/>
                  </a:lnTo>
                  <a:lnTo>
                    <a:pt x="64770" y="51815"/>
                  </a:lnTo>
                  <a:lnTo>
                    <a:pt x="77724" y="51815"/>
                  </a:lnTo>
                  <a:lnTo>
                    <a:pt x="77724" y="25907"/>
                  </a:lnTo>
                  <a:close/>
                </a:path>
                <a:path w="2694304" h="78104">
                  <a:moveTo>
                    <a:pt x="2616199" y="25907"/>
                  </a:moveTo>
                  <a:lnTo>
                    <a:pt x="77724" y="25907"/>
                  </a:lnTo>
                  <a:lnTo>
                    <a:pt x="77724" y="51815"/>
                  </a:lnTo>
                  <a:lnTo>
                    <a:pt x="2616199" y="51815"/>
                  </a:lnTo>
                  <a:lnTo>
                    <a:pt x="2616199" y="25907"/>
                  </a:lnTo>
                  <a:close/>
                </a:path>
                <a:path w="2694304" h="78104">
                  <a:moveTo>
                    <a:pt x="2668016" y="25907"/>
                  </a:moveTo>
                  <a:lnTo>
                    <a:pt x="2629154" y="25907"/>
                  </a:lnTo>
                  <a:lnTo>
                    <a:pt x="2629154" y="51815"/>
                  </a:lnTo>
                  <a:lnTo>
                    <a:pt x="2668016" y="51815"/>
                  </a:lnTo>
                  <a:lnTo>
                    <a:pt x="2693923" y="38861"/>
                  </a:lnTo>
                  <a:lnTo>
                    <a:pt x="2668016" y="25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177920" y="5948578"/>
            <a:ext cx="796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45" name="object 45"/>
          <p:cNvSpPr txBox="1"/>
          <p:nvPr/>
        </p:nvSpPr>
        <p:spPr>
          <a:xfrm>
            <a:off x="6014720" y="5978753"/>
            <a:ext cx="822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9523" y="254507"/>
            <a:ext cx="4154804" cy="902335"/>
            <a:chOff x="3049523" y="254507"/>
            <a:chExt cx="4154804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523" y="254507"/>
              <a:ext cx="3494532" cy="9022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2095" y="254507"/>
              <a:ext cx="1101852" cy="9022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56055">
              <a:lnSpc>
                <a:spcPct val="100000"/>
              </a:lnSpc>
              <a:spcBef>
                <a:spcPts val="105"/>
              </a:spcBef>
            </a:pPr>
            <a:r>
              <a:rPr dirty="0"/>
              <a:t>Undercomplete</a:t>
            </a:r>
            <a:r>
              <a:rPr spc="-175" dirty="0"/>
              <a:t> </a:t>
            </a:r>
            <a:r>
              <a:rPr spc="-25" dirty="0"/>
              <a:t>AE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9219" y="6472426"/>
            <a:ext cx="288036" cy="347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233927" y="3488435"/>
            <a:ext cx="3008630" cy="2628900"/>
            <a:chOff x="3233927" y="3488435"/>
            <a:chExt cx="3008630" cy="2628900"/>
          </a:xfrm>
        </p:grpSpPr>
        <p:sp>
          <p:nvSpPr>
            <p:cNvPr id="8" name="object 8"/>
            <p:cNvSpPr/>
            <p:nvPr/>
          </p:nvSpPr>
          <p:spPr>
            <a:xfrm>
              <a:off x="3257549" y="3501389"/>
              <a:ext cx="2971800" cy="463550"/>
            </a:xfrm>
            <a:custGeom>
              <a:avLst/>
              <a:gdLst/>
              <a:ahLst/>
              <a:cxnLst/>
              <a:rect l="l" t="t" r="r" b="b"/>
              <a:pathLst>
                <a:path w="2971800" h="463550">
                  <a:moveTo>
                    <a:pt x="2894584" y="0"/>
                  </a:moveTo>
                  <a:lnTo>
                    <a:pt x="77215" y="0"/>
                  </a:lnTo>
                  <a:lnTo>
                    <a:pt x="47148" y="6064"/>
                  </a:lnTo>
                  <a:lnTo>
                    <a:pt x="22606" y="22605"/>
                  </a:lnTo>
                  <a:lnTo>
                    <a:pt x="6064" y="47148"/>
                  </a:lnTo>
                  <a:lnTo>
                    <a:pt x="0" y="77215"/>
                  </a:lnTo>
                  <a:lnTo>
                    <a:pt x="0" y="386080"/>
                  </a:lnTo>
                  <a:lnTo>
                    <a:pt x="6064" y="416147"/>
                  </a:lnTo>
                  <a:lnTo>
                    <a:pt x="22605" y="440690"/>
                  </a:lnTo>
                  <a:lnTo>
                    <a:pt x="47148" y="457231"/>
                  </a:lnTo>
                  <a:lnTo>
                    <a:pt x="77215" y="463296"/>
                  </a:lnTo>
                  <a:lnTo>
                    <a:pt x="2894584" y="463296"/>
                  </a:lnTo>
                  <a:lnTo>
                    <a:pt x="2924651" y="457231"/>
                  </a:lnTo>
                  <a:lnTo>
                    <a:pt x="2949193" y="440690"/>
                  </a:lnTo>
                  <a:lnTo>
                    <a:pt x="2965735" y="416147"/>
                  </a:lnTo>
                  <a:lnTo>
                    <a:pt x="2971800" y="386080"/>
                  </a:lnTo>
                  <a:lnTo>
                    <a:pt x="2971800" y="77215"/>
                  </a:lnTo>
                  <a:lnTo>
                    <a:pt x="2965735" y="47148"/>
                  </a:lnTo>
                  <a:lnTo>
                    <a:pt x="2949194" y="22606"/>
                  </a:lnTo>
                  <a:lnTo>
                    <a:pt x="2924651" y="6064"/>
                  </a:lnTo>
                  <a:lnTo>
                    <a:pt x="28945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57549" y="3501389"/>
              <a:ext cx="2971800" cy="463550"/>
            </a:xfrm>
            <a:custGeom>
              <a:avLst/>
              <a:gdLst/>
              <a:ahLst/>
              <a:cxnLst/>
              <a:rect l="l" t="t" r="r" b="b"/>
              <a:pathLst>
                <a:path w="2971800" h="463550">
                  <a:moveTo>
                    <a:pt x="0" y="77215"/>
                  </a:moveTo>
                  <a:lnTo>
                    <a:pt x="6064" y="47148"/>
                  </a:lnTo>
                  <a:lnTo>
                    <a:pt x="22606" y="22605"/>
                  </a:lnTo>
                  <a:lnTo>
                    <a:pt x="47148" y="6064"/>
                  </a:lnTo>
                  <a:lnTo>
                    <a:pt x="77215" y="0"/>
                  </a:lnTo>
                  <a:lnTo>
                    <a:pt x="2894584" y="0"/>
                  </a:lnTo>
                  <a:lnTo>
                    <a:pt x="2924651" y="6064"/>
                  </a:lnTo>
                  <a:lnTo>
                    <a:pt x="2949194" y="22606"/>
                  </a:lnTo>
                  <a:lnTo>
                    <a:pt x="2965735" y="47148"/>
                  </a:lnTo>
                  <a:lnTo>
                    <a:pt x="2971800" y="77215"/>
                  </a:lnTo>
                  <a:lnTo>
                    <a:pt x="2971800" y="386080"/>
                  </a:lnTo>
                  <a:lnTo>
                    <a:pt x="2965735" y="416147"/>
                  </a:lnTo>
                  <a:lnTo>
                    <a:pt x="2949193" y="440690"/>
                  </a:lnTo>
                  <a:lnTo>
                    <a:pt x="2924651" y="457231"/>
                  </a:lnTo>
                  <a:lnTo>
                    <a:pt x="2894584" y="463296"/>
                  </a:lnTo>
                  <a:lnTo>
                    <a:pt x="77215" y="463296"/>
                  </a:lnTo>
                  <a:lnTo>
                    <a:pt x="47148" y="457231"/>
                  </a:lnTo>
                  <a:lnTo>
                    <a:pt x="22605" y="440690"/>
                  </a:lnTo>
                  <a:lnTo>
                    <a:pt x="6064" y="416147"/>
                  </a:lnTo>
                  <a:lnTo>
                    <a:pt x="0" y="386080"/>
                  </a:lnTo>
                  <a:lnTo>
                    <a:pt x="0" y="7721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02201" y="360806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162306" y="0"/>
                  </a:moveTo>
                  <a:lnTo>
                    <a:pt x="110995" y="7187"/>
                  </a:lnTo>
                  <a:lnTo>
                    <a:pt x="66440" y="27200"/>
                  </a:lnTo>
                  <a:lnTo>
                    <a:pt x="31309" y="57716"/>
                  </a:lnTo>
                  <a:lnTo>
                    <a:pt x="8272" y="96414"/>
                  </a:lnTo>
                  <a:lnTo>
                    <a:pt x="0" y="140969"/>
                  </a:lnTo>
                  <a:lnTo>
                    <a:pt x="8272" y="185525"/>
                  </a:lnTo>
                  <a:lnTo>
                    <a:pt x="31309" y="224223"/>
                  </a:lnTo>
                  <a:lnTo>
                    <a:pt x="66440" y="254739"/>
                  </a:lnTo>
                  <a:lnTo>
                    <a:pt x="110995" y="274752"/>
                  </a:lnTo>
                  <a:lnTo>
                    <a:pt x="162306" y="281939"/>
                  </a:lnTo>
                  <a:lnTo>
                    <a:pt x="213616" y="274752"/>
                  </a:lnTo>
                  <a:lnTo>
                    <a:pt x="258171" y="254739"/>
                  </a:lnTo>
                  <a:lnTo>
                    <a:pt x="293302" y="224223"/>
                  </a:lnTo>
                  <a:lnTo>
                    <a:pt x="316339" y="185525"/>
                  </a:lnTo>
                  <a:lnTo>
                    <a:pt x="324612" y="140969"/>
                  </a:lnTo>
                  <a:lnTo>
                    <a:pt x="316339" y="96414"/>
                  </a:lnTo>
                  <a:lnTo>
                    <a:pt x="293302" y="57716"/>
                  </a:lnTo>
                  <a:lnTo>
                    <a:pt x="258171" y="27200"/>
                  </a:lnTo>
                  <a:lnTo>
                    <a:pt x="213616" y="7187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02201" y="360806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0" y="140969"/>
                  </a:moveTo>
                  <a:lnTo>
                    <a:pt x="8272" y="96414"/>
                  </a:lnTo>
                  <a:lnTo>
                    <a:pt x="31309" y="57716"/>
                  </a:lnTo>
                  <a:lnTo>
                    <a:pt x="66440" y="27200"/>
                  </a:lnTo>
                  <a:lnTo>
                    <a:pt x="110995" y="7187"/>
                  </a:lnTo>
                  <a:lnTo>
                    <a:pt x="162306" y="0"/>
                  </a:lnTo>
                  <a:lnTo>
                    <a:pt x="213616" y="7187"/>
                  </a:lnTo>
                  <a:lnTo>
                    <a:pt x="258171" y="27200"/>
                  </a:lnTo>
                  <a:lnTo>
                    <a:pt x="293302" y="57716"/>
                  </a:lnTo>
                  <a:lnTo>
                    <a:pt x="316339" y="96414"/>
                  </a:lnTo>
                  <a:lnTo>
                    <a:pt x="324612" y="140969"/>
                  </a:lnTo>
                  <a:lnTo>
                    <a:pt x="316339" y="185525"/>
                  </a:lnTo>
                  <a:lnTo>
                    <a:pt x="293302" y="224223"/>
                  </a:lnTo>
                  <a:lnTo>
                    <a:pt x="258171" y="254739"/>
                  </a:lnTo>
                  <a:lnTo>
                    <a:pt x="213616" y="274752"/>
                  </a:lnTo>
                  <a:lnTo>
                    <a:pt x="162306" y="281939"/>
                  </a:lnTo>
                  <a:lnTo>
                    <a:pt x="110995" y="274752"/>
                  </a:lnTo>
                  <a:lnTo>
                    <a:pt x="66440" y="254739"/>
                  </a:lnTo>
                  <a:lnTo>
                    <a:pt x="31309" y="224223"/>
                  </a:lnTo>
                  <a:lnTo>
                    <a:pt x="8272" y="185525"/>
                  </a:lnTo>
                  <a:lnTo>
                    <a:pt x="0" y="14096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38066" y="360806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162306" y="0"/>
                  </a:moveTo>
                  <a:lnTo>
                    <a:pt x="110995" y="7187"/>
                  </a:lnTo>
                  <a:lnTo>
                    <a:pt x="66440" y="27200"/>
                  </a:lnTo>
                  <a:lnTo>
                    <a:pt x="31309" y="57716"/>
                  </a:lnTo>
                  <a:lnTo>
                    <a:pt x="8272" y="96414"/>
                  </a:lnTo>
                  <a:lnTo>
                    <a:pt x="0" y="140969"/>
                  </a:lnTo>
                  <a:lnTo>
                    <a:pt x="8272" y="185525"/>
                  </a:lnTo>
                  <a:lnTo>
                    <a:pt x="31309" y="224223"/>
                  </a:lnTo>
                  <a:lnTo>
                    <a:pt x="66440" y="254739"/>
                  </a:lnTo>
                  <a:lnTo>
                    <a:pt x="110995" y="274752"/>
                  </a:lnTo>
                  <a:lnTo>
                    <a:pt x="162306" y="281939"/>
                  </a:lnTo>
                  <a:lnTo>
                    <a:pt x="213616" y="274752"/>
                  </a:lnTo>
                  <a:lnTo>
                    <a:pt x="258171" y="254739"/>
                  </a:lnTo>
                  <a:lnTo>
                    <a:pt x="293302" y="224223"/>
                  </a:lnTo>
                  <a:lnTo>
                    <a:pt x="316339" y="185525"/>
                  </a:lnTo>
                  <a:lnTo>
                    <a:pt x="324612" y="140969"/>
                  </a:lnTo>
                  <a:lnTo>
                    <a:pt x="316339" y="96414"/>
                  </a:lnTo>
                  <a:lnTo>
                    <a:pt x="293302" y="57716"/>
                  </a:lnTo>
                  <a:lnTo>
                    <a:pt x="258171" y="27200"/>
                  </a:lnTo>
                  <a:lnTo>
                    <a:pt x="213616" y="7187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38066" y="360806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0" y="140969"/>
                  </a:moveTo>
                  <a:lnTo>
                    <a:pt x="8272" y="96414"/>
                  </a:lnTo>
                  <a:lnTo>
                    <a:pt x="31309" y="57716"/>
                  </a:lnTo>
                  <a:lnTo>
                    <a:pt x="66440" y="27200"/>
                  </a:lnTo>
                  <a:lnTo>
                    <a:pt x="110995" y="7187"/>
                  </a:lnTo>
                  <a:lnTo>
                    <a:pt x="162306" y="0"/>
                  </a:lnTo>
                  <a:lnTo>
                    <a:pt x="213616" y="7187"/>
                  </a:lnTo>
                  <a:lnTo>
                    <a:pt x="258171" y="27200"/>
                  </a:lnTo>
                  <a:lnTo>
                    <a:pt x="293302" y="57716"/>
                  </a:lnTo>
                  <a:lnTo>
                    <a:pt x="316339" y="96414"/>
                  </a:lnTo>
                  <a:lnTo>
                    <a:pt x="324612" y="140969"/>
                  </a:lnTo>
                  <a:lnTo>
                    <a:pt x="316339" y="185525"/>
                  </a:lnTo>
                  <a:lnTo>
                    <a:pt x="293302" y="224223"/>
                  </a:lnTo>
                  <a:lnTo>
                    <a:pt x="258171" y="254739"/>
                  </a:lnTo>
                  <a:lnTo>
                    <a:pt x="213616" y="274752"/>
                  </a:lnTo>
                  <a:lnTo>
                    <a:pt x="162306" y="281939"/>
                  </a:lnTo>
                  <a:lnTo>
                    <a:pt x="110995" y="274752"/>
                  </a:lnTo>
                  <a:lnTo>
                    <a:pt x="66440" y="254739"/>
                  </a:lnTo>
                  <a:lnTo>
                    <a:pt x="31309" y="224223"/>
                  </a:lnTo>
                  <a:lnTo>
                    <a:pt x="8272" y="185525"/>
                  </a:lnTo>
                  <a:lnTo>
                    <a:pt x="0" y="14096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72405" y="3608069"/>
              <a:ext cx="323215" cy="281940"/>
            </a:xfrm>
            <a:custGeom>
              <a:avLst/>
              <a:gdLst/>
              <a:ahLst/>
              <a:cxnLst/>
              <a:rect l="l" t="t" r="r" b="b"/>
              <a:pathLst>
                <a:path w="323214" h="281939">
                  <a:moveTo>
                    <a:pt x="161544" y="0"/>
                  </a:moveTo>
                  <a:lnTo>
                    <a:pt x="110459" y="7187"/>
                  </a:lnTo>
                  <a:lnTo>
                    <a:pt x="66111" y="27200"/>
                  </a:lnTo>
                  <a:lnTo>
                    <a:pt x="31150" y="57716"/>
                  </a:lnTo>
                  <a:lnTo>
                    <a:pt x="8229" y="96414"/>
                  </a:lnTo>
                  <a:lnTo>
                    <a:pt x="0" y="140969"/>
                  </a:lnTo>
                  <a:lnTo>
                    <a:pt x="8229" y="185525"/>
                  </a:lnTo>
                  <a:lnTo>
                    <a:pt x="31150" y="224223"/>
                  </a:lnTo>
                  <a:lnTo>
                    <a:pt x="66111" y="254739"/>
                  </a:lnTo>
                  <a:lnTo>
                    <a:pt x="110459" y="274752"/>
                  </a:lnTo>
                  <a:lnTo>
                    <a:pt x="161544" y="281939"/>
                  </a:lnTo>
                  <a:lnTo>
                    <a:pt x="212628" y="274752"/>
                  </a:lnTo>
                  <a:lnTo>
                    <a:pt x="256976" y="254739"/>
                  </a:lnTo>
                  <a:lnTo>
                    <a:pt x="291937" y="224223"/>
                  </a:lnTo>
                  <a:lnTo>
                    <a:pt x="314858" y="185525"/>
                  </a:lnTo>
                  <a:lnTo>
                    <a:pt x="323088" y="140969"/>
                  </a:lnTo>
                  <a:lnTo>
                    <a:pt x="314858" y="96414"/>
                  </a:lnTo>
                  <a:lnTo>
                    <a:pt x="291937" y="57716"/>
                  </a:lnTo>
                  <a:lnTo>
                    <a:pt x="256976" y="27200"/>
                  </a:lnTo>
                  <a:lnTo>
                    <a:pt x="212628" y="7187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72405" y="3608069"/>
              <a:ext cx="323215" cy="281940"/>
            </a:xfrm>
            <a:custGeom>
              <a:avLst/>
              <a:gdLst/>
              <a:ahLst/>
              <a:cxnLst/>
              <a:rect l="l" t="t" r="r" b="b"/>
              <a:pathLst>
                <a:path w="323214" h="281939">
                  <a:moveTo>
                    <a:pt x="0" y="140969"/>
                  </a:moveTo>
                  <a:lnTo>
                    <a:pt x="8229" y="96414"/>
                  </a:lnTo>
                  <a:lnTo>
                    <a:pt x="31150" y="57716"/>
                  </a:lnTo>
                  <a:lnTo>
                    <a:pt x="66111" y="27200"/>
                  </a:lnTo>
                  <a:lnTo>
                    <a:pt x="110459" y="7187"/>
                  </a:lnTo>
                  <a:lnTo>
                    <a:pt x="161544" y="0"/>
                  </a:lnTo>
                  <a:lnTo>
                    <a:pt x="212628" y="7187"/>
                  </a:lnTo>
                  <a:lnTo>
                    <a:pt x="256976" y="27200"/>
                  </a:lnTo>
                  <a:lnTo>
                    <a:pt x="291937" y="57716"/>
                  </a:lnTo>
                  <a:lnTo>
                    <a:pt x="314858" y="96414"/>
                  </a:lnTo>
                  <a:lnTo>
                    <a:pt x="323088" y="140969"/>
                  </a:lnTo>
                  <a:lnTo>
                    <a:pt x="314858" y="185525"/>
                  </a:lnTo>
                  <a:lnTo>
                    <a:pt x="291937" y="224223"/>
                  </a:lnTo>
                  <a:lnTo>
                    <a:pt x="256976" y="254739"/>
                  </a:lnTo>
                  <a:lnTo>
                    <a:pt x="212628" y="274752"/>
                  </a:lnTo>
                  <a:lnTo>
                    <a:pt x="161544" y="281939"/>
                  </a:lnTo>
                  <a:lnTo>
                    <a:pt x="110459" y="274752"/>
                  </a:lnTo>
                  <a:lnTo>
                    <a:pt x="66111" y="254739"/>
                  </a:lnTo>
                  <a:lnTo>
                    <a:pt x="31150" y="224223"/>
                  </a:lnTo>
                  <a:lnTo>
                    <a:pt x="8229" y="185525"/>
                  </a:lnTo>
                  <a:lnTo>
                    <a:pt x="0" y="14096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08270" y="360806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162305" y="0"/>
                  </a:moveTo>
                  <a:lnTo>
                    <a:pt x="110995" y="7187"/>
                  </a:lnTo>
                  <a:lnTo>
                    <a:pt x="66440" y="27200"/>
                  </a:lnTo>
                  <a:lnTo>
                    <a:pt x="31309" y="57716"/>
                  </a:lnTo>
                  <a:lnTo>
                    <a:pt x="8272" y="96414"/>
                  </a:lnTo>
                  <a:lnTo>
                    <a:pt x="0" y="140969"/>
                  </a:lnTo>
                  <a:lnTo>
                    <a:pt x="8272" y="185525"/>
                  </a:lnTo>
                  <a:lnTo>
                    <a:pt x="31309" y="224223"/>
                  </a:lnTo>
                  <a:lnTo>
                    <a:pt x="66440" y="254739"/>
                  </a:lnTo>
                  <a:lnTo>
                    <a:pt x="110995" y="274752"/>
                  </a:lnTo>
                  <a:lnTo>
                    <a:pt x="162305" y="281939"/>
                  </a:lnTo>
                  <a:lnTo>
                    <a:pt x="213616" y="274752"/>
                  </a:lnTo>
                  <a:lnTo>
                    <a:pt x="258171" y="254739"/>
                  </a:lnTo>
                  <a:lnTo>
                    <a:pt x="293302" y="224223"/>
                  </a:lnTo>
                  <a:lnTo>
                    <a:pt x="316339" y="185525"/>
                  </a:lnTo>
                  <a:lnTo>
                    <a:pt x="324612" y="140969"/>
                  </a:lnTo>
                  <a:lnTo>
                    <a:pt x="316339" y="96414"/>
                  </a:lnTo>
                  <a:lnTo>
                    <a:pt x="293302" y="57716"/>
                  </a:lnTo>
                  <a:lnTo>
                    <a:pt x="258171" y="27200"/>
                  </a:lnTo>
                  <a:lnTo>
                    <a:pt x="213616" y="7187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08270" y="360806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0" y="140969"/>
                  </a:moveTo>
                  <a:lnTo>
                    <a:pt x="8272" y="96414"/>
                  </a:lnTo>
                  <a:lnTo>
                    <a:pt x="31309" y="57716"/>
                  </a:lnTo>
                  <a:lnTo>
                    <a:pt x="66440" y="27200"/>
                  </a:lnTo>
                  <a:lnTo>
                    <a:pt x="110995" y="7187"/>
                  </a:lnTo>
                  <a:lnTo>
                    <a:pt x="162305" y="0"/>
                  </a:lnTo>
                  <a:lnTo>
                    <a:pt x="213616" y="7187"/>
                  </a:lnTo>
                  <a:lnTo>
                    <a:pt x="258171" y="27200"/>
                  </a:lnTo>
                  <a:lnTo>
                    <a:pt x="293302" y="57716"/>
                  </a:lnTo>
                  <a:lnTo>
                    <a:pt x="316339" y="96414"/>
                  </a:lnTo>
                  <a:lnTo>
                    <a:pt x="324612" y="140969"/>
                  </a:lnTo>
                  <a:lnTo>
                    <a:pt x="316339" y="185525"/>
                  </a:lnTo>
                  <a:lnTo>
                    <a:pt x="293302" y="224223"/>
                  </a:lnTo>
                  <a:lnTo>
                    <a:pt x="258171" y="254739"/>
                  </a:lnTo>
                  <a:lnTo>
                    <a:pt x="213616" y="274752"/>
                  </a:lnTo>
                  <a:lnTo>
                    <a:pt x="162305" y="281939"/>
                  </a:lnTo>
                  <a:lnTo>
                    <a:pt x="110995" y="274752"/>
                  </a:lnTo>
                  <a:lnTo>
                    <a:pt x="66440" y="254739"/>
                  </a:lnTo>
                  <a:lnTo>
                    <a:pt x="31309" y="224223"/>
                  </a:lnTo>
                  <a:lnTo>
                    <a:pt x="8272" y="185525"/>
                  </a:lnTo>
                  <a:lnTo>
                    <a:pt x="0" y="14096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45657" y="3608069"/>
              <a:ext cx="323215" cy="281940"/>
            </a:xfrm>
            <a:custGeom>
              <a:avLst/>
              <a:gdLst/>
              <a:ahLst/>
              <a:cxnLst/>
              <a:rect l="l" t="t" r="r" b="b"/>
              <a:pathLst>
                <a:path w="323214" h="281939">
                  <a:moveTo>
                    <a:pt x="161543" y="0"/>
                  </a:moveTo>
                  <a:lnTo>
                    <a:pt x="110459" y="7187"/>
                  </a:lnTo>
                  <a:lnTo>
                    <a:pt x="66111" y="27200"/>
                  </a:lnTo>
                  <a:lnTo>
                    <a:pt x="31150" y="57716"/>
                  </a:lnTo>
                  <a:lnTo>
                    <a:pt x="8229" y="96414"/>
                  </a:lnTo>
                  <a:lnTo>
                    <a:pt x="0" y="140969"/>
                  </a:lnTo>
                  <a:lnTo>
                    <a:pt x="8229" y="185525"/>
                  </a:lnTo>
                  <a:lnTo>
                    <a:pt x="31150" y="224223"/>
                  </a:lnTo>
                  <a:lnTo>
                    <a:pt x="66111" y="254739"/>
                  </a:lnTo>
                  <a:lnTo>
                    <a:pt x="110459" y="274752"/>
                  </a:lnTo>
                  <a:lnTo>
                    <a:pt x="161543" y="281939"/>
                  </a:lnTo>
                  <a:lnTo>
                    <a:pt x="212628" y="274752"/>
                  </a:lnTo>
                  <a:lnTo>
                    <a:pt x="256976" y="254739"/>
                  </a:lnTo>
                  <a:lnTo>
                    <a:pt x="291937" y="224223"/>
                  </a:lnTo>
                  <a:lnTo>
                    <a:pt x="314858" y="185525"/>
                  </a:lnTo>
                  <a:lnTo>
                    <a:pt x="323088" y="140969"/>
                  </a:lnTo>
                  <a:lnTo>
                    <a:pt x="314858" y="96414"/>
                  </a:lnTo>
                  <a:lnTo>
                    <a:pt x="291937" y="57716"/>
                  </a:lnTo>
                  <a:lnTo>
                    <a:pt x="256976" y="27200"/>
                  </a:lnTo>
                  <a:lnTo>
                    <a:pt x="212628" y="7187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45657" y="3608069"/>
              <a:ext cx="323215" cy="281940"/>
            </a:xfrm>
            <a:custGeom>
              <a:avLst/>
              <a:gdLst/>
              <a:ahLst/>
              <a:cxnLst/>
              <a:rect l="l" t="t" r="r" b="b"/>
              <a:pathLst>
                <a:path w="323214" h="281939">
                  <a:moveTo>
                    <a:pt x="0" y="140969"/>
                  </a:moveTo>
                  <a:lnTo>
                    <a:pt x="8229" y="96414"/>
                  </a:lnTo>
                  <a:lnTo>
                    <a:pt x="31150" y="57716"/>
                  </a:lnTo>
                  <a:lnTo>
                    <a:pt x="66111" y="27200"/>
                  </a:lnTo>
                  <a:lnTo>
                    <a:pt x="110459" y="7187"/>
                  </a:lnTo>
                  <a:lnTo>
                    <a:pt x="161543" y="0"/>
                  </a:lnTo>
                  <a:lnTo>
                    <a:pt x="212628" y="7187"/>
                  </a:lnTo>
                  <a:lnTo>
                    <a:pt x="256976" y="27200"/>
                  </a:lnTo>
                  <a:lnTo>
                    <a:pt x="291937" y="57716"/>
                  </a:lnTo>
                  <a:lnTo>
                    <a:pt x="314858" y="96414"/>
                  </a:lnTo>
                  <a:lnTo>
                    <a:pt x="323088" y="140969"/>
                  </a:lnTo>
                  <a:lnTo>
                    <a:pt x="314858" y="185525"/>
                  </a:lnTo>
                  <a:lnTo>
                    <a:pt x="291937" y="224223"/>
                  </a:lnTo>
                  <a:lnTo>
                    <a:pt x="256976" y="254739"/>
                  </a:lnTo>
                  <a:lnTo>
                    <a:pt x="212628" y="274752"/>
                  </a:lnTo>
                  <a:lnTo>
                    <a:pt x="161543" y="281939"/>
                  </a:lnTo>
                  <a:lnTo>
                    <a:pt x="110459" y="274752"/>
                  </a:lnTo>
                  <a:lnTo>
                    <a:pt x="66111" y="254739"/>
                  </a:lnTo>
                  <a:lnTo>
                    <a:pt x="31150" y="224223"/>
                  </a:lnTo>
                  <a:lnTo>
                    <a:pt x="8229" y="185525"/>
                  </a:lnTo>
                  <a:lnTo>
                    <a:pt x="0" y="140969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69386" y="3608069"/>
              <a:ext cx="323215" cy="281940"/>
            </a:xfrm>
            <a:custGeom>
              <a:avLst/>
              <a:gdLst/>
              <a:ahLst/>
              <a:cxnLst/>
              <a:rect l="l" t="t" r="r" b="b"/>
              <a:pathLst>
                <a:path w="323214" h="281939">
                  <a:moveTo>
                    <a:pt x="161543" y="0"/>
                  </a:moveTo>
                  <a:lnTo>
                    <a:pt x="110459" y="7187"/>
                  </a:lnTo>
                  <a:lnTo>
                    <a:pt x="66111" y="27200"/>
                  </a:lnTo>
                  <a:lnTo>
                    <a:pt x="31150" y="57716"/>
                  </a:lnTo>
                  <a:lnTo>
                    <a:pt x="8229" y="96414"/>
                  </a:lnTo>
                  <a:lnTo>
                    <a:pt x="0" y="140969"/>
                  </a:lnTo>
                  <a:lnTo>
                    <a:pt x="8229" y="185525"/>
                  </a:lnTo>
                  <a:lnTo>
                    <a:pt x="31150" y="224223"/>
                  </a:lnTo>
                  <a:lnTo>
                    <a:pt x="66111" y="254739"/>
                  </a:lnTo>
                  <a:lnTo>
                    <a:pt x="110459" y="274752"/>
                  </a:lnTo>
                  <a:lnTo>
                    <a:pt x="161543" y="281939"/>
                  </a:lnTo>
                  <a:lnTo>
                    <a:pt x="212628" y="274752"/>
                  </a:lnTo>
                  <a:lnTo>
                    <a:pt x="256976" y="254739"/>
                  </a:lnTo>
                  <a:lnTo>
                    <a:pt x="291937" y="224223"/>
                  </a:lnTo>
                  <a:lnTo>
                    <a:pt x="314858" y="185525"/>
                  </a:lnTo>
                  <a:lnTo>
                    <a:pt x="323088" y="140969"/>
                  </a:lnTo>
                  <a:lnTo>
                    <a:pt x="314858" y="96414"/>
                  </a:lnTo>
                  <a:lnTo>
                    <a:pt x="291937" y="57716"/>
                  </a:lnTo>
                  <a:lnTo>
                    <a:pt x="256976" y="27200"/>
                  </a:lnTo>
                  <a:lnTo>
                    <a:pt x="212628" y="7187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69386" y="3608069"/>
              <a:ext cx="323215" cy="281940"/>
            </a:xfrm>
            <a:custGeom>
              <a:avLst/>
              <a:gdLst/>
              <a:ahLst/>
              <a:cxnLst/>
              <a:rect l="l" t="t" r="r" b="b"/>
              <a:pathLst>
                <a:path w="323214" h="281939">
                  <a:moveTo>
                    <a:pt x="0" y="140969"/>
                  </a:moveTo>
                  <a:lnTo>
                    <a:pt x="8229" y="96414"/>
                  </a:lnTo>
                  <a:lnTo>
                    <a:pt x="31150" y="57716"/>
                  </a:lnTo>
                  <a:lnTo>
                    <a:pt x="66111" y="27200"/>
                  </a:lnTo>
                  <a:lnTo>
                    <a:pt x="110459" y="7187"/>
                  </a:lnTo>
                  <a:lnTo>
                    <a:pt x="161543" y="0"/>
                  </a:lnTo>
                  <a:lnTo>
                    <a:pt x="212628" y="7187"/>
                  </a:lnTo>
                  <a:lnTo>
                    <a:pt x="256976" y="27200"/>
                  </a:lnTo>
                  <a:lnTo>
                    <a:pt x="291937" y="57716"/>
                  </a:lnTo>
                  <a:lnTo>
                    <a:pt x="314858" y="96414"/>
                  </a:lnTo>
                  <a:lnTo>
                    <a:pt x="323088" y="140969"/>
                  </a:lnTo>
                  <a:lnTo>
                    <a:pt x="314858" y="185525"/>
                  </a:lnTo>
                  <a:lnTo>
                    <a:pt x="291937" y="224223"/>
                  </a:lnTo>
                  <a:lnTo>
                    <a:pt x="256976" y="254739"/>
                  </a:lnTo>
                  <a:lnTo>
                    <a:pt x="212628" y="274752"/>
                  </a:lnTo>
                  <a:lnTo>
                    <a:pt x="161543" y="281939"/>
                  </a:lnTo>
                  <a:lnTo>
                    <a:pt x="110459" y="274752"/>
                  </a:lnTo>
                  <a:lnTo>
                    <a:pt x="66111" y="254739"/>
                  </a:lnTo>
                  <a:lnTo>
                    <a:pt x="31150" y="224223"/>
                  </a:lnTo>
                  <a:lnTo>
                    <a:pt x="8229" y="185525"/>
                  </a:lnTo>
                  <a:lnTo>
                    <a:pt x="0" y="140969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46881" y="5642609"/>
              <a:ext cx="2982595" cy="462280"/>
            </a:xfrm>
            <a:custGeom>
              <a:avLst/>
              <a:gdLst/>
              <a:ahLst/>
              <a:cxnLst/>
              <a:rect l="l" t="t" r="r" b="b"/>
              <a:pathLst>
                <a:path w="2982595" h="462279">
                  <a:moveTo>
                    <a:pt x="2905506" y="0"/>
                  </a:moveTo>
                  <a:lnTo>
                    <a:pt x="76962" y="0"/>
                  </a:lnTo>
                  <a:lnTo>
                    <a:pt x="46988" y="6047"/>
                  </a:lnTo>
                  <a:lnTo>
                    <a:pt x="22526" y="22540"/>
                  </a:lnTo>
                  <a:lnTo>
                    <a:pt x="6042" y="47004"/>
                  </a:lnTo>
                  <a:lnTo>
                    <a:pt x="0" y="76961"/>
                  </a:lnTo>
                  <a:lnTo>
                    <a:pt x="0" y="384809"/>
                  </a:lnTo>
                  <a:lnTo>
                    <a:pt x="6042" y="414767"/>
                  </a:lnTo>
                  <a:lnTo>
                    <a:pt x="22526" y="439231"/>
                  </a:lnTo>
                  <a:lnTo>
                    <a:pt x="46988" y="455724"/>
                  </a:lnTo>
                  <a:lnTo>
                    <a:pt x="76962" y="461771"/>
                  </a:lnTo>
                  <a:lnTo>
                    <a:pt x="2905506" y="461771"/>
                  </a:lnTo>
                  <a:lnTo>
                    <a:pt x="2935479" y="455724"/>
                  </a:lnTo>
                  <a:lnTo>
                    <a:pt x="2959941" y="439231"/>
                  </a:lnTo>
                  <a:lnTo>
                    <a:pt x="2976425" y="414767"/>
                  </a:lnTo>
                  <a:lnTo>
                    <a:pt x="2982468" y="384809"/>
                  </a:lnTo>
                  <a:lnTo>
                    <a:pt x="2982468" y="76961"/>
                  </a:lnTo>
                  <a:lnTo>
                    <a:pt x="2976425" y="47004"/>
                  </a:lnTo>
                  <a:lnTo>
                    <a:pt x="2959941" y="22540"/>
                  </a:lnTo>
                  <a:lnTo>
                    <a:pt x="2935479" y="6047"/>
                  </a:lnTo>
                  <a:lnTo>
                    <a:pt x="290550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46881" y="5642609"/>
              <a:ext cx="2982595" cy="462280"/>
            </a:xfrm>
            <a:custGeom>
              <a:avLst/>
              <a:gdLst/>
              <a:ahLst/>
              <a:cxnLst/>
              <a:rect l="l" t="t" r="r" b="b"/>
              <a:pathLst>
                <a:path w="2982595" h="462279">
                  <a:moveTo>
                    <a:pt x="0" y="76961"/>
                  </a:moveTo>
                  <a:lnTo>
                    <a:pt x="6042" y="47004"/>
                  </a:lnTo>
                  <a:lnTo>
                    <a:pt x="22526" y="22540"/>
                  </a:lnTo>
                  <a:lnTo>
                    <a:pt x="46988" y="6047"/>
                  </a:lnTo>
                  <a:lnTo>
                    <a:pt x="76962" y="0"/>
                  </a:lnTo>
                  <a:lnTo>
                    <a:pt x="2905506" y="0"/>
                  </a:lnTo>
                  <a:lnTo>
                    <a:pt x="2935479" y="6047"/>
                  </a:lnTo>
                  <a:lnTo>
                    <a:pt x="2959941" y="22540"/>
                  </a:lnTo>
                  <a:lnTo>
                    <a:pt x="2976425" y="47004"/>
                  </a:lnTo>
                  <a:lnTo>
                    <a:pt x="2982468" y="76961"/>
                  </a:lnTo>
                  <a:lnTo>
                    <a:pt x="2982468" y="384809"/>
                  </a:lnTo>
                  <a:lnTo>
                    <a:pt x="2976425" y="414767"/>
                  </a:lnTo>
                  <a:lnTo>
                    <a:pt x="2959941" y="439231"/>
                  </a:lnTo>
                  <a:lnTo>
                    <a:pt x="2935479" y="455724"/>
                  </a:lnTo>
                  <a:lnTo>
                    <a:pt x="2905506" y="461771"/>
                  </a:lnTo>
                  <a:lnTo>
                    <a:pt x="76962" y="461771"/>
                  </a:lnTo>
                  <a:lnTo>
                    <a:pt x="46988" y="455724"/>
                  </a:lnTo>
                  <a:lnTo>
                    <a:pt x="22526" y="439231"/>
                  </a:lnTo>
                  <a:lnTo>
                    <a:pt x="6042" y="414767"/>
                  </a:lnTo>
                  <a:lnTo>
                    <a:pt x="0" y="384809"/>
                  </a:lnTo>
                  <a:lnTo>
                    <a:pt x="0" y="7696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11345" y="574928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162305" y="0"/>
                  </a:moveTo>
                  <a:lnTo>
                    <a:pt x="110995" y="7187"/>
                  </a:lnTo>
                  <a:lnTo>
                    <a:pt x="66440" y="27200"/>
                  </a:lnTo>
                  <a:lnTo>
                    <a:pt x="31309" y="57716"/>
                  </a:lnTo>
                  <a:lnTo>
                    <a:pt x="8272" y="96414"/>
                  </a:lnTo>
                  <a:lnTo>
                    <a:pt x="0" y="140970"/>
                  </a:lnTo>
                  <a:lnTo>
                    <a:pt x="8272" y="185525"/>
                  </a:lnTo>
                  <a:lnTo>
                    <a:pt x="31309" y="224223"/>
                  </a:lnTo>
                  <a:lnTo>
                    <a:pt x="66440" y="254739"/>
                  </a:lnTo>
                  <a:lnTo>
                    <a:pt x="110995" y="274752"/>
                  </a:lnTo>
                  <a:lnTo>
                    <a:pt x="162305" y="281940"/>
                  </a:lnTo>
                  <a:lnTo>
                    <a:pt x="213616" y="274752"/>
                  </a:lnTo>
                  <a:lnTo>
                    <a:pt x="258171" y="254739"/>
                  </a:lnTo>
                  <a:lnTo>
                    <a:pt x="293302" y="224223"/>
                  </a:lnTo>
                  <a:lnTo>
                    <a:pt x="316339" y="185525"/>
                  </a:lnTo>
                  <a:lnTo>
                    <a:pt x="324612" y="140970"/>
                  </a:lnTo>
                  <a:lnTo>
                    <a:pt x="316339" y="96414"/>
                  </a:lnTo>
                  <a:lnTo>
                    <a:pt x="293302" y="57716"/>
                  </a:lnTo>
                  <a:lnTo>
                    <a:pt x="258171" y="27200"/>
                  </a:lnTo>
                  <a:lnTo>
                    <a:pt x="213616" y="7187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11345" y="574928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0" y="140970"/>
                  </a:moveTo>
                  <a:lnTo>
                    <a:pt x="8272" y="96414"/>
                  </a:lnTo>
                  <a:lnTo>
                    <a:pt x="31309" y="57716"/>
                  </a:lnTo>
                  <a:lnTo>
                    <a:pt x="66440" y="27200"/>
                  </a:lnTo>
                  <a:lnTo>
                    <a:pt x="110995" y="7187"/>
                  </a:lnTo>
                  <a:lnTo>
                    <a:pt x="162305" y="0"/>
                  </a:lnTo>
                  <a:lnTo>
                    <a:pt x="213616" y="7187"/>
                  </a:lnTo>
                  <a:lnTo>
                    <a:pt x="258171" y="27200"/>
                  </a:lnTo>
                  <a:lnTo>
                    <a:pt x="293302" y="57716"/>
                  </a:lnTo>
                  <a:lnTo>
                    <a:pt x="316339" y="96414"/>
                  </a:lnTo>
                  <a:lnTo>
                    <a:pt x="324612" y="140970"/>
                  </a:lnTo>
                  <a:lnTo>
                    <a:pt x="316339" y="185525"/>
                  </a:lnTo>
                  <a:lnTo>
                    <a:pt x="293302" y="224223"/>
                  </a:lnTo>
                  <a:lnTo>
                    <a:pt x="258171" y="254739"/>
                  </a:lnTo>
                  <a:lnTo>
                    <a:pt x="213616" y="274752"/>
                  </a:lnTo>
                  <a:lnTo>
                    <a:pt x="162305" y="281940"/>
                  </a:lnTo>
                  <a:lnTo>
                    <a:pt x="110995" y="274752"/>
                  </a:lnTo>
                  <a:lnTo>
                    <a:pt x="66440" y="254739"/>
                  </a:lnTo>
                  <a:lnTo>
                    <a:pt x="31309" y="224223"/>
                  </a:lnTo>
                  <a:lnTo>
                    <a:pt x="8272" y="185525"/>
                  </a:lnTo>
                  <a:lnTo>
                    <a:pt x="0" y="14097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48733" y="574928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162305" y="0"/>
                  </a:moveTo>
                  <a:lnTo>
                    <a:pt x="110995" y="7187"/>
                  </a:lnTo>
                  <a:lnTo>
                    <a:pt x="66440" y="27200"/>
                  </a:lnTo>
                  <a:lnTo>
                    <a:pt x="31309" y="57716"/>
                  </a:lnTo>
                  <a:lnTo>
                    <a:pt x="8272" y="96414"/>
                  </a:lnTo>
                  <a:lnTo>
                    <a:pt x="0" y="140970"/>
                  </a:lnTo>
                  <a:lnTo>
                    <a:pt x="8272" y="185525"/>
                  </a:lnTo>
                  <a:lnTo>
                    <a:pt x="31309" y="224223"/>
                  </a:lnTo>
                  <a:lnTo>
                    <a:pt x="66440" y="254739"/>
                  </a:lnTo>
                  <a:lnTo>
                    <a:pt x="110995" y="274752"/>
                  </a:lnTo>
                  <a:lnTo>
                    <a:pt x="162305" y="281940"/>
                  </a:lnTo>
                  <a:lnTo>
                    <a:pt x="213616" y="274752"/>
                  </a:lnTo>
                  <a:lnTo>
                    <a:pt x="258171" y="254739"/>
                  </a:lnTo>
                  <a:lnTo>
                    <a:pt x="293302" y="224223"/>
                  </a:lnTo>
                  <a:lnTo>
                    <a:pt x="316339" y="185525"/>
                  </a:lnTo>
                  <a:lnTo>
                    <a:pt x="324612" y="140970"/>
                  </a:lnTo>
                  <a:lnTo>
                    <a:pt x="316339" y="96414"/>
                  </a:lnTo>
                  <a:lnTo>
                    <a:pt x="293302" y="57716"/>
                  </a:lnTo>
                  <a:lnTo>
                    <a:pt x="258171" y="27200"/>
                  </a:lnTo>
                  <a:lnTo>
                    <a:pt x="213616" y="7187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48733" y="574928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0" y="140970"/>
                  </a:moveTo>
                  <a:lnTo>
                    <a:pt x="8272" y="96414"/>
                  </a:lnTo>
                  <a:lnTo>
                    <a:pt x="31309" y="57716"/>
                  </a:lnTo>
                  <a:lnTo>
                    <a:pt x="66440" y="27200"/>
                  </a:lnTo>
                  <a:lnTo>
                    <a:pt x="110995" y="7187"/>
                  </a:lnTo>
                  <a:lnTo>
                    <a:pt x="162305" y="0"/>
                  </a:lnTo>
                  <a:lnTo>
                    <a:pt x="213616" y="7187"/>
                  </a:lnTo>
                  <a:lnTo>
                    <a:pt x="258171" y="27200"/>
                  </a:lnTo>
                  <a:lnTo>
                    <a:pt x="293302" y="57716"/>
                  </a:lnTo>
                  <a:lnTo>
                    <a:pt x="316339" y="96414"/>
                  </a:lnTo>
                  <a:lnTo>
                    <a:pt x="324612" y="140970"/>
                  </a:lnTo>
                  <a:lnTo>
                    <a:pt x="316339" y="185525"/>
                  </a:lnTo>
                  <a:lnTo>
                    <a:pt x="293302" y="224223"/>
                  </a:lnTo>
                  <a:lnTo>
                    <a:pt x="258171" y="254739"/>
                  </a:lnTo>
                  <a:lnTo>
                    <a:pt x="213616" y="274752"/>
                  </a:lnTo>
                  <a:lnTo>
                    <a:pt x="162305" y="281940"/>
                  </a:lnTo>
                  <a:lnTo>
                    <a:pt x="110995" y="274752"/>
                  </a:lnTo>
                  <a:lnTo>
                    <a:pt x="66440" y="254739"/>
                  </a:lnTo>
                  <a:lnTo>
                    <a:pt x="31309" y="224223"/>
                  </a:lnTo>
                  <a:lnTo>
                    <a:pt x="8272" y="185525"/>
                  </a:lnTo>
                  <a:lnTo>
                    <a:pt x="0" y="14097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81550" y="574928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162305" y="0"/>
                  </a:moveTo>
                  <a:lnTo>
                    <a:pt x="110995" y="7187"/>
                  </a:lnTo>
                  <a:lnTo>
                    <a:pt x="66440" y="27200"/>
                  </a:lnTo>
                  <a:lnTo>
                    <a:pt x="31309" y="57716"/>
                  </a:lnTo>
                  <a:lnTo>
                    <a:pt x="8272" y="96414"/>
                  </a:lnTo>
                  <a:lnTo>
                    <a:pt x="0" y="140970"/>
                  </a:lnTo>
                  <a:lnTo>
                    <a:pt x="8272" y="185525"/>
                  </a:lnTo>
                  <a:lnTo>
                    <a:pt x="31309" y="224223"/>
                  </a:lnTo>
                  <a:lnTo>
                    <a:pt x="66440" y="254739"/>
                  </a:lnTo>
                  <a:lnTo>
                    <a:pt x="110995" y="274752"/>
                  </a:lnTo>
                  <a:lnTo>
                    <a:pt x="162305" y="281940"/>
                  </a:lnTo>
                  <a:lnTo>
                    <a:pt x="213616" y="274752"/>
                  </a:lnTo>
                  <a:lnTo>
                    <a:pt x="258171" y="254739"/>
                  </a:lnTo>
                  <a:lnTo>
                    <a:pt x="293302" y="224223"/>
                  </a:lnTo>
                  <a:lnTo>
                    <a:pt x="316339" y="185525"/>
                  </a:lnTo>
                  <a:lnTo>
                    <a:pt x="324612" y="140970"/>
                  </a:lnTo>
                  <a:lnTo>
                    <a:pt x="316339" y="96414"/>
                  </a:lnTo>
                  <a:lnTo>
                    <a:pt x="293302" y="57716"/>
                  </a:lnTo>
                  <a:lnTo>
                    <a:pt x="258171" y="27200"/>
                  </a:lnTo>
                  <a:lnTo>
                    <a:pt x="213616" y="7187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81550" y="574928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0" y="140970"/>
                  </a:moveTo>
                  <a:lnTo>
                    <a:pt x="8272" y="96414"/>
                  </a:lnTo>
                  <a:lnTo>
                    <a:pt x="31309" y="57716"/>
                  </a:lnTo>
                  <a:lnTo>
                    <a:pt x="66440" y="27200"/>
                  </a:lnTo>
                  <a:lnTo>
                    <a:pt x="110995" y="7187"/>
                  </a:lnTo>
                  <a:lnTo>
                    <a:pt x="162305" y="0"/>
                  </a:lnTo>
                  <a:lnTo>
                    <a:pt x="213616" y="7187"/>
                  </a:lnTo>
                  <a:lnTo>
                    <a:pt x="258171" y="27200"/>
                  </a:lnTo>
                  <a:lnTo>
                    <a:pt x="293302" y="57716"/>
                  </a:lnTo>
                  <a:lnTo>
                    <a:pt x="316339" y="96414"/>
                  </a:lnTo>
                  <a:lnTo>
                    <a:pt x="324612" y="140970"/>
                  </a:lnTo>
                  <a:lnTo>
                    <a:pt x="316339" y="185525"/>
                  </a:lnTo>
                  <a:lnTo>
                    <a:pt x="293302" y="224223"/>
                  </a:lnTo>
                  <a:lnTo>
                    <a:pt x="258171" y="254739"/>
                  </a:lnTo>
                  <a:lnTo>
                    <a:pt x="213616" y="274752"/>
                  </a:lnTo>
                  <a:lnTo>
                    <a:pt x="162305" y="281940"/>
                  </a:lnTo>
                  <a:lnTo>
                    <a:pt x="110995" y="274752"/>
                  </a:lnTo>
                  <a:lnTo>
                    <a:pt x="66440" y="254739"/>
                  </a:lnTo>
                  <a:lnTo>
                    <a:pt x="31309" y="224223"/>
                  </a:lnTo>
                  <a:lnTo>
                    <a:pt x="8272" y="185525"/>
                  </a:lnTo>
                  <a:lnTo>
                    <a:pt x="0" y="14097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18938" y="5749289"/>
              <a:ext cx="323215" cy="281940"/>
            </a:xfrm>
            <a:custGeom>
              <a:avLst/>
              <a:gdLst/>
              <a:ahLst/>
              <a:cxnLst/>
              <a:rect l="l" t="t" r="r" b="b"/>
              <a:pathLst>
                <a:path w="323214" h="281939">
                  <a:moveTo>
                    <a:pt x="161544" y="0"/>
                  </a:moveTo>
                  <a:lnTo>
                    <a:pt x="110459" y="7187"/>
                  </a:lnTo>
                  <a:lnTo>
                    <a:pt x="66111" y="27200"/>
                  </a:lnTo>
                  <a:lnTo>
                    <a:pt x="31150" y="57716"/>
                  </a:lnTo>
                  <a:lnTo>
                    <a:pt x="8229" y="96414"/>
                  </a:lnTo>
                  <a:lnTo>
                    <a:pt x="0" y="140970"/>
                  </a:lnTo>
                  <a:lnTo>
                    <a:pt x="8229" y="185525"/>
                  </a:lnTo>
                  <a:lnTo>
                    <a:pt x="31150" y="224223"/>
                  </a:lnTo>
                  <a:lnTo>
                    <a:pt x="66111" y="254739"/>
                  </a:lnTo>
                  <a:lnTo>
                    <a:pt x="110459" y="274752"/>
                  </a:lnTo>
                  <a:lnTo>
                    <a:pt x="161544" y="281940"/>
                  </a:lnTo>
                  <a:lnTo>
                    <a:pt x="212628" y="274752"/>
                  </a:lnTo>
                  <a:lnTo>
                    <a:pt x="256976" y="254739"/>
                  </a:lnTo>
                  <a:lnTo>
                    <a:pt x="291937" y="224223"/>
                  </a:lnTo>
                  <a:lnTo>
                    <a:pt x="314858" y="185525"/>
                  </a:lnTo>
                  <a:lnTo>
                    <a:pt x="323088" y="140970"/>
                  </a:lnTo>
                  <a:lnTo>
                    <a:pt x="314858" y="96414"/>
                  </a:lnTo>
                  <a:lnTo>
                    <a:pt x="291937" y="57716"/>
                  </a:lnTo>
                  <a:lnTo>
                    <a:pt x="256976" y="27200"/>
                  </a:lnTo>
                  <a:lnTo>
                    <a:pt x="212628" y="7187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18938" y="5749289"/>
              <a:ext cx="323215" cy="281940"/>
            </a:xfrm>
            <a:custGeom>
              <a:avLst/>
              <a:gdLst/>
              <a:ahLst/>
              <a:cxnLst/>
              <a:rect l="l" t="t" r="r" b="b"/>
              <a:pathLst>
                <a:path w="323214" h="281939">
                  <a:moveTo>
                    <a:pt x="0" y="140970"/>
                  </a:moveTo>
                  <a:lnTo>
                    <a:pt x="8229" y="96414"/>
                  </a:lnTo>
                  <a:lnTo>
                    <a:pt x="31150" y="57716"/>
                  </a:lnTo>
                  <a:lnTo>
                    <a:pt x="66111" y="27200"/>
                  </a:lnTo>
                  <a:lnTo>
                    <a:pt x="110459" y="7187"/>
                  </a:lnTo>
                  <a:lnTo>
                    <a:pt x="161544" y="0"/>
                  </a:lnTo>
                  <a:lnTo>
                    <a:pt x="212628" y="7187"/>
                  </a:lnTo>
                  <a:lnTo>
                    <a:pt x="256976" y="27200"/>
                  </a:lnTo>
                  <a:lnTo>
                    <a:pt x="291937" y="57716"/>
                  </a:lnTo>
                  <a:lnTo>
                    <a:pt x="314858" y="96414"/>
                  </a:lnTo>
                  <a:lnTo>
                    <a:pt x="323088" y="140970"/>
                  </a:lnTo>
                  <a:lnTo>
                    <a:pt x="314858" y="185525"/>
                  </a:lnTo>
                  <a:lnTo>
                    <a:pt x="291937" y="224223"/>
                  </a:lnTo>
                  <a:lnTo>
                    <a:pt x="256976" y="254739"/>
                  </a:lnTo>
                  <a:lnTo>
                    <a:pt x="212628" y="274752"/>
                  </a:lnTo>
                  <a:lnTo>
                    <a:pt x="161544" y="281940"/>
                  </a:lnTo>
                  <a:lnTo>
                    <a:pt x="110459" y="274752"/>
                  </a:lnTo>
                  <a:lnTo>
                    <a:pt x="66111" y="254739"/>
                  </a:lnTo>
                  <a:lnTo>
                    <a:pt x="31150" y="224223"/>
                  </a:lnTo>
                  <a:lnTo>
                    <a:pt x="8229" y="185525"/>
                  </a:lnTo>
                  <a:lnTo>
                    <a:pt x="0" y="14097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54801" y="574928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162306" y="0"/>
                  </a:moveTo>
                  <a:lnTo>
                    <a:pt x="110995" y="7187"/>
                  </a:lnTo>
                  <a:lnTo>
                    <a:pt x="66440" y="27200"/>
                  </a:lnTo>
                  <a:lnTo>
                    <a:pt x="31309" y="57716"/>
                  </a:lnTo>
                  <a:lnTo>
                    <a:pt x="8272" y="96414"/>
                  </a:lnTo>
                  <a:lnTo>
                    <a:pt x="0" y="140970"/>
                  </a:lnTo>
                  <a:lnTo>
                    <a:pt x="8272" y="185525"/>
                  </a:lnTo>
                  <a:lnTo>
                    <a:pt x="31309" y="224223"/>
                  </a:lnTo>
                  <a:lnTo>
                    <a:pt x="66440" y="254739"/>
                  </a:lnTo>
                  <a:lnTo>
                    <a:pt x="110995" y="274752"/>
                  </a:lnTo>
                  <a:lnTo>
                    <a:pt x="162306" y="281940"/>
                  </a:lnTo>
                  <a:lnTo>
                    <a:pt x="213616" y="274752"/>
                  </a:lnTo>
                  <a:lnTo>
                    <a:pt x="258171" y="254739"/>
                  </a:lnTo>
                  <a:lnTo>
                    <a:pt x="293302" y="224223"/>
                  </a:lnTo>
                  <a:lnTo>
                    <a:pt x="316339" y="185525"/>
                  </a:lnTo>
                  <a:lnTo>
                    <a:pt x="324612" y="140970"/>
                  </a:lnTo>
                  <a:lnTo>
                    <a:pt x="316339" y="96414"/>
                  </a:lnTo>
                  <a:lnTo>
                    <a:pt x="293302" y="57716"/>
                  </a:lnTo>
                  <a:lnTo>
                    <a:pt x="258171" y="27200"/>
                  </a:lnTo>
                  <a:lnTo>
                    <a:pt x="213616" y="7187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54801" y="574928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0" y="140970"/>
                  </a:moveTo>
                  <a:lnTo>
                    <a:pt x="8272" y="96414"/>
                  </a:lnTo>
                  <a:lnTo>
                    <a:pt x="31309" y="57716"/>
                  </a:lnTo>
                  <a:lnTo>
                    <a:pt x="66440" y="27200"/>
                  </a:lnTo>
                  <a:lnTo>
                    <a:pt x="110995" y="7187"/>
                  </a:lnTo>
                  <a:lnTo>
                    <a:pt x="162306" y="0"/>
                  </a:lnTo>
                  <a:lnTo>
                    <a:pt x="213616" y="7187"/>
                  </a:lnTo>
                  <a:lnTo>
                    <a:pt x="258171" y="27200"/>
                  </a:lnTo>
                  <a:lnTo>
                    <a:pt x="293302" y="57716"/>
                  </a:lnTo>
                  <a:lnTo>
                    <a:pt x="316339" y="96414"/>
                  </a:lnTo>
                  <a:lnTo>
                    <a:pt x="324612" y="140970"/>
                  </a:lnTo>
                  <a:lnTo>
                    <a:pt x="316339" y="185525"/>
                  </a:lnTo>
                  <a:lnTo>
                    <a:pt x="293302" y="224223"/>
                  </a:lnTo>
                  <a:lnTo>
                    <a:pt x="258171" y="254739"/>
                  </a:lnTo>
                  <a:lnTo>
                    <a:pt x="213616" y="274752"/>
                  </a:lnTo>
                  <a:lnTo>
                    <a:pt x="162306" y="281940"/>
                  </a:lnTo>
                  <a:lnTo>
                    <a:pt x="110995" y="274752"/>
                  </a:lnTo>
                  <a:lnTo>
                    <a:pt x="66440" y="254739"/>
                  </a:lnTo>
                  <a:lnTo>
                    <a:pt x="31309" y="224223"/>
                  </a:lnTo>
                  <a:lnTo>
                    <a:pt x="8272" y="185525"/>
                  </a:lnTo>
                  <a:lnTo>
                    <a:pt x="0" y="14097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78529" y="574928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162306" y="0"/>
                  </a:moveTo>
                  <a:lnTo>
                    <a:pt x="110995" y="7187"/>
                  </a:lnTo>
                  <a:lnTo>
                    <a:pt x="66440" y="27200"/>
                  </a:lnTo>
                  <a:lnTo>
                    <a:pt x="31309" y="57716"/>
                  </a:lnTo>
                  <a:lnTo>
                    <a:pt x="8272" y="96414"/>
                  </a:lnTo>
                  <a:lnTo>
                    <a:pt x="0" y="140970"/>
                  </a:lnTo>
                  <a:lnTo>
                    <a:pt x="8272" y="185525"/>
                  </a:lnTo>
                  <a:lnTo>
                    <a:pt x="31309" y="224223"/>
                  </a:lnTo>
                  <a:lnTo>
                    <a:pt x="66440" y="254739"/>
                  </a:lnTo>
                  <a:lnTo>
                    <a:pt x="110995" y="274752"/>
                  </a:lnTo>
                  <a:lnTo>
                    <a:pt x="162306" y="281940"/>
                  </a:lnTo>
                  <a:lnTo>
                    <a:pt x="213616" y="274752"/>
                  </a:lnTo>
                  <a:lnTo>
                    <a:pt x="258171" y="254739"/>
                  </a:lnTo>
                  <a:lnTo>
                    <a:pt x="293302" y="224223"/>
                  </a:lnTo>
                  <a:lnTo>
                    <a:pt x="316339" y="185525"/>
                  </a:lnTo>
                  <a:lnTo>
                    <a:pt x="324612" y="140970"/>
                  </a:lnTo>
                  <a:lnTo>
                    <a:pt x="316339" y="96414"/>
                  </a:lnTo>
                  <a:lnTo>
                    <a:pt x="293302" y="57716"/>
                  </a:lnTo>
                  <a:lnTo>
                    <a:pt x="258171" y="27200"/>
                  </a:lnTo>
                  <a:lnTo>
                    <a:pt x="213616" y="7187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78529" y="574928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0" y="140970"/>
                  </a:moveTo>
                  <a:lnTo>
                    <a:pt x="8272" y="96414"/>
                  </a:lnTo>
                  <a:lnTo>
                    <a:pt x="31309" y="57716"/>
                  </a:lnTo>
                  <a:lnTo>
                    <a:pt x="66440" y="27200"/>
                  </a:lnTo>
                  <a:lnTo>
                    <a:pt x="110995" y="7187"/>
                  </a:lnTo>
                  <a:lnTo>
                    <a:pt x="162306" y="0"/>
                  </a:lnTo>
                  <a:lnTo>
                    <a:pt x="213616" y="7187"/>
                  </a:lnTo>
                  <a:lnTo>
                    <a:pt x="258171" y="27200"/>
                  </a:lnTo>
                  <a:lnTo>
                    <a:pt x="293302" y="57716"/>
                  </a:lnTo>
                  <a:lnTo>
                    <a:pt x="316339" y="96414"/>
                  </a:lnTo>
                  <a:lnTo>
                    <a:pt x="324612" y="140970"/>
                  </a:lnTo>
                  <a:lnTo>
                    <a:pt x="316339" y="185525"/>
                  </a:lnTo>
                  <a:lnTo>
                    <a:pt x="293302" y="224223"/>
                  </a:lnTo>
                  <a:lnTo>
                    <a:pt x="258171" y="254739"/>
                  </a:lnTo>
                  <a:lnTo>
                    <a:pt x="213616" y="274752"/>
                  </a:lnTo>
                  <a:lnTo>
                    <a:pt x="162306" y="281940"/>
                  </a:lnTo>
                  <a:lnTo>
                    <a:pt x="110995" y="274752"/>
                  </a:lnTo>
                  <a:lnTo>
                    <a:pt x="66440" y="254739"/>
                  </a:lnTo>
                  <a:lnTo>
                    <a:pt x="31309" y="224223"/>
                  </a:lnTo>
                  <a:lnTo>
                    <a:pt x="8272" y="185525"/>
                  </a:lnTo>
                  <a:lnTo>
                    <a:pt x="0" y="14097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02201" y="4533137"/>
              <a:ext cx="1630680" cy="463550"/>
            </a:xfrm>
            <a:custGeom>
              <a:avLst/>
              <a:gdLst/>
              <a:ahLst/>
              <a:cxnLst/>
              <a:rect l="l" t="t" r="r" b="b"/>
              <a:pathLst>
                <a:path w="1630679" h="463550">
                  <a:moveTo>
                    <a:pt x="1553464" y="0"/>
                  </a:moveTo>
                  <a:lnTo>
                    <a:pt x="77215" y="0"/>
                  </a:lnTo>
                  <a:lnTo>
                    <a:pt x="47148" y="6064"/>
                  </a:lnTo>
                  <a:lnTo>
                    <a:pt x="22606" y="22606"/>
                  </a:lnTo>
                  <a:lnTo>
                    <a:pt x="6064" y="47148"/>
                  </a:lnTo>
                  <a:lnTo>
                    <a:pt x="0" y="77216"/>
                  </a:lnTo>
                  <a:lnTo>
                    <a:pt x="0" y="386080"/>
                  </a:lnTo>
                  <a:lnTo>
                    <a:pt x="6064" y="416147"/>
                  </a:lnTo>
                  <a:lnTo>
                    <a:pt x="22605" y="440689"/>
                  </a:lnTo>
                  <a:lnTo>
                    <a:pt x="47148" y="457231"/>
                  </a:lnTo>
                  <a:lnTo>
                    <a:pt x="77215" y="463295"/>
                  </a:lnTo>
                  <a:lnTo>
                    <a:pt x="1553464" y="463295"/>
                  </a:lnTo>
                  <a:lnTo>
                    <a:pt x="1583531" y="457231"/>
                  </a:lnTo>
                  <a:lnTo>
                    <a:pt x="1608074" y="440689"/>
                  </a:lnTo>
                  <a:lnTo>
                    <a:pt x="1624615" y="416147"/>
                  </a:lnTo>
                  <a:lnTo>
                    <a:pt x="1630680" y="386080"/>
                  </a:lnTo>
                  <a:lnTo>
                    <a:pt x="1630680" y="77216"/>
                  </a:lnTo>
                  <a:lnTo>
                    <a:pt x="1624615" y="47148"/>
                  </a:lnTo>
                  <a:lnTo>
                    <a:pt x="1608074" y="22606"/>
                  </a:lnTo>
                  <a:lnTo>
                    <a:pt x="1583531" y="6064"/>
                  </a:lnTo>
                  <a:lnTo>
                    <a:pt x="15534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02201" y="4533137"/>
              <a:ext cx="1630680" cy="463550"/>
            </a:xfrm>
            <a:custGeom>
              <a:avLst/>
              <a:gdLst/>
              <a:ahLst/>
              <a:cxnLst/>
              <a:rect l="l" t="t" r="r" b="b"/>
              <a:pathLst>
                <a:path w="1630679" h="463550">
                  <a:moveTo>
                    <a:pt x="0" y="77216"/>
                  </a:moveTo>
                  <a:lnTo>
                    <a:pt x="6064" y="47148"/>
                  </a:lnTo>
                  <a:lnTo>
                    <a:pt x="22606" y="22606"/>
                  </a:lnTo>
                  <a:lnTo>
                    <a:pt x="47148" y="6064"/>
                  </a:lnTo>
                  <a:lnTo>
                    <a:pt x="77215" y="0"/>
                  </a:lnTo>
                  <a:lnTo>
                    <a:pt x="1553464" y="0"/>
                  </a:lnTo>
                  <a:lnTo>
                    <a:pt x="1583531" y="6064"/>
                  </a:lnTo>
                  <a:lnTo>
                    <a:pt x="1608074" y="22606"/>
                  </a:lnTo>
                  <a:lnTo>
                    <a:pt x="1624615" y="47148"/>
                  </a:lnTo>
                  <a:lnTo>
                    <a:pt x="1630680" y="77216"/>
                  </a:lnTo>
                  <a:lnTo>
                    <a:pt x="1630680" y="386080"/>
                  </a:lnTo>
                  <a:lnTo>
                    <a:pt x="1624615" y="416147"/>
                  </a:lnTo>
                  <a:lnTo>
                    <a:pt x="1608074" y="440689"/>
                  </a:lnTo>
                  <a:lnTo>
                    <a:pt x="1583531" y="457231"/>
                  </a:lnTo>
                  <a:lnTo>
                    <a:pt x="1553464" y="463295"/>
                  </a:lnTo>
                  <a:lnTo>
                    <a:pt x="77215" y="463295"/>
                  </a:lnTo>
                  <a:lnTo>
                    <a:pt x="47148" y="457231"/>
                  </a:lnTo>
                  <a:lnTo>
                    <a:pt x="22605" y="440689"/>
                  </a:lnTo>
                  <a:lnTo>
                    <a:pt x="6064" y="416147"/>
                  </a:lnTo>
                  <a:lnTo>
                    <a:pt x="0" y="386080"/>
                  </a:lnTo>
                  <a:lnTo>
                    <a:pt x="0" y="7721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63617" y="4613909"/>
              <a:ext cx="323215" cy="281940"/>
            </a:xfrm>
            <a:custGeom>
              <a:avLst/>
              <a:gdLst/>
              <a:ahLst/>
              <a:cxnLst/>
              <a:rect l="l" t="t" r="r" b="b"/>
              <a:pathLst>
                <a:path w="323214" h="281939">
                  <a:moveTo>
                    <a:pt x="161544" y="0"/>
                  </a:moveTo>
                  <a:lnTo>
                    <a:pt x="110459" y="7187"/>
                  </a:lnTo>
                  <a:lnTo>
                    <a:pt x="66111" y="27200"/>
                  </a:lnTo>
                  <a:lnTo>
                    <a:pt x="31150" y="57716"/>
                  </a:lnTo>
                  <a:lnTo>
                    <a:pt x="8229" y="96414"/>
                  </a:lnTo>
                  <a:lnTo>
                    <a:pt x="0" y="140969"/>
                  </a:lnTo>
                  <a:lnTo>
                    <a:pt x="8229" y="185525"/>
                  </a:lnTo>
                  <a:lnTo>
                    <a:pt x="31150" y="224223"/>
                  </a:lnTo>
                  <a:lnTo>
                    <a:pt x="66111" y="254739"/>
                  </a:lnTo>
                  <a:lnTo>
                    <a:pt x="110459" y="274752"/>
                  </a:lnTo>
                  <a:lnTo>
                    <a:pt x="161544" y="281939"/>
                  </a:lnTo>
                  <a:lnTo>
                    <a:pt x="212628" y="274752"/>
                  </a:lnTo>
                  <a:lnTo>
                    <a:pt x="256976" y="254739"/>
                  </a:lnTo>
                  <a:lnTo>
                    <a:pt x="291937" y="224223"/>
                  </a:lnTo>
                  <a:lnTo>
                    <a:pt x="314858" y="185525"/>
                  </a:lnTo>
                  <a:lnTo>
                    <a:pt x="323088" y="140969"/>
                  </a:lnTo>
                  <a:lnTo>
                    <a:pt x="314858" y="96414"/>
                  </a:lnTo>
                  <a:lnTo>
                    <a:pt x="291937" y="57716"/>
                  </a:lnTo>
                  <a:lnTo>
                    <a:pt x="256976" y="27200"/>
                  </a:lnTo>
                  <a:lnTo>
                    <a:pt x="212628" y="7187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63617" y="4613909"/>
              <a:ext cx="323215" cy="281940"/>
            </a:xfrm>
            <a:custGeom>
              <a:avLst/>
              <a:gdLst/>
              <a:ahLst/>
              <a:cxnLst/>
              <a:rect l="l" t="t" r="r" b="b"/>
              <a:pathLst>
                <a:path w="323214" h="281939">
                  <a:moveTo>
                    <a:pt x="0" y="140969"/>
                  </a:moveTo>
                  <a:lnTo>
                    <a:pt x="8229" y="96414"/>
                  </a:lnTo>
                  <a:lnTo>
                    <a:pt x="31150" y="57716"/>
                  </a:lnTo>
                  <a:lnTo>
                    <a:pt x="66111" y="27200"/>
                  </a:lnTo>
                  <a:lnTo>
                    <a:pt x="110459" y="7187"/>
                  </a:lnTo>
                  <a:lnTo>
                    <a:pt x="161544" y="0"/>
                  </a:lnTo>
                  <a:lnTo>
                    <a:pt x="212628" y="7187"/>
                  </a:lnTo>
                  <a:lnTo>
                    <a:pt x="256976" y="27200"/>
                  </a:lnTo>
                  <a:lnTo>
                    <a:pt x="291937" y="57716"/>
                  </a:lnTo>
                  <a:lnTo>
                    <a:pt x="314858" y="96414"/>
                  </a:lnTo>
                  <a:lnTo>
                    <a:pt x="323088" y="140969"/>
                  </a:lnTo>
                  <a:lnTo>
                    <a:pt x="314858" y="185525"/>
                  </a:lnTo>
                  <a:lnTo>
                    <a:pt x="291937" y="224223"/>
                  </a:lnTo>
                  <a:lnTo>
                    <a:pt x="256976" y="254739"/>
                  </a:lnTo>
                  <a:lnTo>
                    <a:pt x="212628" y="274752"/>
                  </a:lnTo>
                  <a:lnTo>
                    <a:pt x="161544" y="281939"/>
                  </a:lnTo>
                  <a:lnTo>
                    <a:pt x="110459" y="274752"/>
                  </a:lnTo>
                  <a:lnTo>
                    <a:pt x="66111" y="254739"/>
                  </a:lnTo>
                  <a:lnTo>
                    <a:pt x="31150" y="224223"/>
                  </a:lnTo>
                  <a:lnTo>
                    <a:pt x="8229" y="185525"/>
                  </a:lnTo>
                  <a:lnTo>
                    <a:pt x="0" y="14096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22342" y="461390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162306" y="0"/>
                  </a:moveTo>
                  <a:lnTo>
                    <a:pt x="110995" y="7187"/>
                  </a:lnTo>
                  <a:lnTo>
                    <a:pt x="66440" y="27200"/>
                  </a:lnTo>
                  <a:lnTo>
                    <a:pt x="31309" y="57716"/>
                  </a:lnTo>
                  <a:lnTo>
                    <a:pt x="8272" y="96414"/>
                  </a:lnTo>
                  <a:lnTo>
                    <a:pt x="0" y="140969"/>
                  </a:lnTo>
                  <a:lnTo>
                    <a:pt x="8272" y="185525"/>
                  </a:lnTo>
                  <a:lnTo>
                    <a:pt x="31309" y="224223"/>
                  </a:lnTo>
                  <a:lnTo>
                    <a:pt x="66440" y="254739"/>
                  </a:lnTo>
                  <a:lnTo>
                    <a:pt x="110995" y="274752"/>
                  </a:lnTo>
                  <a:lnTo>
                    <a:pt x="162306" y="281939"/>
                  </a:lnTo>
                  <a:lnTo>
                    <a:pt x="213616" y="274752"/>
                  </a:lnTo>
                  <a:lnTo>
                    <a:pt x="258171" y="254739"/>
                  </a:lnTo>
                  <a:lnTo>
                    <a:pt x="293302" y="224223"/>
                  </a:lnTo>
                  <a:lnTo>
                    <a:pt x="316339" y="185525"/>
                  </a:lnTo>
                  <a:lnTo>
                    <a:pt x="324612" y="140969"/>
                  </a:lnTo>
                  <a:lnTo>
                    <a:pt x="316339" y="96414"/>
                  </a:lnTo>
                  <a:lnTo>
                    <a:pt x="293302" y="57716"/>
                  </a:lnTo>
                  <a:lnTo>
                    <a:pt x="258171" y="27200"/>
                  </a:lnTo>
                  <a:lnTo>
                    <a:pt x="213616" y="7187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22342" y="461390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0" y="140969"/>
                  </a:moveTo>
                  <a:lnTo>
                    <a:pt x="8272" y="96414"/>
                  </a:lnTo>
                  <a:lnTo>
                    <a:pt x="31309" y="57716"/>
                  </a:lnTo>
                  <a:lnTo>
                    <a:pt x="66440" y="27200"/>
                  </a:lnTo>
                  <a:lnTo>
                    <a:pt x="110995" y="7187"/>
                  </a:lnTo>
                  <a:lnTo>
                    <a:pt x="162306" y="0"/>
                  </a:lnTo>
                  <a:lnTo>
                    <a:pt x="213616" y="7187"/>
                  </a:lnTo>
                  <a:lnTo>
                    <a:pt x="258171" y="27200"/>
                  </a:lnTo>
                  <a:lnTo>
                    <a:pt x="293302" y="57716"/>
                  </a:lnTo>
                  <a:lnTo>
                    <a:pt x="316339" y="96414"/>
                  </a:lnTo>
                  <a:lnTo>
                    <a:pt x="324612" y="140969"/>
                  </a:lnTo>
                  <a:lnTo>
                    <a:pt x="316339" y="185525"/>
                  </a:lnTo>
                  <a:lnTo>
                    <a:pt x="293302" y="224223"/>
                  </a:lnTo>
                  <a:lnTo>
                    <a:pt x="258171" y="254739"/>
                  </a:lnTo>
                  <a:lnTo>
                    <a:pt x="213616" y="274752"/>
                  </a:lnTo>
                  <a:lnTo>
                    <a:pt x="162306" y="281939"/>
                  </a:lnTo>
                  <a:lnTo>
                    <a:pt x="110995" y="274752"/>
                  </a:lnTo>
                  <a:lnTo>
                    <a:pt x="66440" y="254739"/>
                  </a:lnTo>
                  <a:lnTo>
                    <a:pt x="31309" y="224223"/>
                  </a:lnTo>
                  <a:lnTo>
                    <a:pt x="8272" y="185525"/>
                  </a:lnTo>
                  <a:lnTo>
                    <a:pt x="0" y="140969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03369" y="461390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162305" y="0"/>
                  </a:moveTo>
                  <a:lnTo>
                    <a:pt x="110995" y="7187"/>
                  </a:lnTo>
                  <a:lnTo>
                    <a:pt x="66440" y="27200"/>
                  </a:lnTo>
                  <a:lnTo>
                    <a:pt x="31309" y="57716"/>
                  </a:lnTo>
                  <a:lnTo>
                    <a:pt x="8272" y="96414"/>
                  </a:lnTo>
                  <a:lnTo>
                    <a:pt x="0" y="140969"/>
                  </a:lnTo>
                  <a:lnTo>
                    <a:pt x="8272" y="185525"/>
                  </a:lnTo>
                  <a:lnTo>
                    <a:pt x="31309" y="224223"/>
                  </a:lnTo>
                  <a:lnTo>
                    <a:pt x="66440" y="254739"/>
                  </a:lnTo>
                  <a:lnTo>
                    <a:pt x="110995" y="274752"/>
                  </a:lnTo>
                  <a:lnTo>
                    <a:pt x="162305" y="281939"/>
                  </a:lnTo>
                  <a:lnTo>
                    <a:pt x="213616" y="274752"/>
                  </a:lnTo>
                  <a:lnTo>
                    <a:pt x="258171" y="254739"/>
                  </a:lnTo>
                  <a:lnTo>
                    <a:pt x="293302" y="224223"/>
                  </a:lnTo>
                  <a:lnTo>
                    <a:pt x="316339" y="185525"/>
                  </a:lnTo>
                  <a:lnTo>
                    <a:pt x="324612" y="140969"/>
                  </a:lnTo>
                  <a:lnTo>
                    <a:pt x="316339" y="96414"/>
                  </a:lnTo>
                  <a:lnTo>
                    <a:pt x="293302" y="57716"/>
                  </a:lnTo>
                  <a:lnTo>
                    <a:pt x="258171" y="27200"/>
                  </a:lnTo>
                  <a:lnTo>
                    <a:pt x="213616" y="7187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103369" y="4613909"/>
              <a:ext cx="325120" cy="281940"/>
            </a:xfrm>
            <a:custGeom>
              <a:avLst/>
              <a:gdLst/>
              <a:ahLst/>
              <a:cxnLst/>
              <a:rect l="l" t="t" r="r" b="b"/>
              <a:pathLst>
                <a:path w="325120" h="281939">
                  <a:moveTo>
                    <a:pt x="0" y="140969"/>
                  </a:moveTo>
                  <a:lnTo>
                    <a:pt x="8272" y="96414"/>
                  </a:lnTo>
                  <a:lnTo>
                    <a:pt x="31309" y="57716"/>
                  </a:lnTo>
                  <a:lnTo>
                    <a:pt x="66440" y="27200"/>
                  </a:lnTo>
                  <a:lnTo>
                    <a:pt x="110995" y="7187"/>
                  </a:lnTo>
                  <a:lnTo>
                    <a:pt x="162305" y="0"/>
                  </a:lnTo>
                  <a:lnTo>
                    <a:pt x="213616" y="7187"/>
                  </a:lnTo>
                  <a:lnTo>
                    <a:pt x="258171" y="27200"/>
                  </a:lnTo>
                  <a:lnTo>
                    <a:pt x="293302" y="57716"/>
                  </a:lnTo>
                  <a:lnTo>
                    <a:pt x="316339" y="96414"/>
                  </a:lnTo>
                  <a:lnTo>
                    <a:pt x="324612" y="140969"/>
                  </a:lnTo>
                  <a:lnTo>
                    <a:pt x="316339" y="185525"/>
                  </a:lnTo>
                  <a:lnTo>
                    <a:pt x="293302" y="224223"/>
                  </a:lnTo>
                  <a:lnTo>
                    <a:pt x="258171" y="254739"/>
                  </a:lnTo>
                  <a:lnTo>
                    <a:pt x="213616" y="274752"/>
                  </a:lnTo>
                  <a:lnTo>
                    <a:pt x="162305" y="281939"/>
                  </a:lnTo>
                  <a:lnTo>
                    <a:pt x="110995" y="274752"/>
                  </a:lnTo>
                  <a:lnTo>
                    <a:pt x="66440" y="254739"/>
                  </a:lnTo>
                  <a:lnTo>
                    <a:pt x="31309" y="224223"/>
                  </a:lnTo>
                  <a:lnTo>
                    <a:pt x="8272" y="185525"/>
                  </a:lnTo>
                  <a:lnTo>
                    <a:pt x="0" y="140969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84013" y="5028437"/>
              <a:ext cx="82550" cy="596265"/>
            </a:xfrm>
            <a:custGeom>
              <a:avLst/>
              <a:gdLst/>
              <a:ahLst/>
              <a:cxnLst/>
              <a:rect l="l" t="t" r="r" b="b"/>
              <a:pathLst>
                <a:path w="82550" h="596264">
                  <a:moveTo>
                    <a:pt x="41148" y="0"/>
                  </a:moveTo>
                  <a:lnTo>
                    <a:pt x="0" y="41148"/>
                  </a:lnTo>
                  <a:lnTo>
                    <a:pt x="20574" y="41148"/>
                  </a:lnTo>
                  <a:lnTo>
                    <a:pt x="20574" y="595884"/>
                  </a:lnTo>
                  <a:lnTo>
                    <a:pt x="61722" y="595884"/>
                  </a:lnTo>
                  <a:lnTo>
                    <a:pt x="61722" y="41148"/>
                  </a:lnTo>
                  <a:lnTo>
                    <a:pt x="82296" y="41148"/>
                  </a:lnTo>
                  <a:lnTo>
                    <a:pt x="411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84013" y="5028437"/>
              <a:ext cx="82550" cy="596265"/>
            </a:xfrm>
            <a:custGeom>
              <a:avLst/>
              <a:gdLst/>
              <a:ahLst/>
              <a:cxnLst/>
              <a:rect l="l" t="t" r="r" b="b"/>
              <a:pathLst>
                <a:path w="82550" h="596264">
                  <a:moveTo>
                    <a:pt x="20574" y="595884"/>
                  </a:moveTo>
                  <a:lnTo>
                    <a:pt x="20574" y="41148"/>
                  </a:lnTo>
                  <a:lnTo>
                    <a:pt x="0" y="41148"/>
                  </a:lnTo>
                  <a:lnTo>
                    <a:pt x="41148" y="0"/>
                  </a:lnTo>
                  <a:lnTo>
                    <a:pt x="82296" y="41148"/>
                  </a:lnTo>
                  <a:lnTo>
                    <a:pt x="61722" y="41148"/>
                  </a:lnTo>
                  <a:lnTo>
                    <a:pt x="61722" y="595884"/>
                  </a:lnTo>
                  <a:lnTo>
                    <a:pt x="20574" y="59588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71822" y="3981449"/>
              <a:ext cx="82550" cy="547370"/>
            </a:xfrm>
            <a:custGeom>
              <a:avLst/>
              <a:gdLst/>
              <a:ahLst/>
              <a:cxnLst/>
              <a:rect l="l" t="t" r="r" b="b"/>
              <a:pathLst>
                <a:path w="82550" h="547370">
                  <a:moveTo>
                    <a:pt x="41148" y="0"/>
                  </a:moveTo>
                  <a:lnTo>
                    <a:pt x="0" y="41148"/>
                  </a:lnTo>
                  <a:lnTo>
                    <a:pt x="20574" y="41148"/>
                  </a:lnTo>
                  <a:lnTo>
                    <a:pt x="20574" y="547116"/>
                  </a:lnTo>
                  <a:lnTo>
                    <a:pt x="61722" y="547116"/>
                  </a:lnTo>
                  <a:lnTo>
                    <a:pt x="61722" y="41148"/>
                  </a:lnTo>
                  <a:lnTo>
                    <a:pt x="82295" y="41148"/>
                  </a:lnTo>
                  <a:lnTo>
                    <a:pt x="411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71822" y="3981449"/>
              <a:ext cx="82550" cy="547370"/>
            </a:xfrm>
            <a:custGeom>
              <a:avLst/>
              <a:gdLst/>
              <a:ahLst/>
              <a:cxnLst/>
              <a:rect l="l" t="t" r="r" b="b"/>
              <a:pathLst>
                <a:path w="82550" h="547370">
                  <a:moveTo>
                    <a:pt x="20574" y="547116"/>
                  </a:moveTo>
                  <a:lnTo>
                    <a:pt x="20574" y="41148"/>
                  </a:lnTo>
                  <a:lnTo>
                    <a:pt x="0" y="41148"/>
                  </a:lnTo>
                  <a:lnTo>
                    <a:pt x="41148" y="0"/>
                  </a:lnTo>
                  <a:lnTo>
                    <a:pt x="82295" y="41148"/>
                  </a:lnTo>
                  <a:lnTo>
                    <a:pt x="61722" y="41148"/>
                  </a:lnTo>
                  <a:lnTo>
                    <a:pt x="61722" y="547116"/>
                  </a:lnTo>
                  <a:lnTo>
                    <a:pt x="20574" y="547116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482344" y="1292732"/>
            <a:ext cx="6943725" cy="4791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2300" dirty="0">
                <a:latin typeface="Calibri"/>
                <a:cs typeface="Calibri"/>
              </a:rPr>
              <a:t>Hidden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layer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Undercomplete</a:t>
            </a:r>
            <a:r>
              <a:rPr sz="2300" b="1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if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smaller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input</a:t>
            </a:r>
            <a:endParaRPr sz="23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2300" spc="-10" dirty="0">
                <a:latin typeface="Calibri"/>
                <a:cs typeface="Calibri"/>
              </a:rPr>
              <a:t>layer</a:t>
            </a:r>
            <a:endParaRPr sz="2300">
              <a:latin typeface="Calibri"/>
              <a:cs typeface="Calibri"/>
            </a:endParaRPr>
          </a:p>
          <a:p>
            <a:pPr marL="697865" lvl="1" indent="-284480">
              <a:lnSpc>
                <a:spcPct val="100000"/>
              </a:lnSpc>
              <a:spcBef>
                <a:spcPts val="545"/>
              </a:spcBef>
              <a:buFont typeface="Arial MT"/>
              <a:buChar char="–"/>
              <a:tabLst>
                <a:tab pos="697865" algn="l"/>
              </a:tabLst>
            </a:pPr>
            <a:r>
              <a:rPr sz="2200" spc="-10" dirty="0">
                <a:latin typeface="Calibri"/>
                <a:cs typeface="Calibri"/>
              </a:rPr>
              <a:t>Compresses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input</a:t>
            </a:r>
            <a:endParaRPr sz="2200">
              <a:latin typeface="Calibri"/>
              <a:cs typeface="Calibri"/>
            </a:endParaRPr>
          </a:p>
          <a:p>
            <a:pPr marL="697865" lvl="1" indent="-28448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Hidden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Good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features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training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200">
              <a:latin typeface="Calibri"/>
              <a:cs typeface="Calibri"/>
            </a:endParaRPr>
          </a:p>
          <a:p>
            <a:pPr marL="1468755">
              <a:lnSpc>
                <a:spcPct val="100000"/>
              </a:lnSpc>
            </a:pPr>
            <a:r>
              <a:rPr sz="2400" spc="-1185" dirty="0">
                <a:latin typeface="Cambria Math"/>
                <a:cs typeface="Cambria Math"/>
              </a:rPr>
              <a:t>𝑥</a:t>
            </a:r>
            <a:r>
              <a:rPr sz="2400" spc="-204" dirty="0">
                <a:latin typeface="Cambria Math"/>
                <a:cs typeface="Cambria Math"/>
              </a:rPr>
              <a:t>^</a:t>
            </a:r>
            <a:endParaRPr sz="2400">
              <a:latin typeface="Cambria Math"/>
              <a:cs typeface="Cambria Math"/>
            </a:endParaRPr>
          </a:p>
          <a:p>
            <a:pPr marL="2849880">
              <a:lnSpc>
                <a:spcPct val="100000"/>
              </a:lnSpc>
              <a:spcBef>
                <a:spcPts val="1225"/>
              </a:spcBef>
            </a:pPr>
            <a:r>
              <a:rPr sz="2400" spc="-25" dirty="0">
                <a:latin typeface="Cambria Math"/>
                <a:cs typeface="Cambria Math"/>
              </a:rPr>
              <a:t>𝑤′</a:t>
            </a:r>
            <a:endParaRPr sz="2400">
              <a:latin typeface="Cambria Math"/>
              <a:cs typeface="Cambria Math"/>
            </a:endParaRPr>
          </a:p>
          <a:p>
            <a:pPr marL="2129155">
              <a:lnSpc>
                <a:spcPct val="100000"/>
              </a:lnSpc>
              <a:spcBef>
                <a:spcPts val="935"/>
              </a:spcBef>
            </a:pPr>
            <a:r>
              <a:rPr sz="2400" spc="-50" dirty="0">
                <a:latin typeface="Cambria Math"/>
                <a:cs typeface="Cambria Math"/>
              </a:rPr>
              <a:t>𝑧</a:t>
            </a:r>
            <a:endParaRPr sz="2400">
              <a:latin typeface="Cambria Math"/>
              <a:cs typeface="Cambria Math"/>
            </a:endParaRPr>
          </a:p>
          <a:p>
            <a:pPr marL="2881630">
              <a:lnSpc>
                <a:spcPct val="100000"/>
              </a:lnSpc>
              <a:spcBef>
                <a:spcPts val="1775"/>
              </a:spcBef>
            </a:pPr>
            <a:r>
              <a:rPr sz="2400" spc="-50" dirty="0">
                <a:latin typeface="Cambria Math"/>
                <a:cs typeface="Cambria Math"/>
              </a:rPr>
              <a:t>𝑤</a:t>
            </a:r>
            <a:endParaRPr sz="2400">
              <a:latin typeface="Cambria Math"/>
              <a:cs typeface="Cambria Math"/>
            </a:endParaRPr>
          </a:p>
          <a:p>
            <a:pPr marL="1474470">
              <a:lnSpc>
                <a:spcPct val="100000"/>
              </a:lnSpc>
              <a:spcBef>
                <a:spcPts val="1485"/>
              </a:spcBef>
            </a:pPr>
            <a:r>
              <a:rPr sz="2400" spc="-50" dirty="0">
                <a:latin typeface="Cambria Math"/>
                <a:cs typeface="Cambria Math"/>
              </a:rPr>
              <a:t>𝑥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72967" y="254507"/>
            <a:ext cx="3906520" cy="902335"/>
            <a:chOff x="3172967" y="254507"/>
            <a:chExt cx="390652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2967" y="254507"/>
              <a:ext cx="3246120" cy="9022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7127" y="254507"/>
              <a:ext cx="1101852" cy="9022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79245">
              <a:lnSpc>
                <a:spcPct val="100000"/>
              </a:lnSpc>
              <a:spcBef>
                <a:spcPts val="105"/>
              </a:spcBef>
            </a:pPr>
            <a:r>
              <a:rPr dirty="0"/>
              <a:t>Overcomplete</a:t>
            </a:r>
            <a:r>
              <a:rPr spc="-180" dirty="0"/>
              <a:t> </a:t>
            </a:r>
            <a:r>
              <a:rPr spc="-35" dirty="0"/>
              <a:t>AE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9219" y="6472426"/>
            <a:ext cx="288036" cy="3474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84803" y="3003804"/>
            <a:ext cx="3491483" cy="304952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38452" y="1281415"/>
            <a:ext cx="7466965" cy="46323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Hidden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layer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Overcomplete</a:t>
            </a:r>
            <a:r>
              <a:rPr sz="2300" b="1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if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greater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input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layer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45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No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compression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hidden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layer.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Each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hidden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could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copy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different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input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component.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2200">
              <a:latin typeface="Calibri"/>
              <a:cs typeface="Calibri"/>
            </a:endParaRPr>
          </a:p>
          <a:p>
            <a:pPr marL="2121535">
              <a:lnSpc>
                <a:spcPct val="100000"/>
              </a:lnSpc>
            </a:pPr>
            <a:r>
              <a:rPr sz="2400" spc="-1185" dirty="0">
                <a:latin typeface="Cambria Math"/>
                <a:cs typeface="Cambria Math"/>
              </a:rPr>
              <a:t>𝑥</a:t>
            </a:r>
            <a:r>
              <a:rPr sz="2400" spc="-204" dirty="0">
                <a:latin typeface="Cambria Math"/>
                <a:cs typeface="Cambria Math"/>
              </a:rPr>
              <a:t>^</a:t>
            </a:r>
            <a:endParaRPr sz="2400">
              <a:latin typeface="Cambria Math"/>
              <a:cs typeface="Cambria Math"/>
            </a:endParaRPr>
          </a:p>
          <a:p>
            <a:pPr marR="484505" algn="ctr">
              <a:lnSpc>
                <a:spcPct val="100000"/>
              </a:lnSpc>
              <a:spcBef>
                <a:spcPts val="2070"/>
              </a:spcBef>
            </a:pPr>
            <a:r>
              <a:rPr sz="2400" spc="-25" dirty="0">
                <a:latin typeface="Cambria Math"/>
                <a:cs typeface="Cambria Math"/>
              </a:rPr>
              <a:t>𝑤′</a:t>
            </a:r>
            <a:endParaRPr sz="2400">
              <a:latin typeface="Cambria Math"/>
              <a:cs typeface="Cambria Math"/>
            </a:endParaRPr>
          </a:p>
          <a:p>
            <a:pPr marR="3786504" algn="ctr">
              <a:lnSpc>
                <a:spcPct val="100000"/>
              </a:lnSpc>
              <a:spcBef>
                <a:spcPts val="1255"/>
              </a:spcBef>
            </a:pPr>
            <a:r>
              <a:rPr sz="2400" spc="-50" dirty="0">
                <a:latin typeface="Cambria Math"/>
                <a:cs typeface="Cambria Math"/>
              </a:rPr>
              <a:t>𝑧</a:t>
            </a:r>
            <a:endParaRPr sz="2400">
              <a:latin typeface="Cambria Math"/>
              <a:cs typeface="Cambria Math"/>
            </a:endParaRPr>
          </a:p>
          <a:p>
            <a:pPr marR="560705" algn="ctr">
              <a:lnSpc>
                <a:spcPct val="100000"/>
              </a:lnSpc>
              <a:spcBef>
                <a:spcPts val="2770"/>
              </a:spcBef>
            </a:pPr>
            <a:r>
              <a:rPr sz="2400" spc="-50" dirty="0">
                <a:latin typeface="Cambria Math"/>
                <a:cs typeface="Cambria Math"/>
              </a:rPr>
              <a:t>𝑤</a:t>
            </a:r>
            <a:endParaRPr sz="2400">
              <a:latin typeface="Cambria Math"/>
              <a:cs typeface="Cambria Math"/>
            </a:endParaRPr>
          </a:p>
          <a:p>
            <a:pPr marL="2082800">
              <a:lnSpc>
                <a:spcPct val="100000"/>
              </a:lnSpc>
              <a:spcBef>
                <a:spcPts val="1714"/>
              </a:spcBef>
            </a:pPr>
            <a:r>
              <a:rPr sz="2400" spc="-50" dirty="0">
                <a:latin typeface="Cambria Math"/>
                <a:cs typeface="Cambria Math"/>
              </a:rPr>
              <a:t>𝑥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9692" y="254507"/>
            <a:ext cx="4514088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6350">
              <a:lnSpc>
                <a:spcPct val="100000"/>
              </a:lnSpc>
              <a:spcBef>
                <a:spcPts val="105"/>
              </a:spcBef>
            </a:pPr>
            <a:r>
              <a:rPr dirty="0"/>
              <a:t>Deep</a:t>
            </a:r>
            <a:r>
              <a:rPr spc="-145" dirty="0"/>
              <a:t> </a:t>
            </a:r>
            <a:r>
              <a:rPr dirty="0"/>
              <a:t>Auto</a:t>
            </a:r>
            <a:r>
              <a:rPr spc="-25" dirty="0"/>
              <a:t> </a:t>
            </a:r>
            <a:r>
              <a:rPr spc="-10" dirty="0"/>
              <a:t>Encoders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344" y="1171614"/>
            <a:ext cx="3762375" cy="86804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Deep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Encoders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(DAE)</a:t>
            </a:r>
            <a:endParaRPr sz="2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spc="-10" dirty="0">
                <a:latin typeface="Calibri"/>
                <a:cs typeface="Calibri"/>
              </a:rPr>
              <a:t>Stacked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Encoders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(SAE)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288036" cy="3474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0192" y="2075688"/>
            <a:ext cx="3857244" cy="42580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6648" y="254507"/>
            <a:ext cx="5980176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2925">
              <a:lnSpc>
                <a:spcPct val="100000"/>
              </a:lnSpc>
              <a:spcBef>
                <a:spcPts val="105"/>
              </a:spcBef>
            </a:pPr>
            <a:r>
              <a:rPr dirty="0"/>
              <a:t>Training</a:t>
            </a:r>
            <a:r>
              <a:rPr spc="-95" dirty="0"/>
              <a:t> </a:t>
            </a:r>
            <a:r>
              <a:rPr dirty="0"/>
              <a:t>Deep</a:t>
            </a:r>
            <a:r>
              <a:rPr spc="-190" dirty="0"/>
              <a:t> </a:t>
            </a:r>
            <a:r>
              <a:rPr dirty="0"/>
              <a:t>Auto</a:t>
            </a:r>
            <a:r>
              <a:rPr spc="-70" dirty="0"/>
              <a:t> </a:t>
            </a:r>
            <a:r>
              <a:rPr spc="-10" dirty="0"/>
              <a:t>Encoder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344" y="1292732"/>
            <a:ext cx="160020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First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layer: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288036" cy="34747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860645" y="2005733"/>
            <a:ext cx="4778375" cy="3568065"/>
            <a:chOff x="2860645" y="2005733"/>
            <a:chExt cx="4778375" cy="3568065"/>
          </a:xfrm>
        </p:grpSpPr>
        <p:sp>
          <p:nvSpPr>
            <p:cNvPr id="7" name="object 7"/>
            <p:cNvSpPr/>
            <p:nvPr/>
          </p:nvSpPr>
          <p:spPr>
            <a:xfrm>
              <a:off x="2872075" y="2017163"/>
              <a:ext cx="679450" cy="3545204"/>
            </a:xfrm>
            <a:custGeom>
              <a:avLst/>
              <a:gdLst/>
              <a:ahLst/>
              <a:cxnLst/>
              <a:rect l="l" t="t" r="r" b="b"/>
              <a:pathLst>
                <a:path w="679450" h="3545204">
                  <a:moveTo>
                    <a:pt x="678999" y="339306"/>
                  </a:moveTo>
                  <a:lnTo>
                    <a:pt x="675899" y="293253"/>
                  </a:lnTo>
                  <a:lnTo>
                    <a:pt x="666871" y="249086"/>
                  </a:lnTo>
                  <a:lnTo>
                    <a:pt x="652318" y="207210"/>
                  </a:lnTo>
                  <a:lnTo>
                    <a:pt x="632645" y="168027"/>
                  </a:lnTo>
                  <a:lnTo>
                    <a:pt x="608258" y="131943"/>
                  </a:lnTo>
                  <a:lnTo>
                    <a:pt x="579559" y="99360"/>
                  </a:lnTo>
                  <a:lnTo>
                    <a:pt x="546954" y="70682"/>
                  </a:lnTo>
                  <a:lnTo>
                    <a:pt x="510848" y="46313"/>
                  </a:lnTo>
                  <a:lnTo>
                    <a:pt x="471645" y="26656"/>
                  </a:lnTo>
                  <a:lnTo>
                    <a:pt x="429749" y="12116"/>
                  </a:lnTo>
                  <a:lnTo>
                    <a:pt x="385566" y="3096"/>
                  </a:lnTo>
                  <a:lnTo>
                    <a:pt x="339499" y="0"/>
                  </a:lnTo>
                  <a:lnTo>
                    <a:pt x="293432" y="3096"/>
                  </a:lnTo>
                  <a:lnTo>
                    <a:pt x="249249" y="12116"/>
                  </a:lnTo>
                  <a:lnTo>
                    <a:pt x="207353" y="26656"/>
                  </a:lnTo>
                  <a:lnTo>
                    <a:pt x="168150" y="46313"/>
                  </a:lnTo>
                  <a:lnTo>
                    <a:pt x="132044" y="70682"/>
                  </a:lnTo>
                  <a:lnTo>
                    <a:pt x="99439" y="99360"/>
                  </a:lnTo>
                  <a:lnTo>
                    <a:pt x="70740" y="131943"/>
                  </a:lnTo>
                  <a:lnTo>
                    <a:pt x="46352" y="168027"/>
                  </a:lnTo>
                  <a:lnTo>
                    <a:pt x="26680" y="207210"/>
                  </a:lnTo>
                  <a:lnTo>
                    <a:pt x="12127" y="249086"/>
                  </a:lnTo>
                  <a:lnTo>
                    <a:pt x="3099" y="293253"/>
                  </a:lnTo>
                  <a:lnTo>
                    <a:pt x="0" y="339306"/>
                  </a:lnTo>
                  <a:lnTo>
                    <a:pt x="3099" y="385359"/>
                  </a:lnTo>
                  <a:lnTo>
                    <a:pt x="12127" y="429526"/>
                  </a:lnTo>
                  <a:lnTo>
                    <a:pt x="26680" y="471402"/>
                  </a:lnTo>
                  <a:lnTo>
                    <a:pt x="46353" y="510584"/>
                  </a:lnTo>
                  <a:lnTo>
                    <a:pt x="70740" y="546669"/>
                  </a:lnTo>
                  <a:lnTo>
                    <a:pt x="99439" y="579252"/>
                  </a:lnTo>
                  <a:lnTo>
                    <a:pt x="132044" y="607930"/>
                  </a:lnTo>
                  <a:lnTo>
                    <a:pt x="168150" y="632299"/>
                  </a:lnTo>
                  <a:lnTo>
                    <a:pt x="207353" y="651955"/>
                  </a:lnTo>
                  <a:lnTo>
                    <a:pt x="249249" y="666496"/>
                  </a:lnTo>
                  <a:lnTo>
                    <a:pt x="293432" y="675516"/>
                  </a:lnTo>
                  <a:lnTo>
                    <a:pt x="339499" y="678612"/>
                  </a:lnTo>
                  <a:lnTo>
                    <a:pt x="385566" y="675516"/>
                  </a:lnTo>
                  <a:lnTo>
                    <a:pt x="429749" y="666496"/>
                  </a:lnTo>
                  <a:lnTo>
                    <a:pt x="471645" y="651955"/>
                  </a:lnTo>
                  <a:lnTo>
                    <a:pt x="510848" y="632299"/>
                  </a:lnTo>
                  <a:lnTo>
                    <a:pt x="546954" y="607930"/>
                  </a:lnTo>
                  <a:lnTo>
                    <a:pt x="579559" y="579252"/>
                  </a:lnTo>
                  <a:lnTo>
                    <a:pt x="608258" y="546669"/>
                  </a:lnTo>
                  <a:lnTo>
                    <a:pt x="632646" y="510584"/>
                  </a:lnTo>
                  <a:lnTo>
                    <a:pt x="652318" y="471402"/>
                  </a:lnTo>
                  <a:lnTo>
                    <a:pt x="666871" y="429526"/>
                  </a:lnTo>
                  <a:lnTo>
                    <a:pt x="675899" y="385359"/>
                  </a:lnTo>
                  <a:lnTo>
                    <a:pt x="678999" y="339306"/>
                  </a:lnTo>
                  <a:close/>
                </a:path>
                <a:path w="679450" h="3545204">
                  <a:moveTo>
                    <a:pt x="678999" y="1289364"/>
                  </a:moveTo>
                  <a:lnTo>
                    <a:pt x="675899" y="1243310"/>
                  </a:lnTo>
                  <a:lnTo>
                    <a:pt x="666871" y="1199144"/>
                  </a:lnTo>
                  <a:lnTo>
                    <a:pt x="652318" y="1157267"/>
                  </a:lnTo>
                  <a:lnTo>
                    <a:pt x="632646" y="1118085"/>
                  </a:lnTo>
                  <a:lnTo>
                    <a:pt x="608258" y="1082001"/>
                  </a:lnTo>
                  <a:lnTo>
                    <a:pt x="579559" y="1049417"/>
                  </a:lnTo>
                  <a:lnTo>
                    <a:pt x="546954" y="1020740"/>
                  </a:lnTo>
                  <a:lnTo>
                    <a:pt x="510848" y="996371"/>
                  </a:lnTo>
                  <a:lnTo>
                    <a:pt x="471645" y="976714"/>
                  </a:lnTo>
                  <a:lnTo>
                    <a:pt x="429749" y="962174"/>
                  </a:lnTo>
                  <a:lnTo>
                    <a:pt x="385566" y="953154"/>
                  </a:lnTo>
                  <a:lnTo>
                    <a:pt x="339499" y="950057"/>
                  </a:lnTo>
                  <a:lnTo>
                    <a:pt x="293432" y="953154"/>
                  </a:lnTo>
                  <a:lnTo>
                    <a:pt x="249249" y="962174"/>
                  </a:lnTo>
                  <a:lnTo>
                    <a:pt x="207353" y="976714"/>
                  </a:lnTo>
                  <a:lnTo>
                    <a:pt x="168150" y="996371"/>
                  </a:lnTo>
                  <a:lnTo>
                    <a:pt x="132044" y="1020740"/>
                  </a:lnTo>
                  <a:lnTo>
                    <a:pt x="99439" y="1049418"/>
                  </a:lnTo>
                  <a:lnTo>
                    <a:pt x="70740" y="1082001"/>
                  </a:lnTo>
                  <a:lnTo>
                    <a:pt x="46353" y="1118085"/>
                  </a:lnTo>
                  <a:lnTo>
                    <a:pt x="26680" y="1157267"/>
                  </a:lnTo>
                  <a:lnTo>
                    <a:pt x="12127" y="1199144"/>
                  </a:lnTo>
                  <a:lnTo>
                    <a:pt x="3099" y="1243310"/>
                  </a:lnTo>
                  <a:lnTo>
                    <a:pt x="0" y="1289364"/>
                  </a:lnTo>
                  <a:lnTo>
                    <a:pt x="3099" y="1335417"/>
                  </a:lnTo>
                  <a:lnTo>
                    <a:pt x="12127" y="1379584"/>
                  </a:lnTo>
                  <a:lnTo>
                    <a:pt x="26680" y="1421460"/>
                  </a:lnTo>
                  <a:lnTo>
                    <a:pt x="46353" y="1460642"/>
                  </a:lnTo>
                  <a:lnTo>
                    <a:pt x="70740" y="1496727"/>
                  </a:lnTo>
                  <a:lnTo>
                    <a:pt x="99439" y="1529310"/>
                  </a:lnTo>
                  <a:lnTo>
                    <a:pt x="132044" y="1557988"/>
                  </a:lnTo>
                  <a:lnTo>
                    <a:pt x="168150" y="1582357"/>
                  </a:lnTo>
                  <a:lnTo>
                    <a:pt x="207353" y="1602013"/>
                  </a:lnTo>
                  <a:lnTo>
                    <a:pt x="249249" y="1616553"/>
                  </a:lnTo>
                  <a:lnTo>
                    <a:pt x="293432" y="1625574"/>
                  </a:lnTo>
                  <a:lnTo>
                    <a:pt x="339499" y="1628670"/>
                  </a:lnTo>
                  <a:lnTo>
                    <a:pt x="385566" y="1625574"/>
                  </a:lnTo>
                  <a:lnTo>
                    <a:pt x="429749" y="1616553"/>
                  </a:lnTo>
                  <a:lnTo>
                    <a:pt x="471645" y="1602013"/>
                  </a:lnTo>
                  <a:lnTo>
                    <a:pt x="510848" y="1582357"/>
                  </a:lnTo>
                  <a:lnTo>
                    <a:pt x="546954" y="1557988"/>
                  </a:lnTo>
                  <a:lnTo>
                    <a:pt x="579559" y="1529310"/>
                  </a:lnTo>
                  <a:lnTo>
                    <a:pt x="608258" y="1496727"/>
                  </a:lnTo>
                  <a:lnTo>
                    <a:pt x="632646" y="1460642"/>
                  </a:lnTo>
                  <a:lnTo>
                    <a:pt x="652318" y="1421460"/>
                  </a:lnTo>
                  <a:lnTo>
                    <a:pt x="666871" y="1379584"/>
                  </a:lnTo>
                  <a:lnTo>
                    <a:pt x="675899" y="1335417"/>
                  </a:lnTo>
                  <a:lnTo>
                    <a:pt x="678999" y="1289364"/>
                  </a:lnTo>
                  <a:close/>
                </a:path>
                <a:path w="679450" h="3545204">
                  <a:moveTo>
                    <a:pt x="678999" y="2307298"/>
                  </a:moveTo>
                  <a:lnTo>
                    <a:pt x="675899" y="2261257"/>
                  </a:lnTo>
                  <a:lnTo>
                    <a:pt x="666871" y="2217098"/>
                  </a:lnTo>
                  <a:lnTo>
                    <a:pt x="652318" y="2175225"/>
                  </a:lnTo>
                  <a:lnTo>
                    <a:pt x="632646" y="2136042"/>
                  </a:lnTo>
                  <a:lnTo>
                    <a:pt x="608258" y="2099955"/>
                  </a:lnTo>
                  <a:lnTo>
                    <a:pt x="579559" y="2067367"/>
                  </a:lnTo>
                  <a:lnTo>
                    <a:pt x="546954" y="2038683"/>
                  </a:lnTo>
                  <a:lnTo>
                    <a:pt x="510848" y="2014307"/>
                  </a:lnTo>
                  <a:lnTo>
                    <a:pt x="471645" y="1994644"/>
                  </a:lnTo>
                  <a:lnTo>
                    <a:pt x="429749" y="1980098"/>
                  </a:lnTo>
                  <a:lnTo>
                    <a:pt x="385566" y="1971074"/>
                  </a:lnTo>
                  <a:lnTo>
                    <a:pt x="339499" y="1967976"/>
                  </a:lnTo>
                  <a:lnTo>
                    <a:pt x="293432" y="1971074"/>
                  </a:lnTo>
                  <a:lnTo>
                    <a:pt x="249249" y="1980098"/>
                  </a:lnTo>
                  <a:lnTo>
                    <a:pt x="207353" y="1994644"/>
                  </a:lnTo>
                  <a:lnTo>
                    <a:pt x="168150" y="2014307"/>
                  </a:lnTo>
                  <a:lnTo>
                    <a:pt x="132044" y="2038683"/>
                  </a:lnTo>
                  <a:lnTo>
                    <a:pt x="99439" y="2067367"/>
                  </a:lnTo>
                  <a:lnTo>
                    <a:pt x="70740" y="2099955"/>
                  </a:lnTo>
                  <a:lnTo>
                    <a:pt x="46353" y="2136042"/>
                  </a:lnTo>
                  <a:lnTo>
                    <a:pt x="26680" y="2175225"/>
                  </a:lnTo>
                  <a:lnTo>
                    <a:pt x="12127" y="2217098"/>
                  </a:lnTo>
                  <a:lnTo>
                    <a:pt x="3099" y="2261257"/>
                  </a:lnTo>
                  <a:lnTo>
                    <a:pt x="0" y="2307298"/>
                  </a:lnTo>
                  <a:lnTo>
                    <a:pt x="3099" y="2353338"/>
                  </a:lnTo>
                  <a:lnTo>
                    <a:pt x="12127" y="2397497"/>
                  </a:lnTo>
                  <a:lnTo>
                    <a:pt x="26680" y="2439369"/>
                  </a:lnTo>
                  <a:lnTo>
                    <a:pt x="46353" y="2478550"/>
                  </a:lnTo>
                  <a:lnTo>
                    <a:pt x="70740" y="2514635"/>
                  </a:lnTo>
                  <a:lnTo>
                    <a:pt x="99439" y="2547221"/>
                  </a:lnTo>
                  <a:lnTo>
                    <a:pt x="132044" y="2575904"/>
                  </a:lnTo>
                  <a:lnTo>
                    <a:pt x="168150" y="2600278"/>
                  </a:lnTo>
                  <a:lnTo>
                    <a:pt x="207353" y="2619939"/>
                  </a:lnTo>
                  <a:lnTo>
                    <a:pt x="249249" y="2634483"/>
                  </a:lnTo>
                  <a:lnTo>
                    <a:pt x="293432" y="2643507"/>
                  </a:lnTo>
                  <a:lnTo>
                    <a:pt x="339499" y="2646604"/>
                  </a:lnTo>
                  <a:lnTo>
                    <a:pt x="385566" y="2643507"/>
                  </a:lnTo>
                  <a:lnTo>
                    <a:pt x="429749" y="2634483"/>
                  </a:lnTo>
                  <a:lnTo>
                    <a:pt x="471645" y="2619939"/>
                  </a:lnTo>
                  <a:lnTo>
                    <a:pt x="510848" y="2600278"/>
                  </a:lnTo>
                  <a:lnTo>
                    <a:pt x="546955" y="2575904"/>
                  </a:lnTo>
                  <a:lnTo>
                    <a:pt x="579559" y="2547221"/>
                  </a:lnTo>
                  <a:lnTo>
                    <a:pt x="608258" y="2514635"/>
                  </a:lnTo>
                  <a:lnTo>
                    <a:pt x="632646" y="2478549"/>
                  </a:lnTo>
                  <a:lnTo>
                    <a:pt x="652318" y="2439369"/>
                  </a:lnTo>
                  <a:lnTo>
                    <a:pt x="666871" y="2397497"/>
                  </a:lnTo>
                  <a:lnTo>
                    <a:pt x="675899" y="2353338"/>
                  </a:lnTo>
                  <a:lnTo>
                    <a:pt x="678999" y="2307298"/>
                  </a:lnTo>
                  <a:close/>
                </a:path>
                <a:path w="679450" h="3545204">
                  <a:moveTo>
                    <a:pt x="678999" y="3205781"/>
                  </a:moveTo>
                  <a:lnTo>
                    <a:pt x="675899" y="3159740"/>
                  </a:lnTo>
                  <a:lnTo>
                    <a:pt x="666871" y="3115582"/>
                  </a:lnTo>
                  <a:lnTo>
                    <a:pt x="652318" y="3073710"/>
                  </a:lnTo>
                  <a:lnTo>
                    <a:pt x="632646" y="3034529"/>
                  </a:lnTo>
                  <a:lnTo>
                    <a:pt x="608258" y="2998444"/>
                  </a:lnTo>
                  <a:lnTo>
                    <a:pt x="579559" y="2965858"/>
                  </a:lnTo>
                  <a:lnTo>
                    <a:pt x="546955" y="2937175"/>
                  </a:lnTo>
                  <a:lnTo>
                    <a:pt x="510848" y="2912801"/>
                  </a:lnTo>
                  <a:lnTo>
                    <a:pt x="471645" y="2893140"/>
                  </a:lnTo>
                  <a:lnTo>
                    <a:pt x="429749" y="2878595"/>
                  </a:lnTo>
                  <a:lnTo>
                    <a:pt x="385566" y="2869572"/>
                  </a:lnTo>
                  <a:lnTo>
                    <a:pt x="339499" y="2866475"/>
                  </a:lnTo>
                  <a:lnTo>
                    <a:pt x="293432" y="2869572"/>
                  </a:lnTo>
                  <a:lnTo>
                    <a:pt x="249249" y="2878595"/>
                  </a:lnTo>
                  <a:lnTo>
                    <a:pt x="207353" y="2893140"/>
                  </a:lnTo>
                  <a:lnTo>
                    <a:pt x="168150" y="2912801"/>
                  </a:lnTo>
                  <a:lnTo>
                    <a:pt x="132044" y="2937175"/>
                  </a:lnTo>
                  <a:lnTo>
                    <a:pt x="99439" y="2965858"/>
                  </a:lnTo>
                  <a:lnTo>
                    <a:pt x="70740" y="2998444"/>
                  </a:lnTo>
                  <a:lnTo>
                    <a:pt x="46353" y="3034529"/>
                  </a:lnTo>
                  <a:lnTo>
                    <a:pt x="26680" y="3073710"/>
                  </a:lnTo>
                  <a:lnTo>
                    <a:pt x="12127" y="3115582"/>
                  </a:lnTo>
                  <a:lnTo>
                    <a:pt x="3099" y="3159741"/>
                  </a:lnTo>
                  <a:lnTo>
                    <a:pt x="0" y="3205781"/>
                  </a:lnTo>
                  <a:lnTo>
                    <a:pt x="3099" y="3251822"/>
                  </a:lnTo>
                  <a:lnTo>
                    <a:pt x="12127" y="3295980"/>
                  </a:lnTo>
                  <a:lnTo>
                    <a:pt x="26680" y="3337852"/>
                  </a:lnTo>
                  <a:lnTo>
                    <a:pt x="46353" y="3377033"/>
                  </a:lnTo>
                  <a:lnTo>
                    <a:pt x="70740" y="3413119"/>
                  </a:lnTo>
                  <a:lnTo>
                    <a:pt x="99439" y="3445705"/>
                  </a:lnTo>
                  <a:lnTo>
                    <a:pt x="132044" y="3474388"/>
                  </a:lnTo>
                  <a:lnTo>
                    <a:pt x="168150" y="3498762"/>
                  </a:lnTo>
                  <a:lnTo>
                    <a:pt x="207353" y="3518423"/>
                  </a:lnTo>
                  <a:lnTo>
                    <a:pt x="249249" y="3532968"/>
                  </a:lnTo>
                  <a:lnTo>
                    <a:pt x="293432" y="3541991"/>
                  </a:lnTo>
                  <a:lnTo>
                    <a:pt x="339499" y="3545089"/>
                  </a:lnTo>
                  <a:lnTo>
                    <a:pt x="385566" y="3541991"/>
                  </a:lnTo>
                  <a:lnTo>
                    <a:pt x="429749" y="3532968"/>
                  </a:lnTo>
                  <a:lnTo>
                    <a:pt x="471645" y="3518423"/>
                  </a:lnTo>
                  <a:lnTo>
                    <a:pt x="510848" y="3498762"/>
                  </a:lnTo>
                  <a:lnTo>
                    <a:pt x="546955" y="3474388"/>
                  </a:lnTo>
                  <a:lnTo>
                    <a:pt x="579559" y="3445705"/>
                  </a:lnTo>
                  <a:lnTo>
                    <a:pt x="608258" y="3413119"/>
                  </a:lnTo>
                  <a:lnTo>
                    <a:pt x="632646" y="3377033"/>
                  </a:lnTo>
                  <a:lnTo>
                    <a:pt x="652318" y="3337852"/>
                  </a:lnTo>
                  <a:lnTo>
                    <a:pt x="666871" y="3295980"/>
                  </a:lnTo>
                  <a:lnTo>
                    <a:pt x="675899" y="3251822"/>
                  </a:lnTo>
                  <a:lnTo>
                    <a:pt x="678999" y="3205781"/>
                  </a:lnTo>
                  <a:close/>
                </a:path>
              </a:pathLst>
            </a:custGeom>
            <a:ln w="22626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64708" y="2424331"/>
              <a:ext cx="679450" cy="2579370"/>
            </a:xfrm>
            <a:custGeom>
              <a:avLst/>
              <a:gdLst/>
              <a:ahLst/>
              <a:cxnLst/>
              <a:rect l="l" t="t" r="r" b="b"/>
              <a:pathLst>
                <a:path w="679450" h="2579370">
                  <a:moveTo>
                    <a:pt x="678999" y="339306"/>
                  </a:moveTo>
                  <a:lnTo>
                    <a:pt x="675897" y="293253"/>
                  </a:lnTo>
                  <a:lnTo>
                    <a:pt x="666865" y="249086"/>
                  </a:lnTo>
                  <a:lnTo>
                    <a:pt x="652305" y="207210"/>
                  </a:lnTo>
                  <a:lnTo>
                    <a:pt x="632625" y="168027"/>
                  </a:lnTo>
                  <a:lnTo>
                    <a:pt x="608230" y="131943"/>
                  </a:lnTo>
                  <a:lnTo>
                    <a:pt x="579525" y="99360"/>
                  </a:lnTo>
                  <a:lnTo>
                    <a:pt x="546916" y="70682"/>
                  </a:lnTo>
                  <a:lnTo>
                    <a:pt x="510808" y="46313"/>
                  </a:lnTo>
                  <a:lnTo>
                    <a:pt x="471607" y="26656"/>
                  </a:lnTo>
                  <a:lnTo>
                    <a:pt x="429718" y="12116"/>
                  </a:lnTo>
                  <a:lnTo>
                    <a:pt x="385547" y="3096"/>
                  </a:lnTo>
                  <a:lnTo>
                    <a:pt x="339499" y="0"/>
                  </a:lnTo>
                  <a:lnTo>
                    <a:pt x="293420" y="3096"/>
                  </a:lnTo>
                  <a:lnTo>
                    <a:pt x="249228" y="12116"/>
                  </a:lnTo>
                  <a:lnTo>
                    <a:pt x="207328" y="26656"/>
                  </a:lnTo>
                  <a:lnTo>
                    <a:pt x="168123" y="46313"/>
                  </a:lnTo>
                  <a:lnTo>
                    <a:pt x="132018" y="70682"/>
                  </a:lnTo>
                  <a:lnTo>
                    <a:pt x="99416" y="99360"/>
                  </a:lnTo>
                  <a:lnTo>
                    <a:pt x="70722" y="131943"/>
                  </a:lnTo>
                  <a:lnTo>
                    <a:pt x="46339" y="168027"/>
                  </a:lnTo>
                  <a:lnTo>
                    <a:pt x="26671" y="207210"/>
                  </a:lnTo>
                  <a:lnTo>
                    <a:pt x="12123" y="249086"/>
                  </a:lnTo>
                  <a:lnTo>
                    <a:pt x="3098" y="293253"/>
                  </a:lnTo>
                  <a:lnTo>
                    <a:pt x="0" y="339306"/>
                  </a:lnTo>
                  <a:lnTo>
                    <a:pt x="3098" y="385359"/>
                  </a:lnTo>
                  <a:lnTo>
                    <a:pt x="12123" y="429526"/>
                  </a:lnTo>
                  <a:lnTo>
                    <a:pt x="26671" y="471402"/>
                  </a:lnTo>
                  <a:lnTo>
                    <a:pt x="46339" y="510584"/>
                  </a:lnTo>
                  <a:lnTo>
                    <a:pt x="70722" y="546669"/>
                  </a:lnTo>
                  <a:lnTo>
                    <a:pt x="99416" y="579252"/>
                  </a:lnTo>
                  <a:lnTo>
                    <a:pt x="132018" y="607930"/>
                  </a:lnTo>
                  <a:lnTo>
                    <a:pt x="168123" y="632299"/>
                  </a:lnTo>
                  <a:lnTo>
                    <a:pt x="207328" y="651955"/>
                  </a:lnTo>
                  <a:lnTo>
                    <a:pt x="249228" y="666496"/>
                  </a:lnTo>
                  <a:lnTo>
                    <a:pt x="293420" y="675516"/>
                  </a:lnTo>
                  <a:lnTo>
                    <a:pt x="339499" y="678612"/>
                  </a:lnTo>
                  <a:lnTo>
                    <a:pt x="385547" y="675516"/>
                  </a:lnTo>
                  <a:lnTo>
                    <a:pt x="429718" y="666496"/>
                  </a:lnTo>
                  <a:lnTo>
                    <a:pt x="471607" y="651955"/>
                  </a:lnTo>
                  <a:lnTo>
                    <a:pt x="510808" y="632299"/>
                  </a:lnTo>
                  <a:lnTo>
                    <a:pt x="546916" y="607930"/>
                  </a:lnTo>
                  <a:lnTo>
                    <a:pt x="579525" y="579252"/>
                  </a:lnTo>
                  <a:lnTo>
                    <a:pt x="608230" y="546669"/>
                  </a:lnTo>
                  <a:lnTo>
                    <a:pt x="632625" y="510584"/>
                  </a:lnTo>
                  <a:lnTo>
                    <a:pt x="652305" y="471402"/>
                  </a:lnTo>
                  <a:lnTo>
                    <a:pt x="666865" y="429526"/>
                  </a:lnTo>
                  <a:lnTo>
                    <a:pt x="675897" y="385359"/>
                  </a:lnTo>
                  <a:lnTo>
                    <a:pt x="678999" y="339306"/>
                  </a:lnTo>
                  <a:close/>
                </a:path>
                <a:path w="679450" h="2579370">
                  <a:moveTo>
                    <a:pt x="678999" y="1357225"/>
                  </a:moveTo>
                  <a:lnTo>
                    <a:pt x="675897" y="1311172"/>
                  </a:lnTo>
                  <a:lnTo>
                    <a:pt x="666865" y="1267005"/>
                  </a:lnTo>
                  <a:lnTo>
                    <a:pt x="652305" y="1225129"/>
                  </a:lnTo>
                  <a:lnTo>
                    <a:pt x="632625" y="1185946"/>
                  </a:lnTo>
                  <a:lnTo>
                    <a:pt x="608230" y="1149862"/>
                  </a:lnTo>
                  <a:lnTo>
                    <a:pt x="579525" y="1117279"/>
                  </a:lnTo>
                  <a:lnTo>
                    <a:pt x="546916" y="1088601"/>
                  </a:lnTo>
                  <a:lnTo>
                    <a:pt x="510808" y="1064232"/>
                  </a:lnTo>
                  <a:lnTo>
                    <a:pt x="471607" y="1044575"/>
                  </a:lnTo>
                  <a:lnTo>
                    <a:pt x="429718" y="1030035"/>
                  </a:lnTo>
                  <a:lnTo>
                    <a:pt x="385547" y="1021015"/>
                  </a:lnTo>
                  <a:lnTo>
                    <a:pt x="339499" y="1017919"/>
                  </a:lnTo>
                  <a:lnTo>
                    <a:pt x="293420" y="1021015"/>
                  </a:lnTo>
                  <a:lnTo>
                    <a:pt x="249228" y="1030035"/>
                  </a:lnTo>
                  <a:lnTo>
                    <a:pt x="207328" y="1044575"/>
                  </a:lnTo>
                  <a:lnTo>
                    <a:pt x="168123" y="1064232"/>
                  </a:lnTo>
                  <a:lnTo>
                    <a:pt x="132018" y="1088601"/>
                  </a:lnTo>
                  <a:lnTo>
                    <a:pt x="99416" y="1117279"/>
                  </a:lnTo>
                  <a:lnTo>
                    <a:pt x="70722" y="1149862"/>
                  </a:lnTo>
                  <a:lnTo>
                    <a:pt x="46339" y="1185946"/>
                  </a:lnTo>
                  <a:lnTo>
                    <a:pt x="26671" y="1225129"/>
                  </a:lnTo>
                  <a:lnTo>
                    <a:pt x="12123" y="1267005"/>
                  </a:lnTo>
                  <a:lnTo>
                    <a:pt x="3098" y="1311172"/>
                  </a:lnTo>
                  <a:lnTo>
                    <a:pt x="0" y="1357225"/>
                  </a:lnTo>
                  <a:lnTo>
                    <a:pt x="3098" y="1403278"/>
                  </a:lnTo>
                  <a:lnTo>
                    <a:pt x="12123" y="1447446"/>
                  </a:lnTo>
                  <a:lnTo>
                    <a:pt x="26671" y="1489324"/>
                  </a:lnTo>
                  <a:lnTo>
                    <a:pt x="46339" y="1528507"/>
                  </a:lnTo>
                  <a:lnTo>
                    <a:pt x="70722" y="1564594"/>
                  </a:lnTo>
                  <a:lnTo>
                    <a:pt x="99416" y="1597179"/>
                  </a:lnTo>
                  <a:lnTo>
                    <a:pt x="132018" y="1625858"/>
                  </a:lnTo>
                  <a:lnTo>
                    <a:pt x="168123" y="1650229"/>
                  </a:lnTo>
                  <a:lnTo>
                    <a:pt x="207328" y="1669887"/>
                  </a:lnTo>
                  <a:lnTo>
                    <a:pt x="249228" y="1684429"/>
                  </a:lnTo>
                  <a:lnTo>
                    <a:pt x="293420" y="1693450"/>
                  </a:lnTo>
                  <a:lnTo>
                    <a:pt x="339499" y="1696546"/>
                  </a:lnTo>
                  <a:lnTo>
                    <a:pt x="385547" y="1693450"/>
                  </a:lnTo>
                  <a:lnTo>
                    <a:pt x="429718" y="1684429"/>
                  </a:lnTo>
                  <a:lnTo>
                    <a:pt x="471607" y="1669887"/>
                  </a:lnTo>
                  <a:lnTo>
                    <a:pt x="510808" y="1650229"/>
                  </a:lnTo>
                  <a:lnTo>
                    <a:pt x="546916" y="1625858"/>
                  </a:lnTo>
                  <a:lnTo>
                    <a:pt x="579525" y="1597179"/>
                  </a:lnTo>
                  <a:lnTo>
                    <a:pt x="608230" y="1564594"/>
                  </a:lnTo>
                  <a:lnTo>
                    <a:pt x="632625" y="1528507"/>
                  </a:lnTo>
                  <a:lnTo>
                    <a:pt x="652305" y="1489323"/>
                  </a:lnTo>
                  <a:lnTo>
                    <a:pt x="666865" y="1447446"/>
                  </a:lnTo>
                  <a:lnTo>
                    <a:pt x="675897" y="1403278"/>
                  </a:lnTo>
                  <a:lnTo>
                    <a:pt x="678999" y="1357225"/>
                  </a:lnTo>
                  <a:close/>
                </a:path>
                <a:path w="679450" h="2579370">
                  <a:moveTo>
                    <a:pt x="678999" y="2239437"/>
                  </a:moveTo>
                  <a:lnTo>
                    <a:pt x="675898" y="2193396"/>
                  </a:lnTo>
                  <a:lnTo>
                    <a:pt x="666865" y="2149238"/>
                  </a:lnTo>
                  <a:lnTo>
                    <a:pt x="652305" y="2107366"/>
                  </a:lnTo>
                  <a:lnTo>
                    <a:pt x="632625" y="2068185"/>
                  </a:lnTo>
                  <a:lnTo>
                    <a:pt x="608230" y="2032099"/>
                  </a:lnTo>
                  <a:lnTo>
                    <a:pt x="579525" y="1999513"/>
                  </a:lnTo>
                  <a:lnTo>
                    <a:pt x="546916" y="1970831"/>
                  </a:lnTo>
                  <a:lnTo>
                    <a:pt x="510808" y="1946457"/>
                  </a:lnTo>
                  <a:lnTo>
                    <a:pt x="471607" y="1926795"/>
                  </a:lnTo>
                  <a:lnTo>
                    <a:pt x="429718" y="1912251"/>
                  </a:lnTo>
                  <a:lnTo>
                    <a:pt x="385547" y="1903228"/>
                  </a:lnTo>
                  <a:lnTo>
                    <a:pt x="339499" y="1900130"/>
                  </a:lnTo>
                  <a:lnTo>
                    <a:pt x="293420" y="1903228"/>
                  </a:lnTo>
                  <a:lnTo>
                    <a:pt x="249228" y="1912251"/>
                  </a:lnTo>
                  <a:lnTo>
                    <a:pt x="207328" y="1926795"/>
                  </a:lnTo>
                  <a:lnTo>
                    <a:pt x="168123" y="1946457"/>
                  </a:lnTo>
                  <a:lnTo>
                    <a:pt x="132018" y="1970831"/>
                  </a:lnTo>
                  <a:lnTo>
                    <a:pt x="99416" y="1999513"/>
                  </a:lnTo>
                  <a:lnTo>
                    <a:pt x="70722" y="2032099"/>
                  </a:lnTo>
                  <a:lnTo>
                    <a:pt x="46339" y="2068185"/>
                  </a:lnTo>
                  <a:lnTo>
                    <a:pt x="26672" y="2107366"/>
                  </a:lnTo>
                  <a:lnTo>
                    <a:pt x="12123" y="2149238"/>
                  </a:lnTo>
                  <a:lnTo>
                    <a:pt x="3098" y="2193396"/>
                  </a:lnTo>
                  <a:lnTo>
                    <a:pt x="0" y="2239437"/>
                  </a:lnTo>
                  <a:lnTo>
                    <a:pt x="3098" y="2285477"/>
                  </a:lnTo>
                  <a:lnTo>
                    <a:pt x="12123" y="2329636"/>
                  </a:lnTo>
                  <a:lnTo>
                    <a:pt x="26672" y="2371507"/>
                  </a:lnTo>
                  <a:lnTo>
                    <a:pt x="46339" y="2410688"/>
                  </a:lnTo>
                  <a:lnTo>
                    <a:pt x="70722" y="2446774"/>
                  </a:lnTo>
                  <a:lnTo>
                    <a:pt x="99416" y="2479360"/>
                  </a:lnTo>
                  <a:lnTo>
                    <a:pt x="132018" y="2508042"/>
                  </a:lnTo>
                  <a:lnTo>
                    <a:pt x="168123" y="2532416"/>
                  </a:lnTo>
                  <a:lnTo>
                    <a:pt x="207328" y="2552078"/>
                  </a:lnTo>
                  <a:lnTo>
                    <a:pt x="249228" y="2566622"/>
                  </a:lnTo>
                  <a:lnTo>
                    <a:pt x="293420" y="2575645"/>
                  </a:lnTo>
                  <a:lnTo>
                    <a:pt x="339499" y="2578743"/>
                  </a:lnTo>
                  <a:lnTo>
                    <a:pt x="385547" y="2575645"/>
                  </a:lnTo>
                  <a:lnTo>
                    <a:pt x="429718" y="2566622"/>
                  </a:lnTo>
                  <a:lnTo>
                    <a:pt x="471607" y="2552078"/>
                  </a:lnTo>
                  <a:lnTo>
                    <a:pt x="510808" y="2532416"/>
                  </a:lnTo>
                  <a:lnTo>
                    <a:pt x="546916" y="2508042"/>
                  </a:lnTo>
                  <a:lnTo>
                    <a:pt x="579525" y="2479360"/>
                  </a:lnTo>
                  <a:lnTo>
                    <a:pt x="608230" y="2446774"/>
                  </a:lnTo>
                  <a:lnTo>
                    <a:pt x="632625" y="2410688"/>
                  </a:lnTo>
                  <a:lnTo>
                    <a:pt x="652305" y="2371507"/>
                  </a:lnTo>
                  <a:lnTo>
                    <a:pt x="666865" y="2329635"/>
                  </a:lnTo>
                  <a:lnTo>
                    <a:pt x="675898" y="2285477"/>
                  </a:lnTo>
                  <a:lnTo>
                    <a:pt x="678999" y="2239437"/>
                  </a:lnTo>
                  <a:close/>
                </a:path>
              </a:pathLst>
            </a:custGeom>
            <a:ln w="2262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57114" y="2085024"/>
              <a:ext cx="679450" cy="3477260"/>
            </a:xfrm>
            <a:custGeom>
              <a:avLst/>
              <a:gdLst/>
              <a:ahLst/>
              <a:cxnLst/>
              <a:rect l="l" t="t" r="r" b="b"/>
              <a:pathLst>
                <a:path w="679450" h="3477260">
                  <a:moveTo>
                    <a:pt x="678999" y="339306"/>
                  </a:moveTo>
                  <a:lnTo>
                    <a:pt x="675900" y="293253"/>
                  </a:lnTo>
                  <a:lnTo>
                    <a:pt x="666875" y="249086"/>
                  </a:lnTo>
                  <a:lnTo>
                    <a:pt x="652327" y="207210"/>
                  </a:lnTo>
                  <a:lnTo>
                    <a:pt x="632659" y="168027"/>
                  </a:lnTo>
                  <a:lnTo>
                    <a:pt x="608276" y="131943"/>
                  </a:lnTo>
                  <a:lnTo>
                    <a:pt x="579582" y="99360"/>
                  </a:lnTo>
                  <a:lnTo>
                    <a:pt x="546980" y="70682"/>
                  </a:lnTo>
                  <a:lnTo>
                    <a:pt x="510875" y="46313"/>
                  </a:lnTo>
                  <a:lnTo>
                    <a:pt x="471670" y="26656"/>
                  </a:lnTo>
                  <a:lnTo>
                    <a:pt x="429770" y="12116"/>
                  </a:lnTo>
                  <a:lnTo>
                    <a:pt x="385578" y="3096"/>
                  </a:lnTo>
                  <a:lnTo>
                    <a:pt x="339499" y="0"/>
                  </a:lnTo>
                  <a:lnTo>
                    <a:pt x="293451" y="3096"/>
                  </a:lnTo>
                  <a:lnTo>
                    <a:pt x="249280" y="12116"/>
                  </a:lnTo>
                  <a:lnTo>
                    <a:pt x="207391" y="26656"/>
                  </a:lnTo>
                  <a:lnTo>
                    <a:pt x="168190" y="46313"/>
                  </a:lnTo>
                  <a:lnTo>
                    <a:pt x="132082" y="70682"/>
                  </a:lnTo>
                  <a:lnTo>
                    <a:pt x="99473" y="99360"/>
                  </a:lnTo>
                  <a:lnTo>
                    <a:pt x="70768" y="131943"/>
                  </a:lnTo>
                  <a:lnTo>
                    <a:pt x="46373" y="168027"/>
                  </a:lnTo>
                  <a:lnTo>
                    <a:pt x="26693" y="207210"/>
                  </a:lnTo>
                  <a:lnTo>
                    <a:pt x="12133" y="249086"/>
                  </a:lnTo>
                  <a:lnTo>
                    <a:pt x="3101" y="293253"/>
                  </a:lnTo>
                  <a:lnTo>
                    <a:pt x="0" y="339306"/>
                  </a:lnTo>
                  <a:lnTo>
                    <a:pt x="3101" y="385359"/>
                  </a:lnTo>
                  <a:lnTo>
                    <a:pt x="12133" y="429526"/>
                  </a:lnTo>
                  <a:lnTo>
                    <a:pt x="26693" y="471402"/>
                  </a:lnTo>
                  <a:lnTo>
                    <a:pt x="46373" y="510584"/>
                  </a:lnTo>
                  <a:lnTo>
                    <a:pt x="70768" y="546669"/>
                  </a:lnTo>
                  <a:lnTo>
                    <a:pt x="99473" y="579252"/>
                  </a:lnTo>
                  <a:lnTo>
                    <a:pt x="132082" y="607930"/>
                  </a:lnTo>
                  <a:lnTo>
                    <a:pt x="168190" y="632299"/>
                  </a:lnTo>
                  <a:lnTo>
                    <a:pt x="207391" y="651955"/>
                  </a:lnTo>
                  <a:lnTo>
                    <a:pt x="249280" y="666496"/>
                  </a:lnTo>
                  <a:lnTo>
                    <a:pt x="293451" y="675516"/>
                  </a:lnTo>
                  <a:lnTo>
                    <a:pt x="339499" y="678612"/>
                  </a:lnTo>
                  <a:lnTo>
                    <a:pt x="385578" y="675516"/>
                  </a:lnTo>
                  <a:lnTo>
                    <a:pt x="429770" y="666496"/>
                  </a:lnTo>
                  <a:lnTo>
                    <a:pt x="471670" y="651955"/>
                  </a:lnTo>
                  <a:lnTo>
                    <a:pt x="510875" y="632299"/>
                  </a:lnTo>
                  <a:lnTo>
                    <a:pt x="546980" y="607930"/>
                  </a:lnTo>
                  <a:lnTo>
                    <a:pt x="579582" y="579252"/>
                  </a:lnTo>
                  <a:lnTo>
                    <a:pt x="608276" y="546669"/>
                  </a:lnTo>
                  <a:lnTo>
                    <a:pt x="632659" y="510584"/>
                  </a:lnTo>
                  <a:lnTo>
                    <a:pt x="652327" y="471402"/>
                  </a:lnTo>
                  <a:lnTo>
                    <a:pt x="666875" y="429526"/>
                  </a:lnTo>
                  <a:lnTo>
                    <a:pt x="675900" y="385359"/>
                  </a:lnTo>
                  <a:lnTo>
                    <a:pt x="678999" y="339306"/>
                  </a:lnTo>
                  <a:close/>
                </a:path>
                <a:path w="679450" h="3477260">
                  <a:moveTo>
                    <a:pt x="678999" y="1221502"/>
                  </a:moveTo>
                  <a:lnTo>
                    <a:pt x="675900" y="1175449"/>
                  </a:lnTo>
                  <a:lnTo>
                    <a:pt x="666875" y="1131282"/>
                  </a:lnTo>
                  <a:lnTo>
                    <a:pt x="652327" y="1089406"/>
                  </a:lnTo>
                  <a:lnTo>
                    <a:pt x="632659" y="1050224"/>
                  </a:lnTo>
                  <a:lnTo>
                    <a:pt x="608276" y="1014139"/>
                  </a:lnTo>
                  <a:lnTo>
                    <a:pt x="579582" y="981556"/>
                  </a:lnTo>
                  <a:lnTo>
                    <a:pt x="546980" y="952878"/>
                  </a:lnTo>
                  <a:lnTo>
                    <a:pt x="510875" y="928509"/>
                  </a:lnTo>
                  <a:lnTo>
                    <a:pt x="471670" y="908853"/>
                  </a:lnTo>
                  <a:lnTo>
                    <a:pt x="429770" y="894313"/>
                  </a:lnTo>
                  <a:lnTo>
                    <a:pt x="385578" y="885292"/>
                  </a:lnTo>
                  <a:lnTo>
                    <a:pt x="339499" y="882196"/>
                  </a:lnTo>
                  <a:lnTo>
                    <a:pt x="293451" y="885292"/>
                  </a:lnTo>
                  <a:lnTo>
                    <a:pt x="249280" y="894313"/>
                  </a:lnTo>
                  <a:lnTo>
                    <a:pt x="207391" y="908853"/>
                  </a:lnTo>
                  <a:lnTo>
                    <a:pt x="168190" y="928509"/>
                  </a:lnTo>
                  <a:lnTo>
                    <a:pt x="132082" y="952878"/>
                  </a:lnTo>
                  <a:lnTo>
                    <a:pt x="99473" y="981556"/>
                  </a:lnTo>
                  <a:lnTo>
                    <a:pt x="70768" y="1014139"/>
                  </a:lnTo>
                  <a:lnTo>
                    <a:pt x="46373" y="1050224"/>
                  </a:lnTo>
                  <a:lnTo>
                    <a:pt x="26693" y="1089406"/>
                  </a:lnTo>
                  <a:lnTo>
                    <a:pt x="12134" y="1131283"/>
                  </a:lnTo>
                  <a:lnTo>
                    <a:pt x="3101" y="1175449"/>
                  </a:lnTo>
                  <a:lnTo>
                    <a:pt x="0" y="1221502"/>
                  </a:lnTo>
                  <a:lnTo>
                    <a:pt x="3101" y="1267556"/>
                  </a:lnTo>
                  <a:lnTo>
                    <a:pt x="12134" y="1311722"/>
                  </a:lnTo>
                  <a:lnTo>
                    <a:pt x="26693" y="1353599"/>
                  </a:lnTo>
                  <a:lnTo>
                    <a:pt x="46373" y="1392781"/>
                  </a:lnTo>
                  <a:lnTo>
                    <a:pt x="70768" y="1428865"/>
                  </a:lnTo>
                  <a:lnTo>
                    <a:pt x="99473" y="1461449"/>
                  </a:lnTo>
                  <a:lnTo>
                    <a:pt x="132082" y="1490126"/>
                  </a:lnTo>
                  <a:lnTo>
                    <a:pt x="168190" y="1514496"/>
                  </a:lnTo>
                  <a:lnTo>
                    <a:pt x="207391" y="1534152"/>
                  </a:lnTo>
                  <a:lnTo>
                    <a:pt x="249280" y="1548692"/>
                  </a:lnTo>
                  <a:lnTo>
                    <a:pt x="293451" y="1557712"/>
                  </a:lnTo>
                  <a:lnTo>
                    <a:pt x="339499" y="1560809"/>
                  </a:lnTo>
                  <a:lnTo>
                    <a:pt x="385579" y="1557712"/>
                  </a:lnTo>
                  <a:lnTo>
                    <a:pt x="429770" y="1548692"/>
                  </a:lnTo>
                  <a:lnTo>
                    <a:pt x="471670" y="1534152"/>
                  </a:lnTo>
                  <a:lnTo>
                    <a:pt x="510875" y="1514496"/>
                  </a:lnTo>
                  <a:lnTo>
                    <a:pt x="546980" y="1490126"/>
                  </a:lnTo>
                  <a:lnTo>
                    <a:pt x="579582" y="1461449"/>
                  </a:lnTo>
                  <a:lnTo>
                    <a:pt x="608276" y="1428865"/>
                  </a:lnTo>
                  <a:lnTo>
                    <a:pt x="632659" y="1392781"/>
                  </a:lnTo>
                  <a:lnTo>
                    <a:pt x="652327" y="1353599"/>
                  </a:lnTo>
                  <a:lnTo>
                    <a:pt x="666875" y="1311722"/>
                  </a:lnTo>
                  <a:lnTo>
                    <a:pt x="675900" y="1267556"/>
                  </a:lnTo>
                  <a:lnTo>
                    <a:pt x="678999" y="1221502"/>
                  </a:lnTo>
                  <a:close/>
                </a:path>
                <a:path w="679450" h="3477260">
                  <a:moveTo>
                    <a:pt x="678999" y="2239437"/>
                  </a:moveTo>
                  <a:lnTo>
                    <a:pt x="675900" y="2193396"/>
                  </a:lnTo>
                  <a:lnTo>
                    <a:pt x="666875" y="2149236"/>
                  </a:lnTo>
                  <a:lnTo>
                    <a:pt x="652327" y="2107363"/>
                  </a:lnTo>
                  <a:lnTo>
                    <a:pt x="632659" y="2068181"/>
                  </a:lnTo>
                  <a:lnTo>
                    <a:pt x="608276" y="2032093"/>
                  </a:lnTo>
                  <a:lnTo>
                    <a:pt x="579582" y="1999505"/>
                  </a:lnTo>
                  <a:lnTo>
                    <a:pt x="546980" y="1970821"/>
                  </a:lnTo>
                  <a:lnTo>
                    <a:pt x="510875" y="1946446"/>
                  </a:lnTo>
                  <a:lnTo>
                    <a:pt x="471670" y="1926783"/>
                  </a:lnTo>
                  <a:lnTo>
                    <a:pt x="429770" y="1912237"/>
                  </a:lnTo>
                  <a:lnTo>
                    <a:pt x="385579" y="1903213"/>
                  </a:lnTo>
                  <a:lnTo>
                    <a:pt x="339499" y="1900115"/>
                  </a:lnTo>
                  <a:lnTo>
                    <a:pt x="293451" y="1903213"/>
                  </a:lnTo>
                  <a:lnTo>
                    <a:pt x="249280" y="1912237"/>
                  </a:lnTo>
                  <a:lnTo>
                    <a:pt x="207391" y="1926783"/>
                  </a:lnTo>
                  <a:lnTo>
                    <a:pt x="168190" y="1946446"/>
                  </a:lnTo>
                  <a:lnTo>
                    <a:pt x="132082" y="1970821"/>
                  </a:lnTo>
                  <a:lnTo>
                    <a:pt x="99473" y="1999505"/>
                  </a:lnTo>
                  <a:lnTo>
                    <a:pt x="70768" y="2032093"/>
                  </a:lnTo>
                  <a:lnTo>
                    <a:pt x="46373" y="2068181"/>
                  </a:lnTo>
                  <a:lnTo>
                    <a:pt x="26693" y="2107363"/>
                  </a:lnTo>
                  <a:lnTo>
                    <a:pt x="12134" y="2149237"/>
                  </a:lnTo>
                  <a:lnTo>
                    <a:pt x="3101" y="2193396"/>
                  </a:lnTo>
                  <a:lnTo>
                    <a:pt x="0" y="2239437"/>
                  </a:lnTo>
                  <a:lnTo>
                    <a:pt x="3101" y="2285477"/>
                  </a:lnTo>
                  <a:lnTo>
                    <a:pt x="12134" y="2329636"/>
                  </a:lnTo>
                  <a:lnTo>
                    <a:pt x="26693" y="2371507"/>
                  </a:lnTo>
                  <a:lnTo>
                    <a:pt x="46373" y="2410688"/>
                  </a:lnTo>
                  <a:lnTo>
                    <a:pt x="70768" y="2446774"/>
                  </a:lnTo>
                  <a:lnTo>
                    <a:pt x="99473" y="2479360"/>
                  </a:lnTo>
                  <a:lnTo>
                    <a:pt x="132082" y="2508042"/>
                  </a:lnTo>
                  <a:lnTo>
                    <a:pt x="168190" y="2532416"/>
                  </a:lnTo>
                  <a:lnTo>
                    <a:pt x="207391" y="2552078"/>
                  </a:lnTo>
                  <a:lnTo>
                    <a:pt x="249280" y="2566622"/>
                  </a:lnTo>
                  <a:lnTo>
                    <a:pt x="293451" y="2575645"/>
                  </a:lnTo>
                  <a:lnTo>
                    <a:pt x="339499" y="2578743"/>
                  </a:lnTo>
                  <a:lnTo>
                    <a:pt x="385579" y="2575645"/>
                  </a:lnTo>
                  <a:lnTo>
                    <a:pt x="429770" y="2566622"/>
                  </a:lnTo>
                  <a:lnTo>
                    <a:pt x="471671" y="2552078"/>
                  </a:lnTo>
                  <a:lnTo>
                    <a:pt x="510875" y="2532416"/>
                  </a:lnTo>
                  <a:lnTo>
                    <a:pt x="546980" y="2508042"/>
                  </a:lnTo>
                  <a:lnTo>
                    <a:pt x="579582" y="2479360"/>
                  </a:lnTo>
                  <a:lnTo>
                    <a:pt x="608276" y="2446774"/>
                  </a:lnTo>
                  <a:lnTo>
                    <a:pt x="632659" y="2410688"/>
                  </a:lnTo>
                  <a:lnTo>
                    <a:pt x="652327" y="2371507"/>
                  </a:lnTo>
                  <a:lnTo>
                    <a:pt x="666875" y="2329635"/>
                  </a:lnTo>
                  <a:lnTo>
                    <a:pt x="675900" y="2285477"/>
                  </a:lnTo>
                  <a:lnTo>
                    <a:pt x="678999" y="2239437"/>
                  </a:lnTo>
                  <a:close/>
                </a:path>
                <a:path w="679450" h="3477260">
                  <a:moveTo>
                    <a:pt x="678999" y="3137920"/>
                  </a:moveTo>
                  <a:lnTo>
                    <a:pt x="675900" y="3091879"/>
                  </a:lnTo>
                  <a:lnTo>
                    <a:pt x="666875" y="3047721"/>
                  </a:lnTo>
                  <a:lnTo>
                    <a:pt x="652327" y="3005849"/>
                  </a:lnTo>
                  <a:lnTo>
                    <a:pt x="632659" y="2966668"/>
                  </a:lnTo>
                  <a:lnTo>
                    <a:pt x="608276" y="2930582"/>
                  </a:lnTo>
                  <a:lnTo>
                    <a:pt x="579582" y="2897996"/>
                  </a:lnTo>
                  <a:lnTo>
                    <a:pt x="546980" y="2869314"/>
                  </a:lnTo>
                  <a:lnTo>
                    <a:pt x="510875" y="2844940"/>
                  </a:lnTo>
                  <a:lnTo>
                    <a:pt x="471671" y="2825279"/>
                  </a:lnTo>
                  <a:lnTo>
                    <a:pt x="429770" y="2810734"/>
                  </a:lnTo>
                  <a:lnTo>
                    <a:pt x="385579" y="2801711"/>
                  </a:lnTo>
                  <a:lnTo>
                    <a:pt x="339499" y="2798613"/>
                  </a:lnTo>
                  <a:lnTo>
                    <a:pt x="293451" y="2801711"/>
                  </a:lnTo>
                  <a:lnTo>
                    <a:pt x="249280" y="2810734"/>
                  </a:lnTo>
                  <a:lnTo>
                    <a:pt x="207391" y="2825279"/>
                  </a:lnTo>
                  <a:lnTo>
                    <a:pt x="168190" y="2844940"/>
                  </a:lnTo>
                  <a:lnTo>
                    <a:pt x="132082" y="2869314"/>
                  </a:lnTo>
                  <a:lnTo>
                    <a:pt x="99473" y="2897996"/>
                  </a:lnTo>
                  <a:lnTo>
                    <a:pt x="70768" y="2930582"/>
                  </a:lnTo>
                  <a:lnTo>
                    <a:pt x="46373" y="2966668"/>
                  </a:lnTo>
                  <a:lnTo>
                    <a:pt x="26693" y="3005849"/>
                  </a:lnTo>
                  <a:lnTo>
                    <a:pt x="12134" y="3047721"/>
                  </a:lnTo>
                  <a:lnTo>
                    <a:pt x="3101" y="3091879"/>
                  </a:lnTo>
                  <a:lnTo>
                    <a:pt x="0" y="3137920"/>
                  </a:lnTo>
                  <a:lnTo>
                    <a:pt x="3101" y="3183960"/>
                  </a:lnTo>
                  <a:lnTo>
                    <a:pt x="12134" y="3228119"/>
                  </a:lnTo>
                  <a:lnTo>
                    <a:pt x="26693" y="3269991"/>
                  </a:lnTo>
                  <a:lnTo>
                    <a:pt x="46373" y="3309172"/>
                  </a:lnTo>
                  <a:lnTo>
                    <a:pt x="70768" y="3345258"/>
                  </a:lnTo>
                  <a:lnTo>
                    <a:pt x="99473" y="3377844"/>
                  </a:lnTo>
                  <a:lnTo>
                    <a:pt x="132082" y="3406526"/>
                  </a:lnTo>
                  <a:lnTo>
                    <a:pt x="168190" y="3430901"/>
                  </a:lnTo>
                  <a:lnTo>
                    <a:pt x="207391" y="3450562"/>
                  </a:lnTo>
                  <a:lnTo>
                    <a:pt x="249280" y="3465107"/>
                  </a:lnTo>
                  <a:lnTo>
                    <a:pt x="293451" y="3474130"/>
                  </a:lnTo>
                  <a:lnTo>
                    <a:pt x="339499" y="3477228"/>
                  </a:lnTo>
                  <a:lnTo>
                    <a:pt x="385579" y="3474130"/>
                  </a:lnTo>
                  <a:lnTo>
                    <a:pt x="429770" y="3465107"/>
                  </a:lnTo>
                  <a:lnTo>
                    <a:pt x="471671" y="3450562"/>
                  </a:lnTo>
                  <a:lnTo>
                    <a:pt x="510875" y="3430901"/>
                  </a:lnTo>
                  <a:lnTo>
                    <a:pt x="546980" y="3406526"/>
                  </a:lnTo>
                  <a:lnTo>
                    <a:pt x="579582" y="3377844"/>
                  </a:lnTo>
                  <a:lnTo>
                    <a:pt x="608276" y="3345258"/>
                  </a:lnTo>
                  <a:lnTo>
                    <a:pt x="632659" y="3309172"/>
                  </a:lnTo>
                  <a:lnTo>
                    <a:pt x="652327" y="3269991"/>
                  </a:lnTo>
                  <a:lnTo>
                    <a:pt x="666875" y="3228119"/>
                  </a:lnTo>
                  <a:lnTo>
                    <a:pt x="675900" y="3183960"/>
                  </a:lnTo>
                  <a:lnTo>
                    <a:pt x="678999" y="3137920"/>
                  </a:lnTo>
                  <a:close/>
                </a:path>
              </a:pathLst>
            </a:custGeom>
            <a:ln w="22626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46804" y="2410155"/>
              <a:ext cx="1131570" cy="1319530"/>
            </a:xfrm>
            <a:custGeom>
              <a:avLst/>
              <a:gdLst/>
              <a:ahLst/>
              <a:cxnLst/>
              <a:rect l="l" t="t" r="r" b="b"/>
              <a:pathLst>
                <a:path w="1131570" h="1319529">
                  <a:moveTo>
                    <a:pt x="1121827" y="1319072"/>
                  </a:moveTo>
                  <a:lnTo>
                    <a:pt x="0" y="0"/>
                  </a:lnTo>
                  <a:lnTo>
                    <a:pt x="1131333" y="326337"/>
                  </a:lnTo>
                </a:path>
              </a:pathLst>
            </a:custGeom>
            <a:ln w="11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46804" y="2410155"/>
              <a:ext cx="1131570" cy="2159000"/>
            </a:xfrm>
            <a:custGeom>
              <a:avLst/>
              <a:gdLst/>
              <a:ahLst/>
              <a:cxnLst/>
              <a:rect l="l" t="t" r="r" b="b"/>
              <a:pathLst>
                <a:path w="1131570" h="2159000">
                  <a:moveTo>
                    <a:pt x="0" y="0"/>
                  </a:moveTo>
                  <a:lnTo>
                    <a:pt x="1131333" y="2158606"/>
                  </a:lnTo>
                </a:path>
              </a:pathLst>
            </a:custGeom>
            <a:ln w="11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46457" y="2736492"/>
              <a:ext cx="1132205" cy="993140"/>
            </a:xfrm>
            <a:custGeom>
              <a:avLst/>
              <a:gdLst/>
              <a:ahLst/>
              <a:cxnLst/>
              <a:rect l="l" t="t" r="r" b="b"/>
              <a:pathLst>
                <a:path w="1132204" h="993139">
                  <a:moveTo>
                    <a:pt x="1122174" y="992735"/>
                  </a:moveTo>
                  <a:lnTo>
                    <a:pt x="0" y="625831"/>
                  </a:lnTo>
                  <a:lnTo>
                    <a:pt x="1131680" y="0"/>
                  </a:lnTo>
                </a:path>
              </a:pathLst>
            </a:custGeom>
            <a:ln w="113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46457" y="3362324"/>
              <a:ext cx="1132205" cy="1206500"/>
            </a:xfrm>
            <a:custGeom>
              <a:avLst/>
              <a:gdLst/>
              <a:ahLst/>
              <a:cxnLst/>
              <a:rect l="l" t="t" r="r" b="b"/>
              <a:pathLst>
                <a:path w="1132204" h="1206500">
                  <a:moveTo>
                    <a:pt x="0" y="0"/>
                  </a:moveTo>
                  <a:lnTo>
                    <a:pt x="1131831" y="1206437"/>
                  </a:lnTo>
                </a:path>
              </a:pathLst>
            </a:custGeom>
            <a:ln w="113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44963" y="2736492"/>
              <a:ext cx="1133475" cy="1584325"/>
            </a:xfrm>
            <a:custGeom>
              <a:avLst/>
              <a:gdLst/>
              <a:ahLst/>
              <a:cxnLst/>
              <a:rect l="l" t="t" r="r" b="b"/>
              <a:pathLst>
                <a:path w="1133475" h="1584325">
                  <a:moveTo>
                    <a:pt x="1123667" y="992735"/>
                  </a:moveTo>
                  <a:lnTo>
                    <a:pt x="0" y="1584183"/>
                  </a:lnTo>
                  <a:lnTo>
                    <a:pt x="1133324" y="0"/>
                  </a:lnTo>
                </a:path>
              </a:pathLst>
            </a:custGeom>
            <a:ln w="11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44963" y="4320676"/>
              <a:ext cx="1133475" cy="248285"/>
            </a:xfrm>
            <a:custGeom>
              <a:avLst/>
              <a:gdLst/>
              <a:ahLst/>
              <a:cxnLst/>
              <a:rect l="l" t="t" r="r" b="b"/>
              <a:pathLst>
                <a:path w="1133475" h="248285">
                  <a:moveTo>
                    <a:pt x="0" y="0"/>
                  </a:moveTo>
                  <a:lnTo>
                    <a:pt x="1133173" y="248085"/>
                  </a:lnTo>
                </a:path>
              </a:pathLst>
            </a:custGeom>
            <a:ln w="11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14212" y="2736492"/>
              <a:ext cx="1163955" cy="2332990"/>
            </a:xfrm>
            <a:custGeom>
              <a:avLst/>
              <a:gdLst/>
              <a:ahLst/>
              <a:cxnLst/>
              <a:rect l="l" t="t" r="r" b="b"/>
              <a:pathLst>
                <a:path w="1163954" h="2332990">
                  <a:moveTo>
                    <a:pt x="1154418" y="992735"/>
                  </a:moveTo>
                  <a:lnTo>
                    <a:pt x="0" y="2332693"/>
                  </a:lnTo>
                  <a:lnTo>
                    <a:pt x="1163924" y="0"/>
                  </a:lnTo>
                </a:path>
              </a:pathLst>
            </a:custGeom>
            <a:ln w="11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14212" y="2424330"/>
              <a:ext cx="2943225" cy="2645410"/>
            </a:xfrm>
            <a:custGeom>
              <a:avLst/>
              <a:gdLst/>
              <a:ahLst/>
              <a:cxnLst/>
              <a:rect l="l" t="t" r="r" b="b"/>
              <a:pathLst>
                <a:path w="2943225" h="2645410">
                  <a:moveTo>
                    <a:pt x="0" y="2644855"/>
                  </a:moveTo>
                  <a:lnTo>
                    <a:pt x="1163924" y="2144431"/>
                  </a:lnTo>
                </a:path>
                <a:path w="2943225" h="2645410">
                  <a:moveTo>
                    <a:pt x="1811991" y="299946"/>
                  </a:moveTo>
                  <a:lnTo>
                    <a:pt x="2942902" y="0"/>
                  </a:lnTo>
                </a:path>
              </a:pathLst>
            </a:custGeom>
            <a:ln w="113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26204" y="2724277"/>
              <a:ext cx="1153795" cy="1478915"/>
            </a:xfrm>
            <a:custGeom>
              <a:avLst/>
              <a:gdLst/>
              <a:ahLst/>
              <a:cxnLst/>
              <a:rect l="l" t="t" r="r" b="b"/>
              <a:pathLst>
                <a:path w="1153795" h="1478914">
                  <a:moveTo>
                    <a:pt x="1153543" y="1478380"/>
                  </a:moveTo>
                  <a:lnTo>
                    <a:pt x="0" y="0"/>
                  </a:lnTo>
                  <a:lnTo>
                    <a:pt x="1148413" y="475028"/>
                  </a:lnTo>
                </a:path>
              </a:pathLst>
            </a:custGeom>
            <a:ln w="11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26204" y="2724277"/>
              <a:ext cx="1179830" cy="2324100"/>
            </a:xfrm>
            <a:custGeom>
              <a:avLst/>
              <a:gdLst/>
              <a:ahLst/>
              <a:cxnLst/>
              <a:rect l="l" t="t" r="r" b="b"/>
              <a:pathLst>
                <a:path w="1179829" h="2324100">
                  <a:moveTo>
                    <a:pt x="0" y="0"/>
                  </a:moveTo>
                  <a:lnTo>
                    <a:pt x="1179345" y="2324097"/>
                  </a:lnTo>
                </a:path>
              </a:pathLst>
            </a:custGeom>
            <a:ln w="11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27411" y="2424330"/>
              <a:ext cx="1147445" cy="1254125"/>
            </a:xfrm>
            <a:custGeom>
              <a:avLst/>
              <a:gdLst/>
              <a:ahLst/>
              <a:cxnLst/>
              <a:rect l="l" t="t" r="r" b="b"/>
              <a:pathLst>
                <a:path w="1147445" h="1254125">
                  <a:moveTo>
                    <a:pt x="1147206" y="774975"/>
                  </a:moveTo>
                  <a:lnTo>
                    <a:pt x="0" y="1253774"/>
                  </a:lnTo>
                  <a:lnTo>
                    <a:pt x="1129703" y="0"/>
                  </a:lnTo>
                </a:path>
              </a:pathLst>
            </a:custGeom>
            <a:ln w="11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27411" y="3678105"/>
              <a:ext cx="1178560" cy="1370330"/>
            </a:xfrm>
            <a:custGeom>
              <a:avLst/>
              <a:gdLst/>
              <a:ahLst/>
              <a:cxnLst/>
              <a:rect l="l" t="t" r="r" b="b"/>
              <a:pathLst>
                <a:path w="1178559" h="1370329">
                  <a:moveTo>
                    <a:pt x="0" y="0"/>
                  </a:moveTo>
                  <a:lnTo>
                    <a:pt x="1152336" y="524552"/>
                  </a:lnTo>
                </a:path>
                <a:path w="1178559" h="1370329">
                  <a:moveTo>
                    <a:pt x="0" y="0"/>
                  </a:moveTo>
                  <a:lnTo>
                    <a:pt x="1178138" y="1370269"/>
                  </a:lnTo>
                </a:path>
              </a:pathLst>
            </a:custGeom>
            <a:ln w="113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31938" y="2424330"/>
              <a:ext cx="1143000" cy="2151380"/>
            </a:xfrm>
            <a:custGeom>
              <a:avLst/>
              <a:gdLst/>
              <a:ahLst/>
              <a:cxnLst/>
              <a:rect l="l" t="t" r="r" b="b"/>
              <a:pathLst>
                <a:path w="1143000" h="2151379">
                  <a:moveTo>
                    <a:pt x="1142679" y="774975"/>
                  </a:moveTo>
                  <a:lnTo>
                    <a:pt x="0" y="2151232"/>
                  </a:lnTo>
                  <a:lnTo>
                    <a:pt x="1125176" y="0"/>
                  </a:lnTo>
                </a:path>
              </a:pathLst>
            </a:custGeom>
            <a:ln w="11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1938" y="4202658"/>
              <a:ext cx="1174115" cy="845819"/>
            </a:xfrm>
            <a:custGeom>
              <a:avLst/>
              <a:gdLst/>
              <a:ahLst/>
              <a:cxnLst/>
              <a:rect l="l" t="t" r="r" b="b"/>
              <a:pathLst>
                <a:path w="1174115" h="845820">
                  <a:moveTo>
                    <a:pt x="0" y="372905"/>
                  </a:moveTo>
                  <a:lnTo>
                    <a:pt x="1147810" y="0"/>
                  </a:lnTo>
                </a:path>
                <a:path w="1174115" h="845820">
                  <a:moveTo>
                    <a:pt x="0" y="372905"/>
                  </a:moveTo>
                  <a:lnTo>
                    <a:pt x="1173612" y="845717"/>
                  </a:lnTo>
                </a:path>
              </a:pathLst>
            </a:custGeom>
            <a:ln w="113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35962" y="2410758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381" y="0"/>
                  </a:lnTo>
                </a:path>
              </a:pathLst>
            </a:custGeom>
            <a:ln w="11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76971" y="2361446"/>
              <a:ext cx="148590" cy="99060"/>
            </a:xfrm>
            <a:custGeom>
              <a:avLst/>
              <a:gdLst/>
              <a:ahLst/>
              <a:cxnLst/>
              <a:rect l="l" t="t" r="r" b="b"/>
              <a:pathLst>
                <a:path w="148590" h="99060">
                  <a:moveTo>
                    <a:pt x="0" y="0"/>
                  </a:moveTo>
                  <a:lnTo>
                    <a:pt x="0" y="98625"/>
                  </a:lnTo>
                  <a:lnTo>
                    <a:pt x="148021" y="4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49844" y="3306527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381" y="0"/>
                  </a:lnTo>
                </a:path>
              </a:pathLst>
            </a:custGeom>
            <a:ln w="11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90853" y="3257214"/>
              <a:ext cx="148590" cy="99060"/>
            </a:xfrm>
            <a:custGeom>
              <a:avLst/>
              <a:gdLst/>
              <a:ahLst/>
              <a:cxnLst/>
              <a:rect l="l" t="t" r="r" b="b"/>
              <a:pathLst>
                <a:path w="148590" h="99060">
                  <a:moveTo>
                    <a:pt x="0" y="0"/>
                  </a:moveTo>
                  <a:lnTo>
                    <a:pt x="0" y="98625"/>
                  </a:lnTo>
                  <a:lnTo>
                    <a:pt x="148021" y="4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36114" y="4324461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532" y="0"/>
                  </a:lnTo>
                </a:path>
              </a:pathLst>
            </a:custGeom>
            <a:ln w="11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77273" y="4275149"/>
              <a:ext cx="148590" cy="99060"/>
            </a:xfrm>
            <a:custGeom>
              <a:avLst/>
              <a:gdLst/>
              <a:ahLst/>
              <a:cxnLst/>
              <a:rect l="l" t="t" r="r" b="b"/>
              <a:pathLst>
                <a:path w="148590" h="99060">
                  <a:moveTo>
                    <a:pt x="0" y="0"/>
                  </a:moveTo>
                  <a:lnTo>
                    <a:pt x="0" y="98625"/>
                  </a:lnTo>
                  <a:lnTo>
                    <a:pt x="148021" y="4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6114" y="5220818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532" y="0"/>
                  </a:lnTo>
                </a:path>
              </a:pathLst>
            </a:custGeom>
            <a:ln w="11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77273" y="5171506"/>
              <a:ext cx="148590" cy="99060"/>
            </a:xfrm>
            <a:custGeom>
              <a:avLst/>
              <a:gdLst/>
              <a:ahLst/>
              <a:cxnLst/>
              <a:rect l="l" t="t" r="r" b="b"/>
              <a:pathLst>
                <a:path w="148590" h="99060">
                  <a:moveTo>
                    <a:pt x="0" y="0"/>
                  </a:moveTo>
                  <a:lnTo>
                    <a:pt x="0" y="98625"/>
                  </a:lnTo>
                  <a:lnTo>
                    <a:pt x="148021" y="4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049523" y="2178507"/>
            <a:ext cx="309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58032" y="4998211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58032" y="4134739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58032" y="3132582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42227" y="2243073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50" dirty="0">
                <a:latin typeface="Cambria Math"/>
                <a:cs typeface="Cambria Math"/>
              </a:rPr>
              <a:t>𝒙</a:t>
            </a:r>
            <a:r>
              <a:rPr sz="2700" spc="-15" baseline="1543" dirty="0">
                <a:latin typeface="Cambria Math"/>
                <a:cs typeface="Cambria Math"/>
              </a:rPr>
              <a:t>^</a:t>
            </a:r>
            <a:r>
              <a:rPr sz="1950" spc="-30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42227" y="4998211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50" dirty="0">
                <a:latin typeface="Cambria Math"/>
                <a:cs typeface="Cambria Math"/>
              </a:rPr>
              <a:t>𝒙</a:t>
            </a:r>
            <a:r>
              <a:rPr sz="2700" spc="-15" baseline="1543" dirty="0">
                <a:latin typeface="Cambria Math"/>
                <a:cs typeface="Cambria Math"/>
              </a:rPr>
              <a:t>^</a:t>
            </a:r>
            <a:r>
              <a:rPr sz="1950" spc="-30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50481" y="4134739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50" dirty="0">
                <a:latin typeface="Cambria Math"/>
                <a:cs typeface="Cambria Math"/>
              </a:rPr>
              <a:t>𝒙</a:t>
            </a:r>
            <a:r>
              <a:rPr sz="2700" spc="-15" baseline="1543" dirty="0">
                <a:latin typeface="Cambria Math"/>
                <a:cs typeface="Cambria Math"/>
              </a:rPr>
              <a:t>^</a:t>
            </a:r>
            <a:r>
              <a:rPr sz="1950" spc="-30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50481" y="3132582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50" dirty="0">
                <a:latin typeface="Cambria Math"/>
                <a:cs typeface="Cambria Math"/>
              </a:rPr>
              <a:t>𝒙</a:t>
            </a:r>
            <a:r>
              <a:rPr sz="2700" spc="-15" baseline="1543" dirty="0">
                <a:latin typeface="Cambria Math"/>
                <a:cs typeface="Cambria Math"/>
              </a:rPr>
              <a:t>^</a:t>
            </a:r>
            <a:r>
              <a:rPr sz="1950" spc="-30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50003" y="4464177"/>
            <a:ext cx="318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𝒂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850003" y="3574542"/>
            <a:ext cx="318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𝒂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50003" y="2557017"/>
            <a:ext cx="318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𝒂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035440" y="1676400"/>
            <a:ext cx="4464685" cy="4544695"/>
            <a:chOff x="3035440" y="1676400"/>
            <a:chExt cx="4464685" cy="4544695"/>
          </a:xfrm>
        </p:grpSpPr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6751" y="1676400"/>
              <a:ext cx="1397507" cy="454456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078473" y="1701546"/>
              <a:ext cx="1273810" cy="4434205"/>
            </a:xfrm>
            <a:custGeom>
              <a:avLst/>
              <a:gdLst/>
              <a:ahLst/>
              <a:cxnLst/>
              <a:rect l="l" t="t" r="r" b="b"/>
              <a:pathLst>
                <a:path w="1273809" h="4434205">
                  <a:moveTo>
                    <a:pt x="0" y="0"/>
                  </a:moveTo>
                  <a:lnTo>
                    <a:pt x="1273555" y="443402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32932" y="1676400"/>
              <a:ext cx="1566671" cy="454456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994654" y="1701546"/>
              <a:ext cx="1443990" cy="4434205"/>
            </a:xfrm>
            <a:custGeom>
              <a:avLst/>
              <a:gdLst/>
              <a:ahLst/>
              <a:cxnLst/>
              <a:rect l="l" t="t" r="r" b="b"/>
              <a:pathLst>
                <a:path w="1443990" h="4434205">
                  <a:moveTo>
                    <a:pt x="1443481" y="0"/>
                  </a:moveTo>
                  <a:lnTo>
                    <a:pt x="0" y="443402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35440" y="5750872"/>
              <a:ext cx="2027655" cy="13704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060953" y="5755094"/>
              <a:ext cx="1977389" cy="88900"/>
            </a:xfrm>
            <a:custGeom>
              <a:avLst/>
              <a:gdLst/>
              <a:ahLst/>
              <a:cxnLst/>
              <a:rect l="l" t="t" r="r" b="b"/>
              <a:pathLst>
                <a:path w="1977389" h="88900">
                  <a:moveTo>
                    <a:pt x="77469" y="11137"/>
                  </a:moveTo>
                  <a:lnTo>
                    <a:pt x="0" y="50469"/>
                  </a:lnTo>
                  <a:lnTo>
                    <a:pt x="77977" y="88861"/>
                  </a:lnTo>
                  <a:lnTo>
                    <a:pt x="77809" y="63030"/>
                  </a:lnTo>
                  <a:lnTo>
                    <a:pt x="64896" y="63030"/>
                  </a:lnTo>
                  <a:lnTo>
                    <a:pt x="64643" y="37122"/>
                  </a:lnTo>
                  <a:lnTo>
                    <a:pt x="77639" y="37042"/>
                  </a:lnTo>
                  <a:lnTo>
                    <a:pt x="77469" y="11137"/>
                  </a:lnTo>
                  <a:close/>
                </a:path>
                <a:path w="1977389" h="88900">
                  <a:moveTo>
                    <a:pt x="1951666" y="25831"/>
                  </a:moveTo>
                  <a:lnTo>
                    <a:pt x="1912366" y="25831"/>
                  </a:lnTo>
                  <a:lnTo>
                    <a:pt x="1912493" y="51739"/>
                  </a:lnTo>
                  <a:lnTo>
                    <a:pt x="1899539" y="51818"/>
                  </a:lnTo>
                  <a:lnTo>
                    <a:pt x="1899666" y="77724"/>
                  </a:lnTo>
                  <a:lnTo>
                    <a:pt x="1977135" y="38392"/>
                  </a:lnTo>
                  <a:lnTo>
                    <a:pt x="1951666" y="25831"/>
                  </a:lnTo>
                  <a:close/>
                </a:path>
                <a:path w="1977389" h="88900">
                  <a:moveTo>
                    <a:pt x="77639" y="37042"/>
                  </a:moveTo>
                  <a:lnTo>
                    <a:pt x="64643" y="37122"/>
                  </a:lnTo>
                  <a:lnTo>
                    <a:pt x="64896" y="63030"/>
                  </a:lnTo>
                  <a:lnTo>
                    <a:pt x="77808" y="62951"/>
                  </a:lnTo>
                  <a:lnTo>
                    <a:pt x="77639" y="37042"/>
                  </a:lnTo>
                  <a:close/>
                </a:path>
                <a:path w="1977389" h="88900">
                  <a:moveTo>
                    <a:pt x="77808" y="62951"/>
                  </a:moveTo>
                  <a:lnTo>
                    <a:pt x="64896" y="63030"/>
                  </a:lnTo>
                  <a:lnTo>
                    <a:pt x="77809" y="63030"/>
                  </a:lnTo>
                  <a:close/>
                </a:path>
                <a:path w="1977389" h="88900">
                  <a:moveTo>
                    <a:pt x="1899412" y="25910"/>
                  </a:moveTo>
                  <a:lnTo>
                    <a:pt x="77639" y="37042"/>
                  </a:lnTo>
                  <a:lnTo>
                    <a:pt x="77808" y="62951"/>
                  </a:lnTo>
                  <a:lnTo>
                    <a:pt x="1899539" y="51818"/>
                  </a:lnTo>
                  <a:lnTo>
                    <a:pt x="1899412" y="25910"/>
                  </a:lnTo>
                  <a:close/>
                </a:path>
                <a:path w="1977389" h="88900">
                  <a:moveTo>
                    <a:pt x="1912366" y="25831"/>
                  </a:moveTo>
                  <a:lnTo>
                    <a:pt x="1899412" y="25910"/>
                  </a:lnTo>
                  <a:lnTo>
                    <a:pt x="1899539" y="51818"/>
                  </a:lnTo>
                  <a:lnTo>
                    <a:pt x="1912493" y="51739"/>
                  </a:lnTo>
                  <a:lnTo>
                    <a:pt x="1912366" y="25831"/>
                  </a:lnTo>
                  <a:close/>
                </a:path>
                <a:path w="1977389" h="88900">
                  <a:moveTo>
                    <a:pt x="1899284" y="0"/>
                  </a:moveTo>
                  <a:lnTo>
                    <a:pt x="1899412" y="25910"/>
                  </a:lnTo>
                  <a:lnTo>
                    <a:pt x="1951666" y="25831"/>
                  </a:lnTo>
                  <a:lnTo>
                    <a:pt x="18992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608959" y="5763564"/>
            <a:ext cx="796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949952" y="5676900"/>
            <a:ext cx="2219325" cy="254635"/>
            <a:chOff x="4949952" y="5676900"/>
            <a:chExt cx="2219325" cy="254635"/>
          </a:xfrm>
        </p:grpSpPr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49952" y="5676900"/>
              <a:ext cx="2218944" cy="25450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071110" y="5739853"/>
              <a:ext cx="1977389" cy="88900"/>
            </a:xfrm>
            <a:custGeom>
              <a:avLst/>
              <a:gdLst/>
              <a:ahLst/>
              <a:cxnLst/>
              <a:rect l="l" t="t" r="r" b="b"/>
              <a:pathLst>
                <a:path w="1977390" h="88900">
                  <a:moveTo>
                    <a:pt x="77469" y="11137"/>
                  </a:moveTo>
                  <a:lnTo>
                    <a:pt x="0" y="50469"/>
                  </a:lnTo>
                  <a:lnTo>
                    <a:pt x="77977" y="88861"/>
                  </a:lnTo>
                  <a:lnTo>
                    <a:pt x="77809" y="63030"/>
                  </a:lnTo>
                  <a:lnTo>
                    <a:pt x="64897" y="63030"/>
                  </a:lnTo>
                  <a:lnTo>
                    <a:pt x="64642" y="37122"/>
                  </a:lnTo>
                  <a:lnTo>
                    <a:pt x="77639" y="37042"/>
                  </a:lnTo>
                  <a:lnTo>
                    <a:pt x="77469" y="11137"/>
                  </a:lnTo>
                  <a:close/>
                </a:path>
                <a:path w="1977390" h="88900">
                  <a:moveTo>
                    <a:pt x="1951666" y="25831"/>
                  </a:moveTo>
                  <a:lnTo>
                    <a:pt x="1912365" y="25831"/>
                  </a:lnTo>
                  <a:lnTo>
                    <a:pt x="1912492" y="51739"/>
                  </a:lnTo>
                  <a:lnTo>
                    <a:pt x="1899539" y="51818"/>
                  </a:lnTo>
                  <a:lnTo>
                    <a:pt x="1899665" y="77724"/>
                  </a:lnTo>
                  <a:lnTo>
                    <a:pt x="1977136" y="38392"/>
                  </a:lnTo>
                  <a:lnTo>
                    <a:pt x="1951666" y="25831"/>
                  </a:lnTo>
                  <a:close/>
                </a:path>
                <a:path w="1977390" h="88900">
                  <a:moveTo>
                    <a:pt x="77639" y="37042"/>
                  </a:moveTo>
                  <a:lnTo>
                    <a:pt x="64642" y="37122"/>
                  </a:lnTo>
                  <a:lnTo>
                    <a:pt x="64897" y="63030"/>
                  </a:lnTo>
                  <a:lnTo>
                    <a:pt x="77808" y="62951"/>
                  </a:lnTo>
                  <a:lnTo>
                    <a:pt x="77639" y="37042"/>
                  </a:lnTo>
                  <a:close/>
                </a:path>
                <a:path w="1977390" h="88900">
                  <a:moveTo>
                    <a:pt x="77808" y="62951"/>
                  </a:moveTo>
                  <a:lnTo>
                    <a:pt x="64897" y="63030"/>
                  </a:lnTo>
                  <a:lnTo>
                    <a:pt x="77809" y="63030"/>
                  </a:lnTo>
                  <a:close/>
                </a:path>
                <a:path w="1977390" h="88900">
                  <a:moveTo>
                    <a:pt x="1899412" y="25910"/>
                  </a:moveTo>
                  <a:lnTo>
                    <a:pt x="77639" y="37042"/>
                  </a:lnTo>
                  <a:lnTo>
                    <a:pt x="77808" y="62951"/>
                  </a:lnTo>
                  <a:lnTo>
                    <a:pt x="1899539" y="51818"/>
                  </a:lnTo>
                  <a:lnTo>
                    <a:pt x="1899412" y="25910"/>
                  </a:lnTo>
                  <a:close/>
                </a:path>
                <a:path w="1977390" h="88900">
                  <a:moveTo>
                    <a:pt x="1912365" y="25831"/>
                  </a:moveTo>
                  <a:lnTo>
                    <a:pt x="1899412" y="25910"/>
                  </a:lnTo>
                  <a:lnTo>
                    <a:pt x="1899539" y="51818"/>
                  </a:lnTo>
                  <a:lnTo>
                    <a:pt x="1912492" y="51739"/>
                  </a:lnTo>
                  <a:lnTo>
                    <a:pt x="1912365" y="25831"/>
                  </a:lnTo>
                  <a:close/>
                </a:path>
                <a:path w="1977390" h="88900">
                  <a:moveTo>
                    <a:pt x="1899285" y="0"/>
                  </a:moveTo>
                  <a:lnTo>
                    <a:pt x="1899412" y="25910"/>
                  </a:lnTo>
                  <a:lnTo>
                    <a:pt x="1951666" y="25831"/>
                  </a:lnTo>
                  <a:lnTo>
                    <a:pt x="18992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586476" y="5784596"/>
            <a:ext cx="822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6648" y="254507"/>
            <a:ext cx="5980176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2925">
              <a:lnSpc>
                <a:spcPct val="100000"/>
              </a:lnSpc>
              <a:spcBef>
                <a:spcPts val="105"/>
              </a:spcBef>
            </a:pPr>
            <a:r>
              <a:rPr dirty="0"/>
              <a:t>Training</a:t>
            </a:r>
            <a:r>
              <a:rPr spc="-95" dirty="0"/>
              <a:t> </a:t>
            </a:r>
            <a:r>
              <a:rPr dirty="0"/>
              <a:t>Deep</a:t>
            </a:r>
            <a:r>
              <a:rPr spc="-190" dirty="0"/>
              <a:t> </a:t>
            </a:r>
            <a:r>
              <a:rPr dirty="0"/>
              <a:t>Auto</a:t>
            </a:r>
            <a:r>
              <a:rPr spc="-70" dirty="0"/>
              <a:t> </a:t>
            </a:r>
            <a:r>
              <a:rPr spc="-10" dirty="0"/>
              <a:t>Encoder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344" y="1292732"/>
            <a:ext cx="295529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spc="-10" dirty="0">
                <a:latin typeface="Calibri"/>
                <a:cs typeface="Calibri"/>
              </a:rPr>
              <a:t>Features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first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layer: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288036" cy="34747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055592" y="2294510"/>
            <a:ext cx="3173730" cy="3726815"/>
            <a:chOff x="3055592" y="2294510"/>
            <a:chExt cx="3173730" cy="3726815"/>
          </a:xfrm>
        </p:grpSpPr>
        <p:sp>
          <p:nvSpPr>
            <p:cNvPr id="7" name="object 7"/>
            <p:cNvSpPr/>
            <p:nvPr/>
          </p:nvSpPr>
          <p:spPr>
            <a:xfrm>
              <a:off x="3067540" y="2306458"/>
              <a:ext cx="725170" cy="3703320"/>
            </a:xfrm>
            <a:custGeom>
              <a:avLst/>
              <a:gdLst/>
              <a:ahLst/>
              <a:cxnLst/>
              <a:rect l="l" t="t" r="r" b="b"/>
              <a:pathLst>
                <a:path w="725170" h="3703320">
                  <a:moveTo>
                    <a:pt x="725022" y="354402"/>
                  </a:moveTo>
                  <a:lnTo>
                    <a:pt x="721712" y="306300"/>
                  </a:lnTo>
                  <a:lnTo>
                    <a:pt x="712072" y="260168"/>
                  </a:lnTo>
                  <a:lnTo>
                    <a:pt x="696533" y="216429"/>
                  </a:lnTo>
                  <a:lnTo>
                    <a:pt x="675527" y="175503"/>
                  </a:lnTo>
                  <a:lnTo>
                    <a:pt x="649486" y="137813"/>
                  </a:lnTo>
                  <a:lnTo>
                    <a:pt x="618842" y="103780"/>
                  </a:lnTo>
                  <a:lnTo>
                    <a:pt x="584028" y="73827"/>
                  </a:lnTo>
                  <a:lnTo>
                    <a:pt x="545474" y="48373"/>
                  </a:lnTo>
                  <a:lnTo>
                    <a:pt x="503614" y="27842"/>
                  </a:lnTo>
                  <a:lnTo>
                    <a:pt x="458878" y="12655"/>
                  </a:lnTo>
                  <a:lnTo>
                    <a:pt x="411700" y="3234"/>
                  </a:lnTo>
                  <a:lnTo>
                    <a:pt x="362511" y="0"/>
                  </a:lnTo>
                  <a:lnTo>
                    <a:pt x="313321" y="3234"/>
                  </a:lnTo>
                  <a:lnTo>
                    <a:pt x="266143" y="12655"/>
                  </a:lnTo>
                  <a:lnTo>
                    <a:pt x="221408" y="27842"/>
                  </a:lnTo>
                  <a:lnTo>
                    <a:pt x="179547" y="48373"/>
                  </a:lnTo>
                  <a:lnTo>
                    <a:pt x="140994" y="73827"/>
                  </a:lnTo>
                  <a:lnTo>
                    <a:pt x="106179" y="103780"/>
                  </a:lnTo>
                  <a:lnTo>
                    <a:pt x="75535" y="137813"/>
                  </a:lnTo>
                  <a:lnTo>
                    <a:pt x="49494" y="175503"/>
                  </a:lnTo>
                  <a:lnTo>
                    <a:pt x="28488" y="216429"/>
                  </a:lnTo>
                  <a:lnTo>
                    <a:pt x="12949" y="260168"/>
                  </a:lnTo>
                  <a:lnTo>
                    <a:pt x="3309" y="306300"/>
                  </a:lnTo>
                  <a:lnTo>
                    <a:pt x="0" y="354402"/>
                  </a:lnTo>
                  <a:lnTo>
                    <a:pt x="3309" y="402505"/>
                  </a:lnTo>
                  <a:lnTo>
                    <a:pt x="12949" y="448636"/>
                  </a:lnTo>
                  <a:lnTo>
                    <a:pt x="28488" y="492376"/>
                  </a:lnTo>
                  <a:lnTo>
                    <a:pt x="49494" y="533301"/>
                  </a:lnTo>
                  <a:lnTo>
                    <a:pt x="75535" y="570991"/>
                  </a:lnTo>
                  <a:lnTo>
                    <a:pt x="106179" y="605024"/>
                  </a:lnTo>
                  <a:lnTo>
                    <a:pt x="140994" y="634978"/>
                  </a:lnTo>
                  <a:lnTo>
                    <a:pt x="179547" y="660431"/>
                  </a:lnTo>
                  <a:lnTo>
                    <a:pt x="221408" y="680962"/>
                  </a:lnTo>
                  <a:lnTo>
                    <a:pt x="266143" y="696149"/>
                  </a:lnTo>
                  <a:lnTo>
                    <a:pt x="313321" y="705571"/>
                  </a:lnTo>
                  <a:lnTo>
                    <a:pt x="362511" y="708805"/>
                  </a:lnTo>
                  <a:lnTo>
                    <a:pt x="411700" y="705571"/>
                  </a:lnTo>
                  <a:lnTo>
                    <a:pt x="458878" y="696149"/>
                  </a:lnTo>
                  <a:lnTo>
                    <a:pt x="503614" y="680962"/>
                  </a:lnTo>
                  <a:lnTo>
                    <a:pt x="545474" y="660431"/>
                  </a:lnTo>
                  <a:lnTo>
                    <a:pt x="584028" y="634978"/>
                  </a:lnTo>
                  <a:lnTo>
                    <a:pt x="618842" y="605024"/>
                  </a:lnTo>
                  <a:lnTo>
                    <a:pt x="649486" y="570991"/>
                  </a:lnTo>
                  <a:lnTo>
                    <a:pt x="675527" y="533301"/>
                  </a:lnTo>
                  <a:lnTo>
                    <a:pt x="696533" y="492376"/>
                  </a:lnTo>
                  <a:lnTo>
                    <a:pt x="712072" y="448636"/>
                  </a:lnTo>
                  <a:lnTo>
                    <a:pt x="721712" y="402504"/>
                  </a:lnTo>
                  <a:lnTo>
                    <a:pt x="725022" y="354402"/>
                  </a:lnTo>
                  <a:close/>
                </a:path>
                <a:path w="725170" h="3703320">
                  <a:moveTo>
                    <a:pt x="725022" y="1346730"/>
                  </a:moveTo>
                  <a:lnTo>
                    <a:pt x="721712" y="1298628"/>
                  </a:lnTo>
                  <a:lnTo>
                    <a:pt x="712072" y="1252496"/>
                  </a:lnTo>
                  <a:lnTo>
                    <a:pt x="696533" y="1208757"/>
                  </a:lnTo>
                  <a:lnTo>
                    <a:pt x="675527" y="1167831"/>
                  </a:lnTo>
                  <a:lnTo>
                    <a:pt x="649486" y="1130141"/>
                  </a:lnTo>
                  <a:lnTo>
                    <a:pt x="618842" y="1096108"/>
                  </a:lnTo>
                  <a:lnTo>
                    <a:pt x="584028" y="1066154"/>
                  </a:lnTo>
                  <a:lnTo>
                    <a:pt x="545474" y="1040701"/>
                  </a:lnTo>
                  <a:lnTo>
                    <a:pt x="503614" y="1020170"/>
                  </a:lnTo>
                  <a:lnTo>
                    <a:pt x="458878" y="1004983"/>
                  </a:lnTo>
                  <a:lnTo>
                    <a:pt x="411700" y="995561"/>
                  </a:lnTo>
                  <a:lnTo>
                    <a:pt x="362511" y="992327"/>
                  </a:lnTo>
                  <a:lnTo>
                    <a:pt x="313321" y="995561"/>
                  </a:lnTo>
                  <a:lnTo>
                    <a:pt x="266143" y="1004983"/>
                  </a:lnTo>
                  <a:lnTo>
                    <a:pt x="221408" y="1020170"/>
                  </a:lnTo>
                  <a:lnTo>
                    <a:pt x="179547" y="1040701"/>
                  </a:lnTo>
                  <a:lnTo>
                    <a:pt x="140994" y="1066154"/>
                  </a:lnTo>
                  <a:lnTo>
                    <a:pt x="106179" y="1096108"/>
                  </a:lnTo>
                  <a:lnTo>
                    <a:pt x="75535" y="1130141"/>
                  </a:lnTo>
                  <a:lnTo>
                    <a:pt x="49494" y="1167831"/>
                  </a:lnTo>
                  <a:lnTo>
                    <a:pt x="28488" y="1208757"/>
                  </a:lnTo>
                  <a:lnTo>
                    <a:pt x="12949" y="1252496"/>
                  </a:lnTo>
                  <a:lnTo>
                    <a:pt x="3309" y="1298628"/>
                  </a:lnTo>
                  <a:lnTo>
                    <a:pt x="0" y="1346730"/>
                  </a:lnTo>
                  <a:lnTo>
                    <a:pt x="3309" y="1394832"/>
                  </a:lnTo>
                  <a:lnTo>
                    <a:pt x="12949" y="1440964"/>
                  </a:lnTo>
                  <a:lnTo>
                    <a:pt x="28488" y="1484703"/>
                  </a:lnTo>
                  <a:lnTo>
                    <a:pt x="49494" y="1525629"/>
                  </a:lnTo>
                  <a:lnTo>
                    <a:pt x="75535" y="1563319"/>
                  </a:lnTo>
                  <a:lnTo>
                    <a:pt x="106179" y="1597352"/>
                  </a:lnTo>
                  <a:lnTo>
                    <a:pt x="140994" y="1627306"/>
                  </a:lnTo>
                  <a:lnTo>
                    <a:pt x="179547" y="1652759"/>
                  </a:lnTo>
                  <a:lnTo>
                    <a:pt x="221408" y="1673290"/>
                  </a:lnTo>
                  <a:lnTo>
                    <a:pt x="266143" y="1688477"/>
                  </a:lnTo>
                  <a:lnTo>
                    <a:pt x="313322" y="1697899"/>
                  </a:lnTo>
                  <a:lnTo>
                    <a:pt x="362511" y="1701133"/>
                  </a:lnTo>
                  <a:lnTo>
                    <a:pt x="411700" y="1697899"/>
                  </a:lnTo>
                  <a:lnTo>
                    <a:pt x="458878" y="1688477"/>
                  </a:lnTo>
                  <a:lnTo>
                    <a:pt x="503614" y="1673290"/>
                  </a:lnTo>
                  <a:lnTo>
                    <a:pt x="545474" y="1652759"/>
                  </a:lnTo>
                  <a:lnTo>
                    <a:pt x="584028" y="1627306"/>
                  </a:lnTo>
                  <a:lnTo>
                    <a:pt x="618842" y="1597352"/>
                  </a:lnTo>
                  <a:lnTo>
                    <a:pt x="649486" y="1563319"/>
                  </a:lnTo>
                  <a:lnTo>
                    <a:pt x="675527" y="1525629"/>
                  </a:lnTo>
                  <a:lnTo>
                    <a:pt x="696533" y="1484703"/>
                  </a:lnTo>
                  <a:lnTo>
                    <a:pt x="712072" y="1440964"/>
                  </a:lnTo>
                  <a:lnTo>
                    <a:pt x="721712" y="1394832"/>
                  </a:lnTo>
                  <a:lnTo>
                    <a:pt x="725022" y="1346730"/>
                  </a:lnTo>
                  <a:close/>
                </a:path>
                <a:path w="725170" h="3703320">
                  <a:moveTo>
                    <a:pt x="725022" y="2409954"/>
                  </a:moveTo>
                  <a:lnTo>
                    <a:pt x="721713" y="2361865"/>
                  </a:lnTo>
                  <a:lnTo>
                    <a:pt x="712072" y="2315741"/>
                  </a:lnTo>
                  <a:lnTo>
                    <a:pt x="696533" y="2272005"/>
                  </a:lnTo>
                  <a:lnTo>
                    <a:pt x="675527" y="2231079"/>
                  </a:lnTo>
                  <a:lnTo>
                    <a:pt x="649486" y="2193386"/>
                  </a:lnTo>
                  <a:lnTo>
                    <a:pt x="618842" y="2159348"/>
                  </a:lnTo>
                  <a:lnTo>
                    <a:pt x="584028" y="2129388"/>
                  </a:lnTo>
                  <a:lnTo>
                    <a:pt x="545474" y="2103927"/>
                  </a:lnTo>
                  <a:lnTo>
                    <a:pt x="503614" y="2083390"/>
                  </a:lnTo>
                  <a:lnTo>
                    <a:pt x="458878" y="2068197"/>
                  </a:lnTo>
                  <a:lnTo>
                    <a:pt x="411700" y="2058771"/>
                  </a:lnTo>
                  <a:lnTo>
                    <a:pt x="362511" y="2055536"/>
                  </a:lnTo>
                  <a:lnTo>
                    <a:pt x="313322" y="2058771"/>
                  </a:lnTo>
                  <a:lnTo>
                    <a:pt x="266143" y="2068197"/>
                  </a:lnTo>
                  <a:lnTo>
                    <a:pt x="221408" y="2083390"/>
                  </a:lnTo>
                  <a:lnTo>
                    <a:pt x="179547" y="2103927"/>
                  </a:lnTo>
                  <a:lnTo>
                    <a:pt x="140994" y="2129388"/>
                  </a:lnTo>
                  <a:lnTo>
                    <a:pt x="106179" y="2159348"/>
                  </a:lnTo>
                  <a:lnTo>
                    <a:pt x="75535" y="2193386"/>
                  </a:lnTo>
                  <a:lnTo>
                    <a:pt x="49495" y="2231079"/>
                  </a:lnTo>
                  <a:lnTo>
                    <a:pt x="28489" y="2272005"/>
                  </a:lnTo>
                  <a:lnTo>
                    <a:pt x="12949" y="2315741"/>
                  </a:lnTo>
                  <a:lnTo>
                    <a:pt x="3309" y="2361865"/>
                  </a:lnTo>
                  <a:lnTo>
                    <a:pt x="0" y="2409954"/>
                  </a:lnTo>
                  <a:lnTo>
                    <a:pt x="3309" y="2458043"/>
                  </a:lnTo>
                  <a:lnTo>
                    <a:pt x="12949" y="2504166"/>
                  </a:lnTo>
                  <a:lnTo>
                    <a:pt x="28489" y="2547901"/>
                  </a:lnTo>
                  <a:lnTo>
                    <a:pt x="49495" y="2588825"/>
                  </a:lnTo>
                  <a:lnTo>
                    <a:pt x="75535" y="2626516"/>
                  </a:lnTo>
                  <a:lnTo>
                    <a:pt x="106179" y="2660552"/>
                  </a:lnTo>
                  <a:lnTo>
                    <a:pt x="140994" y="2690511"/>
                  </a:lnTo>
                  <a:lnTo>
                    <a:pt x="179547" y="2715969"/>
                  </a:lnTo>
                  <a:lnTo>
                    <a:pt x="221408" y="2736505"/>
                  </a:lnTo>
                  <a:lnTo>
                    <a:pt x="266143" y="2751697"/>
                  </a:lnTo>
                  <a:lnTo>
                    <a:pt x="313322" y="2761121"/>
                  </a:lnTo>
                  <a:lnTo>
                    <a:pt x="362511" y="2764357"/>
                  </a:lnTo>
                  <a:lnTo>
                    <a:pt x="411700" y="2761121"/>
                  </a:lnTo>
                  <a:lnTo>
                    <a:pt x="458878" y="2751697"/>
                  </a:lnTo>
                  <a:lnTo>
                    <a:pt x="503614" y="2736505"/>
                  </a:lnTo>
                  <a:lnTo>
                    <a:pt x="545474" y="2715969"/>
                  </a:lnTo>
                  <a:lnTo>
                    <a:pt x="584028" y="2690511"/>
                  </a:lnTo>
                  <a:lnTo>
                    <a:pt x="618842" y="2660552"/>
                  </a:lnTo>
                  <a:lnTo>
                    <a:pt x="649486" y="2626516"/>
                  </a:lnTo>
                  <a:lnTo>
                    <a:pt x="675527" y="2588825"/>
                  </a:lnTo>
                  <a:lnTo>
                    <a:pt x="696533" y="2547901"/>
                  </a:lnTo>
                  <a:lnTo>
                    <a:pt x="712072" y="2504166"/>
                  </a:lnTo>
                  <a:lnTo>
                    <a:pt x="721713" y="2458043"/>
                  </a:lnTo>
                  <a:lnTo>
                    <a:pt x="725022" y="2409954"/>
                  </a:lnTo>
                  <a:close/>
                </a:path>
                <a:path w="725170" h="3703320">
                  <a:moveTo>
                    <a:pt x="725022" y="3348413"/>
                  </a:moveTo>
                  <a:lnTo>
                    <a:pt x="721713" y="3300324"/>
                  </a:lnTo>
                  <a:lnTo>
                    <a:pt x="712072" y="3254200"/>
                  </a:lnTo>
                  <a:lnTo>
                    <a:pt x="696533" y="3210466"/>
                  </a:lnTo>
                  <a:lnTo>
                    <a:pt x="675527" y="3169542"/>
                  </a:lnTo>
                  <a:lnTo>
                    <a:pt x="649486" y="3131850"/>
                  </a:lnTo>
                  <a:lnTo>
                    <a:pt x="618843" y="3097814"/>
                  </a:lnTo>
                  <a:lnTo>
                    <a:pt x="584028" y="3067856"/>
                  </a:lnTo>
                  <a:lnTo>
                    <a:pt x="545474" y="3042398"/>
                  </a:lnTo>
                  <a:lnTo>
                    <a:pt x="503614" y="3021861"/>
                  </a:lnTo>
                  <a:lnTo>
                    <a:pt x="458878" y="3006670"/>
                  </a:lnTo>
                  <a:lnTo>
                    <a:pt x="411700" y="2997245"/>
                  </a:lnTo>
                  <a:lnTo>
                    <a:pt x="362511" y="2994010"/>
                  </a:lnTo>
                  <a:lnTo>
                    <a:pt x="313322" y="2997245"/>
                  </a:lnTo>
                  <a:lnTo>
                    <a:pt x="266143" y="3006670"/>
                  </a:lnTo>
                  <a:lnTo>
                    <a:pt x="221408" y="3021861"/>
                  </a:lnTo>
                  <a:lnTo>
                    <a:pt x="179547" y="3042398"/>
                  </a:lnTo>
                  <a:lnTo>
                    <a:pt x="140994" y="3067856"/>
                  </a:lnTo>
                  <a:lnTo>
                    <a:pt x="106179" y="3097814"/>
                  </a:lnTo>
                  <a:lnTo>
                    <a:pt x="75535" y="3131850"/>
                  </a:lnTo>
                  <a:lnTo>
                    <a:pt x="49495" y="3169542"/>
                  </a:lnTo>
                  <a:lnTo>
                    <a:pt x="28489" y="3210466"/>
                  </a:lnTo>
                  <a:lnTo>
                    <a:pt x="12949" y="3254201"/>
                  </a:lnTo>
                  <a:lnTo>
                    <a:pt x="3309" y="3300324"/>
                  </a:lnTo>
                  <a:lnTo>
                    <a:pt x="0" y="3348413"/>
                  </a:lnTo>
                  <a:lnTo>
                    <a:pt x="3309" y="3396502"/>
                  </a:lnTo>
                  <a:lnTo>
                    <a:pt x="12949" y="3442625"/>
                  </a:lnTo>
                  <a:lnTo>
                    <a:pt x="28489" y="3486360"/>
                  </a:lnTo>
                  <a:lnTo>
                    <a:pt x="49495" y="3527284"/>
                  </a:lnTo>
                  <a:lnTo>
                    <a:pt x="75536" y="3564975"/>
                  </a:lnTo>
                  <a:lnTo>
                    <a:pt x="106179" y="3599012"/>
                  </a:lnTo>
                  <a:lnTo>
                    <a:pt x="140994" y="3628970"/>
                  </a:lnTo>
                  <a:lnTo>
                    <a:pt x="179548" y="3654429"/>
                  </a:lnTo>
                  <a:lnTo>
                    <a:pt x="221408" y="3674965"/>
                  </a:lnTo>
                  <a:lnTo>
                    <a:pt x="266143" y="3690157"/>
                  </a:lnTo>
                  <a:lnTo>
                    <a:pt x="313322" y="3699581"/>
                  </a:lnTo>
                  <a:lnTo>
                    <a:pt x="362511" y="3702817"/>
                  </a:lnTo>
                  <a:lnTo>
                    <a:pt x="411700" y="3699581"/>
                  </a:lnTo>
                  <a:lnTo>
                    <a:pt x="458878" y="3690157"/>
                  </a:lnTo>
                  <a:lnTo>
                    <a:pt x="503614" y="3674965"/>
                  </a:lnTo>
                  <a:lnTo>
                    <a:pt x="545474" y="3654429"/>
                  </a:lnTo>
                  <a:lnTo>
                    <a:pt x="584028" y="3628970"/>
                  </a:lnTo>
                  <a:lnTo>
                    <a:pt x="618843" y="3599012"/>
                  </a:lnTo>
                  <a:lnTo>
                    <a:pt x="649486" y="3564975"/>
                  </a:lnTo>
                  <a:lnTo>
                    <a:pt x="675527" y="3527284"/>
                  </a:lnTo>
                  <a:lnTo>
                    <a:pt x="696533" y="3486360"/>
                  </a:lnTo>
                  <a:lnTo>
                    <a:pt x="712072" y="3442625"/>
                  </a:lnTo>
                  <a:lnTo>
                    <a:pt x="721713" y="3396502"/>
                  </a:lnTo>
                  <a:lnTo>
                    <a:pt x="725022" y="3348413"/>
                  </a:lnTo>
                  <a:close/>
                </a:path>
              </a:pathLst>
            </a:custGeom>
            <a:ln w="23897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81680" y="2731742"/>
              <a:ext cx="725170" cy="2693670"/>
            </a:xfrm>
            <a:custGeom>
              <a:avLst/>
              <a:gdLst/>
              <a:ahLst/>
              <a:cxnLst/>
              <a:rect l="l" t="t" r="r" b="b"/>
              <a:pathLst>
                <a:path w="725170" h="2693670">
                  <a:moveTo>
                    <a:pt x="725022" y="354402"/>
                  </a:moveTo>
                  <a:lnTo>
                    <a:pt x="721710" y="306300"/>
                  </a:lnTo>
                  <a:lnTo>
                    <a:pt x="712065" y="260168"/>
                  </a:lnTo>
                  <a:lnTo>
                    <a:pt x="696519" y="216429"/>
                  </a:lnTo>
                  <a:lnTo>
                    <a:pt x="675505" y="175503"/>
                  </a:lnTo>
                  <a:lnTo>
                    <a:pt x="649457" y="137813"/>
                  </a:lnTo>
                  <a:lnTo>
                    <a:pt x="618806" y="103780"/>
                  </a:lnTo>
                  <a:lnTo>
                    <a:pt x="583986" y="73827"/>
                  </a:lnTo>
                  <a:lnTo>
                    <a:pt x="545431" y="48373"/>
                  </a:lnTo>
                  <a:lnTo>
                    <a:pt x="503573" y="27842"/>
                  </a:lnTo>
                  <a:lnTo>
                    <a:pt x="458845" y="12655"/>
                  </a:lnTo>
                  <a:lnTo>
                    <a:pt x="411680" y="3234"/>
                  </a:lnTo>
                  <a:lnTo>
                    <a:pt x="362511" y="0"/>
                  </a:lnTo>
                  <a:lnTo>
                    <a:pt x="313308" y="3234"/>
                  </a:lnTo>
                  <a:lnTo>
                    <a:pt x="266121" y="12655"/>
                  </a:lnTo>
                  <a:lnTo>
                    <a:pt x="221380" y="27842"/>
                  </a:lnTo>
                  <a:lnTo>
                    <a:pt x="179519" y="48373"/>
                  </a:lnTo>
                  <a:lnTo>
                    <a:pt x="140966" y="73827"/>
                  </a:lnTo>
                  <a:lnTo>
                    <a:pt x="106155" y="103780"/>
                  </a:lnTo>
                  <a:lnTo>
                    <a:pt x="75516" y="137813"/>
                  </a:lnTo>
                  <a:lnTo>
                    <a:pt x="49480" y="175503"/>
                  </a:lnTo>
                  <a:lnTo>
                    <a:pt x="28479" y="216429"/>
                  </a:lnTo>
                  <a:lnTo>
                    <a:pt x="12945" y="260168"/>
                  </a:lnTo>
                  <a:lnTo>
                    <a:pt x="3308" y="306300"/>
                  </a:lnTo>
                  <a:lnTo>
                    <a:pt x="0" y="354402"/>
                  </a:lnTo>
                  <a:lnTo>
                    <a:pt x="3308" y="402505"/>
                  </a:lnTo>
                  <a:lnTo>
                    <a:pt x="12945" y="448636"/>
                  </a:lnTo>
                  <a:lnTo>
                    <a:pt x="28479" y="492376"/>
                  </a:lnTo>
                  <a:lnTo>
                    <a:pt x="49480" y="533301"/>
                  </a:lnTo>
                  <a:lnTo>
                    <a:pt x="75516" y="570991"/>
                  </a:lnTo>
                  <a:lnTo>
                    <a:pt x="106155" y="605024"/>
                  </a:lnTo>
                  <a:lnTo>
                    <a:pt x="140966" y="634978"/>
                  </a:lnTo>
                  <a:lnTo>
                    <a:pt x="179519" y="660431"/>
                  </a:lnTo>
                  <a:lnTo>
                    <a:pt x="221381" y="680962"/>
                  </a:lnTo>
                  <a:lnTo>
                    <a:pt x="266121" y="696149"/>
                  </a:lnTo>
                  <a:lnTo>
                    <a:pt x="313308" y="705571"/>
                  </a:lnTo>
                  <a:lnTo>
                    <a:pt x="362511" y="708805"/>
                  </a:lnTo>
                  <a:lnTo>
                    <a:pt x="411680" y="705571"/>
                  </a:lnTo>
                  <a:lnTo>
                    <a:pt x="458845" y="696149"/>
                  </a:lnTo>
                  <a:lnTo>
                    <a:pt x="503573" y="680962"/>
                  </a:lnTo>
                  <a:lnTo>
                    <a:pt x="545431" y="660431"/>
                  </a:lnTo>
                  <a:lnTo>
                    <a:pt x="583986" y="634978"/>
                  </a:lnTo>
                  <a:lnTo>
                    <a:pt x="618806" y="605024"/>
                  </a:lnTo>
                  <a:lnTo>
                    <a:pt x="649457" y="570991"/>
                  </a:lnTo>
                  <a:lnTo>
                    <a:pt x="675505" y="533301"/>
                  </a:lnTo>
                  <a:lnTo>
                    <a:pt x="696519" y="492376"/>
                  </a:lnTo>
                  <a:lnTo>
                    <a:pt x="712065" y="448636"/>
                  </a:lnTo>
                  <a:lnTo>
                    <a:pt x="721710" y="402504"/>
                  </a:lnTo>
                  <a:lnTo>
                    <a:pt x="725022" y="354402"/>
                  </a:lnTo>
                  <a:close/>
                </a:path>
                <a:path w="725170" h="2693670">
                  <a:moveTo>
                    <a:pt x="725022" y="1417611"/>
                  </a:moveTo>
                  <a:lnTo>
                    <a:pt x="721711" y="1369508"/>
                  </a:lnTo>
                  <a:lnTo>
                    <a:pt x="712065" y="1323377"/>
                  </a:lnTo>
                  <a:lnTo>
                    <a:pt x="696519" y="1279637"/>
                  </a:lnTo>
                  <a:lnTo>
                    <a:pt x="675506" y="1238712"/>
                  </a:lnTo>
                  <a:lnTo>
                    <a:pt x="649457" y="1201021"/>
                  </a:lnTo>
                  <a:lnTo>
                    <a:pt x="618806" y="1166989"/>
                  </a:lnTo>
                  <a:lnTo>
                    <a:pt x="583987" y="1137035"/>
                  </a:lnTo>
                  <a:lnTo>
                    <a:pt x="545431" y="1111582"/>
                  </a:lnTo>
                  <a:lnTo>
                    <a:pt x="503573" y="1091051"/>
                  </a:lnTo>
                  <a:lnTo>
                    <a:pt x="458845" y="1075863"/>
                  </a:lnTo>
                  <a:lnTo>
                    <a:pt x="411680" y="1066442"/>
                  </a:lnTo>
                  <a:lnTo>
                    <a:pt x="362511" y="1063208"/>
                  </a:lnTo>
                  <a:lnTo>
                    <a:pt x="313308" y="1066442"/>
                  </a:lnTo>
                  <a:lnTo>
                    <a:pt x="266121" y="1075863"/>
                  </a:lnTo>
                  <a:lnTo>
                    <a:pt x="221381" y="1091051"/>
                  </a:lnTo>
                  <a:lnTo>
                    <a:pt x="179519" y="1111582"/>
                  </a:lnTo>
                  <a:lnTo>
                    <a:pt x="140966" y="1137035"/>
                  </a:lnTo>
                  <a:lnTo>
                    <a:pt x="106155" y="1166989"/>
                  </a:lnTo>
                  <a:lnTo>
                    <a:pt x="75516" y="1201022"/>
                  </a:lnTo>
                  <a:lnTo>
                    <a:pt x="49480" y="1238712"/>
                  </a:lnTo>
                  <a:lnTo>
                    <a:pt x="28479" y="1279637"/>
                  </a:lnTo>
                  <a:lnTo>
                    <a:pt x="12945" y="1323377"/>
                  </a:lnTo>
                  <a:lnTo>
                    <a:pt x="3308" y="1369508"/>
                  </a:lnTo>
                  <a:lnTo>
                    <a:pt x="0" y="1417611"/>
                  </a:lnTo>
                  <a:lnTo>
                    <a:pt x="3308" y="1465713"/>
                  </a:lnTo>
                  <a:lnTo>
                    <a:pt x="12945" y="1511846"/>
                  </a:lnTo>
                  <a:lnTo>
                    <a:pt x="28479" y="1555586"/>
                  </a:lnTo>
                  <a:lnTo>
                    <a:pt x="49480" y="1596514"/>
                  </a:lnTo>
                  <a:lnTo>
                    <a:pt x="75516" y="1634206"/>
                  </a:lnTo>
                  <a:lnTo>
                    <a:pt x="106155" y="1668240"/>
                  </a:lnTo>
                  <a:lnTo>
                    <a:pt x="140966" y="1698196"/>
                  </a:lnTo>
                  <a:lnTo>
                    <a:pt x="179519" y="1723651"/>
                  </a:lnTo>
                  <a:lnTo>
                    <a:pt x="221381" y="1744184"/>
                  </a:lnTo>
                  <a:lnTo>
                    <a:pt x="266121" y="1759372"/>
                  </a:lnTo>
                  <a:lnTo>
                    <a:pt x="313308" y="1768795"/>
                  </a:lnTo>
                  <a:lnTo>
                    <a:pt x="362511" y="1772029"/>
                  </a:lnTo>
                  <a:lnTo>
                    <a:pt x="411680" y="1768795"/>
                  </a:lnTo>
                  <a:lnTo>
                    <a:pt x="458845" y="1759372"/>
                  </a:lnTo>
                  <a:lnTo>
                    <a:pt x="503573" y="1744184"/>
                  </a:lnTo>
                  <a:lnTo>
                    <a:pt x="545431" y="1723651"/>
                  </a:lnTo>
                  <a:lnTo>
                    <a:pt x="583987" y="1698196"/>
                  </a:lnTo>
                  <a:lnTo>
                    <a:pt x="618806" y="1668240"/>
                  </a:lnTo>
                  <a:lnTo>
                    <a:pt x="649457" y="1634205"/>
                  </a:lnTo>
                  <a:lnTo>
                    <a:pt x="675506" y="1596514"/>
                  </a:lnTo>
                  <a:lnTo>
                    <a:pt x="696519" y="1555586"/>
                  </a:lnTo>
                  <a:lnTo>
                    <a:pt x="712065" y="1511846"/>
                  </a:lnTo>
                  <a:lnTo>
                    <a:pt x="721711" y="1465713"/>
                  </a:lnTo>
                  <a:lnTo>
                    <a:pt x="725022" y="1417611"/>
                  </a:lnTo>
                  <a:close/>
                </a:path>
                <a:path w="725170" h="2693670">
                  <a:moveTo>
                    <a:pt x="725022" y="2339073"/>
                  </a:moveTo>
                  <a:lnTo>
                    <a:pt x="721711" y="2290984"/>
                  </a:lnTo>
                  <a:lnTo>
                    <a:pt x="712066" y="2244861"/>
                  </a:lnTo>
                  <a:lnTo>
                    <a:pt x="696519" y="2201127"/>
                  </a:lnTo>
                  <a:lnTo>
                    <a:pt x="675506" y="2160202"/>
                  </a:lnTo>
                  <a:lnTo>
                    <a:pt x="649457" y="2122511"/>
                  </a:lnTo>
                  <a:lnTo>
                    <a:pt x="618806" y="2088475"/>
                  </a:lnTo>
                  <a:lnTo>
                    <a:pt x="583987" y="2058517"/>
                  </a:lnTo>
                  <a:lnTo>
                    <a:pt x="545431" y="2033058"/>
                  </a:lnTo>
                  <a:lnTo>
                    <a:pt x="503573" y="2012522"/>
                  </a:lnTo>
                  <a:lnTo>
                    <a:pt x="458845" y="1997331"/>
                  </a:lnTo>
                  <a:lnTo>
                    <a:pt x="411680" y="1987906"/>
                  </a:lnTo>
                  <a:lnTo>
                    <a:pt x="362511" y="1984671"/>
                  </a:lnTo>
                  <a:lnTo>
                    <a:pt x="313308" y="1987906"/>
                  </a:lnTo>
                  <a:lnTo>
                    <a:pt x="266121" y="1997331"/>
                  </a:lnTo>
                  <a:lnTo>
                    <a:pt x="221381" y="2012522"/>
                  </a:lnTo>
                  <a:lnTo>
                    <a:pt x="179519" y="2033059"/>
                  </a:lnTo>
                  <a:lnTo>
                    <a:pt x="140966" y="2058517"/>
                  </a:lnTo>
                  <a:lnTo>
                    <a:pt x="106155" y="2088475"/>
                  </a:lnTo>
                  <a:lnTo>
                    <a:pt x="75516" y="2122511"/>
                  </a:lnTo>
                  <a:lnTo>
                    <a:pt x="49480" y="2160203"/>
                  </a:lnTo>
                  <a:lnTo>
                    <a:pt x="28479" y="2201127"/>
                  </a:lnTo>
                  <a:lnTo>
                    <a:pt x="12945" y="2244861"/>
                  </a:lnTo>
                  <a:lnTo>
                    <a:pt x="3308" y="2290985"/>
                  </a:lnTo>
                  <a:lnTo>
                    <a:pt x="0" y="2339074"/>
                  </a:lnTo>
                  <a:lnTo>
                    <a:pt x="3308" y="2387163"/>
                  </a:lnTo>
                  <a:lnTo>
                    <a:pt x="12945" y="2433286"/>
                  </a:lnTo>
                  <a:lnTo>
                    <a:pt x="28479" y="2477020"/>
                  </a:lnTo>
                  <a:lnTo>
                    <a:pt x="49480" y="2517945"/>
                  </a:lnTo>
                  <a:lnTo>
                    <a:pt x="75516" y="2555636"/>
                  </a:lnTo>
                  <a:lnTo>
                    <a:pt x="106155" y="2589672"/>
                  </a:lnTo>
                  <a:lnTo>
                    <a:pt x="140966" y="2619630"/>
                  </a:lnTo>
                  <a:lnTo>
                    <a:pt x="179519" y="2645088"/>
                  </a:lnTo>
                  <a:lnTo>
                    <a:pt x="221381" y="2665625"/>
                  </a:lnTo>
                  <a:lnTo>
                    <a:pt x="266121" y="2680816"/>
                  </a:lnTo>
                  <a:lnTo>
                    <a:pt x="313308" y="2690241"/>
                  </a:lnTo>
                  <a:lnTo>
                    <a:pt x="362511" y="2693476"/>
                  </a:lnTo>
                  <a:lnTo>
                    <a:pt x="411680" y="2690241"/>
                  </a:lnTo>
                  <a:lnTo>
                    <a:pt x="458845" y="2680816"/>
                  </a:lnTo>
                  <a:lnTo>
                    <a:pt x="503573" y="2665625"/>
                  </a:lnTo>
                  <a:lnTo>
                    <a:pt x="545431" y="2645088"/>
                  </a:lnTo>
                  <a:lnTo>
                    <a:pt x="583987" y="2619630"/>
                  </a:lnTo>
                  <a:lnTo>
                    <a:pt x="618806" y="2589672"/>
                  </a:lnTo>
                  <a:lnTo>
                    <a:pt x="649457" y="2555636"/>
                  </a:lnTo>
                  <a:lnTo>
                    <a:pt x="675506" y="2517944"/>
                  </a:lnTo>
                  <a:lnTo>
                    <a:pt x="696520" y="2477020"/>
                  </a:lnTo>
                  <a:lnTo>
                    <a:pt x="712066" y="2433286"/>
                  </a:lnTo>
                  <a:lnTo>
                    <a:pt x="721711" y="2387162"/>
                  </a:lnTo>
                  <a:lnTo>
                    <a:pt x="725022" y="2339073"/>
                  </a:lnTo>
                  <a:close/>
                </a:path>
              </a:pathLst>
            </a:custGeom>
            <a:ln w="23897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53202" y="2716936"/>
              <a:ext cx="2329815" cy="2777490"/>
            </a:xfrm>
            <a:custGeom>
              <a:avLst/>
              <a:gdLst/>
              <a:ahLst/>
              <a:cxnLst/>
              <a:rect l="l" t="t" r="r" b="b"/>
              <a:pathLst>
                <a:path w="2329815" h="2777490">
                  <a:moveTo>
                    <a:pt x="1232666" y="1377760"/>
                  </a:moveTo>
                  <a:lnTo>
                    <a:pt x="34800" y="0"/>
                  </a:lnTo>
                  <a:lnTo>
                    <a:pt x="1242816" y="340856"/>
                  </a:lnTo>
                </a:path>
                <a:path w="2329815" h="2777490">
                  <a:moveTo>
                    <a:pt x="34800" y="0"/>
                  </a:moveTo>
                  <a:lnTo>
                    <a:pt x="1242817" y="2254647"/>
                  </a:lnTo>
                </a:path>
                <a:path w="2329815" h="2777490">
                  <a:moveTo>
                    <a:pt x="1232666" y="1377760"/>
                  </a:moveTo>
                  <a:lnTo>
                    <a:pt x="34430" y="994532"/>
                  </a:lnTo>
                  <a:lnTo>
                    <a:pt x="1242816" y="340856"/>
                  </a:lnTo>
                </a:path>
                <a:path w="2329815" h="2777490">
                  <a:moveTo>
                    <a:pt x="34430" y="994532"/>
                  </a:moveTo>
                  <a:lnTo>
                    <a:pt x="1242978" y="2254647"/>
                  </a:lnTo>
                </a:path>
                <a:path w="2329815" h="2777490">
                  <a:moveTo>
                    <a:pt x="1232666" y="1377760"/>
                  </a:moveTo>
                  <a:lnTo>
                    <a:pt x="32835" y="1995523"/>
                  </a:lnTo>
                  <a:lnTo>
                    <a:pt x="1242977" y="340856"/>
                  </a:lnTo>
                </a:path>
                <a:path w="2329815" h="2777490">
                  <a:moveTo>
                    <a:pt x="32835" y="1995523"/>
                  </a:moveTo>
                  <a:lnTo>
                    <a:pt x="1242817" y="2254647"/>
                  </a:lnTo>
                </a:path>
                <a:path w="2329815" h="2777490">
                  <a:moveTo>
                    <a:pt x="1232666" y="1377760"/>
                  </a:moveTo>
                  <a:lnTo>
                    <a:pt x="0" y="2777336"/>
                  </a:lnTo>
                  <a:lnTo>
                    <a:pt x="1242816" y="340856"/>
                  </a:lnTo>
                </a:path>
                <a:path w="2329815" h="2777490">
                  <a:moveTo>
                    <a:pt x="0" y="2777336"/>
                  </a:moveTo>
                  <a:lnTo>
                    <a:pt x="1242817" y="2254647"/>
                  </a:lnTo>
                </a:path>
                <a:path w="2329815" h="2777490">
                  <a:moveTo>
                    <a:pt x="1951727" y="335658"/>
                  </a:moveTo>
                  <a:lnTo>
                    <a:pt x="2329222" y="335658"/>
                  </a:lnTo>
                </a:path>
              </a:pathLst>
            </a:custGeom>
            <a:ln w="119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69213" y="3001088"/>
              <a:ext cx="158115" cy="103505"/>
            </a:xfrm>
            <a:custGeom>
              <a:avLst/>
              <a:gdLst/>
              <a:ahLst/>
              <a:cxnLst/>
              <a:rect l="l" t="t" r="r" b="b"/>
              <a:pathLst>
                <a:path w="158114" h="103505">
                  <a:moveTo>
                    <a:pt x="0" y="0"/>
                  </a:moveTo>
                  <a:lnTo>
                    <a:pt x="0" y="103013"/>
                  </a:lnTo>
                  <a:lnTo>
                    <a:pt x="158054" y="515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05736" y="4174554"/>
              <a:ext cx="377825" cy="0"/>
            </a:xfrm>
            <a:custGeom>
              <a:avLst/>
              <a:gdLst/>
              <a:ahLst/>
              <a:cxnLst/>
              <a:rect l="l" t="t" r="r" b="b"/>
              <a:pathLst>
                <a:path w="377825">
                  <a:moveTo>
                    <a:pt x="0" y="0"/>
                  </a:moveTo>
                  <a:lnTo>
                    <a:pt x="377333" y="0"/>
                  </a:lnTo>
                </a:path>
              </a:pathLst>
            </a:custGeom>
            <a:ln w="11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70019" y="4123048"/>
              <a:ext cx="158115" cy="103505"/>
            </a:xfrm>
            <a:custGeom>
              <a:avLst/>
              <a:gdLst/>
              <a:ahLst/>
              <a:cxnLst/>
              <a:rect l="l" t="t" r="r" b="b"/>
              <a:pathLst>
                <a:path w="158114" h="103504">
                  <a:moveTo>
                    <a:pt x="0" y="0"/>
                  </a:moveTo>
                  <a:lnTo>
                    <a:pt x="0" y="103013"/>
                  </a:lnTo>
                  <a:lnTo>
                    <a:pt x="158054" y="515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06380" y="5058167"/>
              <a:ext cx="377825" cy="0"/>
            </a:xfrm>
            <a:custGeom>
              <a:avLst/>
              <a:gdLst/>
              <a:ahLst/>
              <a:cxnLst/>
              <a:rect l="l" t="t" r="r" b="b"/>
              <a:pathLst>
                <a:path w="377825">
                  <a:moveTo>
                    <a:pt x="0" y="0"/>
                  </a:moveTo>
                  <a:lnTo>
                    <a:pt x="377494" y="0"/>
                  </a:lnTo>
                </a:path>
              </a:pathLst>
            </a:custGeom>
            <a:ln w="11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70663" y="5006661"/>
              <a:ext cx="158115" cy="103505"/>
            </a:xfrm>
            <a:custGeom>
              <a:avLst/>
              <a:gdLst/>
              <a:ahLst/>
              <a:cxnLst/>
              <a:rect l="l" t="t" r="r" b="b"/>
              <a:pathLst>
                <a:path w="158114" h="103504">
                  <a:moveTo>
                    <a:pt x="0" y="0"/>
                  </a:moveTo>
                  <a:lnTo>
                    <a:pt x="0" y="103013"/>
                  </a:lnTo>
                  <a:lnTo>
                    <a:pt x="158054" y="515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00984" y="2453766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00984" y="5425846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00984" y="4509338"/>
            <a:ext cx="309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00984" y="3473322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71566" y="4856175"/>
            <a:ext cx="318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𝒂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96966" y="3966464"/>
            <a:ext cx="16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38953" y="4074667"/>
            <a:ext cx="12573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𝟐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71566" y="2919476"/>
            <a:ext cx="318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𝒂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37273" y="3506342"/>
            <a:ext cx="741680" cy="1049655"/>
          </a:xfrm>
          <a:custGeom>
            <a:avLst/>
            <a:gdLst/>
            <a:ahLst/>
            <a:cxnLst/>
            <a:rect l="l" t="t" r="r" b="b"/>
            <a:pathLst>
              <a:path w="741679" h="1049654">
                <a:moveTo>
                  <a:pt x="575309" y="0"/>
                </a:moveTo>
                <a:lnTo>
                  <a:pt x="564133" y="12319"/>
                </a:lnTo>
                <a:lnTo>
                  <a:pt x="590879" y="45877"/>
                </a:lnTo>
                <a:lnTo>
                  <a:pt x="614875" y="83764"/>
                </a:lnTo>
                <a:lnTo>
                  <a:pt x="636115" y="125978"/>
                </a:lnTo>
                <a:lnTo>
                  <a:pt x="654594" y="172521"/>
                </a:lnTo>
                <a:lnTo>
                  <a:pt x="670305" y="223393"/>
                </a:lnTo>
                <a:lnTo>
                  <a:pt x="681258" y="268583"/>
                </a:lnTo>
                <a:lnTo>
                  <a:pt x="690235" y="315764"/>
                </a:lnTo>
                <a:lnTo>
                  <a:pt x="697229" y="364934"/>
                </a:lnTo>
                <a:lnTo>
                  <a:pt x="702234" y="416094"/>
                </a:lnTo>
                <a:lnTo>
                  <a:pt x="705242" y="469243"/>
                </a:lnTo>
                <a:lnTo>
                  <a:pt x="706247" y="524383"/>
                </a:lnTo>
                <a:lnTo>
                  <a:pt x="705242" y="579754"/>
                </a:lnTo>
                <a:lnTo>
                  <a:pt x="702234" y="633090"/>
                </a:lnTo>
                <a:lnTo>
                  <a:pt x="697229" y="684387"/>
                </a:lnTo>
                <a:lnTo>
                  <a:pt x="690235" y="733641"/>
                </a:lnTo>
                <a:lnTo>
                  <a:pt x="681258" y="780849"/>
                </a:lnTo>
                <a:lnTo>
                  <a:pt x="670305" y="826008"/>
                </a:lnTo>
                <a:lnTo>
                  <a:pt x="654594" y="876818"/>
                </a:lnTo>
                <a:lnTo>
                  <a:pt x="636115" y="923330"/>
                </a:lnTo>
                <a:lnTo>
                  <a:pt x="614875" y="965545"/>
                </a:lnTo>
                <a:lnTo>
                  <a:pt x="590879" y="1003462"/>
                </a:lnTo>
                <a:lnTo>
                  <a:pt x="564133" y="1037082"/>
                </a:lnTo>
                <a:lnTo>
                  <a:pt x="575309" y="1049401"/>
                </a:lnTo>
                <a:lnTo>
                  <a:pt x="605256" y="1016345"/>
                </a:lnTo>
                <a:lnTo>
                  <a:pt x="632459" y="978748"/>
                </a:lnTo>
                <a:lnTo>
                  <a:pt x="656920" y="936609"/>
                </a:lnTo>
                <a:lnTo>
                  <a:pt x="678637" y="889929"/>
                </a:lnTo>
                <a:lnTo>
                  <a:pt x="697610" y="838708"/>
                </a:lnTo>
                <a:lnTo>
                  <a:pt x="711052" y="792765"/>
                </a:lnTo>
                <a:lnTo>
                  <a:pt x="722042" y="744220"/>
                </a:lnTo>
                <a:lnTo>
                  <a:pt x="730583" y="693070"/>
                </a:lnTo>
                <a:lnTo>
                  <a:pt x="736679" y="639318"/>
                </a:lnTo>
                <a:lnTo>
                  <a:pt x="740335" y="582961"/>
                </a:lnTo>
                <a:lnTo>
                  <a:pt x="741552" y="524002"/>
                </a:lnTo>
                <a:lnTo>
                  <a:pt x="740335" y="465454"/>
                </a:lnTo>
                <a:lnTo>
                  <a:pt x="736679" y="409443"/>
                </a:lnTo>
                <a:lnTo>
                  <a:pt x="730583" y="355965"/>
                </a:lnTo>
                <a:lnTo>
                  <a:pt x="722042" y="305016"/>
                </a:lnTo>
                <a:lnTo>
                  <a:pt x="711052" y="256593"/>
                </a:lnTo>
                <a:lnTo>
                  <a:pt x="697610" y="210693"/>
                </a:lnTo>
                <a:lnTo>
                  <a:pt x="678637" y="159410"/>
                </a:lnTo>
                <a:lnTo>
                  <a:pt x="656920" y="112699"/>
                </a:lnTo>
                <a:lnTo>
                  <a:pt x="632460" y="70561"/>
                </a:lnTo>
                <a:lnTo>
                  <a:pt x="605256" y="32994"/>
                </a:lnTo>
                <a:lnTo>
                  <a:pt x="575309" y="0"/>
                </a:lnTo>
                <a:close/>
              </a:path>
              <a:path w="741679" h="1049654">
                <a:moveTo>
                  <a:pt x="166243" y="0"/>
                </a:moveTo>
                <a:lnTo>
                  <a:pt x="136296" y="32994"/>
                </a:lnTo>
                <a:lnTo>
                  <a:pt x="109093" y="70561"/>
                </a:lnTo>
                <a:lnTo>
                  <a:pt x="84632" y="112699"/>
                </a:lnTo>
                <a:lnTo>
                  <a:pt x="62915" y="159410"/>
                </a:lnTo>
                <a:lnTo>
                  <a:pt x="43942" y="210693"/>
                </a:lnTo>
                <a:lnTo>
                  <a:pt x="30500" y="256593"/>
                </a:lnTo>
                <a:lnTo>
                  <a:pt x="19510" y="305016"/>
                </a:lnTo>
                <a:lnTo>
                  <a:pt x="10969" y="355965"/>
                </a:lnTo>
                <a:lnTo>
                  <a:pt x="4873" y="409443"/>
                </a:lnTo>
                <a:lnTo>
                  <a:pt x="1217" y="465454"/>
                </a:lnTo>
                <a:lnTo>
                  <a:pt x="0" y="524002"/>
                </a:lnTo>
                <a:lnTo>
                  <a:pt x="1217" y="582961"/>
                </a:lnTo>
                <a:lnTo>
                  <a:pt x="4873" y="639318"/>
                </a:lnTo>
                <a:lnTo>
                  <a:pt x="10969" y="693070"/>
                </a:lnTo>
                <a:lnTo>
                  <a:pt x="19510" y="744220"/>
                </a:lnTo>
                <a:lnTo>
                  <a:pt x="30500" y="792765"/>
                </a:lnTo>
                <a:lnTo>
                  <a:pt x="43942" y="838708"/>
                </a:lnTo>
                <a:lnTo>
                  <a:pt x="62915" y="889929"/>
                </a:lnTo>
                <a:lnTo>
                  <a:pt x="84632" y="936609"/>
                </a:lnTo>
                <a:lnTo>
                  <a:pt x="109092" y="978748"/>
                </a:lnTo>
                <a:lnTo>
                  <a:pt x="136296" y="1016345"/>
                </a:lnTo>
                <a:lnTo>
                  <a:pt x="166243" y="1049401"/>
                </a:lnTo>
                <a:lnTo>
                  <a:pt x="177419" y="1037082"/>
                </a:lnTo>
                <a:lnTo>
                  <a:pt x="150686" y="1003462"/>
                </a:lnTo>
                <a:lnTo>
                  <a:pt x="126714" y="965545"/>
                </a:lnTo>
                <a:lnTo>
                  <a:pt x="105492" y="923330"/>
                </a:lnTo>
                <a:lnTo>
                  <a:pt x="87007" y="876818"/>
                </a:lnTo>
                <a:lnTo>
                  <a:pt x="71247" y="826008"/>
                </a:lnTo>
                <a:lnTo>
                  <a:pt x="60303" y="780849"/>
                </a:lnTo>
                <a:lnTo>
                  <a:pt x="51350" y="733641"/>
                </a:lnTo>
                <a:lnTo>
                  <a:pt x="44386" y="684387"/>
                </a:lnTo>
                <a:lnTo>
                  <a:pt x="39412" y="633090"/>
                </a:lnTo>
                <a:lnTo>
                  <a:pt x="36427" y="579754"/>
                </a:lnTo>
                <a:lnTo>
                  <a:pt x="35432" y="524383"/>
                </a:lnTo>
                <a:lnTo>
                  <a:pt x="36427" y="469243"/>
                </a:lnTo>
                <a:lnTo>
                  <a:pt x="39412" y="416094"/>
                </a:lnTo>
                <a:lnTo>
                  <a:pt x="44386" y="364934"/>
                </a:lnTo>
                <a:lnTo>
                  <a:pt x="51350" y="315764"/>
                </a:lnTo>
                <a:lnTo>
                  <a:pt x="60303" y="268583"/>
                </a:lnTo>
                <a:lnTo>
                  <a:pt x="71247" y="223393"/>
                </a:lnTo>
                <a:lnTo>
                  <a:pt x="87007" y="172521"/>
                </a:lnTo>
                <a:lnTo>
                  <a:pt x="105492" y="125978"/>
                </a:lnTo>
                <a:lnTo>
                  <a:pt x="126714" y="83764"/>
                </a:lnTo>
                <a:lnTo>
                  <a:pt x="150686" y="45877"/>
                </a:lnTo>
                <a:lnTo>
                  <a:pt x="177419" y="12319"/>
                </a:lnTo>
                <a:lnTo>
                  <a:pt x="166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788784" y="3294379"/>
            <a:ext cx="424815" cy="1285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545">
              <a:lnSpc>
                <a:spcPts val="3320"/>
              </a:lnSpc>
              <a:spcBef>
                <a:spcPts val="95"/>
              </a:spcBef>
            </a:pPr>
            <a:r>
              <a:rPr sz="2800" spc="-25" dirty="0">
                <a:latin typeface="Cambria Math"/>
                <a:cs typeface="Cambria Math"/>
              </a:rPr>
              <a:t>𝑎</a:t>
            </a:r>
            <a:r>
              <a:rPr sz="3075" spc="-37" baseline="-16260" dirty="0"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  <a:p>
            <a:pPr marL="38100">
              <a:lnSpc>
                <a:spcPts val="3285"/>
              </a:lnSpc>
            </a:pPr>
            <a:r>
              <a:rPr sz="2800" spc="-25" dirty="0">
                <a:latin typeface="Cambria Math"/>
                <a:cs typeface="Cambria Math"/>
              </a:rPr>
              <a:t>𝑎</a:t>
            </a:r>
            <a:r>
              <a:rPr sz="3075" spc="-37" baseline="-16260" dirty="0">
                <a:latin typeface="Cambria Math"/>
                <a:cs typeface="Cambria Math"/>
              </a:rPr>
              <a:t>2</a:t>
            </a:r>
            <a:endParaRPr sz="3075" baseline="-16260">
              <a:latin typeface="Cambria Math"/>
              <a:cs typeface="Cambria Math"/>
            </a:endParaRPr>
          </a:p>
          <a:p>
            <a:pPr marL="38100">
              <a:lnSpc>
                <a:spcPts val="3325"/>
              </a:lnSpc>
            </a:pPr>
            <a:r>
              <a:rPr sz="2800" spc="-25" dirty="0">
                <a:latin typeface="Cambria Math"/>
                <a:cs typeface="Cambria Math"/>
              </a:rPr>
              <a:t>𝑎</a:t>
            </a:r>
            <a:r>
              <a:rPr sz="3075" spc="-37" baseline="-16260" dirty="0">
                <a:latin typeface="Cambria Math"/>
                <a:cs typeface="Cambria Math"/>
              </a:rPr>
              <a:t>3</a:t>
            </a:r>
            <a:endParaRPr sz="3075" baseline="-16260">
              <a:latin typeface="Cambria Math"/>
              <a:cs typeface="Cambria Math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790444" y="1866900"/>
            <a:ext cx="1198245" cy="4253865"/>
            <a:chOff x="2790444" y="1866900"/>
            <a:chExt cx="1198245" cy="4253865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4452" y="1868423"/>
              <a:ext cx="1071372" cy="42519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916174" y="1892046"/>
              <a:ext cx="948690" cy="4143375"/>
            </a:xfrm>
            <a:custGeom>
              <a:avLst/>
              <a:gdLst/>
              <a:ahLst/>
              <a:cxnLst/>
              <a:rect l="l" t="t" r="r" b="b"/>
              <a:pathLst>
                <a:path w="948689" h="4143375">
                  <a:moveTo>
                    <a:pt x="0" y="0"/>
                  </a:moveTo>
                  <a:lnTo>
                    <a:pt x="948181" y="414303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90444" y="1866900"/>
              <a:ext cx="1197863" cy="425348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852166" y="1892046"/>
              <a:ext cx="1075055" cy="4143375"/>
            </a:xfrm>
            <a:custGeom>
              <a:avLst/>
              <a:gdLst/>
              <a:ahLst/>
              <a:cxnLst/>
              <a:rect l="l" t="t" r="r" b="b"/>
              <a:pathLst>
                <a:path w="1075054" h="4143375">
                  <a:moveTo>
                    <a:pt x="1074546" y="0"/>
                  </a:moveTo>
                  <a:lnTo>
                    <a:pt x="0" y="414303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6648" y="254507"/>
            <a:ext cx="5980176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2925">
              <a:lnSpc>
                <a:spcPct val="100000"/>
              </a:lnSpc>
              <a:spcBef>
                <a:spcPts val="105"/>
              </a:spcBef>
            </a:pPr>
            <a:r>
              <a:rPr dirty="0"/>
              <a:t>Training</a:t>
            </a:r>
            <a:r>
              <a:rPr spc="-95" dirty="0"/>
              <a:t> </a:t>
            </a:r>
            <a:r>
              <a:rPr dirty="0"/>
              <a:t>Deep</a:t>
            </a:r>
            <a:r>
              <a:rPr spc="-190" dirty="0"/>
              <a:t> </a:t>
            </a:r>
            <a:r>
              <a:rPr dirty="0"/>
              <a:t>Auto</a:t>
            </a:r>
            <a:r>
              <a:rPr spc="-70" dirty="0"/>
              <a:t> </a:t>
            </a:r>
            <a:r>
              <a:rPr spc="-10" dirty="0"/>
              <a:t>Encoder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344" y="1292732"/>
            <a:ext cx="195707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Second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layer: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288036" cy="34747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719592" y="2512384"/>
            <a:ext cx="4523105" cy="2918460"/>
            <a:chOff x="2719592" y="2512384"/>
            <a:chExt cx="4523105" cy="2918460"/>
          </a:xfrm>
        </p:grpSpPr>
        <p:sp>
          <p:nvSpPr>
            <p:cNvPr id="7" name="object 7"/>
            <p:cNvSpPr/>
            <p:nvPr/>
          </p:nvSpPr>
          <p:spPr>
            <a:xfrm>
              <a:off x="2732289" y="2525081"/>
              <a:ext cx="4497705" cy="2893060"/>
            </a:xfrm>
            <a:custGeom>
              <a:avLst/>
              <a:gdLst/>
              <a:ahLst/>
              <a:cxnLst/>
              <a:rect l="l" t="t" r="r" b="b"/>
              <a:pathLst>
                <a:path w="4497705" h="2893060">
                  <a:moveTo>
                    <a:pt x="762279" y="380671"/>
                  </a:moveTo>
                  <a:lnTo>
                    <a:pt x="759309" y="332909"/>
                  </a:lnTo>
                  <a:lnTo>
                    <a:pt x="750638" y="286920"/>
                  </a:lnTo>
                  <a:lnTo>
                    <a:pt x="736623" y="243061"/>
                  </a:lnTo>
                  <a:lnTo>
                    <a:pt x="717621" y="201689"/>
                  </a:lnTo>
                  <a:lnTo>
                    <a:pt x="693989" y="163159"/>
                  </a:lnTo>
                  <a:lnTo>
                    <a:pt x="666085" y="127828"/>
                  </a:lnTo>
                  <a:lnTo>
                    <a:pt x="634266" y="96051"/>
                  </a:lnTo>
                  <a:lnTo>
                    <a:pt x="598889" y="68187"/>
                  </a:lnTo>
                  <a:lnTo>
                    <a:pt x="560312" y="44589"/>
                  </a:lnTo>
                  <a:lnTo>
                    <a:pt x="518891" y="25616"/>
                  </a:lnTo>
                  <a:lnTo>
                    <a:pt x="474983" y="11622"/>
                  </a:lnTo>
                  <a:lnTo>
                    <a:pt x="428947" y="2964"/>
                  </a:lnTo>
                  <a:lnTo>
                    <a:pt x="381139" y="0"/>
                  </a:lnTo>
                  <a:lnTo>
                    <a:pt x="333331" y="2964"/>
                  </a:lnTo>
                  <a:lnTo>
                    <a:pt x="287295" y="11622"/>
                  </a:lnTo>
                  <a:lnTo>
                    <a:pt x="243388" y="25616"/>
                  </a:lnTo>
                  <a:lnTo>
                    <a:pt x="201966" y="44589"/>
                  </a:lnTo>
                  <a:lnTo>
                    <a:pt x="163389" y="68187"/>
                  </a:lnTo>
                  <a:lnTo>
                    <a:pt x="128012" y="96051"/>
                  </a:lnTo>
                  <a:lnTo>
                    <a:pt x="96193" y="127828"/>
                  </a:lnTo>
                  <a:lnTo>
                    <a:pt x="68289" y="163159"/>
                  </a:lnTo>
                  <a:lnTo>
                    <a:pt x="44657" y="201689"/>
                  </a:lnTo>
                  <a:lnTo>
                    <a:pt x="25655" y="243061"/>
                  </a:lnTo>
                  <a:lnTo>
                    <a:pt x="11640" y="286920"/>
                  </a:lnTo>
                  <a:lnTo>
                    <a:pt x="2969" y="332909"/>
                  </a:lnTo>
                  <a:lnTo>
                    <a:pt x="0" y="380671"/>
                  </a:lnTo>
                  <a:lnTo>
                    <a:pt x="2969" y="428400"/>
                  </a:lnTo>
                  <a:lnTo>
                    <a:pt x="11640" y="474367"/>
                  </a:lnTo>
                  <a:lnTo>
                    <a:pt x="25655" y="518212"/>
                  </a:lnTo>
                  <a:lnTo>
                    <a:pt x="44657" y="559579"/>
                  </a:lnTo>
                  <a:lnTo>
                    <a:pt x="68289" y="598110"/>
                  </a:lnTo>
                  <a:lnTo>
                    <a:pt x="96193" y="633447"/>
                  </a:lnTo>
                  <a:lnTo>
                    <a:pt x="128012" y="665233"/>
                  </a:lnTo>
                  <a:lnTo>
                    <a:pt x="163389" y="693110"/>
                  </a:lnTo>
                  <a:lnTo>
                    <a:pt x="201966" y="716720"/>
                  </a:lnTo>
                  <a:lnTo>
                    <a:pt x="243388" y="735706"/>
                  </a:lnTo>
                  <a:lnTo>
                    <a:pt x="287295" y="749710"/>
                  </a:lnTo>
                  <a:lnTo>
                    <a:pt x="333331" y="758375"/>
                  </a:lnTo>
                  <a:lnTo>
                    <a:pt x="381139" y="761343"/>
                  </a:lnTo>
                  <a:lnTo>
                    <a:pt x="428947" y="758375"/>
                  </a:lnTo>
                  <a:lnTo>
                    <a:pt x="474983" y="749710"/>
                  </a:lnTo>
                  <a:lnTo>
                    <a:pt x="518891" y="735706"/>
                  </a:lnTo>
                  <a:lnTo>
                    <a:pt x="560312" y="716720"/>
                  </a:lnTo>
                  <a:lnTo>
                    <a:pt x="598889" y="693110"/>
                  </a:lnTo>
                  <a:lnTo>
                    <a:pt x="634266" y="665233"/>
                  </a:lnTo>
                  <a:lnTo>
                    <a:pt x="666085" y="633447"/>
                  </a:lnTo>
                  <a:lnTo>
                    <a:pt x="693989" y="598110"/>
                  </a:lnTo>
                  <a:lnTo>
                    <a:pt x="717621" y="559579"/>
                  </a:lnTo>
                  <a:lnTo>
                    <a:pt x="736623" y="518212"/>
                  </a:lnTo>
                  <a:lnTo>
                    <a:pt x="750638" y="474367"/>
                  </a:lnTo>
                  <a:lnTo>
                    <a:pt x="759309" y="428400"/>
                  </a:lnTo>
                  <a:lnTo>
                    <a:pt x="762279" y="380671"/>
                  </a:lnTo>
                  <a:close/>
                </a:path>
                <a:path w="4497705" h="2893060">
                  <a:moveTo>
                    <a:pt x="762279" y="1522602"/>
                  </a:moveTo>
                  <a:lnTo>
                    <a:pt x="759309" y="1474854"/>
                  </a:lnTo>
                  <a:lnTo>
                    <a:pt x="750638" y="1428878"/>
                  </a:lnTo>
                  <a:lnTo>
                    <a:pt x="736623" y="1385031"/>
                  </a:lnTo>
                  <a:lnTo>
                    <a:pt x="717621" y="1343668"/>
                  </a:lnTo>
                  <a:lnTo>
                    <a:pt x="693989" y="1305147"/>
                  </a:lnTo>
                  <a:lnTo>
                    <a:pt x="666085" y="1269823"/>
                  </a:lnTo>
                  <a:lnTo>
                    <a:pt x="634266" y="1238052"/>
                  </a:lnTo>
                  <a:lnTo>
                    <a:pt x="598889" y="1210192"/>
                  </a:lnTo>
                  <a:lnTo>
                    <a:pt x="560312" y="1186598"/>
                  </a:lnTo>
                  <a:lnTo>
                    <a:pt x="518891" y="1167627"/>
                  </a:lnTo>
                  <a:lnTo>
                    <a:pt x="474983" y="1153636"/>
                  </a:lnTo>
                  <a:lnTo>
                    <a:pt x="428947" y="1144979"/>
                  </a:lnTo>
                  <a:lnTo>
                    <a:pt x="381139" y="1142015"/>
                  </a:lnTo>
                  <a:lnTo>
                    <a:pt x="333331" y="1144979"/>
                  </a:lnTo>
                  <a:lnTo>
                    <a:pt x="287295" y="1153636"/>
                  </a:lnTo>
                  <a:lnTo>
                    <a:pt x="243388" y="1167627"/>
                  </a:lnTo>
                  <a:lnTo>
                    <a:pt x="201967" y="1186598"/>
                  </a:lnTo>
                  <a:lnTo>
                    <a:pt x="163389" y="1210192"/>
                  </a:lnTo>
                  <a:lnTo>
                    <a:pt x="128012" y="1238052"/>
                  </a:lnTo>
                  <a:lnTo>
                    <a:pt x="96193" y="1269823"/>
                  </a:lnTo>
                  <a:lnTo>
                    <a:pt x="68289" y="1305147"/>
                  </a:lnTo>
                  <a:lnTo>
                    <a:pt x="44657" y="1343668"/>
                  </a:lnTo>
                  <a:lnTo>
                    <a:pt x="25655" y="1385031"/>
                  </a:lnTo>
                  <a:lnTo>
                    <a:pt x="11640" y="1428878"/>
                  </a:lnTo>
                  <a:lnTo>
                    <a:pt x="2969" y="1474854"/>
                  </a:lnTo>
                  <a:lnTo>
                    <a:pt x="0" y="1522602"/>
                  </a:lnTo>
                  <a:lnTo>
                    <a:pt x="2969" y="1570351"/>
                  </a:lnTo>
                  <a:lnTo>
                    <a:pt x="11640" y="1616331"/>
                  </a:lnTo>
                  <a:lnTo>
                    <a:pt x="25655" y="1660184"/>
                  </a:lnTo>
                  <a:lnTo>
                    <a:pt x="44657" y="1701554"/>
                  </a:lnTo>
                  <a:lnTo>
                    <a:pt x="68289" y="1740084"/>
                  </a:lnTo>
                  <a:lnTo>
                    <a:pt x="96193" y="1775418"/>
                  </a:lnTo>
                  <a:lnTo>
                    <a:pt x="128012" y="1807198"/>
                  </a:lnTo>
                  <a:lnTo>
                    <a:pt x="163389" y="1835068"/>
                  </a:lnTo>
                  <a:lnTo>
                    <a:pt x="201967" y="1858670"/>
                  </a:lnTo>
                  <a:lnTo>
                    <a:pt x="243388" y="1877649"/>
                  </a:lnTo>
                  <a:lnTo>
                    <a:pt x="287295" y="1891647"/>
                  </a:lnTo>
                  <a:lnTo>
                    <a:pt x="333331" y="1900307"/>
                  </a:lnTo>
                  <a:lnTo>
                    <a:pt x="381139" y="1903273"/>
                  </a:lnTo>
                  <a:lnTo>
                    <a:pt x="428947" y="1900307"/>
                  </a:lnTo>
                  <a:lnTo>
                    <a:pt x="474983" y="1891647"/>
                  </a:lnTo>
                  <a:lnTo>
                    <a:pt x="518891" y="1877649"/>
                  </a:lnTo>
                  <a:lnTo>
                    <a:pt x="560312" y="1858670"/>
                  </a:lnTo>
                  <a:lnTo>
                    <a:pt x="598889" y="1835068"/>
                  </a:lnTo>
                  <a:lnTo>
                    <a:pt x="634266" y="1807198"/>
                  </a:lnTo>
                  <a:lnTo>
                    <a:pt x="666085" y="1775418"/>
                  </a:lnTo>
                  <a:lnTo>
                    <a:pt x="693989" y="1740084"/>
                  </a:lnTo>
                  <a:lnTo>
                    <a:pt x="717621" y="1701554"/>
                  </a:lnTo>
                  <a:lnTo>
                    <a:pt x="736623" y="1660184"/>
                  </a:lnTo>
                  <a:lnTo>
                    <a:pt x="750638" y="1616331"/>
                  </a:lnTo>
                  <a:lnTo>
                    <a:pt x="759309" y="1570351"/>
                  </a:lnTo>
                  <a:lnTo>
                    <a:pt x="762279" y="1522602"/>
                  </a:lnTo>
                  <a:close/>
                </a:path>
                <a:path w="4497705" h="2893060">
                  <a:moveTo>
                    <a:pt x="762279" y="2512348"/>
                  </a:moveTo>
                  <a:lnTo>
                    <a:pt x="759309" y="2464599"/>
                  </a:lnTo>
                  <a:lnTo>
                    <a:pt x="750638" y="2418619"/>
                  </a:lnTo>
                  <a:lnTo>
                    <a:pt x="736623" y="2374766"/>
                  </a:lnTo>
                  <a:lnTo>
                    <a:pt x="717621" y="2333395"/>
                  </a:lnTo>
                  <a:lnTo>
                    <a:pt x="693989" y="2294865"/>
                  </a:lnTo>
                  <a:lnTo>
                    <a:pt x="666085" y="2259531"/>
                  </a:lnTo>
                  <a:lnTo>
                    <a:pt x="634266" y="2227751"/>
                  </a:lnTo>
                  <a:lnTo>
                    <a:pt x="598889" y="2199882"/>
                  </a:lnTo>
                  <a:lnTo>
                    <a:pt x="560312" y="2176279"/>
                  </a:lnTo>
                  <a:lnTo>
                    <a:pt x="518891" y="2157301"/>
                  </a:lnTo>
                  <a:lnTo>
                    <a:pt x="474983" y="2143303"/>
                  </a:lnTo>
                  <a:lnTo>
                    <a:pt x="428947" y="2134642"/>
                  </a:lnTo>
                  <a:lnTo>
                    <a:pt x="381139" y="2131676"/>
                  </a:lnTo>
                  <a:lnTo>
                    <a:pt x="333331" y="2134642"/>
                  </a:lnTo>
                  <a:lnTo>
                    <a:pt x="287295" y="2143303"/>
                  </a:lnTo>
                  <a:lnTo>
                    <a:pt x="243388" y="2157301"/>
                  </a:lnTo>
                  <a:lnTo>
                    <a:pt x="201967" y="2176279"/>
                  </a:lnTo>
                  <a:lnTo>
                    <a:pt x="163389" y="2199882"/>
                  </a:lnTo>
                  <a:lnTo>
                    <a:pt x="128012" y="2227751"/>
                  </a:lnTo>
                  <a:lnTo>
                    <a:pt x="96193" y="2259531"/>
                  </a:lnTo>
                  <a:lnTo>
                    <a:pt x="68289" y="2294865"/>
                  </a:lnTo>
                  <a:lnTo>
                    <a:pt x="44657" y="2333395"/>
                  </a:lnTo>
                  <a:lnTo>
                    <a:pt x="25655" y="2374766"/>
                  </a:lnTo>
                  <a:lnTo>
                    <a:pt x="11640" y="2418619"/>
                  </a:lnTo>
                  <a:lnTo>
                    <a:pt x="2969" y="2464599"/>
                  </a:lnTo>
                  <a:lnTo>
                    <a:pt x="0" y="2512348"/>
                  </a:lnTo>
                  <a:lnTo>
                    <a:pt x="2969" y="2560097"/>
                  </a:lnTo>
                  <a:lnTo>
                    <a:pt x="11640" y="2606077"/>
                  </a:lnTo>
                  <a:lnTo>
                    <a:pt x="25656" y="2649930"/>
                  </a:lnTo>
                  <a:lnTo>
                    <a:pt x="44657" y="2691301"/>
                  </a:lnTo>
                  <a:lnTo>
                    <a:pt x="68289" y="2729831"/>
                  </a:lnTo>
                  <a:lnTo>
                    <a:pt x="96193" y="2765164"/>
                  </a:lnTo>
                  <a:lnTo>
                    <a:pt x="128012" y="2796944"/>
                  </a:lnTo>
                  <a:lnTo>
                    <a:pt x="163389" y="2824814"/>
                  </a:lnTo>
                  <a:lnTo>
                    <a:pt x="201967" y="2848417"/>
                  </a:lnTo>
                  <a:lnTo>
                    <a:pt x="243388" y="2867395"/>
                  </a:lnTo>
                  <a:lnTo>
                    <a:pt x="287295" y="2881393"/>
                  </a:lnTo>
                  <a:lnTo>
                    <a:pt x="333331" y="2890053"/>
                  </a:lnTo>
                  <a:lnTo>
                    <a:pt x="381139" y="2893020"/>
                  </a:lnTo>
                  <a:lnTo>
                    <a:pt x="428947" y="2890053"/>
                  </a:lnTo>
                  <a:lnTo>
                    <a:pt x="474983" y="2881393"/>
                  </a:lnTo>
                  <a:lnTo>
                    <a:pt x="518891" y="2867395"/>
                  </a:lnTo>
                  <a:lnTo>
                    <a:pt x="560312" y="2848417"/>
                  </a:lnTo>
                  <a:lnTo>
                    <a:pt x="598889" y="2824814"/>
                  </a:lnTo>
                  <a:lnTo>
                    <a:pt x="634266" y="2796944"/>
                  </a:lnTo>
                  <a:lnTo>
                    <a:pt x="666085" y="2765164"/>
                  </a:lnTo>
                  <a:lnTo>
                    <a:pt x="693989" y="2729831"/>
                  </a:lnTo>
                  <a:lnTo>
                    <a:pt x="717621" y="2691301"/>
                  </a:lnTo>
                  <a:lnTo>
                    <a:pt x="736623" y="2649930"/>
                  </a:lnTo>
                  <a:lnTo>
                    <a:pt x="750638" y="2606077"/>
                  </a:lnTo>
                  <a:lnTo>
                    <a:pt x="759309" y="2560097"/>
                  </a:lnTo>
                  <a:lnTo>
                    <a:pt x="762279" y="2512348"/>
                  </a:lnTo>
                  <a:close/>
                </a:path>
                <a:path w="4497705" h="2893060">
                  <a:moveTo>
                    <a:pt x="4497531" y="380671"/>
                  </a:moveTo>
                  <a:lnTo>
                    <a:pt x="4494559" y="332909"/>
                  </a:lnTo>
                  <a:lnTo>
                    <a:pt x="4485884" y="286920"/>
                  </a:lnTo>
                  <a:lnTo>
                    <a:pt x="4471862" y="243061"/>
                  </a:lnTo>
                  <a:lnTo>
                    <a:pt x="4452853" y="201689"/>
                  </a:lnTo>
                  <a:lnTo>
                    <a:pt x="4429214" y="163159"/>
                  </a:lnTo>
                  <a:lnTo>
                    <a:pt x="4401302" y="127828"/>
                  </a:lnTo>
                  <a:lnTo>
                    <a:pt x="4369478" y="96051"/>
                  </a:lnTo>
                  <a:lnTo>
                    <a:pt x="4334097" y="68187"/>
                  </a:lnTo>
                  <a:lnTo>
                    <a:pt x="4295519" y="44589"/>
                  </a:lnTo>
                  <a:lnTo>
                    <a:pt x="4254101" y="25616"/>
                  </a:lnTo>
                  <a:lnTo>
                    <a:pt x="4210202" y="11622"/>
                  </a:lnTo>
                  <a:lnTo>
                    <a:pt x="4164179" y="2964"/>
                  </a:lnTo>
                  <a:lnTo>
                    <a:pt x="4116391" y="0"/>
                  </a:lnTo>
                  <a:lnTo>
                    <a:pt x="4068570" y="2964"/>
                  </a:lnTo>
                  <a:lnTo>
                    <a:pt x="4022525" y="11622"/>
                  </a:lnTo>
                  <a:lnTo>
                    <a:pt x="3978612" y="25616"/>
                  </a:lnTo>
                  <a:lnTo>
                    <a:pt x="3937189" y="44589"/>
                  </a:lnTo>
                  <a:lnTo>
                    <a:pt x="3898611" y="68187"/>
                  </a:lnTo>
                  <a:lnTo>
                    <a:pt x="3863237" y="96051"/>
                  </a:lnTo>
                  <a:lnTo>
                    <a:pt x="3831422" y="127828"/>
                  </a:lnTo>
                  <a:lnTo>
                    <a:pt x="3803523" y="163159"/>
                  </a:lnTo>
                  <a:lnTo>
                    <a:pt x="3779896" y="201689"/>
                  </a:lnTo>
                  <a:lnTo>
                    <a:pt x="3760899" y="243061"/>
                  </a:lnTo>
                  <a:lnTo>
                    <a:pt x="3746888" y="286920"/>
                  </a:lnTo>
                  <a:lnTo>
                    <a:pt x="3738220" y="332909"/>
                  </a:lnTo>
                  <a:lnTo>
                    <a:pt x="3735252" y="380671"/>
                  </a:lnTo>
                  <a:lnTo>
                    <a:pt x="3738220" y="428400"/>
                  </a:lnTo>
                  <a:lnTo>
                    <a:pt x="3746888" y="474367"/>
                  </a:lnTo>
                  <a:lnTo>
                    <a:pt x="3760899" y="518212"/>
                  </a:lnTo>
                  <a:lnTo>
                    <a:pt x="3779896" y="559579"/>
                  </a:lnTo>
                  <a:lnTo>
                    <a:pt x="3803523" y="598110"/>
                  </a:lnTo>
                  <a:lnTo>
                    <a:pt x="3831422" y="633447"/>
                  </a:lnTo>
                  <a:lnTo>
                    <a:pt x="3863237" y="665233"/>
                  </a:lnTo>
                  <a:lnTo>
                    <a:pt x="3898611" y="693110"/>
                  </a:lnTo>
                  <a:lnTo>
                    <a:pt x="3937189" y="716720"/>
                  </a:lnTo>
                  <a:lnTo>
                    <a:pt x="3978612" y="735706"/>
                  </a:lnTo>
                  <a:lnTo>
                    <a:pt x="4022525" y="749710"/>
                  </a:lnTo>
                  <a:lnTo>
                    <a:pt x="4068570" y="758375"/>
                  </a:lnTo>
                  <a:lnTo>
                    <a:pt x="4116391" y="761343"/>
                  </a:lnTo>
                  <a:lnTo>
                    <a:pt x="4164179" y="758375"/>
                  </a:lnTo>
                  <a:lnTo>
                    <a:pt x="4210202" y="749710"/>
                  </a:lnTo>
                  <a:lnTo>
                    <a:pt x="4254101" y="735706"/>
                  </a:lnTo>
                  <a:lnTo>
                    <a:pt x="4295519" y="716720"/>
                  </a:lnTo>
                  <a:lnTo>
                    <a:pt x="4334097" y="693110"/>
                  </a:lnTo>
                  <a:lnTo>
                    <a:pt x="4369478" y="665233"/>
                  </a:lnTo>
                  <a:lnTo>
                    <a:pt x="4401302" y="633447"/>
                  </a:lnTo>
                  <a:lnTo>
                    <a:pt x="4429214" y="598110"/>
                  </a:lnTo>
                  <a:lnTo>
                    <a:pt x="4452853" y="559579"/>
                  </a:lnTo>
                  <a:lnTo>
                    <a:pt x="4471862" y="518212"/>
                  </a:lnTo>
                  <a:lnTo>
                    <a:pt x="4485884" y="474367"/>
                  </a:lnTo>
                  <a:lnTo>
                    <a:pt x="4494559" y="428400"/>
                  </a:lnTo>
                  <a:lnTo>
                    <a:pt x="4497531" y="380671"/>
                  </a:lnTo>
                  <a:close/>
                </a:path>
                <a:path w="4497705" h="2893060">
                  <a:moveTo>
                    <a:pt x="4497531" y="1522602"/>
                  </a:moveTo>
                  <a:lnTo>
                    <a:pt x="4494559" y="1474854"/>
                  </a:lnTo>
                  <a:lnTo>
                    <a:pt x="4485884" y="1428878"/>
                  </a:lnTo>
                  <a:lnTo>
                    <a:pt x="4471862" y="1385031"/>
                  </a:lnTo>
                  <a:lnTo>
                    <a:pt x="4452853" y="1343668"/>
                  </a:lnTo>
                  <a:lnTo>
                    <a:pt x="4429214" y="1305147"/>
                  </a:lnTo>
                  <a:lnTo>
                    <a:pt x="4401303" y="1269823"/>
                  </a:lnTo>
                  <a:lnTo>
                    <a:pt x="4369478" y="1238052"/>
                  </a:lnTo>
                  <a:lnTo>
                    <a:pt x="4334097" y="1210192"/>
                  </a:lnTo>
                  <a:lnTo>
                    <a:pt x="4295519" y="1186598"/>
                  </a:lnTo>
                  <a:lnTo>
                    <a:pt x="4254101" y="1167627"/>
                  </a:lnTo>
                  <a:lnTo>
                    <a:pt x="4210202" y="1153636"/>
                  </a:lnTo>
                  <a:lnTo>
                    <a:pt x="4164179" y="1144979"/>
                  </a:lnTo>
                  <a:lnTo>
                    <a:pt x="4116391" y="1142015"/>
                  </a:lnTo>
                  <a:lnTo>
                    <a:pt x="4068570" y="1144979"/>
                  </a:lnTo>
                  <a:lnTo>
                    <a:pt x="4022525" y="1153636"/>
                  </a:lnTo>
                  <a:lnTo>
                    <a:pt x="3978612" y="1167627"/>
                  </a:lnTo>
                  <a:lnTo>
                    <a:pt x="3937189" y="1186598"/>
                  </a:lnTo>
                  <a:lnTo>
                    <a:pt x="3898611" y="1210192"/>
                  </a:lnTo>
                  <a:lnTo>
                    <a:pt x="3863237" y="1238052"/>
                  </a:lnTo>
                  <a:lnTo>
                    <a:pt x="3831422" y="1269823"/>
                  </a:lnTo>
                  <a:lnTo>
                    <a:pt x="3803523" y="1305147"/>
                  </a:lnTo>
                  <a:lnTo>
                    <a:pt x="3779896" y="1343668"/>
                  </a:lnTo>
                  <a:lnTo>
                    <a:pt x="3760899" y="1385031"/>
                  </a:lnTo>
                  <a:lnTo>
                    <a:pt x="3746888" y="1428878"/>
                  </a:lnTo>
                  <a:lnTo>
                    <a:pt x="3738220" y="1474854"/>
                  </a:lnTo>
                  <a:lnTo>
                    <a:pt x="3735252" y="1522602"/>
                  </a:lnTo>
                  <a:lnTo>
                    <a:pt x="3738220" y="1570351"/>
                  </a:lnTo>
                  <a:lnTo>
                    <a:pt x="3746888" y="1616331"/>
                  </a:lnTo>
                  <a:lnTo>
                    <a:pt x="3760899" y="1660184"/>
                  </a:lnTo>
                  <a:lnTo>
                    <a:pt x="3779896" y="1701554"/>
                  </a:lnTo>
                  <a:lnTo>
                    <a:pt x="3803523" y="1740084"/>
                  </a:lnTo>
                  <a:lnTo>
                    <a:pt x="3831422" y="1775418"/>
                  </a:lnTo>
                  <a:lnTo>
                    <a:pt x="3863237" y="1807198"/>
                  </a:lnTo>
                  <a:lnTo>
                    <a:pt x="3898611" y="1835068"/>
                  </a:lnTo>
                  <a:lnTo>
                    <a:pt x="3937189" y="1858670"/>
                  </a:lnTo>
                  <a:lnTo>
                    <a:pt x="3978612" y="1877649"/>
                  </a:lnTo>
                  <a:lnTo>
                    <a:pt x="4022525" y="1891647"/>
                  </a:lnTo>
                  <a:lnTo>
                    <a:pt x="4068570" y="1900307"/>
                  </a:lnTo>
                  <a:lnTo>
                    <a:pt x="4116391" y="1903273"/>
                  </a:lnTo>
                  <a:lnTo>
                    <a:pt x="4164179" y="1900307"/>
                  </a:lnTo>
                  <a:lnTo>
                    <a:pt x="4210202" y="1891647"/>
                  </a:lnTo>
                  <a:lnTo>
                    <a:pt x="4254101" y="1877649"/>
                  </a:lnTo>
                  <a:lnTo>
                    <a:pt x="4295519" y="1858670"/>
                  </a:lnTo>
                  <a:lnTo>
                    <a:pt x="4334097" y="1835068"/>
                  </a:lnTo>
                  <a:lnTo>
                    <a:pt x="4369478" y="1807198"/>
                  </a:lnTo>
                  <a:lnTo>
                    <a:pt x="4401303" y="1775418"/>
                  </a:lnTo>
                  <a:lnTo>
                    <a:pt x="4429214" y="1740084"/>
                  </a:lnTo>
                  <a:lnTo>
                    <a:pt x="4452853" y="1701554"/>
                  </a:lnTo>
                  <a:lnTo>
                    <a:pt x="4471862" y="1660184"/>
                  </a:lnTo>
                  <a:lnTo>
                    <a:pt x="4485884" y="1616331"/>
                  </a:lnTo>
                  <a:lnTo>
                    <a:pt x="4494559" y="1570351"/>
                  </a:lnTo>
                  <a:lnTo>
                    <a:pt x="4497531" y="1522602"/>
                  </a:lnTo>
                  <a:close/>
                </a:path>
                <a:path w="4497705" h="2893060">
                  <a:moveTo>
                    <a:pt x="4497531" y="2512348"/>
                  </a:moveTo>
                  <a:lnTo>
                    <a:pt x="4494559" y="2464599"/>
                  </a:lnTo>
                  <a:lnTo>
                    <a:pt x="4485884" y="2418619"/>
                  </a:lnTo>
                  <a:lnTo>
                    <a:pt x="4471862" y="2374766"/>
                  </a:lnTo>
                  <a:lnTo>
                    <a:pt x="4452853" y="2333395"/>
                  </a:lnTo>
                  <a:lnTo>
                    <a:pt x="4429214" y="2294865"/>
                  </a:lnTo>
                  <a:lnTo>
                    <a:pt x="4401303" y="2259531"/>
                  </a:lnTo>
                  <a:lnTo>
                    <a:pt x="4369478" y="2227751"/>
                  </a:lnTo>
                  <a:lnTo>
                    <a:pt x="4334097" y="2199882"/>
                  </a:lnTo>
                  <a:lnTo>
                    <a:pt x="4295519" y="2176279"/>
                  </a:lnTo>
                  <a:lnTo>
                    <a:pt x="4254101" y="2157301"/>
                  </a:lnTo>
                  <a:lnTo>
                    <a:pt x="4210202" y="2143303"/>
                  </a:lnTo>
                  <a:lnTo>
                    <a:pt x="4164179" y="2134642"/>
                  </a:lnTo>
                  <a:lnTo>
                    <a:pt x="4116391" y="2131676"/>
                  </a:lnTo>
                  <a:lnTo>
                    <a:pt x="4068570" y="2134642"/>
                  </a:lnTo>
                  <a:lnTo>
                    <a:pt x="4022525" y="2143303"/>
                  </a:lnTo>
                  <a:lnTo>
                    <a:pt x="3978612" y="2157301"/>
                  </a:lnTo>
                  <a:lnTo>
                    <a:pt x="3937189" y="2176279"/>
                  </a:lnTo>
                  <a:lnTo>
                    <a:pt x="3898611" y="2199882"/>
                  </a:lnTo>
                  <a:lnTo>
                    <a:pt x="3863237" y="2227751"/>
                  </a:lnTo>
                  <a:lnTo>
                    <a:pt x="3831422" y="2259531"/>
                  </a:lnTo>
                  <a:lnTo>
                    <a:pt x="3803523" y="2294865"/>
                  </a:lnTo>
                  <a:lnTo>
                    <a:pt x="3779896" y="2333395"/>
                  </a:lnTo>
                  <a:lnTo>
                    <a:pt x="3760899" y="2374766"/>
                  </a:lnTo>
                  <a:lnTo>
                    <a:pt x="3746888" y="2418619"/>
                  </a:lnTo>
                  <a:lnTo>
                    <a:pt x="3738220" y="2464599"/>
                  </a:lnTo>
                  <a:lnTo>
                    <a:pt x="3735252" y="2512348"/>
                  </a:lnTo>
                  <a:lnTo>
                    <a:pt x="3738220" y="2560097"/>
                  </a:lnTo>
                  <a:lnTo>
                    <a:pt x="3746888" y="2606077"/>
                  </a:lnTo>
                  <a:lnTo>
                    <a:pt x="3760899" y="2649930"/>
                  </a:lnTo>
                  <a:lnTo>
                    <a:pt x="3779896" y="2691301"/>
                  </a:lnTo>
                  <a:lnTo>
                    <a:pt x="3803523" y="2729831"/>
                  </a:lnTo>
                  <a:lnTo>
                    <a:pt x="3831422" y="2765164"/>
                  </a:lnTo>
                  <a:lnTo>
                    <a:pt x="3863237" y="2796944"/>
                  </a:lnTo>
                  <a:lnTo>
                    <a:pt x="3898612" y="2824814"/>
                  </a:lnTo>
                  <a:lnTo>
                    <a:pt x="3937189" y="2848417"/>
                  </a:lnTo>
                  <a:lnTo>
                    <a:pt x="3978612" y="2867395"/>
                  </a:lnTo>
                  <a:lnTo>
                    <a:pt x="4022525" y="2881393"/>
                  </a:lnTo>
                  <a:lnTo>
                    <a:pt x="4068570" y="2890053"/>
                  </a:lnTo>
                  <a:lnTo>
                    <a:pt x="4116391" y="2893020"/>
                  </a:lnTo>
                  <a:lnTo>
                    <a:pt x="4164179" y="2890053"/>
                  </a:lnTo>
                  <a:lnTo>
                    <a:pt x="4210202" y="2881393"/>
                  </a:lnTo>
                  <a:lnTo>
                    <a:pt x="4254101" y="2867395"/>
                  </a:lnTo>
                  <a:lnTo>
                    <a:pt x="4295519" y="2848417"/>
                  </a:lnTo>
                  <a:lnTo>
                    <a:pt x="4334097" y="2824814"/>
                  </a:lnTo>
                  <a:lnTo>
                    <a:pt x="4369478" y="2796944"/>
                  </a:lnTo>
                  <a:lnTo>
                    <a:pt x="4401303" y="2765164"/>
                  </a:lnTo>
                  <a:lnTo>
                    <a:pt x="4429214" y="2729831"/>
                  </a:lnTo>
                  <a:lnTo>
                    <a:pt x="4452853" y="2691301"/>
                  </a:lnTo>
                  <a:lnTo>
                    <a:pt x="4471863" y="2649930"/>
                  </a:lnTo>
                  <a:lnTo>
                    <a:pt x="4485884" y="2606077"/>
                  </a:lnTo>
                  <a:lnTo>
                    <a:pt x="4494559" y="2560097"/>
                  </a:lnTo>
                  <a:lnTo>
                    <a:pt x="4497531" y="2512348"/>
                  </a:lnTo>
                  <a:close/>
                </a:path>
              </a:pathLst>
            </a:custGeom>
            <a:ln w="25393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37902" y="2981887"/>
              <a:ext cx="762635" cy="1979930"/>
            </a:xfrm>
            <a:custGeom>
              <a:avLst/>
              <a:gdLst/>
              <a:ahLst/>
              <a:cxnLst/>
              <a:rect l="l" t="t" r="r" b="b"/>
              <a:pathLst>
                <a:path w="762635" h="1979929">
                  <a:moveTo>
                    <a:pt x="762448" y="380671"/>
                  </a:moveTo>
                  <a:lnTo>
                    <a:pt x="759477" y="332909"/>
                  </a:lnTo>
                  <a:lnTo>
                    <a:pt x="750801" y="286920"/>
                  </a:lnTo>
                  <a:lnTo>
                    <a:pt x="736780" y="243061"/>
                  </a:lnTo>
                  <a:lnTo>
                    <a:pt x="717770" y="201689"/>
                  </a:lnTo>
                  <a:lnTo>
                    <a:pt x="694131" y="163159"/>
                  </a:lnTo>
                  <a:lnTo>
                    <a:pt x="666220" y="127828"/>
                  </a:lnTo>
                  <a:lnTo>
                    <a:pt x="634395" y="96051"/>
                  </a:lnTo>
                  <a:lnTo>
                    <a:pt x="599014" y="68187"/>
                  </a:lnTo>
                  <a:lnTo>
                    <a:pt x="560436" y="44589"/>
                  </a:lnTo>
                  <a:lnTo>
                    <a:pt x="519018" y="25616"/>
                  </a:lnTo>
                  <a:lnTo>
                    <a:pt x="475119" y="11622"/>
                  </a:lnTo>
                  <a:lnTo>
                    <a:pt x="429096" y="2964"/>
                  </a:lnTo>
                  <a:lnTo>
                    <a:pt x="381308" y="0"/>
                  </a:lnTo>
                  <a:lnTo>
                    <a:pt x="333484" y="2964"/>
                  </a:lnTo>
                  <a:lnTo>
                    <a:pt x="287431" y="11622"/>
                  </a:lnTo>
                  <a:lnTo>
                    <a:pt x="243506" y="25616"/>
                  </a:lnTo>
                  <a:lnTo>
                    <a:pt x="202068" y="44589"/>
                  </a:lnTo>
                  <a:lnTo>
                    <a:pt x="163473" y="68187"/>
                  </a:lnTo>
                  <a:lnTo>
                    <a:pt x="128079" y="96051"/>
                  </a:lnTo>
                  <a:lnTo>
                    <a:pt x="96244" y="127828"/>
                  </a:lnTo>
                  <a:lnTo>
                    <a:pt x="68326" y="163159"/>
                  </a:lnTo>
                  <a:lnTo>
                    <a:pt x="44682" y="201689"/>
                  </a:lnTo>
                  <a:lnTo>
                    <a:pt x="25670" y="243061"/>
                  </a:lnTo>
                  <a:lnTo>
                    <a:pt x="11647" y="286920"/>
                  </a:lnTo>
                  <a:lnTo>
                    <a:pt x="2971" y="332909"/>
                  </a:lnTo>
                  <a:lnTo>
                    <a:pt x="0" y="380671"/>
                  </a:lnTo>
                  <a:lnTo>
                    <a:pt x="2971" y="428400"/>
                  </a:lnTo>
                  <a:lnTo>
                    <a:pt x="11647" y="474367"/>
                  </a:lnTo>
                  <a:lnTo>
                    <a:pt x="25670" y="518212"/>
                  </a:lnTo>
                  <a:lnTo>
                    <a:pt x="44682" y="559579"/>
                  </a:lnTo>
                  <a:lnTo>
                    <a:pt x="68326" y="598110"/>
                  </a:lnTo>
                  <a:lnTo>
                    <a:pt x="96244" y="633447"/>
                  </a:lnTo>
                  <a:lnTo>
                    <a:pt x="128079" y="665233"/>
                  </a:lnTo>
                  <a:lnTo>
                    <a:pt x="163473" y="693110"/>
                  </a:lnTo>
                  <a:lnTo>
                    <a:pt x="202068" y="716720"/>
                  </a:lnTo>
                  <a:lnTo>
                    <a:pt x="243506" y="735706"/>
                  </a:lnTo>
                  <a:lnTo>
                    <a:pt x="287431" y="749710"/>
                  </a:lnTo>
                  <a:lnTo>
                    <a:pt x="333484" y="758375"/>
                  </a:lnTo>
                  <a:lnTo>
                    <a:pt x="381308" y="761343"/>
                  </a:lnTo>
                  <a:lnTo>
                    <a:pt x="429096" y="758375"/>
                  </a:lnTo>
                  <a:lnTo>
                    <a:pt x="475119" y="749710"/>
                  </a:lnTo>
                  <a:lnTo>
                    <a:pt x="519018" y="735706"/>
                  </a:lnTo>
                  <a:lnTo>
                    <a:pt x="560436" y="716720"/>
                  </a:lnTo>
                  <a:lnTo>
                    <a:pt x="599014" y="693110"/>
                  </a:lnTo>
                  <a:lnTo>
                    <a:pt x="634395" y="665233"/>
                  </a:lnTo>
                  <a:lnTo>
                    <a:pt x="666220" y="633447"/>
                  </a:lnTo>
                  <a:lnTo>
                    <a:pt x="694131" y="598110"/>
                  </a:lnTo>
                  <a:lnTo>
                    <a:pt x="717770" y="559579"/>
                  </a:lnTo>
                  <a:lnTo>
                    <a:pt x="736780" y="518212"/>
                  </a:lnTo>
                  <a:lnTo>
                    <a:pt x="750801" y="474367"/>
                  </a:lnTo>
                  <a:lnTo>
                    <a:pt x="759477" y="428400"/>
                  </a:lnTo>
                  <a:lnTo>
                    <a:pt x="762448" y="380671"/>
                  </a:lnTo>
                  <a:close/>
                </a:path>
                <a:path w="762635" h="1979929">
                  <a:moveTo>
                    <a:pt x="762448" y="1598736"/>
                  </a:moveTo>
                  <a:lnTo>
                    <a:pt x="759477" y="1550987"/>
                  </a:lnTo>
                  <a:lnTo>
                    <a:pt x="750801" y="1505007"/>
                  </a:lnTo>
                  <a:lnTo>
                    <a:pt x="736780" y="1461154"/>
                  </a:lnTo>
                  <a:lnTo>
                    <a:pt x="717770" y="1419783"/>
                  </a:lnTo>
                  <a:lnTo>
                    <a:pt x="694131" y="1381253"/>
                  </a:lnTo>
                  <a:lnTo>
                    <a:pt x="666220" y="1345919"/>
                  </a:lnTo>
                  <a:lnTo>
                    <a:pt x="634395" y="1314139"/>
                  </a:lnTo>
                  <a:lnTo>
                    <a:pt x="599014" y="1286270"/>
                  </a:lnTo>
                  <a:lnTo>
                    <a:pt x="560436" y="1262667"/>
                  </a:lnTo>
                  <a:lnTo>
                    <a:pt x="519018" y="1243689"/>
                  </a:lnTo>
                  <a:lnTo>
                    <a:pt x="475119" y="1229691"/>
                  </a:lnTo>
                  <a:lnTo>
                    <a:pt x="429096" y="1221030"/>
                  </a:lnTo>
                  <a:lnTo>
                    <a:pt x="381308" y="1218064"/>
                  </a:lnTo>
                  <a:lnTo>
                    <a:pt x="333484" y="1221030"/>
                  </a:lnTo>
                  <a:lnTo>
                    <a:pt x="287431" y="1229691"/>
                  </a:lnTo>
                  <a:lnTo>
                    <a:pt x="243506" y="1243689"/>
                  </a:lnTo>
                  <a:lnTo>
                    <a:pt x="202068" y="1262667"/>
                  </a:lnTo>
                  <a:lnTo>
                    <a:pt x="163473" y="1286270"/>
                  </a:lnTo>
                  <a:lnTo>
                    <a:pt x="128079" y="1314139"/>
                  </a:lnTo>
                  <a:lnTo>
                    <a:pt x="96244" y="1345919"/>
                  </a:lnTo>
                  <a:lnTo>
                    <a:pt x="68326" y="1381253"/>
                  </a:lnTo>
                  <a:lnTo>
                    <a:pt x="44682" y="1419783"/>
                  </a:lnTo>
                  <a:lnTo>
                    <a:pt x="25670" y="1461154"/>
                  </a:lnTo>
                  <a:lnTo>
                    <a:pt x="11647" y="1505007"/>
                  </a:lnTo>
                  <a:lnTo>
                    <a:pt x="2971" y="1550987"/>
                  </a:lnTo>
                  <a:lnTo>
                    <a:pt x="0" y="1598736"/>
                  </a:lnTo>
                  <a:lnTo>
                    <a:pt x="2971" y="1646485"/>
                  </a:lnTo>
                  <a:lnTo>
                    <a:pt x="11647" y="1692465"/>
                  </a:lnTo>
                  <a:lnTo>
                    <a:pt x="25670" y="1736318"/>
                  </a:lnTo>
                  <a:lnTo>
                    <a:pt x="44682" y="1777689"/>
                  </a:lnTo>
                  <a:lnTo>
                    <a:pt x="68326" y="1816219"/>
                  </a:lnTo>
                  <a:lnTo>
                    <a:pt x="96245" y="1851552"/>
                  </a:lnTo>
                  <a:lnTo>
                    <a:pt x="128079" y="1883332"/>
                  </a:lnTo>
                  <a:lnTo>
                    <a:pt x="163473" y="1911202"/>
                  </a:lnTo>
                  <a:lnTo>
                    <a:pt x="202068" y="1934805"/>
                  </a:lnTo>
                  <a:lnTo>
                    <a:pt x="243506" y="1953783"/>
                  </a:lnTo>
                  <a:lnTo>
                    <a:pt x="287431" y="1967781"/>
                  </a:lnTo>
                  <a:lnTo>
                    <a:pt x="333484" y="1976441"/>
                  </a:lnTo>
                  <a:lnTo>
                    <a:pt x="381309" y="1979408"/>
                  </a:lnTo>
                  <a:lnTo>
                    <a:pt x="429097" y="1976441"/>
                  </a:lnTo>
                  <a:lnTo>
                    <a:pt x="475119" y="1967781"/>
                  </a:lnTo>
                  <a:lnTo>
                    <a:pt x="519018" y="1953783"/>
                  </a:lnTo>
                  <a:lnTo>
                    <a:pt x="560436" y="1934805"/>
                  </a:lnTo>
                  <a:lnTo>
                    <a:pt x="599014" y="1911202"/>
                  </a:lnTo>
                  <a:lnTo>
                    <a:pt x="634395" y="1883332"/>
                  </a:lnTo>
                  <a:lnTo>
                    <a:pt x="666220" y="1851552"/>
                  </a:lnTo>
                  <a:lnTo>
                    <a:pt x="694131" y="1816219"/>
                  </a:lnTo>
                  <a:lnTo>
                    <a:pt x="717770" y="1777689"/>
                  </a:lnTo>
                  <a:lnTo>
                    <a:pt x="736780" y="1736318"/>
                  </a:lnTo>
                  <a:lnTo>
                    <a:pt x="750801" y="1692465"/>
                  </a:lnTo>
                  <a:lnTo>
                    <a:pt x="759477" y="1646485"/>
                  </a:lnTo>
                  <a:lnTo>
                    <a:pt x="762448" y="1598736"/>
                  </a:lnTo>
                  <a:close/>
                </a:path>
              </a:pathLst>
            </a:custGeom>
            <a:ln w="25393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93349" y="2919287"/>
              <a:ext cx="2983865" cy="2105025"/>
            </a:xfrm>
            <a:custGeom>
              <a:avLst/>
              <a:gdLst/>
              <a:ahLst/>
              <a:cxnLst/>
              <a:rect l="l" t="t" r="r" b="b"/>
              <a:pathLst>
                <a:path w="2983865" h="2105025">
                  <a:moveTo>
                    <a:pt x="1158782" y="1558689"/>
                  </a:moveTo>
                  <a:lnTo>
                    <a:pt x="0" y="16749"/>
                  </a:lnTo>
                  <a:lnTo>
                    <a:pt x="1152006" y="368490"/>
                  </a:lnTo>
                </a:path>
                <a:path w="2983865" h="2105025">
                  <a:moveTo>
                    <a:pt x="1158782" y="1558689"/>
                  </a:moveTo>
                  <a:lnTo>
                    <a:pt x="101" y="1157597"/>
                  </a:lnTo>
                  <a:lnTo>
                    <a:pt x="1152006" y="368490"/>
                  </a:lnTo>
                </a:path>
                <a:path w="2983865" h="2105025">
                  <a:moveTo>
                    <a:pt x="1158782" y="1558689"/>
                  </a:moveTo>
                  <a:lnTo>
                    <a:pt x="982" y="2104556"/>
                  </a:lnTo>
                  <a:lnTo>
                    <a:pt x="1152006" y="368490"/>
                  </a:lnTo>
                </a:path>
                <a:path w="2983865" h="2105025">
                  <a:moveTo>
                    <a:pt x="2983848" y="1042803"/>
                  </a:moveTo>
                  <a:lnTo>
                    <a:pt x="1902428" y="385239"/>
                  </a:lnTo>
                  <a:lnTo>
                    <a:pt x="2974362" y="0"/>
                  </a:lnTo>
                </a:path>
              </a:pathLst>
            </a:custGeom>
            <a:ln w="127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5777" y="3304527"/>
              <a:ext cx="1084580" cy="1635125"/>
            </a:xfrm>
            <a:custGeom>
              <a:avLst/>
              <a:gdLst/>
              <a:ahLst/>
              <a:cxnLst/>
              <a:rect l="l" t="t" r="r" b="b"/>
              <a:pathLst>
                <a:path w="1084579" h="1635125">
                  <a:moveTo>
                    <a:pt x="0" y="0"/>
                  </a:moveTo>
                  <a:lnTo>
                    <a:pt x="1084469" y="1634824"/>
                  </a:lnTo>
                </a:path>
              </a:pathLst>
            </a:custGeom>
            <a:ln w="12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00012" y="2919287"/>
              <a:ext cx="1077595" cy="1647189"/>
            </a:xfrm>
            <a:custGeom>
              <a:avLst/>
              <a:gdLst/>
              <a:ahLst/>
              <a:cxnLst/>
              <a:rect l="l" t="t" r="r" b="b"/>
              <a:pathLst>
                <a:path w="1077595" h="1647189">
                  <a:moveTo>
                    <a:pt x="1077184" y="1042803"/>
                  </a:moveTo>
                  <a:lnTo>
                    <a:pt x="0" y="1646701"/>
                  </a:lnTo>
                  <a:lnTo>
                    <a:pt x="1067698" y="0"/>
                  </a:lnTo>
                </a:path>
              </a:pathLst>
            </a:custGeom>
            <a:ln w="12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00012" y="4565988"/>
              <a:ext cx="1080770" cy="373380"/>
            </a:xfrm>
            <a:custGeom>
              <a:avLst/>
              <a:gdLst/>
              <a:ahLst/>
              <a:cxnLst/>
              <a:rect l="l" t="t" r="r" b="b"/>
              <a:pathLst>
                <a:path w="1080770" h="373379">
                  <a:moveTo>
                    <a:pt x="0" y="0"/>
                  </a:moveTo>
                  <a:lnTo>
                    <a:pt x="1080234" y="373362"/>
                  </a:lnTo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07157" y="4822012"/>
            <a:ext cx="3467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𝟑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7857" y="3833876"/>
            <a:ext cx="346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7857" y="2707335"/>
            <a:ext cx="3460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5854" y="2738374"/>
            <a:ext cx="3460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1200" dirty="0">
                <a:latin typeface="Cambria Math"/>
                <a:cs typeface="Cambria Math"/>
              </a:rPr>
              <a:t>𝒂</a:t>
            </a:r>
            <a:r>
              <a:rPr sz="2000" spc="35" dirty="0">
                <a:latin typeface="Cambria Math"/>
                <a:cs typeface="Cambria Math"/>
              </a:rPr>
              <a:t>^</a:t>
            </a:r>
            <a:r>
              <a:rPr sz="2175" spc="-22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98615" y="4852873"/>
            <a:ext cx="3467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1205" dirty="0">
                <a:latin typeface="Cambria Math"/>
                <a:cs typeface="Cambria Math"/>
              </a:rPr>
              <a:t>𝒂</a:t>
            </a:r>
            <a:r>
              <a:rPr sz="2000" spc="35" dirty="0">
                <a:latin typeface="Cambria Math"/>
                <a:cs typeface="Cambria Math"/>
              </a:rPr>
              <a:t>^</a:t>
            </a:r>
            <a:r>
              <a:rPr sz="2175" spc="-22" baseline="-15325" dirty="0">
                <a:latin typeface="Cambria Math"/>
                <a:cs typeface="Cambria Math"/>
              </a:rPr>
              <a:t>𝟑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98615" y="3833876"/>
            <a:ext cx="346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1200" dirty="0">
                <a:latin typeface="Cambria Math"/>
                <a:cs typeface="Cambria Math"/>
              </a:rPr>
              <a:t>𝒂</a:t>
            </a:r>
            <a:r>
              <a:rPr sz="2000" spc="35" dirty="0">
                <a:latin typeface="Cambria Math"/>
                <a:cs typeface="Cambria Math"/>
              </a:rPr>
              <a:t>^</a:t>
            </a:r>
            <a:r>
              <a:rPr sz="2175" spc="-22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51527" y="4406265"/>
            <a:ext cx="3416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𝒃</a:t>
            </a:r>
            <a:r>
              <a:rPr sz="2175" spc="-37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51527" y="3196844"/>
            <a:ext cx="3416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𝒃</a:t>
            </a:r>
            <a:r>
              <a:rPr sz="2175" spc="-37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48400" y="1787651"/>
            <a:ext cx="1170940" cy="4206240"/>
            <a:chOff x="6248400" y="1787651"/>
            <a:chExt cx="1170940" cy="420624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9360" y="1789175"/>
              <a:ext cx="1046988" cy="420471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71081" y="1812797"/>
              <a:ext cx="924560" cy="4097020"/>
            </a:xfrm>
            <a:custGeom>
              <a:avLst/>
              <a:gdLst/>
              <a:ahLst/>
              <a:cxnLst/>
              <a:rect l="l" t="t" r="r" b="b"/>
              <a:pathLst>
                <a:path w="924559" h="4097020">
                  <a:moveTo>
                    <a:pt x="0" y="0"/>
                  </a:moveTo>
                  <a:lnTo>
                    <a:pt x="924051" y="409684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1787651"/>
              <a:ext cx="1170431" cy="420624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310122" y="1812797"/>
              <a:ext cx="1047750" cy="4097020"/>
            </a:xfrm>
            <a:custGeom>
              <a:avLst/>
              <a:gdLst/>
              <a:ahLst/>
              <a:cxnLst/>
              <a:rect l="l" t="t" r="r" b="b"/>
              <a:pathLst>
                <a:path w="1047750" h="4097020">
                  <a:moveTo>
                    <a:pt x="1047242" y="0"/>
                  </a:moveTo>
                  <a:lnTo>
                    <a:pt x="0" y="4096842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6648" y="254507"/>
            <a:ext cx="5980176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2925">
              <a:lnSpc>
                <a:spcPct val="100000"/>
              </a:lnSpc>
              <a:spcBef>
                <a:spcPts val="105"/>
              </a:spcBef>
            </a:pPr>
            <a:r>
              <a:rPr dirty="0"/>
              <a:t>Training</a:t>
            </a:r>
            <a:r>
              <a:rPr spc="-95" dirty="0"/>
              <a:t> </a:t>
            </a:r>
            <a:r>
              <a:rPr dirty="0"/>
              <a:t>Deep</a:t>
            </a:r>
            <a:r>
              <a:rPr spc="-190" dirty="0"/>
              <a:t> </a:t>
            </a:r>
            <a:r>
              <a:rPr dirty="0"/>
              <a:t>Auto</a:t>
            </a:r>
            <a:r>
              <a:rPr spc="-70" dirty="0"/>
              <a:t> </a:t>
            </a:r>
            <a:r>
              <a:rPr spc="-10" dirty="0"/>
              <a:t>Encoder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344" y="1292732"/>
            <a:ext cx="333629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spc="-10" dirty="0">
                <a:latin typeface="Calibri"/>
                <a:cs typeface="Calibri"/>
              </a:rPr>
              <a:t>Features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second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layer: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996854" y="2294057"/>
            <a:ext cx="4381500" cy="3610610"/>
            <a:chOff x="1996854" y="2294057"/>
            <a:chExt cx="4381500" cy="3610610"/>
          </a:xfrm>
        </p:grpSpPr>
        <p:sp>
          <p:nvSpPr>
            <p:cNvPr id="7" name="object 7"/>
            <p:cNvSpPr/>
            <p:nvPr/>
          </p:nvSpPr>
          <p:spPr>
            <a:xfrm>
              <a:off x="2008302" y="2305505"/>
              <a:ext cx="687070" cy="3587750"/>
            </a:xfrm>
            <a:custGeom>
              <a:avLst/>
              <a:gdLst/>
              <a:ahLst/>
              <a:cxnLst/>
              <a:rect l="l" t="t" r="r" b="b"/>
              <a:pathLst>
                <a:path w="687069" h="3587750">
                  <a:moveTo>
                    <a:pt x="687032" y="343334"/>
                  </a:moveTo>
                  <a:lnTo>
                    <a:pt x="683896" y="296734"/>
                  </a:lnTo>
                  <a:lnTo>
                    <a:pt x="674761" y="252043"/>
                  </a:lnTo>
                  <a:lnTo>
                    <a:pt x="660036" y="209670"/>
                  </a:lnTo>
                  <a:lnTo>
                    <a:pt x="640130" y="170022"/>
                  </a:lnTo>
                  <a:lnTo>
                    <a:pt x="615454" y="133509"/>
                  </a:lnTo>
                  <a:lnTo>
                    <a:pt x="586416" y="100539"/>
                  </a:lnTo>
                  <a:lnTo>
                    <a:pt x="553425" y="71521"/>
                  </a:lnTo>
                  <a:lnTo>
                    <a:pt x="516892" y="46863"/>
                  </a:lnTo>
                  <a:lnTo>
                    <a:pt x="477225" y="26973"/>
                  </a:lnTo>
                  <a:lnTo>
                    <a:pt x="434834" y="12260"/>
                  </a:lnTo>
                  <a:lnTo>
                    <a:pt x="390127" y="3133"/>
                  </a:lnTo>
                  <a:lnTo>
                    <a:pt x="343516" y="0"/>
                  </a:lnTo>
                  <a:lnTo>
                    <a:pt x="296904" y="3133"/>
                  </a:lnTo>
                  <a:lnTo>
                    <a:pt x="252198" y="12260"/>
                  </a:lnTo>
                  <a:lnTo>
                    <a:pt x="209806" y="26973"/>
                  </a:lnTo>
                  <a:lnTo>
                    <a:pt x="170139" y="46863"/>
                  </a:lnTo>
                  <a:lnTo>
                    <a:pt x="133606" y="71521"/>
                  </a:lnTo>
                  <a:lnTo>
                    <a:pt x="100615" y="100539"/>
                  </a:lnTo>
                  <a:lnTo>
                    <a:pt x="71577" y="133509"/>
                  </a:lnTo>
                  <a:lnTo>
                    <a:pt x="46901" y="170022"/>
                  </a:lnTo>
                  <a:lnTo>
                    <a:pt x="26996" y="209670"/>
                  </a:lnTo>
                  <a:lnTo>
                    <a:pt x="12271" y="252043"/>
                  </a:lnTo>
                  <a:lnTo>
                    <a:pt x="3136" y="296734"/>
                  </a:lnTo>
                  <a:lnTo>
                    <a:pt x="0" y="343334"/>
                  </a:lnTo>
                  <a:lnTo>
                    <a:pt x="3136" y="389934"/>
                  </a:lnTo>
                  <a:lnTo>
                    <a:pt x="12271" y="434626"/>
                  </a:lnTo>
                  <a:lnTo>
                    <a:pt x="26996" y="476999"/>
                  </a:lnTo>
                  <a:lnTo>
                    <a:pt x="46901" y="516647"/>
                  </a:lnTo>
                  <a:lnTo>
                    <a:pt x="71577" y="553160"/>
                  </a:lnTo>
                  <a:lnTo>
                    <a:pt x="100615" y="586129"/>
                  </a:lnTo>
                  <a:lnTo>
                    <a:pt x="133606" y="615148"/>
                  </a:lnTo>
                  <a:lnTo>
                    <a:pt x="170139" y="639806"/>
                  </a:lnTo>
                  <a:lnTo>
                    <a:pt x="209806" y="659696"/>
                  </a:lnTo>
                  <a:lnTo>
                    <a:pt x="252198" y="674409"/>
                  </a:lnTo>
                  <a:lnTo>
                    <a:pt x="296904" y="683536"/>
                  </a:lnTo>
                  <a:lnTo>
                    <a:pt x="343516" y="686669"/>
                  </a:lnTo>
                  <a:lnTo>
                    <a:pt x="390127" y="683536"/>
                  </a:lnTo>
                  <a:lnTo>
                    <a:pt x="434834" y="674409"/>
                  </a:lnTo>
                  <a:lnTo>
                    <a:pt x="477225" y="659696"/>
                  </a:lnTo>
                  <a:lnTo>
                    <a:pt x="516892" y="639806"/>
                  </a:lnTo>
                  <a:lnTo>
                    <a:pt x="553425" y="615148"/>
                  </a:lnTo>
                  <a:lnTo>
                    <a:pt x="586416" y="586129"/>
                  </a:lnTo>
                  <a:lnTo>
                    <a:pt x="615454" y="553160"/>
                  </a:lnTo>
                  <a:lnTo>
                    <a:pt x="640130" y="516647"/>
                  </a:lnTo>
                  <a:lnTo>
                    <a:pt x="660036" y="476999"/>
                  </a:lnTo>
                  <a:lnTo>
                    <a:pt x="674761" y="434626"/>
                  </a:lnTo>
                  <a:lnTo>
                    <a:pt x="683896" y="389934"/>
                  </a:lnTo>
                  <a:lnTo>
                    <a:pt x="687032" y="343334"/>
                  </a:lnTo>
                  <a:close/>
                </a:path>
                <a:path w="687069" h="3587750">
                  <a:moveTo>
                    <a:pt x="687032" y="1304672"/>
                  </a:moveTo>
                  <a:lnTo>
                    <a:pt x="683896" y="1258072"/>
                  </a:lnTo>
                  <a:lnTo>
                    <a:pt x="674761" y="1213381"/>
                  </a:lnTo>
                  <a:lnTo>
                    <a:pt x="660036" y="1171008"/>
                  </a:lnTo>
                  <a:lnTo>
                    <a:pt x="640130" y="1131360"/>
                  </a:lnTo>
                  <a:lnTo>
                    <a:pt x="615454" y="1094847"/>
                  </a:lnTo>
                  <a:lnTo>
                    <a:pt x="586416" y="1061877"/>
                  </a:lnTo>
                  <a:lnTo>
                    <a:pt x="553425" y="1032859"/>
                  </a:lnTo>
                  <a:lnTo>
                    <a:pt x="516892" y="1008200"/>
                  </a:lnTo>
                  <a:lnTo>
                    <a:pt x="477225" y="988311"/>
                  </a:lnTo>
                  <a:lnTo>
                    <a:pt x="434834" y="973598"/>
                  </a:lnTo>
                  <a:lnTo>
                    <a:pt x="390127" y="964471"/>
                  </a:lnTo>
                  <a:lnTo>
                    <a:pt x="343516" y="961337"/>
                  </a:lnTo>
                  <a:lnTo>
                    <a:pt x="296904" y="964471"/>
                  </a:lnTo>
                  <a:lnTo>
                    <a:pt x="252198" y="973598"/>
                  </a:lnTo>
                  <a:lnTo>
                    <a:pt x="209806" y="988311"/>
                  </a:lnTo>
                  <a:lnTo>
                    <a:pt x="170139" y="1008200"/>
                  </a:lnTo>
                  <a:lnTo>
                    <a:pt x="133606" y="1032859"/>
                  </a:lnTo>
                  <a:lnTo>
                    <a:pt x="100615" y="1061877"/>
                  </a:lnTo>
                  <a:lnTo>
                    <a:pt x="71577" y="1094847"/>
                  </a:lnTo>
                  <a:lnTo>
                    <a:pt x="46901" y="1131360"/>
                  </a:lnTo>
                  <a:lnTo>
                    <a:pt x="26996" y="1171008"/>
                  </a:lnTo>
                  <a:lnTo>
                    <a:pt x="12271" y="1213381"/>
                  </a:lnTo>
                  <a:lnTo>
                    <a:pt x="3136" y="1258072"/>
                  </a:lnTo>
                  <a:lnTo>
                    <a:pt x="0" y="1304672"/>
                  </a:lnTo>
                  <a:lnTo>
                    <a:pt x="3136" y="1351272"/>
                  </a:lnTo>
                  <a:lnTo>
                    <a:pt x="12271" y="1395963"/>
                  </a:lnTo>
                  <a:lnTo>
                    <a:pt x="26996" y="1438337"/>
                  </a:lnTo>
                  <a:lnTo>
                    <a:pt x="46901" y="1477984"/>
                  </a:lnTo>
                  <a:lnTo>
                    <a:pt x="71577" y="1514497"/>
                  </a:lnTo>
                  <a:lnTo>
                    <a:pt x="100615" y="1547467"/>
                  </a:lnTo>
                  <a:lnTo>
                    <a:pt x="133606" y="1576486"/>
                  </a:lnTo>
                  <a:lnTo>
                    <a:pt x="170139" y="1601144"/>
                  </a:lnTo>
                  <a:lnTo>
                    <a:pt x="209806" y="1621034"/>
                  </a:lnTo>
                  <a:lnTo>
                    <a:pt x="252198" y="1635747"/>
                  </a:lnTo>
                  <a:lnTo>
                    <a:pt x="296904" y="1644874"/>
                  </a:lnTo>
                  <a:lnTo>
                    <a:pt x="343516" y="1648007"/>
                  </a:lnTo>
                  <a:lnTo>
                    <a:pt x="390127" y="1644874"/>
                  </a:lnTo>
                  <a:lnTo>
                    <a:pt x="434834" y="1635747"/>
                  </a:lnTo>
                  <a:lnTo>
                    <a:pt x="477225" y="1621034"/>
                  </a:lnTo>
                  <a:lnTo>
                    <a:pt x="516892" y="1601144"/>
                  </a:lnTo>
                  <a:lnTo>
                    <a:pt x="553425" y="1576486"/>
                  </a:lnTo>
                  <a:lnTo>
                    <a:pt x="586416" y="1547467"/>
                  </a:lnTo>
                  <a:lnTo>
                    <a:pt x="615454" y="1514497"/>
                  </a:lnTo>
                  <a:lnTo>
                    <a:pt x="640130" y="1477984"/>
                  </a:lnTo>
                  <a:lnTo>
                    <a:pt x="660036" y="1438337"/>
                  </a:lnTo>
                  <a:lnTo>
                    <a:pt x="674761" y="1395963"/>
                  </a:lnTo>
                  <a:lnTo>
                    <a:pt x="683896" y="1351272"/>
                  </a:lnTo>
                  <a:lnTo>
                    <a:pt x="687032" y="1304672"/>
                  </a:lnTo>
                  <a:close/>
                </a:path>
                <a:path w="687069" h="3587750">
                  <a:moveTo>
                    <a:pt x="687032" y="2334692"/>
                  </a:moveTo>
                  <a:lnTo>
                    <a:pt x="683896" y="2288105"/>
                  </a:lnTo>
                  <a:lnTo>
                    <a:pt x="674761" y="2243421"/>
                  </a:lnTo>
                  <a:lnTo>
                    <a:pt x="660036" y="2201051"/>
                  </a:lnTo>
                  <a:lnTo>
                    <a:pt x="640130" y="2161403"/>
                  </a:lnTo>
                  <a:lnTo>
                    <a:pt x="615454" y="2124888"/>
                  </a:lnTo>
                  <a:lnTo>
                    <a:pt x="586416" y="2091913"/>
                  </a:lnTo>
                  <a:lnTo>
                    <a:pt x="553425" y="2062888"/>
                  </a:lnTo>
                  <a:lnTo>
                    <a:pt x="516892" y="2038223"/>
                  </a:lnTo>
                  <a:lnTo>
                    <a:pt x="477225" y="2018326"/>
                  </a:lnTo>
                  <a:lnTo>
                    <a:pt x="434834" y="2003608"/>
                  </a:lnTo>
                  <a:lnTo>
                    <a:pt x="390127" y="1994477"/>
                  </a:lnTo>
                  <a:lnTo>
                    <a:pt x="343516" y="1991342"/>
                  </a:lnTo>
                  <a:lnTo>
                    <a:pt x="296904" y="1994477"/>
                  </a:lnTo>
                  <a:lnTo>
                    <a:pt x="252198" y="2003608"/>
                  </a:lnTo>
                  <a:lnTo>
                    <a:pt x="209806" y="2018326"/>
                  </a:lnTo>
                  <a:lnTo>
                    <a:pt x="170139" y="2038223"/>
                  </a:lnTo>
                  <a:lnTo>
                    <a:pt x="133606" y="2062888"/>
                  </a:lnTo>
                  <a:lnTo>
                    <a:pt x="100615" y="2091913"/>
                  </a:lnTo>
                  <a:lnTo>
                    <a:pt x="71577" y="2124888"/>
                  </a:lnTo>
                  <a:lnTo>
                    <a:pt x="46901" y="2161403"/>
                  </a:lnTo>
                  <a:lnTo>
                    <a:pt x="26996" y="2201051"/>
                  </a:lnTo>
                  <a:lnTo>
                    <a:pt x="12271" y="2243421"/>
                  </a:lnTo>
                  <a:lnTo>
                    <a:pt x="3136" y="2288105"/>
                  </a:lnTo>
                  <a:lnTo>
                    <a:pt x="0" y="2334692"/>
                  </a:lnTo>
                  <a:lnTo>
                    <a:pt x="3136" y="2381280"/>
                  </a:lnTo>
                  <a:lnTo>
                    <a:pt x="12271" y="2425962"/>
                  </a:lnTo>
                  <a:lnTo>
                    <a:pt x="26996" y="2468331"/>
                  </a:lnTo>
                  <a:lnTo>
                    <a:pt x="46901" y="2507977"/>
                  </a:lnTo>
                  <a:lnTo>
                    <a:pt x="71577" y="2544491"/>
                  </a:lnTo>
                  <a:lnTo>
                    <a:pt x="100615" y="2577465"/>
                  </a:lnTo>
                  <a:lnTo>
                    <a:pt x="133606" y="2606487"/>
                  </a:lnTo>
                  <a:lnTo>
                    <a:pt x="170139" y="2631151"/>
                  </a:lnTo>
                  <a:lnTo>
                    <a:pt x="209806" y="2651045"/>
                  </a:lnTo>
                  <a:lnTo>
                    <a:pt x="252198" y="2665763"/>
                  </a:lnTo>
                  <a:lnTo>
                    <a:pt x="296904" y="2674893"/>
                  </a:lnTo>
                  <a:lnTo>
                    <a:pt x="343516" y="2678027"/>
                  </a:lnTo>
                  <a:lnTo>
                    <a:pt x="390128" y="2674893"/>
                  </a:lnTo>
                  <a:lnTo>
                    <a:pt x="434834" y="2665763"/>
                  </a:lnTo>
                  <a:lnTo>
                    <a:pt x="477225" y="2651045"/>
                  </a:lnTo>
                  <a:lnTo>
                    <a:pt x="516892" y="2631151"/>
                  </a:lnTo>
                  <a:lnTo>
                    <a:pt x="553426" y="2606487"/>
                  </a:lnTo>
                  <a:lnTo>
                    <a:pt x="586416" y="2577465"/>
                  </a:lnTo>
                  <a:lnTo>
                    <a:pt x="615454" y="2544491"/>
                  </a:lnTo>
                  <a:lnTo>
                    <a:pt x="640130" y="2507977"/>
                  </a:lnTo>
                  <a:lnTo>
                    <a:pt x="660036" y="2468331"/>
                  </a:lnTo>
                  <a:lnTo>
                    <a:pt x="674761" y="2425962"/>
                  </a:lnTo>
                  <a:lnTo>
                    <a:pt x="683896" y="2381280"/>
                  </a:lnTo>
                  <a:lnTo>
                    <a:pt x="687032" y="2334692"/>
                  </a:lnTo>
                  <a:close/>
                </a:path>
                <a:path w="687069" h="3587750">
                  <a:moveTo>
                    <a:pt x="687032" y="3243843"/>
                  </a:moveTo>
                  <a:lnTo>
                    <a:pt x="683896" y="3197256"/>
                  </a:lnTo>
                  <a:lnTo>
                    <a:pt x="674761" y="3152573"/>
                  </a:lnTo>
                  <a:lnTo>
                    <a:pt x="660036" y="3110204"/>
                  </a:lnTo>
                  <a:lnTo>
                    <a:pt x="640130" y="3070558"/>
                  </a:lnTo>
                  <a:lnTo>
                    <a:pt x="615454" y="3034044"/>
                  </a:lnTo>
                  <a:lnTo>
                    <a:pt x="586416" y="3001071"/>
                  </a:lnTo>
                  <a:lnTo>
                    <a:pt x="553426" y="2972048"/>
                  </a:lnTo>
                  <a:lnTo>
                    <a:pt x="516892" y="2947385"/>
                  </a:lnTo>
                  <a:lnTo>
                    <a:pt x="477225" y="2927490"/>
                  </a:lnTo>
                  <a:lnTo>
                    <a:pt x="434834" y="2912773"/>
                  </a:lnTo>
                  <a:lnTo>
                    <a:pt x="390128" y="2903643"/>
                  </a:lnTo>
                  <a:lnTo>
                    <a:pt x="343516" y="2900508"/>
                  </a:lnTo>
                  <a:lnTo>
                    <a:pt x="296904" y="2903643"/>
                  </a:lnTo>
                  <a:lnTo>
                    <a:pt x="252198" y="2912773"/>
                  </a:lnTo>
                  <a:lnTo>
                    <a:pt x="209806" y="2927490"/>
                  </a:lnTo>
                  <a:lnTo>
                    <a:pt x="170139" y="2947385"/>
                  </a:lnTo>
                  <a:lnTo>
                    <a:pt x="133606" y="2972048"/>
                  </a:lnTo>
                  <a:lnTo>
                    <a:pt x="100615" y="3001071"/>
                  </a:lnTo>
                  <a:lnTo>
                    <a:pt x="71577" y="3034044"/>
                  </a:lnTo>
                  <a:lnTo>
                    <a:pt x="46901" y="3070558"/>
                  </a:lnTo>
                  <a:lnTo>
                    <a:pt x="26996" y="3110204"/>
                  </a:lnTo>
                  <a:lnTo>
                    <a:pt x="12271" y="3152573"/>
                  </a:lnTo>
                  <a:lnTo>
                    <a:pt x="3136" y="3197256"/>
                  </a:lnTo>
                  <a:lnTo>
                    <a:pt x="0" y="3243843"/>
                  </a:lnTo>
                  <a:lnTo>
                    <a:pt x="3136" y="3290431"/>
                  </a:lnTo>
                  <a:lnTo>
                    <a:pt x="12271" y="3335113"/>
                  </a:lnTo>
                  <a:lnTo>
                    <a:pt x="26996" y="3377482"/>
                  </a:lnTo>
                  <a:lnTo>
                    <a:pt x="46901" y="3417129"/>
                  </a:lnTo>
                  <a:lnTo>
                    <a:pt x="71577" y="3453643"/>
                  </a:lnTo>
                  <a:lnTo>
                    <a:pt x="100616" y="3486616"/>
                  </a:lnTo>
                  <a:lnTo>
                    <a:pt x="133606" y="3515639"/>
                  </a:lnTo>
                  <a:lnTo>
                    <a:pt x="170139" y="3540303"/>
                  </a:lnTo>
                  <a:lnTo>
                    <a:pt x="209806" y="3560198"/>
                  </a:lnTo>
                  <a:lnTo>
                    <a:pt x="252198" y="3574915"/>
                  </a:lnTo>
                  <a:lnTo>
                    <a:pt x="296904" y="3584045"/>
                  </a:lnTo>
                  <a:lnTo>
                    <a:pt x="343516" y="3587180"/>
                  </a:lnTo>
                  <a:lnTo>
                    <a:pt x="390128" y="3584045"/>
                  </a:lnTo>
                  <a:lnTo>
                    <a:pt x="434834" y="3574915"/>
                  </a:lnTo>
                  <a:lnTo>
                    <a:pt x="477225" y="3560198"/>
                  </a:lnTo>
                  <a:lnTo>
                    <a:pt x="516892" y="3540303"/>
                  </a:lnTo>
                  <a:lnTo>
                    <a:pt x="553426" y="3515639"/>
                  </a:lnTo>
                  <a:lnTo>
                    <a:pt x="586416" y="3486616"/>
                  </a:lnTo>
                  <a:lnTo>
                    <a:pt x="615454" y="3453643"/>
                  </a:lnTo>
                  <a:lnTo>
                    <a:pt x="640130" y="3417129"/>
                  </a:lnTo>
                  <a:lnTo>
                    <a:pt x="660036" y="3377482"/>
                  </a:lnTo>
                  <a:lnTo>
                    <a:pt x="674761" y="3335113"/>
                  </a:lnTo>
                  <a:lnTo>
                    <a:pt x="683896" y="3290431"/>
                  </a:lnTo>
                  <a:lnTo>
                    <a:pt x="687032" y="3243843"/>
                  </a:lnTo>
                  <a:close/>
                </a:path>
              </a:pathLst>
            </a:custGeom>
            <a:ln w="2289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22143" y="2717507"/>
              <a:ext cx="687070" cy="2609850"/>
            </a:xfrm>
            <a:custGeom>
              <a:avLst/>
              <a:gdLst/>
              <a:ahLst/>
              <a:cxnLst/>
              <a:rect l="l" t="t" r="r" b="b"/>
              <a:pathLst>
                <a:path w="687070" h="2609850">
                  <a:moveTo>
                    <a:pt x="687032" y="343334"/>
                  </a:moveTo>
                  <a:lnTo>
                    <a:pt x="683894" y="296734"/>
                  </a:lnTo>
                  <a:lnTo>
                    <a:pt x="674754" y="252043"/>
                  </a:lnTo>
                  <a:lnTo>
                    <a:pt x="660023" y="209670"/>
                  </a:lnTo>
                  <a:lnTo>
                    <a:pt x="640110" y="170022"/>
                  </a:lnTo>
                  <a:lnTo>
                    <a:pt x="615426" y="133509"/>
                  </a:lnTo>
                  <a:lnTo>
                    <a:pt x="586381" y="100539"/>
                  </a:lnTo>
                  <a:lnTo>
                    <a:pt x="553386" y="71521"/>
                  </a:lnTo>
                  <a:lnTo>
                    <a:pt x="516851" y="46863"/>
                  </a:lnTo>
                  <a:lnTo>
                    <a:pt x="477186" y="26973"/>
                  </a:lnTo>
                  <a:lnTo>
                    <a:pt x="434802" y="12260"/>
                  </a:lnTo>
                  <a:lnTo>
                    <a:pt x="390108" y="3133"/>
                  </a:lnTo>
                  <a:lnTo>
                    <a:pt x="343516" y="0"/>
                  </a:lnTo>
                  <a:lnTo>
                    <a:pt x="296891" y="3133"/>
                  </a:lnTo>
                  <a:lnTo>
                    <a:pt x="252176" y="12260"/>
                  </a:lnTo>
                  <a:lnTo>
                    <a:pt x="209780" y="26973"/>
                  </a:lnTo>
                  <a:lnTo>
                    <a:pt x="170112" y="46863"/>
                  </a:lnTo>
                  <a:lnTo>
                    <a:pt x="133580" y="71521"/>
                  </a:lnTo>
                  <a:lnTo>
                    <a:pt x="100592" y="100539"/>
                  </a:lnTo>
                  <a:lnTo>
                    <a:pt x="71559" y="133509"/>
                  </a:lnTo>
                  <a:lnTo>
                    <a:pt x="46887" y="170022"/>
                  </a:lnTo>
                  <a:lnTo>
                    <a:pt x="26987" y="209670"/>
                  </a:lnTo>
                  <a:lnTo>
                    <a:pt x="12266" y="252043"/>
                  </a:lnTo>
                  <a:lnTo>
                    <a:pt x="3134" y="296734"/>
                  </a:lnTo>
                  <a:lnTo>
                    <a:pt x="0" y="343334"/>
                  </a:lnTo>
                  <a:lnTo>
                    <a:pt x="3134" y="389934"/>
                  </a:lnTo>
                  <a:lnTo>
                    <a:pt x="12266" y="434626"/>
                  </a:lnTo>
                  <a:lnTo>
                    <a:pt x="26987" y="476999"/>
                  </a:lnTo>
                  <a:lnTo>
                    <a:pt x="46887" y="516647"/>
                  </a:lnTo>
                  <a:lnTo>
                    <a:pt x="71559" y="553160"/>
                  </a:lnTo>
                  <a:lnTo>
                    <a:pt x="100592" y="586129"/>
                  </a:lnTo>
                  <a:lnTo>
                    <a:pt x="133580" y="615148"/>
                  </a:lnTo>
                  <a:lnTo>
                    <a:pt x="170112" y="639806"/>
                  </a:lnTo>
                  <a:lnTo>
                    <a:pt x="209781" y="659696"/>
                  </a:lnTo>
                  <a:lnTo>
                    <a:pt x="252176" y="674409"/>
                  </a:lnTo>
                  <a:lnTo>
                    <a:pt x="296891" y="683536"/>
                  </a:lnTo>
                  <a:lnTo>
                    <a:pt x="343516" y="686669"/>
                  </a:lnTo>
                  <a:lnTo>
                    <a:pt x="390108" y="683536"/>
                  </a:lnTo>
                  <a:lnTo>
                    <a:pt x="434802" y="674409"/>
                  </a:lnTo>
                  <a:lnTo>
                    <a:pt x="477186" y="659696"/>
                  </a:lnTo>
                  <a:lnTo>
                    <a:pt x="516851" y="639806"/>
                  </a:lnTo>
                  <a:lnTo>
                    <a:pt x="553386" y="615148"/>
                  </a:lnTo>
                  <a:lnTo>
                    <a:pt x="586381" y="586129"/>
                  </a:lnTo>
                  <a:lnTo>
                    <a:pt x="615426" y="553160"/>
                  </a:lnTo>
                  <a:lnTo>
                    <a:pt x="640110" y="516647"/>
                  </a:lnTo>
                  <a:lnTo>
                    <a:pt x="660023" y="476999"/>
                  </a:lnTo>
                  <a:lnTo>
                    <a:pt x="674754" y="434626"/>
                  </a:lnTo>
                  <a:lnTo>
                    <a:pt x="683894" y="389934"/>
                  </a:lnTo>
                  <a:lnTo>
                    <a:pt x="687032" y="343334"/>
                  </a:lnTo>
                  <a:close/>
                </a:path>
                <a:path w="687070" h="2609850">
                  <a:moveTo>
                    <a:pt x="687032" y="1373339"/>
                  </a:moveTo>
                  <a:lnTo>
                    <a:pt x="683894" y="1326739"/>
                  </a:lnTo>
                  <a:lnTo>
                    <a:pt x="674754" y="1282048"/>
                  </a:lnTo>
                  <a:lnTo>
                    <a:pt x="660023" y="1239675"/>
                  </a:lnTo>
                  <a:lnTo>
                    <a:pt x="640110" y="1200027"/>
                  </a:lnTo>
                  <a:lnTo>
                    <a:pt x="615426" y="1163514"/>
                  </a:lnTo>
                  <a:lnTo>
                    <a:pt x="586382" y="1130544"/>
                  </a:lnTo>
                  <a:lnTo>
                    <a:pt x="553386" y="1101526"/>
                  </a:lnTo>
                  <a:lnTo>
                    <a:pt x="516851" y="1076867"/>
                  </a:lnTo>
                  <a:lnTo>
                    <a:pt x="477186" y="1056978"/>
                  </a:lnTo>
                  <a:lnTo>
                    <a:pt x="434802" y="1042265"/>
                  </a:lnTo>
                  <a:lnTo>
                    <a:pt x="390108" y="1033138"/>
                  </a:lnTo>
                  <a:lnTo>
                    <a:pt x="343516" y="1030004"/>
                  </a:lnTo>
                  <a:lnTo>
                    <a:pt x="296891" y="1033138"/>
                  </a:lnTo>
                  <a:lnTo>
                    <a:pt x="252176" y="1042265"/>
                  </a:lnTo>
                  <a:lnTo>
                    <a:pt x="209781" y="1056978"/>
                  </a:lnTo>
                  <a:lnTo>
                    <a:pt x="170112" y="1076867"/>
                  </a:lnTo>
                  <a:lnTo>
                    <a:pt x="133580" y="1101526"/>
                  </a:lnTo>
                  <a:lnTo>
                    <a:pt x="100593" y="1130544"/>
                  </a:lnTo>
                  <a:lnTo>
                    <a:pt x="71559" y="1163514"/>
                  </a:lnTo>
                  <a:lnTo>
                    <a:pt x="46887" y="1200027"/>
                  </a:lnTo>
                  <a:lnTo>
                    <a:pt x="26987" y="1239675"/>
                  </a:lnTo>
                  <a:lnTo>
                    <a:pt x="12266" y="1282048"/>
                  </a:lnTo>
                  <a:lnTo>
                    <a:pt x="3134" y="1326739"/>
                  </a:lnTo>
                  <a:lnTo>
                    <a:pt x="0" y="1373339"/>
                  </a:lnTo>
                  <a:lnTo>
                    <a:pt x="3134" y="1419940"/>
                  </a:lnTo>
                  <a:lnTo>
                    <a:pt x="12266" y="1464631"/>
                  </a:lnTo>
                  <a:lnTo>
                    <a:pt x="26987" y="1507006"/>
                  </a:lnTo>
                  <a:lnTo>
                    <a:pt x="46887" y="1546655"/>
                  </a:lnTo>
                  <a:lnTo>
                    <a:pt x="71559" y="1583170"/>
                  </a:lnTo>
                  <a:lnTo>
                    <a:pt x="100593" y="1616142"/>
                  </a:lnTo>
                  <a:lnTo>
                    <a:pt x="133580" y="1645162"/>
                  </a:lnTo>
                  <a:lnTo>
                    <a:pt x="170112" y="1669822"/>
                  </a:lnTo>
                  <a:lnTo>
                    <a:pt x="209781" y="1689714"/>
                  </a:lnTo>
                  <a:lnTo>
                    <a:pt x="252176" y="1704428"/>
                  </a:lnTo>
                  <a:lnTo>
                    <a:pt x="296891" y="1713556"/>
                  </a:lnTo>
                  <a:lnTo>
                    <a:pt x="343516" y="1716689"/>
                  </a:lnTo>
                  <a:lnTo>
                    <a:pt x="390108" y="1713556"/>
                  </a:lnTo>
                  <a:lnTo>
                    <a:pt x="434802" y="1704428"/>
                  </a:lnTo>
                  <a:lnTo>
                    <a:pt x="477186" y="1689714"/>
                  </a:lnTo>
                  <a:lnTo>
                    <a:pt x="516851" y="1669822"/>
                  </a:lnTo>
                  <a:lnTo>
                    <a:pt x="553386" y="1645162"/>
                  </a:lnTo>
                  <a:lnTo>
                    <a:pt x="586382" y="1616142"/>
                  </a:lnTo>
                  <a:lnTo>
                    <a:pt x="615426" y="1583170"/>
                  </a:lnTo>
                  <a:lnTo>
                    <a:pt x="640110" y="1546655"/>
                  </a:lnTo>
                  <a:lnTo>
                    <a:pt x="660023" y="1507006"/>
                  </a:lnTo>
                  <a:lnTo>
                    <a:pt x="674754" y="1464631"/>
                  </a:lnTo>
                  <a:lnTo>
                    <a:pt x="683894" y="1419940"/>
                  </a:lnTo>
                  <a:lnTo>
                    <a:pt x="687032" y="1373339"/>
                  </a:lnTo>
                  <a:close/>
                </a:path>
                <a:path w="687070" h="2609850">
                  <a:moveTo>
                    <a:pt x="687032" y="2266025"/>
                  </a:moveTo>
                  <a:lnTo>
                    <a:pt x="683894" y="2219438"/>
                  </a:lnTo>
                  <a:lnTo>
                    <a:pt x="674754" y="2174756"/>
                  </a:lnTo>
                  <a:lnTo>
                    <a:pt x="660023" y="2132387"/>
                  </a:lnTo>
                  <a:lnTo>
                    <a:pt x="640110" y="2092740"/>
                  </a:lnTo>
                  <a:lnTo>
                    <a:pt x="615426" y="2056226"/>
                  </a:lnTo>
                  <a:lnTo>
                    <a:pt x="586382" y="2023253"/>
                  </a:lnTo>
                  <a:lnTo>
                    <a:pt x="553387" y="1994230"/>
                  </a:lnTo>
                  <a:lnTo>
                    <a:pt x="516851" y="1969567"/>
                  </a:lnTo>
                  <a:lnTo>
                    <a:pt x="477186" y="1949672"/>
                  </a:lnTo>
                  <a:lnTo>
                    <a:pt x="434802" y="1934955"/>
                  </a:lnTo>
                  <a:lnTo>
                    <a:pt x="390108" y="1925825"/>
                  </a:lnTo>
                  <a:lnTo>
                    <a:pt x="343516" y="1922690"/>
                  </a:lnTo>
                  <a:lnTo>
                    <a:pt x="296891" y="1925825"/>
                  </a:lnTo>
                  <a:lnTo>
                    <a:pt x="252176" y="1934955"/>
                  </a:lnTo>
                  <a:lnTo>
                    <a:pt x="209781" y="1949672"/>
                  </a:lnTo>
                  <a:lnTo>
                    <a:pt x="170112" y="1969567"/>
                  </a:lnTo>
                  <a:lnTo>
                    <a:pt x="133580" y="1994230"/>
                  </a:lnTo>
                  <a:lnTo>
                    <a:pt x="100593" y="2023253"/>
                  </a:lnTo>
                  <a:lnTo>
                    <a:pt x="71559" y="2056226"/>
                  </a:lnTo>
                  <a:lnTo>
                    <a:pt x="46887" y="2092740"/>
                  </a:lnTo>
                  <a:lnTo>
                    <a:pt x="26987" y="2132387"/>
                  </a:lnTo>
                  <a:lnTo>
                    <a:pt x="12267" y="2174756"/>
                  </a:lnTo>
                  <a:lnTo>
                    <a:pt x="3134" y="2219438"/>
                  </a:lnTo>
                  <a:lnTo>
                    <a:pt x="0" y="2266025"/>
                  </a:lnTo>
                  <a:lnTo>
                    <a:pt x="3134" y="2312613"/>
                  </a:lnTo>
                  <a:lnTo>
                    <a:pt x="12267" y="2357295"/>
                  </a:lnTo>
                  <a:lnTo>
                    <a:pt x="26987" y="2399664"/>
                  </a:lnTo>
                  <a:lnTo>
                    <a:pt x="46887" y="2439310"/>
                  </a:lnTo>
                  <a:lnTo>
                    <a:pt x="71559" y="2475824"/>
                  </a:lnTo>
                  <a:lnTo>
                    <a:pt x="100593" y="2508798"/>
                  </a:lnTo>
                  <a:lnTo>
                    <a:pt x="133580" y="2537820"/>
                  </a:lnTo>
                  <a:lnTo>
                    <a:pt x="170112" y="2562484"/>
                  </a:lnTo>
                  <a:lnTo>
                    <a:pt x="209781" y="2582378"/>
                  </a:lnTo>
                  <a:lnTo>
                    <a:pt x="252176" y="2597096"/>
                  </a:lnTo>
                  <a:lnTo>
                    <a:pt x="296891" y="2606226"/>
                  </a:lnTo>
                  <a:lnTo>
                    <a:pt x="343516" y="2609360"/>
                  </a:lnTo>
                  <a:lnTo>
                    <a:pt x="390108" y="2606226"/>
                  </a:lnTo>
                  <a:lnTo>
                    <a:pt x="434802" y="2597096"/>
                  </a:lnTo>
                  <a:lnTo>
                    <a:pt x="477186" y="2582378"/>
                  </a:lnTo>
                  <a:lnTo>
                    <a:pt x="516851" y="2562484"/>
                  </a:lnTo>
                  <a:lnTo>
                    <a:pt x="553387" y="2537820"/>
                  </a:lnTo>
                  <a:lnTo>
                    <a:pt x="586382" y="2508798"/>
                  </a:lnTo>
                  <a:lnTo>
                    <a:pt x="615426" y="2475824"/>
                  </a:lnTo>
                  <a:lnTo>
                    <a:pt x="640110" y="2439310"/>
                  </a:lnTo>
                  <a:lnTo>
                    <a:pt x="660023" y="2399664"/>
                  </a:lnTo>
                  <a:lnTo>
                    <a:pt x="674754" y="2357295"/>
                  </a:lnTo>
                  <a:lnTo>
                    <a:pt x="683894" y="2312613"/>
                  </a:lnTo>
                  <a:lnTo>
                    <a:pt x="687032" y="2266025"/>
                  </a:lnTo>
                  <a:close/>
                </a:path>
              </a:pathLst>
            </a:custGeom>
            <a:ln w="2289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96055" y="3129509"/>
              <a:ext cx="687070" cy="1785620"/>
            </a:xfrm>
            <a:custGeom>
              <a:avLst/>
              <a:gdLst/>
              <a:ahLst/>
              <a:cxnLst/>
              <a:rect l="l" t="t" r="r" b="b"/>
              <a:pathLst>
                <a:path w="687070" h="1785620">
                  <a:moveTo>
                    <a:pt x="687032" y="343334"/>
                  </a:moveTo>
                  <a:lnTo>
                    <a:pt x="683897" y="296734"/>
                  </a:lnTo>
                  <a:lnTo>
                    <a:pt x="674765" y="252043"/>
                  </a:lnTo>
                  <a:lnTo>
                    <a:pt x="660044" y="209670"/>
                  </a:lnTo>
                  <a:lnTo>
                    <a:pt x="640144" y="170022"/>
                  </a:lnTo>
                  <a:lnTo>
                    <a:pt x="615472" y="133509"/>
                  </a:lnTo>
                  <a:lnTo>
                    <a:pt x="586439" y="100539"/>
                  </a:lnTo>
                  <a:lnTo>
                    <a:pt x="553451" y="71521"/>
                  </a:lnTo>
                  <a:lnTo>
                    <a:pt x="516919" y="46863"/>
                  </a:lnTo>
                  <a:lnTo>
                    <a:pt x="477251" y="26973"/>
                  </a:lnTo>
                  <a:lnTo>
                    <a:pt x="434855" y="12260"/>
                  </a:lnTo>
                  <a:lnTo>
                    <a:pt x="390140" y="3133"/>
                  </a:lnTo>
                  <a:lnTo>
                    <a:pt x="343516" y="0"/>
                  </a:lnTo>
                  <a:lnTo>
                    <a:pt x="296923" y="3133"/>
                  </a:lnTo>
                  <a:lnTo>
                    <a:pt x="252229" y="12260"/>
                  </a:lnTo>
                  <a:lnTo>
                    <a:pt x="209845" y="26973"/>
                  </a:lnTo>
                  <a:lnTo>
                    <a:pt x="170180" y="46863"/>
                  </a:lnTo>
                  <a:lnTo>
                    <a:pt x="133645" y="71521"/>
                  </a:lnTo>
                  <a:lnTo>
                    <a:pt x="100650" y="100539"/>
                  </a:lnTo>
                  <a:lnTo>
                    <a:pt x="71605" y="133509"/>
                  </a:lnTo>
                  <a:lnTo>
                    <a:pt x="46921" y="170022"/>
                  </a:lnTo>
                  <a:lnTo>
                    <a:pt x="27008" y="209670"/>
                  </a:lnTo>
                  <a:lnTo>
                    <a:pt x="12277" y="252043"/>
                  </a:lnTo>
                  <a:lnTo>
                    <a:pt x="3137" y="296734"/>
                  </a:lnTo>
                  <a:lnTo>
                    <a:pt x="0" y="343334"/>
                  </a:lnTo>
                  <a:lnTo>
                    <a:pt x="3137" y="389934"/>
                  </a:lnTo>
                  <a:lnTo>
                    <a:pt x="12277" y="434626"/>
                  </a:lnTo>
                  <a:lnTo>
                    <a:pt x="27008" y="476999"/>
                  </a:lnTo>
                  <a:lnTo>
                    <a:pt x="46921" y="516647"/>
                  </a:lnTo>
                  <a:lnTo>
                    <a:pt x="71605" y="553160"/>
                  </a:lnTo>
                  <a:lnTo>
                    <a:pt x="100650" y="586129"/>
                  </a:lnTo>
                  <a:lnTo>
                    <a:pt x="133645" y="615148"/>
                  </a:lnTo>
                  <a:lnTo>
                    <a:pt x="170180" y="639806"/>
                  </a:lnTo>
                  <a:lnTo>
                    <a:pt x="209845" y="659696"/>
                  </a:lnTo>
                  <a:lnTo>
                    <a:pt x="252229" y="674409"/>
                  </a:lnTo>
                  <a:lnTo>
                    <a:pt x="296923" y="683536"/>
                  </a:lnTo>
                  <a:lnTo>
                    <a:pt x="343516" y="686669"/>
                  </a:lnTo>
                  <a:lnTo>
                    <a:pt x="390140" y="683536"/>
                  </a:lnTo>
                  <a:lnTo>
                    <a:pt x="434855" y="674409"/>
                  </a:lnTo>
                  <a:lnTo>
                    <a:pt x="477251" y="659696"/>
                  </a:lnTo>
                  <a:lnTo>
                    <a:pt x="516919" y="639806"/>
                  </a:lnTo>
                  <a:lnTo>
                    <a:pt x="553451" y="615148"/>
                  </a:lnTo>
                  <a:lnTo>
                    <a:pt x="586439" y="586129"/>
                  </a:lnTo>
                  <a:lnTo>
                    <a:pt x="615472" y="553160"/>
                  </a:lnTo>
                  <a:lnTo>
                    <a:pt x="640144" y="516647"/>
                  </a:lnTo>
                  <a:lnTo>
                    <a:pt x="660044" y="476999"/>
                  </a:lnTo>
                  <a:lnTo>
                    <a:pt x="674765" y="434626"/>
                  </a:lnTo>
                  <a:lnTo>
                    <a:pt x="683897" y="389934"/>
                  </a:lnTo>
                  <a:lnTo>
                    <a:pt x="687032" y="343334"/>
                  </a:lnTo>
                  <a:close/>
                </a:path>
                <a:path w="687070" h="1785620">
                  <a:moveTo>
                    <a:pt x="687032" y="1442022"/>
                  </a:moveTo>
                  <a:lnTo>
                    <a:pt x="683897" y="1395418"/>
                  </a:lnTo>
                  <a:lnTo>
                    <a:pt x="674765" y="1350724"/>
                  </a:lnTo>
                  <a:lnTo>
                    <a:pt x="660044" y="1308348"/>
                  </a:lnTo>
                  <a:lnTo>
                    <a:pt x="640144" y="1268699"/>
                  </a:lnTo>
                  <a:lnTo>
                    <a:pt x="615473" y="1232184"/>
                  </a:lnTo>
                  <a:lnTo>
                    <a:pt x="586439" y="1199213"/>
                  </a:lnTo>
                  <a:lnTo>
                    <a:pt x="553451" y="1170194"/>
                  </a:lnTo>
                  <a:lnTo>
                    <a:pt x="516919" y="1145535"/>
                  </a:lnTo>
                  <a:lnTo>
                    <a:pt x="477251" y="1125645"/>
                  </a:lnTo>
                  <a:lnTo>
                    <a:pt x="434855" y="1110932"/>
                  </a:lnTo>
                  <a:lnTo>
                    <a:pt x="390140" y="1101805"/>
                  </a:lnTo>
                  <a:lnTo>
                    <a:pt x="343516" y="1098671"/>
                  </a:lnTo>
                  <a:lnTo>
                    <a:pt x="296923" y="1101805"/>
                  </a:lnTo>
                  <a:lnTo>
                    <a:pt x="252229" y="1110932"/>
                  </a:lnTo>
                  <a:lnTo>
                    <a:pt x="209845" y="1125645"/>
                  </a:lnTo>
                  <a:lnTo>
                    <a:pt x="170180" y="1145535"/>
                  </a:lnTo>
                  <a:lnTo>
                    <a:pt x="133645" y="1170194"/>
                  </a:lnTo>
                  <a:lnTo>
                    <a:pt x="100650" y="1199213"/>
                  </a:lnTo>
                  <a:lnTo>
                    <a:pt x="71605" y="1232184"/>
                  </a:lnTo>
                  <a:lnTo>
                    <a:pt x="46921" y="1268699"/>
                  </a:lnTo>
                  <a:lnTo>
                    <a:pt x="27008" y="1308348"/>
                  </a:lnTo>
                  <a:lnTo>
                    <a:pt x="12277" y="1350724"/>
                  </a:lnTo>
                  <a:lnTo>
                    <a:pt x="3137" y="1395418"/>
                  </a:lnTo>
                  <a:lnTo>
                    <a:pt x="0" y="1442022"/>
                  </a:lnTo>
                  <a:lnTo>
                    <a:pt x="3137" y="1488609"/>
                  </a:lnTo>
                  <a:lnTo>
                    <a:pt x="12277" y="1533291"/>
                  </a:lnTo>
                  <a:lnTo>
                    <a:pt x="27009" y="1575660"/>
                  </a:lnTo>
                  <a:lnTo>
                    <a:pt x="46921" y="1615306"/>
                  </a:lnTo>
                  <a:lnTo>
                    <a:pt x="71605" y="1651821"/>
                  </a:lnTo>
                  <a:lnTo>
                    <a:pt x="100650" y="1684794"/>
                  </a:lnTo>
                  <a:lnTo>
                    <a:pt x="133645" y="1713816"/>
                  </a:lnTo>
                  <a:lnTo>
                    <a:pt x="170180" y="1738480"/>
                  </a:lnTo>
                  <a:lnTo>
                    <a:pt x="209845" y="1758375"/>
                  </a:lnTo>
                  <a:lnTo>
                    <a:pt x="252229" y="1773092"/>
                  </a:lnTo>
                  <a:lnTo>
                    <a:pt x="296923" y="1782222"/>
                  </a:lnTo>
                  <a:lnTo>
                    <a:pt x="343516" y="1785356"/>
                  </a:lnTo>
                  <a:lnTo>
                    <a:pt x="390140" y="1782222"/>
                  </a:lnTo>
                  <a:lnTo>
                    <a:pt x="434855" y="1773092"/>
                  </a:lnTo>
                  <a:lnTo>
                    <a:pt x="477251" y="1758375"/>
                  </a:lnTo>
                  <a:lnTo>
                    <a:pt x="516919" y="1738480"/>
                  </a:lnTo>
                  <a:lnTo>
                    <a:pt x="553451" y="1713816"/>
                  </a:lnTo>
                  <a:lnTo>
                    <a:pt x="586439" y="1684794"/>
                  </a:lnTo>
                  <a:lnTo>
                    <a:pt x="615473" y="1651821"/>
                  </a:lnTo>
                  <a:lnTo>
                    <a:pt x="640144" y="1615306"/>
                  </a:lnTo>
                  <a:lnTo>
                    <a:pt x="660044" y="1575660"/>
                  </a:lnTo>
                  <a:lnTo>
                    <a:pt x="674765" y="1533291"/>
                  </a:lnTo>
                  <a:lnTo>
                    <a:pt x="683897" y="1488609"/>
                  </a:lnTo>
                  <a:lnTo>
                    <a:pt x="687032" y="1442022"/>
                  </a:lnTo>
                  <a:close/>
                </a:path>
              </a:pathLst>
            </a:custGeom>
            <a:ln w="2289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91013" y="2703163"/>
              <a:ext cx="1144905" cy="1334770"/>
            </a:xfrm>
            <a:custGeom>
              <a:avLst/>
              <a:gdLst/>
              <a:ahLst/>
              <a:cxnLst/>
              <a:rect l="l" t="t" r="r" b="b"/>
              <a:pathLst>
                <a:path w="1144904" h="1334770">
                  <a:moveTo>
                    <a:pt x="1135099" y="1334733"/>
                  </a:moveTo>
                  <a:lnTo>
                    <a:pt x="0" y="0"/>
                  </a:lnTo>
                  <a:lnTo>
                    <a:pt x="1144717" y="330211"/>
                  </a:lnTo>
                </a:path>
              </a:pathLst>
            </a:custGeom>
            <a:ln w="11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91013" y="2703163"/>
              <a:ext cx="1144905" cy="2184400"/>
            </a:xfrm>
            <a:custGeom>
              <a:avLst/>
              <a:gdLst/>
              <a:ahLst/>
              <a:cxnLst/>
              <a:rect l="l" t="t" r="r" b="b"/>
              <a:pathLst>
                <a:path w="1144904" h="2184400">
                  <a:moveTo>
                    <a:pt x="0" y="0"/>
                  </a:moveTo>
                  <a:lnTo>
                    <a:pt x="1144717" y="2184235"/>
                  </a:lnTo>
                </a:path>
              </a:pathLst>
            </a:custGeom>
            <a:ln w="114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90662" y="3033375"/>
              <a:ext cx="1145540" cy="1004569"/>
            </a:xfrm>
            <a:custGeom>
              <a:avLst/>
              <a:gdLst/>
              <a:ahLst/>
              <a:cxnLst/>
              <a:rect l="l" t="t" r="r" b="b"/>
              <a:pathLst>
                <a:path w="1145539" h="1004570">
                  <a:moveTo>
                    <a:pt x="1135450" y="1004521"/>
                  </a:moveTo>
                  <a:lnTo>
                    <a:pt x="0" y="633262"/>
                  </a:lnTo>
                  <a:lnTo>
                    <a:pt x="1145068" y="0"/>
                  </a:lnTo>
                </a:path>
              </a:pathLst>
            </a:custGeom>
            <a:ln w="114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90662" y="3666637"/>
              <a:ext cx="1145540" cy="1221105"/>
            </a:xfrm>
            <a:custGeom>
              <a:avLst/>
              <a:gdLst/>
              <a:ahLst/>
              <a:cxnLst/>
              <a:rect l="l" t="t" r="r" b="b"/>
              <a:pathLst>
                <a:path w="1145539" h="1221104">
                  <a:moveTo>
                    <a:pt x="0" y="0"/>
                  </a:moveTo>
                  <a:lnTo>
                    <a:pt x="1145221" y="1220761"/>
                  </a:lnTo>
                </a:path>
              </a:pathLst>
            </a:custGeom>
            <a:ln w="11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89151" y="3033375"/>
              <a:ext cx="1146810" cy="1603375"/>
            </a:xfrm>
            <a:custGeom>
              <a:avLst/>
              <a:gdLst/>
              <a:ahLst/>
              <a:cxnLst/>
              <a:rect l="l" t="t" r="r" b="b"/>
              <a:pathLst>
                <a:path w="1146810" h="1603375">
                  <a:moveTo>
                    <a:pt x="1136961" y="1004521"/>
                  </a:moveTo>
                  <a:lnTo>
                    <a:pt x="0" y="1602992"/>
                  </a:lnTo>
                  <a:lnTo>
                    <a:pt x="1146732" y="0"/>
                  </a:lnTo>
                </a:path>
              </a:pathLst>
            </a:custGeom>
            <a:ln w="11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89151" y="4636367"/>
              <a:ext cx="1146810" cy="251460"/>
            </a:xfrm>
            <a:custGeom>
              <a:avLst/>
              <a:gdLst/>
              <a:ahLst/>
              <a:cxnLst/>
              <a:rect l="l" t="t" r="r" b="b"/>
              <a:pathLst>
                <a:path w="1146810" h="251460">
                  <a:moveTo>
                    <a:pt x="0" y="0"/>
                  </a:moveTo>
                  <a:lnTo>
                    <a:pt x="1146580" y="251031"/>
                  </a:lnTo>
                </a:path>
              </a:pathLst>
            </a:custGeom>
            <a:ln w="11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8036" y="3033375"/>
              <a:ext cx="1177925" cy="2360930"/>
            </a:xfrm>
            <a:custGeom>
              <a:avLst/>
              <a:gdLst/>
              <a:ahLst/>
              <a:cxnLst/>
              <a:rect l="l" t="t" r="r" b="b"/>
              <a:pathLst>
                <a:path w="1177925" h="2360929">
                  <a:moveTo>
                    <a:pt x="1168076" y="1004521"/>
                  </a:moveTo>
                  <a:lnTo>
                    <a:pt x="0" y="2360389"/>
                  </a:lnTo>
                  <a:lnTo>
                    <a:pt x="1177695" y="0"/>
                  </a:lnTo>
                </a:path>
              </a:pathLst>
            </a:custGeom>
            <a:ln w="114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58036" y="4887399"/>
              <a:ext cx="1177925" cy="506730"/>
            </a:xfrm>
            <a:custGeom>
              <a:avLst/>
              <a:gdLst/>
              <a:ahLst/>
              <a:cxnLst/>
              <a:rect l="l" t="t" r="r" b="b"/>
              <a:pathLst>
                <a:path w="1177925" h="506729">
                  <a:moveTo>
                    <a:pt x="0" y="506365"/>
                  </a:moveTo>
                  <a:lnTo>
                    <a:pt x="1177695" y="0"/>
                  </a:lnTo>
                </a:path>
              </a:pathLst>
            </a:custGeom>
            <a:ln w="11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82934" y="3461094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39">
                  <a:moveTo>
                    <a:pt x="0" y="0"/>
                  </a:moveTo>
                  <a:lnTo>
                    <a:pt x="357714" y="0"/>
                  </a:lnTo>
                </a:path>
              </a:pathLst>
            </a:custGeom>
            <a:ln w="11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28130" y="3411196"/>
              <a:ext cx="149860" cy="100330"/>
            </a:xfrm>
            <a:custGeom>
              <a:avLst/>
              <a:gdLst/>
              <a:ahLst/>
              <a:cxnLst/>
              <a:rect l="l" t="t" r="r" b="b"/>
              <a:pathLst>
                <a:path w="149860" h="100329">
                  <a:moveTo>
                    <a:pt x="0" y="0"/>
                  </a:moveTo>
                  <a:lnTo>
                    <a:pt x="0" y="99796"/>
                  </a:lnTo>
                  <a:lnTo>
                    <a:pt x="149773" y="498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82782" y="4556622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39">
                  <a:moveTo>
                    <a:pt x="0" y="0"/>
                  </a:moveTo>
                  <a:lnTo>
                    <a:pt x="357714" y="0"/>
                  </a:lnTo>
                </a:path>
              </a:pathLst>
            </a:custGeom>
            <a:ln w="11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27977" y="4506724"/>
              <a:ext cx="149860" cy="100330"/>
            </a:xfrm>
            <a:custGeom>
              <a:avLst/>
              <a:gdLst/>
              <a:ahLst/>
              <a:cxnLst/>
              <a:rect l="l" t="t" r="r" b="b"/>
              <a:pathLst>
                <a:path w="149860" h="100329">
                  <a:moveTo>
                    <a:pt x="0" y="0"/>
                  </a:moveTo>
                  <a:lnTo>
                    <a:pt x="0" y="99796"/>
                  </a:lnTo>
                  <a:lnTo>
                    <a:pt x="149773" y="498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08870" y="3074117"/>
              <a:ext cx="713105" cy="269240"/>
            </a:xfrm>
            <a:custGeom>
              <a:avLst/>
              <a:gdLst/>
              <a:ahLst/>
              <a:cxnLst/>
              <a:rect l="l" t="t" r="r" b="b"/>
              <a:pathLst>
                <a:path w="713104" h="269239">
                  <a:moveTo>
                    <a:pt x="0" y="0"/>
                  </a:moveTo>
                  <a:lnTo>
                    <a:pt x="712681" y="269174"/>
                  </a:lnTo>
                </a:path>
              </a:pathLst>
            </a:custGeom>
            <a:ln w="11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08870" y="3074117"/>
              <a:ext cx="714375" cy="1363980"/>
            </a:xfrm>
            <a:custGeom>
              <a:avLst/>
              <a:gdLst/>
              <a:ahLst/>
              <a:cxnLst/>
              <a:rect l="l" t="t" r="r" b="b"/>
              <a:pathLst>
                <a:path w="714375" h="1363979">
                  <a:moveTo>
                    <a:pt x="0" y="0"/>
                  </a:moveTo>
                  <a:lnTo>
                    <a:pt x="714360" y="1363634"/>
                  </a:lnTo>
                </a:path>
              </a:pathLst>
            </a:custGeom>
            <a:ln w="114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98030" y="3343292"/>
              <a:ext cx="725805" cy="1553845"/>
            </a:xfrm>
            <a:custGeom>
              <a:avLst/>
              <a:gdLst/>
              <a:ahLst/>
              <a:cxnLst/>
              <a:rect l="l" t="t" r="r" b="b"/>
              <a:pathLst>
                <a:path w="725804" h="1553845">
                  <a:moveTo>
                    <a:pt x="725200" y="1094460"/>
                  </a:moveTo>
                  <a:lnTo>
                    <a:pt x="10992" y="747554"/>
                  </a:lnTo>
                  <a:lnTo>
                    <a:pt x="723521" y="0"/>
                  </a:lnTo>
                </a:path>
                <a:path w="725804" h="1553845">
                  <a:moveTo>
                    <a:pt x="725200" y="1094460"/>
                  </a:moveTo>
                  <a:lnTo>
                    <a:pt x="0" y="1553582"/>
                  </a:lnTo>
                  <a:lnTo>
                    <a:pt x="723521" y="0"/>
                  </a:lnTo>
                </a:path>
              </a:pathLst>
            </a:custGeom>
            <a:ln w="114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185416" y="2467102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93670" y="5358485"/>
            <a:ext cx="309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93670" y="4422775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93670" y="3420617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89196" y="4790059"/>
            <a:ext cx="346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𝟑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89196" y="3886327"/>
            <a:ext cx="346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82211" y="2836291"/>
            <a:ext cx="3460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74894" y="4338065"/>
            <a:ext cx="3416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𝒃</a:t>
            </a:r>
            <a:r>
              <a:rPr sz="2175" spc="-37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79720" y="3265170"/>
            <a:ext cx="3416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𝒃</a:t>
            </a:r>
            <a:r>
              <a:rPr sz="2175" spc="-37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641083" y="3662045"/>
            <a:ext cx="638175" cy="701675"/>
          </a:xfrm>
          <a:custGeom>
            <a:avLst/>
            <a:gdLst/>
            <a:ahLst/>
            <a:cxnLst/>
            <a:rect l="l" t="t" r="r" b="b"/>
            <a:pathLst>
              <a:path w="638175" h="701675">
                <a:moveTo>
                  <a:pt x="513080" y="0"/>
                </a:moveTo>
                <a:lnTo>
                  <a:pt x="503047" y="11556"/>
                </a:lnTo>
                <a:lnTo>
                  <a:pt x="524021" y="34674"/>
                </a:lnTo>
                <a:lnTo>
                  <a:pt x="543115" y="63436"/>
                </a:lnTo>
                <a:lnTo>
                  <a:pt x="560304" y="97817"/>
                </a:lnTo>
                <a:lnTo>
                  <a:pt x="575564" y="137794"/>
                </a:lnTo>
                <a:lnTo>
                  <a:pt x="588065" y="183253"/>
                </a:lnTo>
                <a:lnTo>
                  <a:pt x="596995" y="233902"/>
                </a:lnTo>
                <a:lnTo>
                  <a:pt x="602353" y="289742"/>
                </a:lnTo>
                <a:lnTo>
                  <a:pt x="604139" y="350773"/>
                </a:lnTo>
                <a:lnTo>
                  <a:pt x="602353" y="411803"/>
                </a:lnTo>
                <a:lnTo>
                  <a:pt x="596995" y="467629"/>
                </a:lnTo>
                <a:lnTo>
                  <a:pt x="588065" y="518241"/>
                </a:lnTo>
                <a:lnTo>
                  <a:pt x="575564" y="563625"/>
                </a:lnTo>
                <a:lnTo>
                  <a:pt x="560304" y="603656"/>
                </a:lnTo>
                <a:lnTo>
                  <a:pt x="543115" y="638032"/>
                </a:lnTo>
                <a:lnTo>
                  <a:pt x="503047" y="689863"/>
                </a:lnTo>
                <a:lnTo>
                  <a:pt x="513080" y="701547"/>
                </a:lnTo>
                <a:lnTo>
                  <a:pt x="560006" y="649843"/>
                </a:lnTo>
                <a:lnTo>
                  <a:pt x="581052" y="614662"/>
                </a:lnTo>
                <a:lnTo>
                  <a:pt x="600456" y="573277"/>
                </a:lnTo>
                <a:lnTo>
                  <a:pt x="613897" y="535895"/>
                </a:lnTo>
                <a:lnTo>
                  <a:pt x="624352" y="494922"/>
                </a:lnTo>
                <a:lnTo>
                  <a:pt x="631819" y="450364"/>
                </a:lnTo>
                <a:lnTo>
                  <a:pt x="636300" y="402228"/>
                </a:lnTo>
                <a:lnTo>
                  <a:pt x="637794" y="350519"/>
                </a:lnTo>
                <a:lnTo>
                  <a:pt x="635460" y="286627"/>
                </a:lnTo>
                <a:lnTo>
                  <a:pt x="628459" y="228282"/>
                </a:lnTo>
                <a:lnTo>
                  <a:pt x="616791" y="175462"/>
                </a:lnTo>
                <a:lnTo>
                  <a:pt x="600456" y="128142"/>
                </a:lnTo>
                <a:lnTo>
                  <a:pt x="581052" y="86778"/>
                </a:lnTo>
                <a:lnTo>
                  <a:pt x="560006" y="51641"/>
                </a:lnTo>
                <a:lnTo>
                  <a:pt x="537340" y="22719"/>
                </a:lnTo>
                <a:lnTo>
                  <a:pt x="513080" y="0"/>
                </a:lnTo>
                <a:close/>
              </a:path>
              <a:path w="638175" h="701675">
                <a:moveTo>
                  <a:pt x="124714" y="0"/>
                </a:moveTo>
                <a:lnTo>
                  <a:pt x="77835" y="51641"/>
                </a:lnTo>
                <a:lnTo>
                  <a:pt x="56794" y="86778"/>
                </a:lnTo>
                <a:lnTo>
                  <a:pt x="37338" y="128142"/>
                </a:lnTo>
                <a:lnTo>
                  <a:pt x="21002" y="175462"/>
                </a:lnTo>
                <a:lnTo>
                  <a:pt x="9334" y="228282"/>
                </a:lnTo>
                <a:lnTo>
                  <a:pt x="2333" y="286627"/>
                </a:lnTo>
                <a:lnTo>
                  <a:pt x="0" y="350519"/>
                </a:lnTo>
                <a:lnTo>
                  <a:pt x="1493" y="402228"/>
                </a:lnTo>
                <a:lnTo>
                  <a:pt x="5974" y="450364"/>
                </a:lnTo>
                <a:lnTo>
                  <a:pt x="13441" y="494922"/>
                </a:lnTo>
                <a:lnTo>
                  <a:pt x="23896" y="535895"/>
                </a:lnTo>
                <a:lnTo>
                  <a:pt x="37338" y="573277"/>
                </a:lnTo>
                <a:lnTo>
                  <a:pt x="56794" y="614662"/>
                </a:lnTo>
                <a:lnTo>
                  <a:pt x="77835" y="649843"/>
                </a:lnTo>
                <a:lnTo>
                  <a:pt x="124714" y="701547"/>
                </a:lnTo>
                <a:lnTo>
                  <a:pt x="134747" y="689863"/>
                </a:lnTo>
                <a:lnTo>
                  <a:pt x="113792" y="666763"/>
                </a:lnTo>
                <a:lnTo>
                  <a:pt x="94742" y="638032"/>
                </a:lnTo>
                <a:lnTo>
                  <a:pt x="77597" y="603656"/>
                </a:lnTo>
                <a:lnTo>
                  <a:pt x="62357" y="563625"/>
                </a:lnTo>
                <a:lnTo>
                  <a:pt x="49782" y="518241"/>
                </a:lnTo>
                <a:lnTo>
                  <a:pt x="40814" y="467629"/>
                </a:lnTo>
                <a:lnTo>
                  <a:pt x="35442" y="411803"/>
                </a:lnTo>
                <a:lnTo>
                  <a:pt x="33655" y="350773"/>
                </a:lnTo>
                <a:lnTo>
                  <a:pt x="35442" y="289742"/>
                </a:lnTo>
                <a:lnTo>
                  <a:pt x="40814" y="233902"/>
                </a:lnTo>
                <a:lnTo>
                  <a:pt x="49782" y="183253"/>
                </a:lnTo>
                <a:lnTo>
                  <a:pt x="62357" y="137794"/>
                </a:lnTo>
                <a:lnTo>
                  <a:pt x="77597" y="97817"/>
                </a:lnTo>
                <a:lnTo>
                  <a:pt x="94742" y="63436"/>
                </a:lnTo>
                <a:lnTo>
                  <a:pt x="134747" y="11556"/>
                </a:lnTo>
                <a:lnTo>
                  <a:pt x="1247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749795" y="3517138"/>
            <a:ext cx="407670" cy="884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mbria Math"/>
                <a:cs typeface="Cambria Math"/>
              </a:rPr>
              <a:t>𝑏</a:t>
            </a:r>
            <a:r>
              <a:rPr sz="3075" spc="-37" baseline="-16260" dirty="0"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sz="2800" spc="-25" dirty="0">
                <a:latin typeface="Cambria Math"/>
                <a:cs typeface="Cambria Math"/>
              </a:rPr>
              <a:t>𝑏</a:t>
            </a:r>
            <a:r>
              <a:rPr sz="3075" spc="-37" baseline="-16260" dirty="0">
                <a:latin typeface="Cambria Math"/>
                <a:cs typeface="Cambria Math"/>
              </a:rPr>
              <a:t>2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2200" y="254507"/>
            <a:ext cx="5529580" cy="902335"/>
            <a:chOff x="2362200" y="254507"/>
            <a:chExt cx="552958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2200" y="254507"/>
              <a:ext cx="1776983" cy="9022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2736" y="254507"/>
              <a:ext cx="4288535" cy="9022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8350">
              <a:lnSpc>
                <a:spcPct val="100000"/>
              </a:lnSpc>
              <a:spcBef>
                <a:spcPts val="105"/>
              </a:spcBef>
            </a:pP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Deep</a:t>
            </a:r>
            <a:r>
              <a:rPr spc="-145" dirty="0"/>
              <a:t> </a:t>
            </a:r>
            <a:r>
              <a:rPr dirty="0"/>
              <a:t>Auto</a:t>
            </a:r>
            <a:r>
              <a:rPr spc="-25" dirty="0"/>
              <a:t> </a:t>
            </a:r>
            <a:r>
              <a:rPr spc="-10" dirty="0"/>
              <a:t>Encoder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16512" y="2359610"/>
            <a:ext cx="4381500" cy="3608704"/>
            <a:chOff x="3816512" y="2359610"/>
            <a:chExt cx="4381500" cy="3608704"/>
          </a:xfrm>
        </p:grpSpPr>
        <p:sp>
          <p:nvSpPr>
            <p:cNvPr id="8" name="object 8"/>
            <p:cNvSpPr/>
            <p:nvPr/>
          </p:nvSpPr>
          <p:spPr>
            <a:xfrm>
              <a:off x="3827957" y="2371055"/>
              <a:ext cx="687070" cy="3585845"/>
            </a:xfrm>
            <a:custGeom>
              <a:avLst/>
              <a:gdLst/>
              <a:ahLst/>
              <a:cxnLst/>
              <a:rect l="l" t="t" r="r" b="b"/>
              <a:pathLst>
                <a:path w="687070" h="3585845">
                  <a:moveTo>
                    <a:pt x="687032" y="343188"/>
                  </a:moveTo>
                  <a:lnTo>
                    <a:pt x="683896" y="296608"/>
                  </a:lnTo>
                  <a:lnTo>
                    <a:pt x="674761" y="251936"/>
                  </a:lnTo>
                  <a:lnTo>
                    <a:pt x="660036" y="209580"/>
                  </a:lnTo>
                  <a:lnTo>
                    <a:pt x="640130" y="169950"/>
                  </a:lnTo>
                  <a:lnTo>
                    <a:pt x="615454" y="133452"/>
                  </a:lnTo>
                  <a:lnTo>
                    <a:pt x="586416" y="100496"/>
                  </a:lnTo>
                  <a:lnTo>
                    <a:pt x="553425" y="71490"/>
                  </a:lnTo>
                  <a:lnTo>
                    <a:pt x="516892" y="46843"/>
                  </a:lnTo>
                  <a:lnTo>
                    <a:pt x="477225" y="26961"/>
                  </a:lnTo>
                  <a:lnTo>
                    <a:pt x="434834" y="12255"/>
                  </a:lnTo>
                  <a:lnTo>
                    <a:pt x="390127" y="3131"/>
                  </a:lnTo>
                  <a:lnTo>
                    <a:pt x="343516" y="0"/>
                  </a:lnTo>
                  <a:lnTo>
                    <a:pt x="296904" y="3131"/>
                  </a:lnTo>
                  <a:lnTo>
                    <a:pt x="252198" y="12255"/>
                  </a:lnTo>
                  <a:lnTo>
                    <a:pt x="209806" y="26961"/>
                  </a:lnTo>
                  <a:lnTo>
                    <a:pt x="170139" y="46843"/>
                  </a:lnTo>
                  <a:lnTo>
                    <a:pt x="133606" y="71490"/>
                  </a:lnTo>
                  <a:lnTo>
                    <a:pt x="100615" y="100496"/>
                  </a:lnTo>
                  <a:lnTo>
                    <a:pt x="71577" y="133452"/>
                  </a:lnTo>
                  <a:lnTo>
                    <a:pt x="46901" y="169950"/>
                  </a:lnTo>
                  <a:lnTo>
                    <a:pt x="26996" y="209580"/>
                  </a:lnTo>
                  <a:lnTo>
                    <a:pt x="12271" y="251936"/>
                  </a:lnTo>
                  <a:lnTo>
                    <a:pt x="3136" y="296608"/>
                  </a:lnTo>
                  <a:lnTo>
                    <a:pt x="0" y="343188"/>
                  </a:lnTo>
                  <a:lnTo>
                    <a:pt x="3136" y="389768"/>
                  </a:lnTo>
                  <a:lnTo>
                    <a:pt x="12271" y="434440"/>
                  </a:lnTo>
                  <a:lnTo>
                    <a:pt x="26996" y="476795"/>
                  </a:lnTo>
                  <a:lnTo>
                    <a:pt x="46901" y="516426"/>
                  </a:lnTo>
                  <a:lnTo>
                    <a:pt x="71577" y="552923"/>
                  </a:lnTo>
                  <a:lnTo>
                    <a:pt x="100615" y="585879"/>
                  </a:lnTo>
                  <a:lnTo>
                    <a:pt x="133606" y="614885"/>
                  </a:lnTo>
                  <a:lnTo>
                    <a:pt x="170139" y="639533"/>
                  </a:lnTo>
                  <a:lnTo>
                    <a:pt x="209806" y="659414"/>
                  </a:lnTo>
                  <a:lnTo>
                    <a:pt x="252198" y="674121"/>
                  </a:lnTo>
                  <a:lnTo>
                    <a:pt x="296904" y="683244"/>
                  </a:lnTo>
                  <a:lnTo>
                    <a:pt x="343516" y="686376"/>
                  </a:lnTo>
                  <a:lnTo>
                    <a:pt x="390127" y="683244"/>
                  </a:lnTo>
                  <a:lnTo>
                    <a:pt x="434834" y="674121"/>
                  </a:lnTo>
                  <a:lnTo>
                    <a:pt x="477225" y="659414"/>
                  </a:lnTo>
                  <a:lnTo>
                    <a:pt x="516892" y="639533"/>
                  </a:lnTo>
                  <a:lnTo>
                    <a:pt x="553425" y="614885"/>
                  </a:lnTo>
                  <a:lnTo>
                    <a:pt x="586416" y="585879"/>
                  </a:lnTo>
                  <a:lnTo>
                    <a:pt x="615454" y="552923"/>
                  </a:lnTo>
                  <a:lnTo>
                    <a:pt x="640130" y="516426"/>
                  </a:lnTo>
                  <a:lnTo>
                    <a:pt x="660036" y="476795"/>
                  </a:lnTo>
                  <a:lnTo>
                    <a:pt x="674761" y="434440"/>
                  </a:lnTo>
                  <a:lnTo>
                    <a:pt x="683896" y="389768"/>
                  </a:lnTo>
                  <a:lnTo>
                    <a:pt x="687032" y="343188"/>
                  </a:lnTo>
                  <a:close/>
                </a:path>
                <a:path w="687070" h="3585845">
                  <a:moveTo>
                    <a:pt x="687032" y="1304115"/>
                  </a:moveTo>
                  <a:lnTo>
                    <a:pt x="683896" y="1257535"/>
                  </a:lnTo>
                  <a:lnTo>
                    <a:pt x="674761" y="1212863"/>
                  </a:lnTo>
                  <a:lnTo>
                    <a:pt x="660036" y="1170508"/>
                  </a:lnTo>
                  <a:lnTo>
                    <a:pt x="640130" y="1130877"/>
                  </a:lnTo>
                  <a:lnTo>
                    <a:pt x="615454" y="1094380"/>
                  </a:lnTo>
                  <a:lnTo>
                    <a:pt x="586416" y="1061424"/>
                  </a:lnTo>
                  <a:lnTo>
                    <a:pt x="553425" y="1032418"/>
                  </a:lnTo>
                  <a:lnTo>
                    <a:pt x="516892" y="1007770"/>
                  </a:lnTo>
                  <a:lnTo>
                    <a:pt x="477225" y="987888"/>
                  </a:lnTo>
                  <a:lnTo>
                    <a:pt x="434834" y="973182"/>
                  </a:lnTo>
                  <a:lnTo>
                    <a:pt x="390127" y="964059"/>
                  </a:lnTo>
                  <a:lnTo>
                    <a:pt x="343516" y="960927"/>
                  </a:lnTo>
                  <a:lnTo>
                    <a:pt x="296904" y="964059"/>
                  </a:lnTo>
                  <a:lnTo>
                    <a:pt x="252198" y="973182"/>
                  </a:lnTo>
                  <a:lnTo>
                    <a:pt x="209806" y="987888"/>
                  </a:lnTo>
                  <a:lnTo>
                    <a:pt x="170139" y="1007770"/>
                  </a:lnTo>
                  <a:lnTo>
                    <a:pt x="133606" y="1032418"/>
                  </a:lnTo>
                  <a:lnTo>
                    <a:pt x="100615" y="1061424"/>
                  </a:lnTo>
                  <a:lnTo>
                    <a:pt x="71577" y="1094380"/>
                  </a:lnTo>
                  <a:lnTo>
                    <a:pt x="46901" y="1130877"/>
                  </a:lnTo>
                  <a:lnTo>
                    <a:pt x="26996" y="1170508"/>
                  </a:lnTo>
                  <a:lnTo>
                    <a:pt x="12271" y="1212863"/>
                  </a:lnTo>
                  <a:lnTo>
                    <a:pt x="3136" y="1257535"/>
                  </a:lnTo>
                  <a:lnTo>
                    <a:pt x="0" y="1304115"/>
                  </a:lnTo>
                  <a:lnTo>
                    <a:pt x="3136" y="1350695"/>
                  </a:lnTo>
                  <a:lnTo>
                    <a:pt x="12271" y="1395367"/>
                  </a:lnTo>
                  <a:lnTo>
                    <a:pt x="26996" y="1437722"/>
                  </a:lnTo>
                  <a:lnTo>
                    <a:pt x="46901" y="1477353"/>
                  </a:lnTo>
                  <a:lnTo>
                    <a:pt x="71577" y="1513850"/>
                  </a:lnTo>
                  <a:lnTo>
                    <a:pt x="100615" y="1546806"/>
                  </a:lnTo>
                  <a:lnTo>
                    <a:pt x="133606" y="1575812"/>
                  </a:lnTo>
                  <a:lnTo>
                    <a:pt x="170139" y="1600460"/>
                  </a:lnTo>
                  <a:lnTo>
                    <a:pt x="209806" y="1620342"/>
                  </a:lnTo>
                  <a:lnTo>
                    <a:pt x="252198" y="1635048"/>
                  </a:lnTo>
                  <a:lnTo>
                    <a:pt x="296904" y="1644171"/>
                  </a:lnTo>
                  <a:lnTo>
                    <a:pt x="343516" y="1647303"/>
                  </a:lnTo>
                  <a:lnTo>
                    <a:pt x="390128" y="1644171"/>
                  </a:lnTo>
                  <a:lnTo>
                    <a:pt x="434834" y="1635048"/>
                  </a:lnTo>
                  <a:lnTo>
                    <a:pt x="477225" y="1620342"/>
                  </a:lnTo>
                  <a:lnTo>
                    <a:pt x="516892" y="1600460"/>
                  </a:lnTo>
                  <a:lnTo>
                    <a:pt x="553426" y="1575812"/>
                  </a:lnTo>
                  <a:lnTo>
                    <a:pt x="586416" y="1546806"/>
                  </a:lnTo>
                  <a:lnTo>
                    <a:pt x="615454" y="1513851"/>
                  </a:lnTo>
                  <a:lnTo>
                    <a:pt x="640130" y="1477353"/>
                  </a:lnTo>
                  <a:lnTo>
                    <a:pt x="660036" y="1437723"/>
                  </a:lnTo>
                  <a:lnTo>
                    <a:pt x="674761" y="1395367"/>
                  </a:lnTo>
                  <a:lnTo>
                    <a:pt x="683896" y="1350695"/>
                  </a:lnTo>
                  <a:lnTo>
                    <a:pt x="687032" y="1304115"/>
                  </a:lnTo>
                  <a:close/>
                </a:path>
                <a:path w="687070" h="3585845">
                  <a:moveTo>
                    <a:pt x="687032" y="2333695"/>
                  </a:moveTo>
                  <a:lnTo>
                    <a:pt x="683896" y="2287128"/>
                  </a:lnTo>
                  <a:lnTo>
                    <a:pt x="674761" y="2242463"/>
                  </a:lnTo>
                  <a:lnTo>
                    <a:pt x="660036" y="2200111"/>
                  </a:lnTo>
                  <a:lnTo>
                    <a:pt x="640130" y="2160480"/>
                  </a:lnTo>
                  <a:lnTo>
                    <a:pt x="615454" y="2123980"/>
                  </a:lnTo>
                  <a:lnTo>
                    <a:pt x="586416" y="2091019"/>
                  </a:lnTo>
                  <a:lnTo>
                    <a:pt x="553426" y="2062007"/>
                  </a:lnTo>
                  <a:lnTo>
                    <a:pt x="516892" y="2037352"/>
                  </a:lnTo>
                  <a:lnTo>
                    <a:pt x="477225" y="2017464"/>
                  </a:lnTo>
                  <a:lnTo>
                    <a:pt x="434834" y="2002752"/>
                  </a:lnTo>
                  <a:lnTo>
                    <a:pt x="390128" y="1993625"/>
                  </a:lnTo>
                  <a:lnTo>
                    <a:pt x="343516" y="1990492"/>
                  </a:lnTo>
                  <a:lnTo>
                    <a:pt x="296904" y="1993625"/>
                  </a:lnTo>
                  <a:lnTo>
                    <a:pt x="252198" y="2002752"/>
                  </a:lnTo>
                  <a:lnTo>
                    <a:pt x="209806" y="2017464"/>
                  </a:lnTo>
                  <a:lnTo>
                    <a:pt x="170139" y="2037352"/>
                  </a:lnTo>
                  <a:lnTo>
                    <a:pt x="133606" y="2062007"/>
                  </a:lnTo>
                  <a:lnTo>
                    <a:pt x="100616" y="2091019"/>
                  </a:lnTo>
                  <a:lnTo>
                    <a:pt x="71577" y="2123980"/>
                  </a:lnTo>
                  <a:lnTo>
                    <a:pt x="46901" y="2160480"/>
                  </a:lnTo>
                  <a:lnTo>
                    <a:pt x="26996" y="2200111"/>
                  </a:lnTo>
                  <a:lnTo>
                    <a:pt x="12271" y="2242463"/>
                  </a:lnTo>
                  <a:lnTo>
                    <a:pt x="3136" y="2287128"/>
                  </a:lnTo>
                  <a:lnTo>
                    <a:pt x="0" y="2333695"/>
                  </a:lnTo>
                  <a:lnTo>
                    <a:pt x="3136" y="2380262"/>
                  </a:lnTo>
                  <a:lnTo>
                    <a:pt x="12271" y="2424926"/>
                  </a:lnTo>
                  <a:lnTo>
                    <a:pt x="26996" y="2467277"/>
                  </a:lnTo>
                  <a:lnTo>
                    <a:pt x="46901" y="2506906"/>
                  </a:lnTo>
                  <a:lnTo>
                    <a:pt x="71577" y="2543405"/>
                  </a:lnTo>
                  <a:lnTo>
                    <a:pt x="100616" y="2576364"/>
                  </a:lnTo>
                  <a:lnTo>
                    <a:pt x="133606" y="2605374"/>
                  </a:lnTo>
                  <a:lnTo>
                    <a:pt x="170139" y="2630027"/>
                  </a:lnTo>
                  <a:lnTo>
                    <a:pt x="209806" y="2649913"/>
                  </a:lnTo>
                  <a:lnTo>
                    <a:pt x="252198" y="2664624"/>
                  </a:lnTo>
                  <a:lnTo>
                    <a:pt x="296904" y="2673750"/>
                  </a:lnTo>
                  <a:lnTo>
                    <a:pt x="343516" y="2676883"/>
                  </a:lnTo>
                  <a:lnTo>
                    <a:pt x="390128" y="2673750"/>
                  </a:lnTo>
                  <a:lnTo>
                    <a:pt x="434834" y="2664624"/>
                  </a:lnTo>
                  <a:lnTo>
                    <a:pt x="477225" y="2649913"/>
                  </a:lnTo>
                  <a:lnTo>
                    <a:pt x="516892" y="2630027"/>
                  </a:lnTo>
                  <a:lnTo>
                    <a:pt x="553426" y="2605374"/>
                  </a:lnTo>
                  <a:lnTo>
                    <a:pt x="586416" y="2576364"/>
                  </a:lnTo>
                  <a:lnTo>
                    <a:pt x="615454" y="2543405"/>
                  </a:lnTo>
                  <a:lnTo>
                    <a:pt x="640130" y="2506906"/>
                  </a:lnTo>
                  <a:lnTo>
                    <a:pt x="660036" y="2467277"/>
                  </a:lnTo>
                  <a:lnTo>
                    <a:pt x="674761" y="2424926"/>
                  </a:lnTo>
                  <a:lnTo>
                    <a:pt x="683896" y="2380263"/>
                  </a:lnTo>
                  <a:lnTo>
                    <a:pt x="687032" y="2333695"/>
                  </a:lnTo>
                  <a:close/>
                </a:path>
                <a:path w="687070" h="3585845">
                  <a:moveTo>
                    <a:pt x="687032" y="3242458"/>
                  </a:moveTo>
                  <a:lnTo>
                    <a:pt x="683896" y="3195891"/>
                  </a:lnTo>
                  <a:lnTo>
                    <a:pt x="674761" y="3151227"/>
                  </a:lnTo>
                  <a:lnTo>
                    <a:pt x="660036" y="3108876"/>
                  </a:lnTo>
                  <a:lnTo>
                    <a:pt x="640131" y="3069247"/>
                  </a:lnTo>
                  <a:lnTo>
                    <a:pt x="615454" y="3032748"/>
                  </a:lnTo>
                  <a:lnTo>
                    <a:pt x="586416" y="2999789"/>
                  </a:lnTo>
                  <a:lnTo>
                    <a:pt x="553426" y="2970779"/>
                  </a:lnTo>
                  <a:lnTo>
                    <a:pt x="516892" y="2946126"/>
                  </a:lnTo>
                  <a:lnTo>
                    <a:pt x="477225" y="2926240"/>
                  </a:lnTo>
                  <a:lnTo>
                    <a:pt x="434834" y="2911529"/>
                  </a:lnTo>
                  <a:lnTo>
                    <a:pt x="390128" y="2902403"/>
                  </a:lnTo>
                  <a:lnTo>
                    <a:pt x="343516" y="2899269"/>
                  </a:lnTo>
                  <a:lnTo>
                    <a:pt x="296904" y="2902403"/>
                  </a:lnTo>
                  <a:lnTo>
                    <a:pt x="252198" y="2911529"/>
                  </a:lnTo>
                  <a:lnTo>
                    <a:pt x="209806" y="2926240"/>
                  </a:lnTo>
                  <a:lnTo>
                    <a:pt x="170139" y="2946126"/>
                  </a:lnTo>
                  <a:lnTo>
                    <a:pt x="133606" y="2970779"/>
                  </a:lnTo>
                  <a:lnTo>
                    <a:pt x="100616" y="2999789"/>
                  </a:lnTo>
                  <a:lnTo>
                    <a:pt x="71578" y="3032748"/>
                  </a:lnTo>
                  <a:lnTo>
                    <a:pt x="46901" y="3069247"/>
                  </a:lnTo>
                  <a:lnTo>
                    <a:pt x="26996" y="3108876"/>
                  </a:lnTo>
                  <a:lnTo>
                    <a:pt x="12271" y="3151227"/>
                  </a:lnTo>
                  <a:lnTo>
                    <a:pt x="3136" y="3195890"/>
                  </a:lnTo>
                  <a:lnTo>
                    <a:pt x="0" y="3242458"/>
                  </a:lnTo>
                  <a:lnTo>
                    <a:pt x="3136" y="3289025"/>
                  </a:lnTo>
                  <a:lnTo>
                    <a:pt x="12271" y="3333689"/>
                  </a:lnTo>
                  <a:lnTo>
                    <a:pt x="26996" y="3376040"/>
                  </a:lnTo>
                  <a:lnTo>
                    <a:pt x="46901" y="3415669"/>
                  </a:lnTo>
                  <a:lnTo>
                    <a:pt x="71578" y="3452168"/>
                  </a:lnTo>
                  <a:lnTo>
                    <a:pt x="100616" y="3485127"/>
                  </a:lnTo>
                  <a:lnTo>
                    <a:pt x="133606" y="3514138"/>
                  </a:lnTo>
                  <a:lnTo>
                    <a:pt x="170140" y="3538791"/>
                  </a:lnTo>
                  <a:lnTo>
                    <a:pt x="209807" y="3558677"/>
                  </a:lnTo>
                  <a:lnTo>
                    <a:pt x="252198" y="3573388"/>
                  </a:lnTo>
                  <a:lnTo>
                    <a:pt x="296904" y="3582515"/>
                  </a:lnTo>
                  <a:lnTo>
                    <a:pt x="343516" y="3585648"/>
                  </a:lnTo>
                  <a:lnTo>
                    <a:pt x="390128" y="3582515"/>
                  </a:lnTo>
                  <a:lnTo>
                    <a:pt x="434834" y="3573388"/>
                  </a:lnTo>
                  <a:lnTo>
                    <a:pt x="477225" y="3558677"/>
                  </a:lnTo>
                  <a:lnTo>
                    <a:pt x="516892" y="3538791"/>
                  </a:lnTo>
                  <a:lnTo>
                    <a:pt x="553426" y="3514138"/>
                  </a:lnTo>
                  <a:lnTo>
                    <a:pt x="586416" y="3485127"/>
                  </a:lnTo>
                  <a:lnTo>
                    <a:pt x="615454" y="3452168"/>
                  </a:lnTo>
                  <a:lnTo>
                    <a:pt x="640131" y="3415669"/>
                  </a:lnTo>
                  <a:lnTo>
                    <a:pt x="660036" y="3376040"/>
                  </a:lnTo>
                  <a:lnTo>
                    <a:pt x="674761" y="3333689"/>
                  </a:lnTo>
                  <a:lnTo>
                    <a:pt x="683896" y="3289025"/>
                  </a:lnTo>
                  <a:lnTo>
                    <a:pt x="687032" y="3242458"/>
                  </a:lnTo>
                  <a:close/>
                </a:path>
              </a:pathLst>
            </a:custGeom>
            <a:ln w="2289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41799" y="2782881"/>
              <a:ext cx="687070" cy="2608580"/>
            </a:xfrm>
            <a:custGeom>
              <a:avLst/>
              <a:gdLst/>
              <a:ahLst/>
              <a:cxnLst/>
              <a:rect l="l" t="t" r="r" b="b"/>
              <a:pathLst>
                <a:path w="687070" h="2608579">
                  <a:moveTo>
                    <a:pt x="687032" y="343188"/>
                  </a:moveTo>
                  <a:lnTo>
                    <a:pt x="683894" y="296608"/>
                  </a:lnTo>
                  <a:lnTo>
                    <a:pt x="674754" y="251936"/>
                  </a:lnTo>
                  <a:lnTo>
                    <a:pt x="660023" y="209580"/>
                  </a:lnTo>
                  <a:lnTo>
                    <a:pt x="640110" y="169950"/>
                  </a:lnTo>
                  <a:lnTo>
                    <a:pt x="615426" y="133452"/>
                  </a:lnTo>
                  <a:lnTo>
                    <a:pt x="586381" y="100496"/>
                  </a:lnTo>
                  <a:lnTo>
                    <a:pt x="553386" y="71490"/>
                  </a:lnTo>
                  <a:lnTo>
                    <a:pt x="516851" y="46843"/>
                  </a:lnTo>
                  <a:lnTo>
                    <a:pt x="477186" y="26961"/>
                  </a:lnTo>
                  <a:lnTo>
                    <a:pt x="434802" y="12255"/>
                  </a:lnTo>
                  <a:lnTo>
                    <a:pt x="390108" y="3131"/>
                  </a:lnTo>
                  <a:lnTo>
                    <a:pt x="343516" y="0"/>
                  </a:lnTo>
                  <a:lnTo>
                    <a:pt x="296891" y="3131"/>
                  </a:lnTo>
                  <a:lnTo>
                    <a:pt x="252176" y="12255"/>
                  </a:lnTo>
                  <a:lnTo>
                    <a:pt x="209780" y="26961"/>
                  </a:lnTo>
                  <a:lnTo>
                    <a:pt x="170112" y="46843"/>
                  </a:lnTo>
                  <a:lnTo>
                    <a:pt x="133580" y="71490"/>
                  </a:lnTo>
                  <a:lnTo>
                    <a:pt x="100592" y="100496"/>
                  </a:lnTo>
                  <a:lnTo>
                    <a:pt x="71559" y="133452"/>
                  </a:lnTo>
                  <a:lnTo>
                    <a:pt x="46887" y="169950"/>
                  </a:lnTo>
                  <a:lnTo>
                    <a:pt x="26987" y="209580"/>
                  </a:lnTo>
                  <a:lnTo>
                    <a:pt x="12266" y="251936"/>
                  </a:lnTo>
                  <a:lnTo>
                    <a:pt x="3134" y="296608"/>
                  </a:lnTo>
                  <a:lnTo>
                    <a:pt x="0" y="343188"/>
                  </a:lnTo>
                  <a:lnTo>
                    <a:pt x="3134" y="389768"/>
                  </a:lnTo>
                  <a:lnTo>
                    <a:pt x="12266" y="434440"/>
                  </a:lnTo>
                  <a:lnTo>
                    <a:pt x="26987" y="476795"/>
                  </a:lnTo>
                  <a:lnTo>
                    <a:pt x="46887" y="516426"/>
                  </a:lnTo>
                  <a:lnTo>
                    <a:pt x="71559" y="552923"/>
                  </a:lnTo>
                  <a:lnTo>
                    <a:pt x="100592" y="585879"/>
                  </a:lnTo>
                  <a:lnTo>
                    <a:pt x="133580" y="614885"/>
                  </a:lnTo>
                  <a:lnTo>
                    <a:pt x="170112" y="639533"/>
                  </a:lnTo>
                  <a:lnTo>
                    <a:pt x="209781" y="659414"/>
                  </a:lnTo>
                  <a:lnTo>
                    <a:pt x="252176" y="674121"/>
                  </a:lnTo>
                  <a:lnTo>
                    <a:pt x="296891" y="683244"/>
                  </a:lnTo>
                  <a:lnTo>
                    <a:pt x="343516" y="686376"/>
                  </a:lnTo>
                  <a:lnTo>
                    <a:pt x="390108" y="683244"/>
                  </a:lnTo>
                  <a:lnTo>
                    <a:pt x="434802" y="674121"/>
                  </a:lnTo>
                  <a:lnTo>
                    <a:pt x="477186" y="659414"/>
                  </a:lnTo>
                  <a:lnTo>
                    <a:pt x="516851" y="639533"/>
                  </a:lnTo>
                  <a:lnTo>
                    <a:pt x="553386" y="614885"/>
                  </a:lnTo>
                  <a:lnTo>
                    <a:pt x="586381" y="585879"/>
                  </a:lnTo>
                  <a:lnTo>
                    <a:pt x="615426" y="552923"/>
                  </a:lnTo>
                  <a:lnTo>
                    <a:pt x="640110" y="516426"/>
                  </a:lnTo>
                  <a:lnTo>
                    <a:pt x="660023" y="476795"/>
                  </a:lnTo>
                  <a:lnTo>
                    <a:pt x="674754" y="434440"/>
                  </a:lnTo>
                  <a:lnTo>
                    <a:pt x="683894" y="389768"/>
                  </a:lnTo>
                  <a:lnTo>
                    <a:pt x="687032" y="343188"/>
                  </a:lnTo>
                  <a:close/>
                </a:path>
                <a:path w="687070" h="2608579">
                  <a:moveTo>
                    <a:pt x="687032" y="1372753"/>
                  </a:moveTo>
                  <a:lnTo>
                    <a:pt x="683894" y="1326173"/>
                  </a:lnTo>
                  <a:lnTo>
                    <a:pt x="674754" y="1281501"/>
                  </a:lnTo>
                  <a:lnTo>
                    <a:pt x="660023" y="1239145"/>
                  </a:lnTo>
                  <a:lnTo>
                    <a:pt x="640110" y="1199515"/>
                  </a:lnTo>
                  <a:lnTo>
                    <a:pt x="615426" y="1163017"/>
                  </a:lnTo>
                  <a:lnTo>
                    <a:pt x="586382" y="1130061"/>
                  </a:lnTo>
                  <a:lnTo>
                    <a:pt x="553387" y="1101055"/>
                  </a:lnTo>
                  <a:lnTo>
                    <a:pt x="516851" y="1076407"/>
                  </a:lnTo>
                  <a:lnTo>
                    <a:pt x="477186" y="1056526"/>
                  </a:lnTo>
                  <a:lnTo>
                    <a:pt x="434802" y="1041820"/>
                  </a:lnTo>
                  <a:lnTo>
                    <a:pt x="390108" y="1032696"/>
                  </a:lnTo>
                  <a:lnTo>
                    <a:pt x="343516" y="1029564"/>
                  </a:lnTo>
                  <a:lnTo>
                    <a:pt x="296891" y="1032696"/>
                  </a:lnTo>
                  <a:lnTo>
                    <a:pt x="252176" y="1041820"/>
                  </a:lnTo>
                  <a:lnTo>
                    <a:pt x="209781" y="1056526"/>
                  </a:lnTo>
                  <a:lnTo>
                    <a:pt x="170112" y="1076407"/>
                  </a:lnTo>
                  <a:lnTo>
                    <a:pt x="133580" y="1101055"/>
                  </a:lnTo>
                  <a:lnTo>
                    <a:pt x="100593" y="1130061"/>
                  </a:lnTo>
                  <a:lnTo>
                    <a:pt x="71559" y="1163017"/>
                  </a:lnTo>
                  <a:lnTo>
                    <a:pt x="46887" y="1199515"/>
                  </a:lnTo>
                  <a:lnTo>
                    <a:pt x="26987" y="1239145"/>
                  </a:lnTo>
                  <a:lnTo>
                    <a:pt x="12267" y="1281501"/>
                  </a:lnTo>
                  <a:lnTo>
                    <a:pt x="3134" y="1326173"/>
                  </a:lnTo>
                  <a:lnTo>
                    <a:pt x="0" y="1372753"/>
                  </a:lnTo>
                  <a:lnTo>
                    <a:pt x="3134" y="1419333"/>
                  </a:lnTo>
                  <a:lnTo>
                    <a:pt x="12267" y="1464006"/>
                  </a:lnTo>
                  <a:lnTo>
                    <a:pt x="26987" y="1506363"/>
                  </a:lnTo>
                  <a:lnTo>
                    <a:pt x="46887" y="1545995"/>
                  </a:lnTo>
                  <a:lnTo>
                    <a:pt x="71559" y="1582494"/>
                  </a:lnTo>
                  <a:lnTo>
                    <a:pt x="100593" y="1615452"/>
                  </a:lnTo>
                  <a:lnTo>
                    <a:pt x="133580" y="1644460"/>
                  </a:lnTo>
                  <a:lnTo>
                    <a:pt x="170112" y="1669109"/>
                  </a:lnTo>
                  <a:lnTo>
                    <a:pt x="209781" y="1688992"/>
                  </a:lnTo>
                  <a:lnTo>
                    <a:pt x="252176" y="1703700"/>
                  </a:lnTo>
                  <a:lnTo>
                    <a:pt x="296891" y="1712824"/>
                  </a:lnTo>
                  <a:lnTo>
                    <a:pt x="343516" y="1715956"/>
                  </a:lnTo>
                  <a:lnTo>
                    <a:pt x="390108" y="1712824"/>
                  </a:lnTo>
                  <a:lnTo>
                    <a:pt x="434802" y="1703700"/>
                  </a:lnTo>
                  <a:lnTo>
                    <a:pt x="477186" y="1688992"/>
                  </a:lnTo>
                  <a:lnTo>
                    <a:pt x="516851" y="1669109"/>
                  </a:lnTo>
                  <a:lnTo>
                    <a:pt x="553387" y="1644460"/>
                  </a:lnTo>
                  <a:lnTo>
                    <a:pt x="586382" y="1615452"/>
                  </a:lnTo>
                  <a:lnTo>
                    <a:pt x="615426" y="1582494"/>
                  </a:lnTo>
                  <a:lnTo>
                    <a:pt x="640110" y="1545995"/>
                  </a:lnTo>
                  <a:lnTo>
                    <a:pt x="660023" y="1506363"/>
                  </a:lnTo>
                  <a:lnTo>
                    <a:pt x="674754" y="1464006"/>
                  </a:lnTo>
                  <a:lnTo>
                    <a:pt x="683894" y="1419333"/>
                  </a:lnTo>
                  <a:lnTo>
                    <a:pt x="687032" y="1372753"/>
                  </a:lnTo>
                  <a:close/>
                </a:path>
                <a:path w="687070" h="2608579">
                  <a:moveTo>
                    <a:pt x="687032" y="2265058"/>
                  </a:moveTo>
                  <a:lnTo>
                    <a:pt x="683894" y="2218490"/>
                  </a:lnTo>
                  <a:lnTo>
                    <a:pt x="674754" y="2173827"/>
                  </a:lnTo>
                  <a:lnTo>
                    <a:pt x="660023" y="2131476"/>
                  </a:lnTo>
                  <a:lnTo>
                    <a:pt x="640110" y="2091847"/>
                  </a:lnTo>
                  <a:lnTo>
                    <a:pt x="615426" y="2055348"/>
                  </a:lnTo>
                  <a:lnTo>
                    <a:pt x="586382" y="2022389"/>
                  </a:lnTo>
                  <a:lnTo>
                    <a:pt x="553387" y="1993379"/>
                  </a:lnTo>
                  <a:lnTo>
                    <a:pt x="516851" y="1968726"/>
                  </a:lnTo>
                  <a:lnTo>
                    <a:pt x="477186" y="1948840"/>
                  </a:lnTo>
                  <a:lnTo>
                    <a:pt x="434802" y="1934129"/>
                  </a:lnTo>
                  <a:lnTo>
                    <a:pt x="390108" y="1925002"/>
                  </a:lnTo>
                  <a:lnTo>
                    <a:pt x="343516" y="1921869"/>
                  </a:lnTo>
                  <a:lnTo>
                    <a:pt x="296891" y="1925002"/>
                  </a:lnTo>
                  <a:lnTo>
                    <a:pt x="252177" y="1934129"/>
                  </a:lnTo>
                  <a:lnTo>
                    <a:pt x="209781" y="1948840"/>
                  </a:lnTo>
                  <a:lnTo>
                    <a:pt x="170112" y="1968726"/>
                  </a:lnTo>
                  <a:lnTo>
                    <a:pt x="133580" y="1993379"/>
                  </a:lnTo>
                  <a:lnTo>
                    <a:pt x="100593" y="2022389"/>
                  </a:lnTo>
                  <a:lnTo>
                    <a:pt x="71559" y="2055348"/>
                  </a:lnTo>
                  <a:lnTo>
                    <a:pt x="46887" y="2091847"/>
                  </a:lnTo>
                  <a:lnTo>
                    <a:pt x="26987" y="2131476"/>
                  </a:lnTo>
                  <a:lnTo>
                    <a:pt x="12267" y="2173827"/>
                  </a:lnTo>
                  <a:lnTo>
                    <a:pt x="3135" y="2218490"/>
                  </a:lnTo>
                  <a:lnTo>
                    <a:pt x="0" y="2265057"/>
                  </a:lnTo>
                  <a:lnTo>
                    <a:pt x="3135" y="2311625"/>
                  </a:lnTo>
                  <a:lnTo>
                    <a:pt x="12267" y="2356288"/>
                  </a:lnTo>
                  <a:lnTo>
                    <a:pt x="26987" y="2398639"/>
                  </a:lnTo>
                  <a:lnTo>
                    <a:pt x="46888" y="2438268"/>
                  </a:lnTo>
                  <a:lnTo>
                    <a:pt x="71559" y="2474767"/>
                  </a:lnTo>
                  <a:lnTo>
                    <a:pt x="100593" y="2507726"/>
                  </a:lnTo>
                  <a:lnTo>
                    <a:pt x="133580" y="2536736"/>
                  </a:lnTo>
                  <a:lnTo>
                    <a:pt x="170112" y="2561389"/>
                  </a:lnTo>
                  <a:lnTo>
                    <a:pt x="209781" y="2581275"/>
                  </a:lnTo>
                  <a:lnTo>
                    <a:pt x="252177" y="2595986"/>
                  </a:lnTo>
                  <a:lnTo>
                    <a:pt x="296891" y="2605113"/>
                  </a:lnTo>
                  <a:lnTo>
                    <a:pt x="343516" y="2608246"/>
                  </a:lnTo>
                  <a:lnTo>
                    <a:pt x="390108" y="2605113"/>
                  </a:lnTo>
                  <a:lnTo>
                    <a:pt x="434802" y="2595986"/>
                  </a:lnTo>
                  <a:lnTo>
                    <a:pt x="477187" y="2581276"/>
                  </a:lnTo>
                  <a:lnTo>
                    <a:pt x="516851" y="2561389"/>
                  </a:lnTo>
                  <a:lnTo>
                    <a:pt x="553387" y="2536736"/>
                  </a:lnTo>
                  <a:lnTo>
                    <a:pt x="586382" y="2507726"/>
                  </a:lnTo>
                  <a:lnTo>
                    <a:pt x="615426" y="2474767"/>
                  </a:lnTo>
                  <a:lnTo>
                    <a:pt x="640110" y="2438268"/>
                  </a:lnTo>
                  <a:lnTo>
                    <a:pt x="660023" y="2398639"/>
                  </a:lnTo>
                  <a:lnTo>
                    <a:pt x="674754" y="2356288"/>
                  </a:lnTo>
                  <a:lnTo>
                    <a:pt x="683894" y="2311625"/>
                  </a:lnTo>
                  <a:lnTo>
                    <a:pt x="687032" y="2265058"/>
                  </a:lnTo>
                  <a:close/>
                </a:path>
              </a:pathLst>
            </a:custGeom>
            <a:ln w="2289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15710" y="3194707"/>
              <a:ext cx="687070" cy="1784985"/>
            </a:xfrm>
            <a:custGeom>
              <a:avLst/>
              <a:gdLst/>
              <a:ahLst/>
              <a:cxnLst/>
              <a:rect l="l" t="t" r="r" b="b"/>
              <a:pathLst>
                <a:path w="687070" h="1784985">
                  <a:moveTo>
                    <a:pt x="687032" y="343188"/>
                  </a:moveTo>
                  <a:lnTo>
                    <a:pt x="683897" y="296608"/>
                  </a:lnTo>
                  <a:lnTo>
                    <a:pt x="674765" y="251936"/>
                  </a:lnTo>
                  <a:lnTo>
                    <a:pt x="660044" y="209580"/>
                  </a:lnTo>
                  <a:lnTo>
                    <a:pt x="640144" y="169950"/>
                  </a:lnTo>
                  <a:lnTo>
                    <a:pt x="615472" y="133452"/>
                  </a:lnTo>
                  <a:lnTo>
                    <a:pt x="586439" y="100496"/>
                  </a:lnTo>
                  <a:lnTo>
                    <a:pt x="553451" y="71490"/>
                  </a:lnTo>
                  <a:lnTo>
                    <a:pt x="516919" y="46843"/>
                  </a:lnTo>
                  <a:lnTo>
                    <a:pt x="477251" y="26961"/>
                  </a:lnTo>
                  <a:lnTo>
                    <a:pt x="434855" y="12255"/>
                  </a:lnTo>
                  <a:lnTo>
                    <a:pt x="390140" y="3131"/>
                  </a:lnTo>
                  <a:lnTo>
                    <a:pt x="343516" y="0"/>
                  </a:lnTo>
                  <a:lnTo>
                    <a:pt x="296923" y="3131"/>
                  </a:lnTo>
                  <a:lnTo>
                    <a:pt x="252229" y="12255"/>
                  </a:lnTo>
                  <a:lnTo>
                    <a:pt x="209845" y="26961"/>
                  </a:lnTo>
                  <a:lnTo>
                    <a:pt x="170180" y="46843"/>
                  </a:lnTo>
                  <a:lnTo>
                    <a:pt x="133645" y="71490"/>
                  </a:lnTo>
                  <a:lnTo>
                    <a:pt x="100650" y="100496"/>
                  </a:lnTo>
                  <a:lnTo>
                    <a:pt x="71605" y="133452"/>
                  </a:lnTo>
                  <a:lnTo>
                    <a:pt x="46921" y="169950"/>
                  </a:lnTo>
                  <a:lnTo>
                    <a:pt x="27008" y="209580"/>
                  </a:lnTo>
                  <a:lnTo>
                    <a:pt x="12277" y="251936"/>
                  </a:lnTo>
                  <a:lnTo>
                    <a:pt x="3137" y="296608"/>
                  </a:lnTo>
                  <a:lnTo>
                    <a:pt x="0" y="343188"/>
                  </a:lnTo>
                  <a:lnTo>
                    <a:pt x="3137" y="389768"/>
                  </a:lnTo>
                  <a:lnTo>
                    <a:pt x="12277" y="434440"/>
                  </a:lnTo>
                  <a:lnTo>
                    <a:pt x="27008" y="476795"/>
                  </a:lnTo>
                  <a:lnTo>
                    <a:pt x="46921" y="516426"/>
                  </a:lnTo>
                  <a:lnTo>
                    <a:pt x="71605" y="552923"/>
                  </a:lnTo>
                  <a:lnTo>
                    <a:pt x="100650" y="585879"/>
                  </a:lnTo>
                  <a:lnTo>
                    <a:pt x="133645" y="614885"/>
                  </a:lnTo>
                  <a:lnTo>
                    <a:pt x="170180" y="639533"/>
                  </a:lnTo>
                  <a:lnTo>
                    <a:pt x="209845" y="659414"/>
                  </a:lnTo>
                  <a:lnTo>
                    <a:pt x="252229" y="674121"/>
                  </a:lnTo>
                  <a:lnTo>
                    <a:pt x="296923" y="683244"/>
                  </a:lnTo>
                  <a:lnTo>
                    <a:pt x="343516" y="686376"/>
                  </a:lnTo>
                  <a:lnTo>
                    <a:pt x="390140" y="683244"/>
                  </a:lnTo>
                  <a:lnTo>
                    <a:pt x="434855" y="674121"/>
                  </a:lnTo>
                  <a:lnTo>
                    <a:pt x="477251" y="659414"/>
                  </a:lnTo>
                  <a:lnTo>
                    <a:pt x="516919" y="639533"/>
                  </a:lnTo>
                  <a:lnTo>
                    <a:pt x="553451" y="614885"/>
                  </a:lnTo>
                  <a:lnTo>
                    <a:pt x="586439" y="585879"/>
                  </a:lnTo>
                  <a:lnTo>
                    <a:pt x="615472" y="552923"/>
                  </a:lnTo>
                  <a:lnTo>
                    <a:pt x="640144" y="516426"/>
                  </a:lnTo>
                  <a:lnTo>
                    <a:pt x="660044" y="476795"/>
                  </a:lnTo>
                  <a:lnTo>
                    <a:pt x="674765" y="434440"/>
                  </a:lnTo>
                  <a:lnTo>
                    <a:pt x="683897" y="389768"/>
                  </a:lnTo>
                  <a:lnTo>
                    <a:pt x="687032" y="343188"/>
                  </a:lnTo>
                  <a:close/>
                </a:path>
                <a:path w="687070" h="1784985">
                  <a:moveTo>
                    <a:pt x="687032" y="1441406"/>
                  </a:moveTo>
                  <a:lnTo>
                    <a:pt x="683897" y="1394822"/>
                  </a:lnTo>
                  <a:lnTo>
                    <a:pt x="674765" y="1350147"/>
                  </a:lnTo>
                  <a:lnTo>
                    <a:pt x="660044" y="1307789"/>
                  </a:lnTo>
                  <a:lnTo>
                    <a:pt x="640144" y="1268157"/>
                  </a:lnTo>
                  <a:lnTo>
                    <a:pt x="615473" y="1231658"/>
                  </a:lnTo>
                  <a:lnTo>
                    <a:pt x="586439" y="1198701"/>
                  </a:lnTo>
                  <a:lnTo>
                    <a:pt x="553451" y="1169694"/>
                  </a:lnTo>
                  <a:lnTo>
                    <a:pt x="516919" y="1145046"/>
                  </a:lnTo>
                  <a:lnTo>
                    <a:pt x="477251" y="1125164"/>
                  </a:lnTo>
                  <a:lnTo>
                    <a:pt x="434855" y="1110457"/>
                  </a:lnTo>
                  <a:lnTo>
                    <a:pt x="390140" y="1101334"/>
                  </a:lnTo>
                  <a:lnTo>
                    <a:pt x="343516" y="1098202"/>
                  </a:lnTo>
                  <a:lnTo>
                    <a:pt x="296923" y="1101334"/>
                  </a:lnTo>
                  <a:lnTo>
                    <a:pt x="252229" y="1110457"/>
                  </a:lnTo>
                  <a:lnTo>
                    <a:pt x="209845" y="1125164"/>
                  </a:lnTo>
                  <a:lnTo>
                    <a:pt x="170180" y="1145046"/>
                  </a:lnTo>
                  <a:lnTo>
                    <a:pt x="133645" y="1169694"/>
                  </a:lnTo>
                  <a:lnTo>
                    <a:pt x="100650" y="1198701"/>
                  </a:lnTo>
                  <a:lnTo>
                    <a:pt x="71605" y="1231658"/>
                  </a:lnTo>
                  <a:lnTo>
                    <a:pt x="46921" y="1268157"/>
                  </a:lnTo>
                  <a:lnTo>
                    <a:pt x="27009" y="1307789"/>
                  </a:lnTo>
                  <a:lnTo>
                    <a:pt x="12277" y="1350147"/>
                  </a:lnTo>
                  <a:lnTo>
                    <a:pt x="3137" y="1394822"/>
                  </a:lnTo>
                  <a:lnTo>
                    <a:pt x="0" y="1441406"/>
                  </a:lnTo>
                  <a:lnTo>
                    <a:pt x="3137" y="1487973"/>
                  </a:lnTo>
                  <a:lnTo>
                    <a:pt x="12277" y="1532636"/>
                  </a:lnTo>
                  <a:lnTo>
                    <a:pt x="27009" y="1574987"/>
                  </a:lnTo>
                  <a:lnTo>
                    <a:pt x="46921" y="1614617"/>
                  </a:lnTo>
                  <a:lnTo>
                    <a:pt x="71605" y="1651115"/>
                  </a:lnTo>
                  <a:lnTo>
                    <a:pt x="100650" y="1684074"/>
                  </a:lnTo>
                  <a:lnTo>
                    <a:pt x="133645" y="1713084"/>
                  </a:lnTo>
                  <a:lnTo>
                    <a:pt x="170180" y="1737737"/>
                  </a:lnTo>
                  <a:lnTo>
                    <a:pt x="209845" y="1757624"/>
                  </a:lnTo>
                  <a:lnTo>
                    <a:pt x="252230" y="1772334"/>
                  </a:lnTo>
                  <a:lnTo>
                    <a:pt x="296923" y="1781461"/>
                  </a:lnTo>
                  <a:lnTo>
                    <a:pt x="343516" y="1784594"/>
                  </a:lnTo>
                  <a:lnTo>
                    <a:pt x="390140" y="1781461"/>
                  </a:lnTo>
                  <a:lnTo>
                    <a:pt x="434855" y="1772334"/>
                  </a:lnTo>
                  <a:lnTo>
                    <a:pt x="477251" y="1757624"/>
                  </a:lnTo>
                  <a:lnTo>
                    <a:pt x="516919" y="1737737"/>
                  </a:lnTo>
                  <a:lnTo>
                    <a:pt x="553452" y="1713084"/>
                  </a:lnTo>
                  <a:lnTo>
                    <a:pt x="586439" y="1684074"/>
                  </a:lnTo>
                  <a:lnTo>
                    <a:pt x="615473" y="1651115"/>
                  </a:lnTo>
                  <a:lnTo>
                    <a:pt x="640144" y="1614617"/>
                  </a:lnTo>
                  <a:lnTo>
                    <a:pt x="660044" y="1574987"/>
                  </a:lnTo>
                  <a:lnTo>
                    <a:pt x="674765" y="1532637"/>
                  </a:lnTo>
                  <a:lnTo>
                    <a:pt x="683897" y="1487973"/>
                  </a:lnTo>
                  <a:lnTo>
                    <a:pt x="687032" y="1441406"/>
                  </a:lnTo>
                  <a:close/>
                </a:path>
              </a:pathLst>
            </a:custGeom>
            <a:ln w="2289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10669" y="2768543"/>
              <a:ext cx="1144905" cy="1334770"/>
            </a:xfrm>
            <a:custGeom>
              <a:avLst/>
              <a:gdLst/>
              <a:ahLst/>
              <a:cxnLst/>
              <a:rect l="l" t="t" r="r" b="b"/>
              <a:pathLst>
                <a:path w="1144904" h="1334770">
                  <a:moveTo>
                    <a:pt x="1135099" y="1334163"/>
                  </a:moveTo>
                  <a:lnTo>
                    <a:pt x="0" y="0"/>
                  </a:lnTo>
                  <a:lnTo>
                    <a:pt x="1144717" y="330070"/>
                  </a:lnTo>
                </a:path>
              </a:pathLst>
            </a:custGeom>
            <a:ln w="114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10669" y="2768543"/>
              <a:ext cx="1144905" cy="2183765"/>
            </a:xfrm>
            <a:custGeom>
              <a:avLst/>
              <a:gdLst/>
              <a:ahLst/>
              <a:cxnLst/>
              <a:rect l="l" t="t" r="r" b="b"/>
              <a:pathLst>
                <a:path w="1144904" h="2183765">
                  <a:moveTo>
                    <a:pt x="0" y="0"/>
                  </a:moveTo>
                  <a:lnTo>
                    <a:pt x="1144717" y="2183303"/>
                  </a:lnTo>
                </a:path>
              </a:pathLst>
            </a:custGeom>
            <a:ln w="11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10318" y="3098614"/>
              <a:ext cx="1145540" cy="1004569"/>
            </a:xfrm>
            <a:custGeom>
              <a:avLst/>
              <a:gdLst/>
              <a:ahLst/>
              <a:cxnLst/>
              <a:rect l="l" t="t" r="r" b="b"/>
              <a:pathLst>
                <a:path w="1145539" h="1004570">
                  <a:moveTo>
                    <a:pt x="1135450" y="1004092"/>
                  </a:moveTo>
                  <a:lnTo>
                    <a:pt x="0" y="632991"/>
                  </a:lnTo>
                  <a:lnTo>
                    <a:pt x="1145068" y="0"/>
                  </a:lnTo>
                </a:path>
              </a:pathLst>
            </a:custGeom>
            <a:ln w="11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10318" y="3731606"/>
              <a:ext cx="1145540" cy="1220470"/>
            </a:xfrm>
            <a:custGeom>
              <a:avLst/>
              <a:gdLst/>
              <a:ahLst/>
              <a:cxnLst/>
              <a:rect l="l" t="t" r="r" b="b"/>
              <a:pathLst>
                <a:path w="1145539" h="1220470">
                  <a:moveTo>
                    <a:pt x="0" y="0"/>
                  </a:moveTo>
                  <a:lnTo>
                    <a:pt x="1145221" y="1220240"/>
                  </a:lnTo>
                </a:path>
              </a:pathLst>
            </a:custGeom>
            <a:ln w="11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08806" y="3098614"/>
              <a:ext cx="1146810" cy="1602740"/>
            </a:xfrm>
            <a:custGeom>
              <a:avLst/>
              <a:gdLst/>
              <a:ahLst/>
              <a:cxnLst/>
              <a:rect l="l" t="t" r="r" b="b"/>
              <a:pathLst>
                <a:path w="1146810" h="1602739">
                  <a:moveTo>
                    <a:pt x="1136961" y="1004092"/>
                  </a:moveTo>
                  <a:lnTo>
                    <a:pt x="0" y="1602307"/>
                  </a:lnTo>
                  <a:lnTo>
                    <a:pt x="1146732" y="0"/>
                  </a:lnTo>
                </a:path>
              </a:pathLst>
            </a:custGeom>
            <a:ln w="114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08806" y="4700922"/>
              <a:ext cx="1146810" cy="251460"/>
            </a:xfrm>
            <a:custGeom>
              <a:avLst/>
              <a:gdLst/>
              <a:ahLst/>
              <a:cxnLst/>
              <a:rect l="l" t="t" r="r" b="b"/>
              <a:pathLst>
                <a:path w="1146810" h="251460">
                  <a:moveTo>
                    <a:pt x="0" y="0"/>
                  </a:moveTo>
                  <a:lnTo>
                    <a:pt x="1146580" y="250924"/>
                  </a:lnTo>
                </a:path>
              </a:pathLst>
            </a:custGeom>
            <a:ln w="114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7692" y="3098614"/>
              <a:ext cx="1177925" cy="2359660"/>
            </a:xfrm>
            <a:custGeom>
              <a:avLst/>
              <a:gdLst/>
              <a:ahLst/>
              <a:cxnLst/>
              <a:rect l="l" t="t" r="r" b="b"/>
              <a:pathLst>
                <a:path w="1177925" h="2359660">
                  <a:moveTo>
                    <a:pt x="1168076" y="1004092"/>
                  </a:moveTo>
                  <a:lnTo>
                    <a:pt x="0" y="2359381"/>
                  </a:lnTo>
                  <a:lnTo>
                    <a:pt x="1177695" y="0"/>
                  </a:lnTo>
                </a:path>
              </a:pathLst>
            </a:custGeom>
            <a:ln w="11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7692" y="4951846"/>
              <a:ext cx="1177925" cy="506730"/>
            </a:xfrm>
            <a:custGeom>
              <a:avLst/>
              <a:gdLst/>
              <a:ahLst/>
              <a:cxnLst/>
              <a:rect l="l" t="t" r="r" b="b"/>
              <a:pathLst>
                <a:path w="1177925" h="506729">
                  <a:moveTo>
                    <a:pt x="0" y="506149"/>
                  </a:moveTo>
                  <a:lnTo>
                    <a:pt x="1177695" y="0"/>
                  </a:lnTo>
                </a:path>
              </a:pathLst>
            </a:custGeom>
            <a:ln w="114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02590" y="3526151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7714" y="0"/>
                  </a:lnTo>
                </a:path>
              </a:pathLst>
            </a:custGeom>
            <a:ln w="114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47785" y="3476274"/>
              <a:ext cx="149860" cy="100330"/>
            </a:xfrm>
            <a:custGeom>
              <a:avLst/>
              <a:gdLst/>
              <a:ahLst/>
              <a:cxnLst/>
              <a:rect l="l" t="t" r="r" b="b"/>
              <a:pathLst>
                <a:path w="149859" h="100329">
                  <a:moveTo>
                    <a:pt x="0" y="0"/>
                  </a:moveTo>
                  <a:lnTo>
                    <a:pt x="0" y="99753"/>
                  </a:lnTo>
                  <a:lnTo>
                    <a:pt x="149773" y="498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02437" y="4621211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7714" y="0"/>
                  </a:lnTo>
                </a:path>
              </a:pathLst>
            </a:custGeom>
            <a:ln w="114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47633" y="4571334"/>
              <a:ext cx="149860" cy="100330"/>
            </a:xfrm>
            <a:custGeom>
              <a:avLst/>
              <a:gdLst/>
              <a:ahLst/>
              <a:cxnLst/>
              <a:rect l="l" t="t" r="r" b="b"/>
              <a:pathLst>
                <a:path w="149859" h="100329">
                  <a:moveTo>
                    <a:pt x="0" y="0"/>
                  </a:moveTo>
                  <a:lnTo>
                    <a:pt x="0" y="99753"/>
                  </a:lnTo>
                  <a:lnTo>
                    <a:pt x="149773" y="498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28526" y="3139339"/>
              <a:ext cx="713105" cy="269240"/>
            </a:xfrm>
            <a:custGeom>
              <a:avLst/>
              <a:gdLst/>
              <a:ahLst/>
              <a:cxnLst/>
              <a:rect l="l" t="t" r="r" b="b"/>
              <a:pathLst>
                <a:path w="713104" h="269239">
                  <a:moveTo>
                    <a:pt x="0" y="0"/>
                  </a:moveTo>
                  <a:lnTo>
                    <a:pt x="712681" y="269059"/>
                  </a:lnTo>
                </a:path>
              </a:pathLst>
            </a:custGeom>
            <a:ln w="114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28526" y="3139339"/>
              <a:ext cx="714375" cy="1363345"/>
            </a:xfrm>
            <a:custGeom>
              <a:avLst/>
              <a:gdLst/>
              <a:ahLst/>
              <a:cxnLst/>
              <a:rect l="l" t="t" r="r" b="b"/>
              <a:pathLst>
                <a:path w="714375" h="1363345">
                  <a:moveTo>
                    <a:pt x="0" y="0"/>
                  </a:moveTo>
                  <a:lnTo>
                    <a:pt x="714360" y="1363052"/>
                  </a:lnTo>
                </a:path>
              </a:pathLst>
            </a:custGeom>
            <a:ln w="11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17686" y="3408399"/>
              <a:ext cx="725805" cy="1553210"/>
            </a:xfrm>
            <a:custGeom>
              <a:avLst/>
              <a:gdLst/>
              <a:ahLst/>
              <a:cxnLst/>
              <a:rect l="l" t="t" r="r" b="b"/>
              <a:pathLst>
                <a:path w="725804" h="1553210">
                  <a:moveTo>
                    <a:pt x="725200" y="1093992"/>
                  </a:moveTo>
                  <a:lnTo>
                    <a:pt x="10992" y="747235"/>
                  </a:lnTo>
                  <a:lnTo>
                    <a:pt x="723521" y="0"/>
                  </a:lnTo>
                </a:path>
                <a:path w="725804" h="1553210">
                  <a:moveTo>
                    <a:pt x="725200" y="1093992"/>
                  </a:moveTo>
                  <a:lnTo>
                    <a:pt x="0" y="1552919"/>
                  </a:lnTo>
                  <a:lnTo>
                    <a:pt x="723521" y="0"/>
                  </a:lnTo>
                </a:path>
              </a:pathLst>
            </a:custGeom>
            <a:ln w="11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14215" y="4487417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14215" y="3484829"/>
            <a:ext cx="309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09488" y="4854702"/>
            <a:ext cx="346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𝟑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09488" y="3950970"/>
            <a:ext cx="346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00352" y="1211423"/>
            <a:ext cx="4861560" cy="202057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Feature</a:t>
            </a:r>
            <a:r>
              <a:rPr sz="2300" spc="-1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extraction</a:t>
            </a: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Dimensionality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reduction</a:t>
            </a: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393700" algn="l"/>
              </a:tabLst>
            </a:pPr>
            <a:r>
              <a:rPr sz="2300" spc="-10" dirty="0">
                <a:latin typeface="Calibri"/>
                <a:cs typeface="Calibri"/>
              </a:rPr>
              <a:t>Classification</a:t>
            </a:r>
            <a:endParaRPr sz="2300">
              <a:latin typeface="Calibri"/>
              <a:cs typeface="Calibri"/>
            </a:endParaRPr>
          </a:p>
          <a:p>
            <a:pPr marL="859155" algn="ctr">
              <a:lnSpc>
                <a:spcPct val="100000"/>
              </a:lnSpc>
              <a:spcBef>
                <a:spcPts val="459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  <a:p>
            <a:pPr marL="4489450" algn="ctr">
              <a:lnSpc>
                <a:spcPct val="100000"/>
              </a:lnSpc>
              <a:spcBef>
                <a:spcPts val="750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95439" y="4402963"/>
            <a:ext cx="3416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𝒃</a:t>
            </a:r>
            <a:r>
              <a:rPr sz="2175" spc="-37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00265" y="3329381"/>
            <a:ext cx="3416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𝒃</a:t>
            </a:r>
            <a:r>
              <a:rPr sz="2175" spc="-37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18282" y="3949065"/>
            <a:ext cx="694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Inputs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89518" y="3852798"/>
            <a:ext cx="9321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Features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871571" y="6040666"/>
            <a:ext cx="3651885" cy="130810"/>
            <a:chOff x="3871571" y="6040666"/>
            <a:chExt cx="3651885" cy="130810"/>
          </a:xfrm>
        </p:grpSpPr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1571" y="6040666"/>
              <a:ext cx="3651805" cy="13047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897629" y="6047231"/>
              <a:ext cx="3600450" cy="78105"/>
            </a:xfrm>
            <a:custGeom>
              <a:avLst/>
              <a:gdLst/>
              <a:ahLst/>
              <a:cxnLst/>
              <a:rect l="l" t="t" r="r" b="b"/>
              <a:pathLst>
                <a:path w="3600450" h="78104">
                  <a:moveTo>
                    <a:pt x="77724" y="0"/>
                  </a:moveTo>
                  <a:lnTo>
                    <a:pt x="0" y="38862"/>
                  </a:lnTo>
                  <a:lnTo>
                    <a:pt x="77724" y="77724"/>
                  </a:lnTo>
                  <a:lnTo>
                    <a:pt x="77724" y="51816"/>
                  </a:lnTo>
                  <a:lnTo>
                    <a:pt x="64770" y="51816"/>
                  </a:lnTo>
                  <a:lnTo>
                    <a:pt x="64770" y="25908"/>
                  </a:lnTo>
                  <a:lnTo>
                    <a:pt x="77724" y="25908"/>
                  </a:lnTo>
                  <a:lnTo>
                    <a:pt x="77724" y="0"/>
                  </a:lnTo>
                  <a:close/>
                </a:path>
                <a:path w="3600450" h="78104">
                  <a:moveTo>
                    <a:pt x="3522726" y="0"/>
                  </a:moveTo>
                  <a:lnTo>
                    <a:pt x="3522726" y="77724"/>
                  </a:lnTo>
                  <a:lnTo>
                    <a:pt x="3574542" y="51816"/>
                  </a:lnTo>
                  <a:lnTo>
                    <a:pt x="3535679" y="51816"/>
                  </a:lnTo>
                  <a:lnTo>
                    <a:pt x="3535679" y="25908"/>
                  </a:lnTo>
                  <a:lnTo>
                    <a:pt x="3574542" y="25908"/>
                  </a:lnTo>
                  <a:lnTo>
                    <a:pt x="3522726" y="0"/>
                  </a:lnTo>
                  <a:close/>
                </a:path>
                <a:path w="3600450" h="78104">
                  <a:moveTo>
                    <a:pt x="77724" y="25908"/>
                  </a:moveTo>
                  <a:lnTo>
                    <a:pt x="64770" y="25908"/>
                  </a:lnTo>
                  <a:lnTo>
                    <a:pt x="64770" y="51816"/>
                  </a:lnTo>
                  <a:lnTo>
                    <a:pt x="77724" y="51816"/>
                  </a:lnTo>
                  <a:lnTo>
                    <a:pt x="77724" y="25908"/>
                  </a:lnTo>
                  <a:close/>
                </a:path>
                <a:path w="3600450" h="78104">
                  <a:moveTo>
                    <a:pt x="3522726" y="25908"/>
                  </a:moveTo>
                  <a:lnTo>
                    <a:pt x="77724" y="25908"/>
                  </a:lnTo>
                  <a:lnTo>
                    <a:pt x="77724" y="51816"/>
                  </a:lnTo>
                  <a:lnTo>
                    <a:pt x="3522726" y="51816"/>
                  </a:lnTo>
                  <a:lnTo>
                    <a:pt x="3522726" y="25908"/>
                  </a:lnTo>
                  <a:close/>
                </a:path>
                <a:path w="3600450" h="78104">
                  <a:moveTo>
                    <a:pt x="3574542" y="25908"/>
                  </a:moveTo>
                  <a:lnTo>
                    <a:pt x="3535679" y="25908"/>
                  </a:lnTo>
                  <a:lnTo>
                    <a:pt x="3535679" y="51816"/>
                  </a:lnTo>
                  <a:lnTo>
                    <a:pt x="3574542" y="51816"/>
                  </a:lnTo>
                  <a:lnTo>
                    <a:pt x="3600450" y="38862"/>
                  </a:lnTo>
                  <a:lnTo>
                    <a:pt x="3574542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001515" y="5423712"/>
            <a:ext cx="2009139" cy="92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300">
              <a:latin typeface="Cambria Math"/>
              <a:cs typeface="Cambria Math"/>
            </a:endParaRPr>
          </a:p>
          <a:p>
            <a:pPr marL="121158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2200" y="254507"/>
            <a:ext cx="5529580" cy="902335"/>
            <a:chOff x="2362200" y="254507"/>
            <a:chExt cx="552958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2200" y="254507"/>
              <a:ext cx="1776983" cy="9022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2736" y="254507"/>
              <a:ext cx="4288535" cy="9022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8350">
              <a:lnSpc>
                <a:spcPct val="100000"/>
              </a:lnSpc>
              <a:spcBef>
                <a:spcPts val="105"/>
              </a:spcBef>
            </a:pP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Deep</a:t>
            </a:r>
            <a:r>
              <a:rPr spc="-145" dirty="0"/>
              <a:t> </a:t>
            </a:r>
            <a:r>
              <a:rPr dirty="0"/>
              <a:t>Auto</a:t>
            </a:r>
            <a:r>
              <a:rPr spc="-25" dirty="0"/>
              <a:t> </a:t>
            </a:r>
            <a:r>
              <a:rPr spc="-10" dirty="0"/>
              <a:t>Encoder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82344" y="1292732"/>
            <a:ext cx="215773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spc="-10" dirty="0">
                <a:latin typeface="Calibri"/>
                <a:cs typeface="Calibri"/>
              </a:rPr>
              <a:t>Reconstruction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767742" y="1959772"/>
            <a:ext cx="6689725" cy="3501390"/>
            <a:chOff x="1767742" y="1959772"/>
            <a:chExt cx="6689725" cy="3501390"/>
          </a:xfrm>
        </p:grpSpPr>
        <p:sp>
          <p:nvSpPr>
            <p:cNvPr id="9" name="object 9"/>
            <p:cNvSpPr/>
            <p:nvPr/>
          </p:nvSpPr>
          <p:spPr>
            <a:xfrm>
              <a:off x="1778854" y="1970885"/>
              <a:ext cx="666750" cy="3479165"/>
            </a:xfrm>
            <a:custGeom>
              <a:avLst/>
              <a:gdLst/>
              <a:ahLst/>
              <a:cxnLst/>
              <a:rect l="l" t="t" r="r" b="b"/>
              <a:pathLst>
                <a:path w="666750" h="3479165">
                  <a:moveTo>
                    <a:pt x="666693" y="332983"/>
                  </a:moveTo>
                  <a:lnTo>
                    <a:pt x="663079" y="283765"/>
                  </a:lnTo>
                  <a:lnTo>
                    <a:pt x="652579" y="236793"/>
                  </a:lnTo>
                  <a:lnTo>
                    <a:pt x="635710" y="192582"/>
                  </a:lnTo>
                  <a:lnTo>
                    <a:pt x="612987" y="151646"/>
                  </a:lnTo>
                  <a:lnTo>
                    <a:pt x="584927" y="114500"/>
                  </a:lnTo>
                  <a:lnTo>
                    <a:pt x="552044" y="81657"/>
                  </a:lnTo>
                  <a:lnTo>
                    <a:pt x="514854" y="53632"/>
                  </a:lnTo>
                  <a:lnTo>
                    <a:pt x="473874" y="30939"/>
                  </a:lnTo>
                  <a:lnTo>
                    <a:pt x="429619" y="14093"/>
                  </a:lnTo>
                  <a:lnTo>
                    <a:pt x="382604" y="3609"/>
                  </a:lnTo>
                  <a:lnTo>
                    <a:pt x="333346" y="0"/>
                  </a:lnTo>
                  <a:lnTo>
                    <a:pt x="284088" y="3609"/>
                  </a:lnTo>
                  <a:lnTo>
                    <a:pt x="237073" y="14093"/>
                  </a:lnTo>
                  <a:lnTo>
                    <a:pt x="192818" y="30939"/>
                  </a:lnTo>
                  <a:lnTo>
                    <a:pt x="151838" y="53632"/>
                  </a:lnTo>
                  <a:lnTo>
                    <a:pt x="114649" y="81657"/>
                  </a:lnTo>
                  <a:lnTo>
                    <a:pt x="81766" y="114500"/>
                  </a:lnTo>
                  <a:lnTo>
                    <a:pt x="53705" y="151646"/>
                  </a:lnTo>
                  <a:lnTo>
                    <a:pt x="30983" y="192582"/>
                  </a:lnTo>
                  <a:lnTo>
                    <a:pt x="14114" y="236793"/>
                  </a:lnTo>
                  <a:lnTo>
                    <a:pt x="3614" y="283765"/>
                  </a:lnTo>
                  <a:lnTo>
                    <a:pt x="0" y="332983"/>
                  </a:lnTo>
                  <a:lnTo>
                    <a:pt x="3614" y="382200"/>
                  </a:lnTo>
                  <a:lnTo>
                    <a:pt x="14114" y="429172"/>
                  </a:lnTo>
                  <a:lnTo>
                    <a:pt x="30983" y="473383"/>
                  </a:lnTo>
                  <a:lnTo>
                    <a:pt x="53705" y="514319"/>
                  </a:lnTo>
                  <a:lnTo>
                    <a:pt x="81766" y="551466"/>
                  </a:lnTo>
                  <a:lnTo>
                    <a:pt x="114649" y="584309"/>
                  </a:lnTo>
                  <a:lnTo>
                    <a:pt x="151838" y="612334"/>
                  </a:lnTo>
                  <a:lnTo>
                    <a:pt x="192818" y="635026"/>
                  </a:lnTo>
                  <a:lnTo>
                    <a:pt x="237074" y="651872"/>
                  </a:lnTo>
                  <a:lnTo>
                    <a:pt x="284088" y="662357"/>
                  </a:lnTo>
                  <a:lnTo>
                    <a:pt x="333346" y="665966"/>
                  </a:lnTo>
                  <a:lnTo>
                    <a:pt x="382604" y="662357"/>
                  </a:lnTo>
                  <a:lnTo>
                    <a:pt x="429619" y="651872"/>
                  </a:lnTo>
                  <a:lnTo>
                    <a:pt x="473874" y="635026"/>
                  </a:lnTo>
                  <a:lnTo>
                    <a:pt x="514854" y="612334"/>
                  </a:lnTo>
                  <a:lnTo>
                    <a:pt x="552044" y="584309"/>
                  </a:lnTo>
                  <a:lnTo>
                    <a:pt x="584927" y="551466"/>
                  </a:lnTo>
                  <a:lnTo>
                    <a:pt x="612987" y="514319"/>
                  </a:lnTo>
                  <a:lnTo>
                    <a:pt x="635710" y="473383"/>
                  </a:lnTo>
                  <a:lnTo>
                    <a:pt x="652579" y="429172"/>
                  </a:lnTo>
                  <a:lnTo>
                    <a:pt x="663079" y="382200"/>
                  </a:lnTo>
                  <a:lnTo>
                    <a:pt x="666693" y="332983"/>
                  </a:lnTo>
                  <a:close/>
                </a:path>
                <a:path w="666750" h="3479165">
                  <a:moveTo>
                    <a:pt x="666693" y="1265335"/>
                  </a:moveTo>
                  <a:lnTo>
                    <a:pt x="663079" y="1216118"/>
                  </a:lnTo>
                  <a:lnTo>
                    <a:pt x="652579" y="1169146"/>
                  </a:lnTo>
                  <a:lnTo>
                    <a:pt x="635710" y="1124935"/>
                  </a:lnTo>
                  <a:lnTo>
                    <a:pt x="612987" y="1083999"/>
                  </a:lnTo>
                  <a:lnTo>
                    <a:pt x="584927" y="1046853"/>
                  </a:lnTo>
                  <a:lnTo>
                    <a:pt x="552044" y="1014010"/>
                  </a:lnTo>
                  <a:lnTo>
                    <a:pt x="514854" y="985985"/>
                  </a:lnTo>
                  <a:lnTo>
                    <a:pt x="473874" y="963292"/>
                  </a:lnTo>
                  <a:lnTo>
                    <a:pt x="429619" y="946446"/>
                  </a:lnTo>
                  <a:lnTo>
                    <a:pt x="382604" y="935962"/>
                  </a:lnTo>
                  <a:lnTo>
                    <a:pt x="333346" y="932352"/>
                  </a:lnTo>
                  <a:lnTo>
                    <a:pt x="284088" y="935962"/>
                  </a:lnTo>
                  <a:lnTo>
                    <a:pt x="237074" y="946446"/>
                  </a:lnTo>
                  <a:lnTo>
                    <a:pt x="192818" y="963292"/>
                  </a:lnTo>
                  <a:lnTo>
                    <a:pt x="151838" y="985985"/>
                  </a:lnTo>
                  <a:lnTo>
                    <a:pt x="114649" y="1014009"/>
                  </a:lnTo>
                  <a:lnTo>
                    <a:pt x="81766" y="1046852"/>
                  </a:lnTo>
                  <a:lnTo>
                    <a:pt x="53705" y="1083999"/>
                  </a:lnTo>
                  <a:lnTo>
                    <a:pt x="30983" y="1124935"/>
                  </a:lnTo>
                  <a:lnTo>
                    <a:pt x="14114" y="1169146"/>
                  </a:lnTo>
                  <a:lnTo>
                    <a:pt x="3614" y="1216118"/>
                  </a:lnTo>
                  <a:lnTo>
                    <a:pt x="0" y="1265335"/>
                  </a:lnTo>
                  <a:lnTo>
                    <a:pt x="3614" y="1314553"/>
                  </a:lnTo>
                  <a:lnTo>
                    <a:pt x="14114" y="1361525"/>
                  </a:lnTo>
                  <a:lnTo>
                    <a:pt x="30983" y="1405736"/>
                  </a:lnTo>
                  <a:lnTo>
                    <a:pt x="53705" y="1446672"/>
                  </a:lnTo>
                  <a:lnTo>
                    <a:pt x="81766" y="1483818"/>
                  </a:lnTo>
                  <a:lnTo>
                    <a:pt x="114649" y="1516661"/>
                  </a:lnTo>
                  <a:lnTo>
                    <a:pt x="151838" y="1544686"/>
                  </a:lnTo>
                  <a:lnTo>
                    <a:pt x="192818" y="1567379"/>
                  </a:lnTo>
                  <a:lnTo>
                    <a:pt x="237074" y="1584225"/>
                  </a:lnTo>
                  <a:lnTo>
                    <a:pt x="284088" y="1594709"/>
                  </a:lnTo>
                  <a:lnTo>
                    <a:pt x="333346" y="1598319"/>
                  </a:lnTo>
                  <a:lnTo>
                    <a:pt x="382604" y="1594709"/>
                  </a:lnTo>
                  <a:lnTo>
                    <a:pt x="429619" y="1584225"/>
                  </a:lnTo>
                  <a:lnTo>
                    <a:pt x="473874" y="1567379"/>
                  </a:lnTo>
                  <a:lnTo>
                    <a:pt x="514854" y="1544686"/>
                  </a:lnTo>
                  <a:lnTo>
                    <a:pt x="552044" y="1516661"/>
                  </a:lnTo>
                  <a:lnTo>
                    <a:pt x="584927" y="1483818"/>
                  </a:lnTo>
                  <a:lnTo>
                    <a:pt x="612987" y="1446672"/>
                  </a:lnTo>
                  <a:lnTo>
                    <a:pt x="635710" y="1405736"/>
                  </a:lnTo>
                  <a:lnTo>
                    <a:pt x="652579" y="1361525"/>
                  </a:lnTo>
                  <a:lnTo>
                    <a:pt x="663079" y="1314553"/>
                  </a:lnTo>
                  <a:lnTo>
                    <a:pt x="666693" y="1265335"/>
                  </a:lnTo>
                  <a:close/>
                </a:path>
                <a:path w="666750" h="3479165">
                  <a:moveTo>
                    <a:pt x="666693" y="2264300"/>
                  </a:moveTo>
                  <a:lnTo>
                    <a:pt x="663079" y="2215095"/>
                  </a:lnTo>
                  <a:lnTo>
                    <a:pt x="652579" y="2168131"/>
                  </a:lnTo>
                  <a:lnTo>
                    <a:pt x="635710" y="2123922"/>
                  </a:lnTo>
                  <a:lnTo>
                    <a:pt x="612987" y="2082985"/>
                  </a:lnTo>
                  <a:lnTo>
                    <a:pt x="584927" y="2045834"/>
                  </a:lnTo>
                  <a:lnTo>
                    <a:pt x="552044" y="2012985"/>
                  </a:lnTo>
                  <a:lnTo>
                    <a:pt x="514854" y="1984953"/>
                  </a:lnTo>
                  <a:lnTo>
                    <a:pt x="473874" y="1962254"/>
                  </a:lnTo>
                  <a:lnTo>
                    <a:pt x="429619" y="1945402"/>
                  </a:lnTo>
                  <a:lnTo>
                    <a:pt x="382605" y="1934913"/>
                  </a:lnTo>
                  <a:lnTo>
                    <a:pt x="333346" y="1931302"/>
                  </a:lnTo>
                  <a:lnTo>
                    <a:pt x="284088" y="1934913"/>
                  </a:lnTo>
                  <a:lnTo>
                    <a:pt x="237074" y="1945402"/>
                  </a:lnTo>
                  <a:lnTo>
                    <a:pt x="192818" y="1962254"/>
                  </a:lnTo>
                  <a:lnTo>
                    <a:pt x="151838" y="1984953"/>
                  </a:lnTo>
                  <a:lnTo>
                    <a:pt x="114649" y="2012985"/>
                  </a:lnTo>
                  <a:lnTo>
                    <a:pt x="81766" y="2045834"/>
                  </a:lnTo>
                  <a:lnTo>
                    <a:pt x="53705" y="2082985"/>
                  </a:lnTo>
                  <a:lnTo>
                    <a:pt x="30983" y="2123922"/>
                  </a:lnTo>
                  <a:lnTo>
                    <a:pt x="14114" y="2168131"/>
                  </a:lnTo>
                  <a:lnTo>
                    <a:pt x="3614" y="2215095"/>
                  </a:lnTo>
                  <a:lnTo>
                    <a:pt x="0" y="2264300"/>
                  </a:lnTo>
                  <a:lnTo>
                    <a:pt x="3614" y="2313504"/>
                  </a:lnTo>
                  <a:lnTo>
                    <a:pt x="14114" y="2360467"/>
                  </a:lnTo>
                  <a:lnTo>
                    <a:pt x="30983" y="2404674"/>
                  </a:lnTo>
                  <a:lnTo>
                    <a:pt x="53705" y="2445610"/>
                  </a:lnTo>
                  <a:lnTo>
                    <a:pt x="81766" y="2482759"/>
                  </a:lnTo>
                  <a:lnTo>
                    <a:pt x="114649" y="2515606"/>
                  </a:lnTo>
                  <a:lnTo>
                    <a:pt x="151838" y="2543636"/>
                  </a:lnTo>
                  <a:lnTo>
                    <a:pt x="192818" y="2566334"/>
                  </a:lnTo>
                  <a:lnTo>
                    <a:pt x="237074" y="2583184"/>
                  </a:lnTo>
                  <a:lnTo>
                    <a:pt x="284088" y="2593672"/>
                  </a:lnTo>
                  <a:lnTo>
                    <a:pt x="333346" y="2597283"/>
                  </a:lnTo>
                  <a:lnTo>
                    <a:pt x="382605" y="2593672"/>
                  </a:lnTo>
                  <a:lnTo>
                    <a:pt x="429619" y="2583184"/>
                  </a:lnTo>
                  <a:lnTo>
                    <a:pt x="473874" y="2566334"/>
                  </a:lnTo>
                  <a:lnTo>
                    <a:pt x="514854" y="2543636"/>
                  </a:lnTo>
                  <a:lnTo>
                    <a:pt x="552044" y="2515606"/>
                  </a:lnTo>
                  <a:lnTo>
                    <a:pt x="584927" y="2482759"/>
                  </a:lnTo>
                  <a:lnTo>
                    <a:pt x="612987" y="2445610"/>
                  </a:lnTo>
                  <a:lnTo>
                    <a:pt x="635710" y="2404674"/>
                  </a:lnTo>
                  <a:lnTo>
                    <a:pt x="652579" y="2360467"/>
                  </a:lnTo>
                  <a:lnTo>
                    <a:pt x="663079" y="2313504"/>
                  </a:lnTo>
                  <a:lnTo>
                    <a:pt x="666693" y="2264300"/>
                  </a:lnTo>
                  <a:close/>
                </a:path>
                <a:path w="666750" h="3479165">
                  <a:moveTo>
                    <a:pt x="666693" y="3146039"/>
                  </a:moveTo>
                  <a:lnTo>
                    <a:pt x="663079" y="3096835"/>
                  </a:lnTo>
                  <a:lnTo>
                    <a:pt x="652579" y="3049871"/>
                  </a:lnTo>
                  <a:lnTo>
                    <a:pt x="635710" y="3005664"/>
                  </a:lnTo>
                  <a:lnTo>
                    <a:pt x="612987" y="2964729"/>
                  </a:lnTo>
                  <a:lnTo>
                    <a:pt x="584927" y="2927580"/>
                  </a:lnTo>
                  <a:lnTo>
                    <a:pt x="552044" y="2894733"/>
                  </a:lnTo>
                  <a:lnTo>
                    <a:pt x="514855" y="2866703"/>
                  </a:lnTo>
                  <a:lnTo>
                    <a:pt x="473874" y="2844005"/>
                  </a:lnTo>
                  <a:lnTo>
                    <a:pt x="429619" y="2827155"/>
                  </a:lnTo>
                  <a:lnTo>
                    <a:pt x="382605" y="2816666"/>
                  </a:lnTo>
                  <a:lnTo>
                    <a:pt x="333346" y="2813056"/>
                  </a:lnTo>
                  <a:lnTo>
                    <a:pt x="284088" y="2816666"/>
                  </a:lnTo>
                  <a:lnTo>
                    <a:pt x="237074" y="2827155"/>
                  </a:lnTo>
                  <a:lnTo>
                    <a:pt x="192818" y="2844005"/>
                  </a:lnTo>
                  <a:lnTo>
                    <a:pt x="151838" y="2866703"/>
                  </a:lnTo>
                  <a:lnTo>
                    <a:pt x="114649" y="2894733"/>
                  </a:lnTo>
                  <a:lnTo>
                    <a:pt x="81766" y="2927580"/>
                  </a:lnTo>
                  <a:lnTo>
                    <a:pt x="53705" y="2964729"/>
                  </a:lnTo>
                  <a:lnTo>
                    <a:pt x="30983" y="3005664"/>
                  </a:lnTo>
                  <a:lnTo>
                    <a:pt x="14114" y="3049871"/>
                  </a:lnTo>
                  <a:lnTo>
                    <a:pt x="3614" y="3096835"/>
                  </a:lnTo>
                  <a:lnTo>
                    <a:pt x="0" y="3146039"/>
                  </a:lnTo>
                  <a:lnTo>
                    <a:pt x="3614" y="3195244"/>
                  </a:lnTo>
                  <a:lnTo>
                    <a:pt x="14114" y="3242207"/>
                  </a:lnTo>
                  <a:lnTo>
                    <a:pt x="30983" y="3286414"/>
                  </a:lnTo>
                  <a:lnTo>
                    <a:pt x="53705" y="3327350"/>
                  </a:lnTo>
                  <a:lnTo>
                    <a:pt x="81766" y="3364499"/>
                  </a:lnTo>
                  <a:lnTo>
                    <a:pt x="114649" y="3397346"/>
                  </a:lnTo>
                  <a:lnTo>
                    <a:pt x="151838" y="3425376"/>
                  </a:lnTo>
                  <a:lnTo>
                    <a:pt x="192818" y="3448074"/>
                  </a:lnTo>
                  <a:lnTo>
                    <a:pt x="237074" y="3464925"/>
                  </a:lnTo>
                  <a:lnTo>
                    <a:pt x="284088" y="3475413"/>
                  </a:lnTo>
                  <a:lnTo>
                    <a:pt x="333346" y="3479024"/>
                  </a:lnTo>
                  <a:lnTo>
                    <a:pt x="382605" y="3475413"/>
                  </a:lnTo>
                  <a:lnTo>
                    <a:pt x="429619" y="3464925"/>
                  </a:lnTo>
                  <a:lnTo>
                    <a:pt x="473874" y="3448074"/>
                  </a:lnTo>
                  <a:lnTo>
                    <a:pt x="514855" y="3425376"/>
                  </a:lnTo>
                  <a:lnTo>
                    <a:pt x="552044" y="3397346"/>
                  </a:lnTo>
                  <a:lnTo>
                    <a:pt x="584927" y="3364499"/>
                  </a:lnTo>
                  <a:lnTo>
                    <a:pt x="612987" y="3327350"/>
                  </a:lnTo>
                  <a:lnTo>
                    <a:pt x="635710" y="3286414"/>
                  </a:lnTo>
                  <a:lnTo>
                    <a:pt x="652579" y="3242207"/>
                  </a:lnTo>
                  <a:lnTo>
                    <a:pt x="663079" y="3195244"/>
                  </a:lnTo>
                  <a:lnTo>
                    <a:pt x="666693" y="3146039"/>
                  </a:lnTo>
                  <a:close/>
                </a:path>
              </a:pathLst>
            </a:custGeom>
            <a:ln w="2221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38999" y="2370465"/>
              <a:ext cx="666750" cy="2531110"/>
            </a:xfrm>
            <a:custGeom>
              <a:avLst/>
              <a:gdLst/>
              <a:ahLst/>
              <a:cxnLst/>
              <a:rect l="l" t="t" r="r" b="b"/>
              <a:pathLst>
                <a:path w="666750" h="2531110">
                  <a:moveTo>
                    <a:pt x="666693" y="332983"/>
                  </a:moveTo>
                  <a:lnTo>
                    <a:pt x="663077" y="283765"/>
                  </a:lnTo>
                  <a:lnTo>
                    <a:pt x="652572" y="236793"/>
                  </a:lnTo>
                  <a:lnTo>
                    <a:pt x="635696" y="192582"/>
                  </a:lnTo>
                  <a:lnTo>
                    <a:pt x="612965" y="151646"/>
                  </a:lnTo>
                  <a:lnTo>
                    <a:pt x="584897" y="114500"/>
                  </a:lnTo>
                  <a:lnTo>
                    <a:pt x="552008" y="81657"/>
                  </a:lnTo>
                  <a:lnTo>
                    <a:pt x="514815" y="53632"/>
                  </a:lnTo>
                  <a:lnTo>
                    <a:pt x="473836" y="30939"/>
                  </a:lnTo>
                  <a:lnTo>
                    <a:pt x="429587" y="14093"/>
                  </a:lnTo>
                  <a:lnTo>
                    <a:pt x="382584" y="3609"/>
                  </a:lnTo>
                  <a:lnTo>
                    <a:pt x="333346" y="0"/>
                  </a:lnTo>
                  <a:lnTo>
                    <a:pt x="284075" y="3609"/>
                  </a:lnTo>
                  <a:lnTo>
                    <a:pt x="237052" y="14093"/>
                  </a:lnTo>
                  <a:lnTo>
                    <a:pt x="192793" y="30939"/>
                  </a:lnTo>
                  <a:lnTo>
                    <a:pt x="151812" y="53632"/>
                  </a:lnTo>
                  <a:lnTo>
                    <a:pt x="114625" y="81657"/>
                  </a:lnTo>
                  <a:lnTo>
                    <a:pt x="81746" y="114500"/>
                  </a:lnTo>
                  <a:lnTo>
                    <a:pt x="53690" y="151646"/>
                  </a:lnTo>
                  <a:lnTo>
                    <a:pt x="30973" y="192582"/>
                  </a:lnTo>
                  <a:lnTo>
                    <a:pt x="14109" y="236793"/>
                  </a:lnTo>
                  <a:lnTo>
                    <a:pt x="3613" y="283765"/>
                  </a:lnTo>
                  <a:lnTo>
                    <a:pt x="0" y="332983"/>
                  </a:lnTo>
                  <a:lnTo>
                    <a:pt x="3613" y="382200"/>
                  </a:lnTo>
                  <a:lnTo>
                    <a:pt x="14109" y="429172"/>
                  </a:lnTo>
                  <a:lnTo>
                    <a:pt x="30973" y="473383"/>
                  </a:lnTo>
                  <a:lnTo>
                    <a:pt x="53690" y="514319"/>
                  </a:lnTo>
                  <a:lnTo>
                    <a:pt x="81746" y="551466"/>
                  </a:lnTo>
                  <a:lnTo>
                    <a:pt x="114625" y="584309"/>
                  </a:lnTo>
                  <a:lnTo>
                    <a:pt x="151812" y="612334"/>
                  </a:lnTo>
                  <a:lnTo>
                    <a:pt x="192793" y="635026"/>
                  </a:lnTo>
                  <a:lnTo>
                    <a:pt x="237052" y="651872"/>
                  </a:lnTo>
                  <a:lnTo>
                    <a:pt x="284075" y="662357"/>
                  </a:lnTo>
                  <a:lnTo>
                    <a:pt x="333346" y="665966"/>
                  </a:lnTo>
                  <a:lnTo>
                    <a:pt x="382584" y="662357"/>
                  </a:lnTo>
                  <a:lnTo>
                    <a:pt x="429587" y="651872"/>
                  </a:lnTo>
                  <a:lnTo>
                    <a:pt x="473836" y="635026"/>
                  </a:lnTo>
                  <a:lnTo>
                    <a:pt x="514815" y="612334"/>
                  </a:lnTo>
                  <a:lnTo>
                    <a:pt x="552008" y="584309"/>
                  </a:lnTo>
                  <a:lnTo>
                    <a:pt x="584897" y="551466"/>
                  </a:lnTo>
                  <a:lnTo>
                    <a:pt x="612965" y="514319"/>
                  </a:lnTo>
                  <a:lnTo>
                    <a:pt x="635696" y="473383"/>
                  </a:lnTo>
                  <a:lnTo>
                    <a:pt x="652572" y="429172"/>
                  </a:lnTo>
                  <a:lnTo>
                    <a:pt x="663077" y="382200"/>
                  </a:lnTo>
                  <a:lnTo>
                    <a:pt x="666693" y="332983"/>
                  </a:lnTo>
                  <a:close/>
                </a:path>
                <a:path w="666750" h="2531110">
                  <a:moveTo>
                    <a:pt x="666693" y="1331932"/>
                  </a:moveTo>
                  <a:lnTo>
                    <a:pt x="663077" y="1282714"/>
                  </a:lnTo>
                  <a:lnTo>
                    <a:pt x="652572" y="1235743"/>
                  </a:lnTo>
                  <a:lnTo>
                    <a:pt x="635696" y="1191532"/>
                  </a:lnTo>
                  <a:lnTo>
                    <a:pt x="612965" y="1150596"/>
                  </a:lnTo>
                  <a:lnTo>
                    <a:pt x="584897" y="1113449"/>
                  </a:lnTo>
                  <a:lnTo>
                    <a:pt x="552008" y="1080606"/>
                  </a:lnTo>
                  <a:lnTo>
                    <a:pt x="514815" y="1052581"/>
                  </a:lnTo>
                  <a:lnTo>
                    <a:pt x="473836" y="1029889"/>
                  </a:lnTo>
                  <a:lnTo>
                    <a:pt x="429587" y="1013043"/>
                  </a:lnTo>
                  <a:lnTo>
                    <a:pt x="382584" y="1002558"/>
                  </a:lnTo>
                  <a:lnTo>
                    <a:pt x="333346" y="998949"/>
                  </a:lnTo>
                  <a:lnTo>
                    <a:pt x="284075" y="1002558"/>
                  </a:lnTo>
                  <a:lnTo>
                    <a:pt x="237052" y="1013043"/>
                  </a:lnTo>
                  <a:lnTo>
                    <a:pt x="192793" y="1029889"/>
                  </a:lnTo>
                  <a:lnTo>
                    <a:pt x="151812" y="1052581"/>
                  </a:lnTo>
                  <a:lnTo>
                    <a:pt x="114625" y="1080606"/>
                  </a:lnTo>
                  <a:lnTo>
                    <a:pt x="81746" y="1113449"/>
                  </a:lnTo>
                  <a:lnTo>
                    <a:pt x="53690" y="1150596"/>
                  </a:lnTo>
                  <a:lnTo>
                    <a:pt x="30973" y="1191532"/>
                  </a:lnTo>
                  <a:lnTo>
                    <a:pt x="14109" y="1235743"/>
                  </a:lnTo>
                  <a:lnTo>
                    <a:pt x="3613" y="1282714"/>
                  </a:lnTo>
                  <a:lnTo>
                    <a:pt x="0" y="1331932"/>
                  </a:lnTo>
                  <a:lnTo>
                    <a:pt x="3613" y="1381150"/>
                  </a:lnTo>
                  <a:lnTo>
                    <a:pt x="14109" y="1428123"/>
                  </a:lnTo>
                  <a:lnTo>
                    <a:pt x="30973" y="1472335"/>
                  </a:lnTo>
                  <a:lnTo>
                    <a:pt x="53690" y="1513273"/>
                  </a:lnTo>
                  <a:lnTo>
                    <a:pt x="81746" y="1550421"/>
                  </a:lnTo>
                  <a:lnTo>
                    <a:pt x="114625" y="1583266"/>
                  </a:lnTo>
                  <a:lnTo>
                    <a:pt x="151812" y="1611293"/>
                  </a:lnTo>
                  <a:lnTo>
                    <a:pt x="192793" y="1633988"/>
                  </a:lnTo>
                  <a:lnTo>
                    <a:pt x="237052" y="1650835"/>
                  </a:lnTo>
                  <a:lnTo>
                    <a:pt x="284075" y="1661321"/>
                  </a:lnTo>
                  <a:lnTo>
                    <a:pt x="333346" y="1664930"/>
                  </a:lnTo>
                  <a:lnTo>
                    <a:pt x="382584" y="1661321"/>
                  </a:lnTo>
                  <a:lnTo>
                    <a:pt x="429587" y="1650835"/>
                  </a:lnTo>
                  <a:lnTo>
                    <a:pt x="473836" y="1633988"/>
                  </a:lnTo>
                  <a:lnTo>
                    <a:pt x="514815" y="1611293"/>
                  </a:lnTo>
                  <a:lnTo>
                    <a:pt x="552008" y="1583266"/>
                  </a:lnTo>
                  <a:lnTo>
                    <a:pt x="584897" y="1550421"/>
                  </a:lnTo>
                  <a:lnTo>
                    <a:pt x="612965" y="1513273"/>
                  </a:lnTo>
                  <a:lnTo>
                    <a:pt x="635696" y="1472335"/>
                  </a:lnTo>
                  <a:lnTo>
                    <a:pt x="652572" y="1428123"/>
                  </a:lnTo>
                  <a:lnTo>
                    <a:pt x="663077" y="1381150"/>
                  </a:lnTo>
                  <a:lnTo>
                    <a:pt x="666693" y="1331932"/>
                  </a:lnTo>
                  <a:close/>
                </a:path>
                <a:path w="666750" h="2531110">
                  <a:moveTo>
                    <a:pt x="666693" y="2197703"/>
                  </a:moveTo>
                  <a:lnTo>
                    <a:pt x="663077" y="2148499"/>
                  </a:lnTo>
                  <a:lnTo>
                    <a:pt x="652572" y="2101535"/>
                  </a:lnTo>
                  <a:lnTo>
                    <a:pt x="635696" y="2057328"/>
                  </a:lnTo>
                  <a:lnTo>
                    <a:pt x="612965" y="2016393"/>
                  </a:lnTo>
                  <a:lnTo>
                    <a:pt x="584897" y="1979244"/>
                  </a:lnTo>
                  <a:lnTo>
                    <a:pt x="552008" y="1946397"/>
                  </a:lnTo>
                  <a:lnTo>
                    <a:pt x="514815" y="1918367"/>
                  </a:lnTo>
                  <a:lnTo>
                    <a:pt x="473836" y="1895669"/>
                  </a:lnTo>
                  <a:lnTo>
                    <a:pt x="429587" y="1878819"/>
                  </a:lnTo>
                  <a:lnTo>
                    <a:pt x="382584" y="1868330"/>
                  </a:lnTo>
                  <a:lnTo>
                    <a:pt x="333346" y="1864720"/>
                  </a:lnTo>
                  <a:lnTo>
                    <a:pt x="284075" y="1868330"/>
                  </a:lnTo>
                  <a:lnTo>
                    <a:pt x="237052" y="1878819"/>
                  </a:lnTo>
                  <a:lnTo>
                    <a:pt x="192793" y="1895669"/>
                  </a:lnTo>
                  <a:lnTo>
                    <a:pt x="151812" y="1918367"/>
                  </a:lnTo>
                  <a:lnTo>
                    <a:pt x="114625" y="1946397"/>
                  </a:lnTo>
                  <a:lnTo>
                    <a:pt x="81746" y="1979244"/>
                  </a:lnTo>
                  <a:lnTo>
                    <a:pt x="53690" y="2016393"/>
                  </a:lnTo>
                  <a:lnTo>
                    <a:pt x="30973" y="2057328"/>
                  </a:lnTo>
                  <a:lnTo>
                    <a:pt x="14109" y="2101535"/>
                  </a:lnTo>
                  <a:lnTo>
                    <a:pt x="3613" y="2148499"/>
                  </a:lnTo>
                  <a:lnTo>
                    <a:pt x="0" y="2197703"/>
                  </a:lnTo>
                  <a:lnTo>
                    <a:pt x="3613" y="2246908"/>
                  </a:lnTo>
                  <a:lnTo>
                    <a:pt x="14109" y="2293871"/>
                  </a:lnTo>
                  <a:lnTo>
                    <a:pt x="30973" y="2338078"/>
                  </a:lnTo>
                  <a:lnTo>
                    <a:pt x="53690" y="2379013"/>
                  </a:lnTo>
                  <a:lnTo>
                    <a:pt x="81746" y="2416162"/>
                  </a:lnTo>
                  <a:lnTo>
                    <a:pt x="114625" y="2449009"/>
                  </a:lnTo>
                  <a:lnTo>
                    <a:pt x="151812" y="2477039"/>
                  </a:lnTo>
                  <a:lnTo>
                    <a:pt x="192793" y="2499737"/>
                  </a:lnTo>
                  <a:lnTo>
                    <a:pt x="237052" y="2516588"/>
                  </a:lnTo>
                  <a:lnTo>
                    <a:pt x="284075" y="2527076"/>
                  </a:lnTo>
                  <a:lnTo>
                    <a:pt x="333346" y="2530686"/>
                  </a:lnTo>
                  <a:lnTo>
                    <a:pt x="382585" y="2527076"/>
                  </a:lnTo>
                  <a:lnTo>
                    <a:pt x="429587" y="2516588"/>
                  </a:lnTo>
                  <a:lnTo>
                    <a:pt x="473836" y="2499737"/>
                  </a:lnTo>
                  <a:lnTo>
                    <a:pt x="514815" y="2477039"/>
                  </a:lnTo>
                  <a:lnTo>
                    <a:pt x="552008" y="2449009"/>
                  </a:lnTo>
                  <a:lnTo>
                    <a:pt x="584897" y="2416162"/>
                  </a:lnTo>
                  <a:lnTo>
                    <a:pt x="612965" y="2379013"/>
                  </a:lnTo>
                  <a:lnTo>
                    <a:pt x="635696" y="2338078"/>
                  </a:lnTo>
                  <a:lnTo>
                    <a:pt x="652572" y="2293871"/>
                  </a:lnTo>
                  <a:lnTo>
                    <a:pt x="663077" y="2246908"/>
                  </a:lnTo>
                  <a:lnTo>
                    <a:pt x="666693" y="2197703"/>
                  </a:lnTo>
                  <a:close/>
                </a:path>
              </a:pathLst>
            </a:custGeom>
            <a:ln w="2221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72238" y="2770045"/>
              <a:ext cx="666750" cy="1731645"/>
            </a:xfrm>
            <a:custGeom>
              <a:avLst/>
              <a:gdLst/>
              <a:ahLst/>
              <a:cxnLst/>
              <a:rect l="l" t="t" r="r" b="b"/>
              <a:pathLst>
                <a:path w="666750" h="1731645">
                  <a:moveTo>
                    <a:pt x="666693" y="332983"/>
                  </a:moveTo>
                  <a:lnTo>
                    <a:pt x="663080" y="283765"/>
                  </a:lnTo>
                  <a:lnTo>
                    <a:pt x="652584" y="236793"/>
                  </a:lnTo>
                  <a:lnTo>
                    <a:pt x="635720" y="192582"/>
                  </a:lnTo>
                  <a:lnTo>
                    <a:pt x="613002" y="151646"/>
                  </a:lnTo>
                  <a:lnTo>
                    <a:pt x="584947" y="114500"/>
                  </a:lnTo>
                  <a:lnTo>
                    <a:pt x="552068" y="81657"/>
                  </a:lnTo>
                  <a:lnTo>
                    <a:pt x="514881" y="53632"/>
                  </a:lnTo>
                  <a:lnTo>
                    <a:pt x="473900" y="30939"/>
                  </a:lnTo>
                  <a:lnTo>
                    <a:pt x="429641" y="14093"/>
                  </a:lnTo>
                  <a:lnTo>
                    <a:pt x="382618" y="3609"/>
                  </a:lnTo>
                  <a:lnTo>
                    <a:pt x="333346" y="0"/>
                  </a:lnTo>
                  <a:lnTo>
                    <a:pt x="284108" y="3609"/>
                  </a:lnTo>
                  <a:lnTo>
                    <a:pt x="237106" y="14093"/>
                  </a:lnTo>
                  <a:lnTo>
                    <a:pt x="192857" y="30939"/>
                  </a:lnTo>
                  <a:lnTo>
                    <a:pt x="151877" y="53632"/>
                  </a:lnTo>
                  <a:lnTo>
                    <a:pt x="114685" y="81657"/>
                  </a:lnTo>
                  <a:lnTo>
                    <a:pt x="81796" y="114500"/>
                  </a:lnTo>
                  <a:lnTo>
                    <a:pt x="53728" y="151646"/>
                  </a:lnTo>
                  <a:lnTo>
                    <a:pt x="30997" y="192582"/>
                  </a:lnTo>
                  <a:lnTo>
                    <a:pt x="14121" y="236793"/>
                  </a:lnTo>
                  <a:lnTo>
                    <a:pt x="3616" y="283765"/>
                  </a:lnTo>
                  <a:lnTo>
                    <a:pt x="0" y="332983"/>
                  </a:lnTo>
                  <a:lnTo>
                    <a:pt x="3616" y="382200"/>
                  </a:lnTo>
                  <a:lnTo>
                    <a:pt x="14121" y="429172"/>
                  </a:lnTo>
                  <a:lnTo>
                    <a:pt x="30997" y="473383"/>
                  </a:lnTo>
                  <a:lnTo>
                    <a:pt x="53728" y="514319"/>
                  </a:lnTo>
                  <a:lnTo>
                    <a:pt x="81796" y="551466"/>
                  </a:lnTo>
                  <a:lnTo>
                    <a:pt x="114685" y="584309"/>
                  </a:lnTo>
                  <a:lnTo>
                    <a:pt x="151877" y="612334"/>
                  </a:lnTo>
                  <a:lnTo>
                    <a:pt x="192857" y="635026"/>
                  </a:lnTo>
                  <a:lnTo>
                    <a:pt x="237106" y="651872"/>
                  </a:lnTo>
                  <a:lnTo>
                    <a:pt x="284108" y="662357"/>
                  </a:lnTo>
                  <a:lnTo>
                    <a:pt x="333346" y="665966"/>
                  </a:lnTo>
                  <a:lnTo>
                    <a:pt x="382618" y="662357"/>
                  </a:lnTo>
                  <a:lnTo>
                    <a:pt x="429641" y="651872"/>
                  </a:lnTo>
                  <a:lnTo>
                    <a:pt x="473900" y="635026"/>
                  </a:lnTo>
                  <a:lnTo>
                    <a:pt x="514881" y="612334"/>
                  </a:lnTo>
                  <a:lnTo>
                    <a:pt x="552068" y="584309"/>
                  </a:lnTo>
                  <a:lnTo>
                    <a:pt x="584947" y="551466"/>
                  </a:lnTo>
                  <a:lnTo>
                    <a:pt x="613002" y="514319"/>
                  </a:lnTo>
                  <a:lnTo>
                    <a:pt x="635720" y="473383"/>
                  </a:lnTo>
                  <a:lnTo>
                    <a:pt x="652584" y="429172"/>
                  </a:lnTo>
                  <a:lnTo>
                    <a:pt x="663080" y="382200"/>
                  </a:lnTo>
                  <a:lnTo>
                    <a:pt x="666693" y="332983"/>
                  </a:lnTo>
                  <a:close/>
                </a:path>
                <a:path w="666750" h="1731645">
                  <a:moveTo>
                    <a:pt x="666693" y="1398544"/>
                  </a:moveTo>
                  <a:lnTo>
                    <a:pt x="663080" y="1349322"/>
                  </a:lnTo>
                  <a:lnTo>
                    <a:pt x="652584" y="1302348"/>
                  </a:lnTo>
                  <a:lnTo>
                    <a:pt x="635720" y="1258134"/>
                  </a:lnTo>
                  <a:lnTo>
                    <a:pt x="613002" y="1217196"/>
                  </a:lnTo>
                  <a:lnTo>
                    <a:pt x="584947" y="1180048"/>
                  </a:lnTo>
                  <a:lnTo>
                    <a:pt x="552068" y="1147204"/>
                  </a:lnTo>
                  <a:lnTo>
                    <a:pt x="514881" y="1119179"/>
                  </a:lnTo>
                  <a:lnTo>
                    <a:pt x="473900" y="1096486"/>
                  </a:lnTo>
                  <a:lnTo>
                    <a:pt x="429641" y="1079640"/>
                  </a:lnTo>
                  <a:lnTo>
                    <a:pt x="382618" y="1069155"/>
                  </a:lnTo>
                  <a:lnTo>
                    <a:pt x="333346" y="1065546"/>
                  </a:lnTo>
                  <a:lnTo>
                    <a:pt x="284108" y="1069155"/>
                  </a:lnTo>
                  <a:lnTo>
                    <a:pt x="237106" y="1079640"/>
                  </a:lnTo>
                  <a:lnTo>
                    <a:pt x="192857" y="1096486"/>
                  </a:lnTo>
                  <a:lnTo>
                    <a:pt x="151877" y="1119178"/>
                  </a:lnTo>
                  <a:lnTo>
                    <a:pt x="114685" y="1147204"/>
                  </a:lnTo>
                  <a:lnTo>
                    <a:pt x="81796" y="1180048"/>
                  </a:lnTo>
                  <a:lnTo>
                    <a:pt x="53728" y="1217196"/>
                  </a:lnTo>
                  <a:lnTo>
                    <a:pt x="30997" y="1258134"/>
                  </a:lnTo>
                  <a:lnTo>
                    <a:pt x="14121" y="1302347"/>
                  </a:lnTo>
                  <a:lnTo>
                    <a:pt x="3616" y="1349322"/>
                  </a:lnTo>
                  <a:lnTo>
                    <a:pt x="0" y="1398544"/>
                  </a:lnTo>
                  <a:lnTo>
                    <a:pt x="3616" y="1447748"/>
                  </a:lnTo>
                  <a:lnTo>
                    <a:pt x="14121" y="1494711"/>
                  </a:lnTo>
                  <a:lnTo>
                    <a:pt x="30997" y="1538918"/>
                  </a:lnTo>
                  <a:lnTo>
                    <a:pt x="53728" y="1579854"/>
                  </a:lnTo>
                  <a:lnTo>
                    <a:pt x="81796" y="1617002"/>
                  </a:lnTo>
                  <a:lnTo>
                    <a:pt x="114685" y="1649849"/>
                  </a:lnTo>
                  <a:lnTo>
                    <a:pt x="151877" y="1677880"/>
                  </a:lnTo>
                  <a:lnTo>
                    <a:pt x="192857" y="1700577"/>
                  </a:lnTo>
                  <a:lnTo>
                    <a:pt x="237106" y="1717428"/>
                  </a:lnTo>
                  <a:lnTo>
                    <a:pt x="284108" y="1727916"/>
                  </a:lnTo>
                  <a:lnTo>
                    <a:pt x="333346" y="1731527"/>
                  </a:lnTo>
                  <a:lnTo>
                    <a:pt x="382618" y="1727916"/>
                  </a:lnTo>
                  <a:lnTo>
                    <a:pt x="429641" y="1717428"/>
                  </a:lnTo>
                  <a:lnTo>
                    <a:pt x="473900" y="1700577"/>
                  </a:lnTo>
                  <a:lnTo>
                    <a:pt x="514881" y="1677880"/>
                  </a:lnTo>
                  <a:lnTo>
                    <a:pt x="552068" y="1649850"/>
                  </a:lnTo>
                  <a:lnTo>
                    <a:pt x="584947" y="1617003"/>
                  </a:lnTo>
                  <a:lnTo>
                    <a:pt x="613002" y="1579854"/>
                  </a:lnTo>
                  <a:lnTo>
                    <a:pt x="635720" y="1538918"/>
                  </a:lnTo>
                  <a:lnTo>
                    <a:pt x="652584" y="1494711"/>
                  </a:lnTo>
                  <a:lnTo>
                    <a:pt x="663080" y="1447748"/>
                  </a:lnTo>
                  <a:lnTo>
                    <a:pt x="666693" y="1398544"/>
                  </a:lnTo>
                  <a:close/>
                </a:path>
              </a:pathLst>
            </a:custGeom>
            <a:ln w="2221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41355" y="2356553"/>
              <a:ext cx="1111250" cy="1294765"/>
            </a:xfrm>
            <a:custGeom>
              <a:avLst/>
              <a:gdLst/>
              <a:ahLst/>
              <a:cxnLst/>
              <a:rect l="l" t="t" r="r" b="b"/>
              <a:pathLst>
                <a:path w="1111250" h="1294764">
                  <a:moveTo>
                    <a:pt x="1101496" y="1294490"/>
                  </a:moveTo>
                  <a:lnTo>
                    <a:pt x="0" y="0"/>
                  </a:lnTo>
                  <a:lnTo>
                    <a:pt x="1110829" y="320255"/>
                  </a:lnTo>
                </a:path>
              </a:pathLst>
            </a:custGeom>
            <a:ln w="11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41355" y="2356554"/>
              <a:ext cx="1111250" cy="2118995"/>
            </a:xfrm>
            <a:custGeom>
              <a:avLst/>
              <a:gdLst/>
              <a:ahLst/>
              <a:cxnLst/>
              <a:rect l="l" t="t" r="r" b="b"/>
              <a:pathLst>
                <a:path w="1111250" h="2118995">
                  <a:moveTo>
                    <a:pt x="0" y="0"/>
                  </a:moveTo>
                  <a:lnTo>
                    <a:pt x="1110829" y="2118379"/>
                  </a:lnTo>
                </a:path>
              </a:pathLst>
            </a:custGeom>
            <a:ln w="111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09354" y="2676809"/>
              <a:ext cx="2487930" cy="2289810"/>
            </a:xfrm>
            <a:custGeom>
              <a:avLst/>
              <a:gdLst/>
              <a:ahLst/>
              <a:cxnLst/>
              <a:rect l="l" t="t" r="r" b="b"/>
              <a:pathLst>
                <a:path w="2487929" h="2289810">
                  <a:moveTo>
                    <a:pt x="1133497" y="974234"/>
                  </a:moveTo>
                  <a:lnTo>
                    <a:pt x="31660" y="614168"/>
                  </a:lnTo>
                  <a:lnTo>
                    <a:pt x="1142831" y="0"/>
                  </a:lnTo>
                </a:path>
                <a:path w="2487929" h="2289810">
                  <a:moveTo>
                    <a:pt x="31660" y="614168"/>
                  </a:moveTo>
                  <a:lnTo>
                    <a:pt x="1142831" y="1798123"/>
                  </a:lnTo>
                </a:path>
                <a:path w="2487929" h="2289810">
                  <a:moveTo>
                    <a:pt x="1133497" y="974234"/>
                  </a:moveTo>
                  <a:lnTo>
                    <a:pt x="30193" y="1554661"/>
                  </a:lnTo>
                  <a:lnTo>
                    <a:pt x="1142831" y="0"/>
                  </a:lnTo>
                </a:path>
                <a:path w="2487929" h="2289810">
                  <a:moveTo>
                    <a:pt x="30193" y="1554661"/>
                  </a:moveTo>
                  <a:lnTo>
                    <a:pt x="1142831" y="1798123"/>
                  </a:lnTo>
                </a:path>
                <a:path w="2487929" h="2289810">
                  <a:moveTo>
                    <a:pt x="1133497" y="974234"/>
                  </a:moveTo>
                  <a:lnTo>
                    <a:pt x="0" y="2289222"/>
                  </a:lnTo>
                  <a:lnTo>
                    <a:pt x="1142831" y="0"/>
                  </a:lnTo>
                </a:path>
                <a:path w="2487929" h="2289810">
                  <a:moveTo>
                    <a:pt x="0" y="2289222"/>
                  </a:moveTo>
                  <a:lnTo>
                    <a:pt x="1142831" y="1798123"/>
                  </a:lnTo>
                </a:path>
                <a:path w="2487929" h="2289810">
                  <a:moveTo>
                    <a:pt x="1796042" y="39514"/>
                  </a:moveTo>
                  <a:lnTo>
                    <a:pt x="2487625" y="300572"/>
                  </a:lnTo>
                </a:path>
              </a:pathLst>
            </a:custGeom>
            <a:ln w="11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5396" y="2716323"/>
              <a:ext cx="603885" cy="1151255"/>
            </a:xfrm>
            <a:custGeom>
              <a:avLst/>
              <a:gdLst/>
              <a:ahLst/>
              <a:cxnLst/>
              <a:rect l="l" t="t" r="r" b="b"/>
              <a:pathLst>
                <a:path w="603885" h="1151254">
                  <a:moveTo>
                    <a:pt x="0" y="0"/>
                  </a:moveTo>
                  <a:lnTo>
                    <a:pt x="603306" y="1150995"/>
                  </a:lnTo>
                </a:path>
              </a:pathLst>
            </a:custGeom>
            <a:ln w="111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94878" y="2977382"/>
              <a:ext cx="704215" cy="1506855"/>
            </a:xfrm>
            <a:custGeom>
              <a:avLst/>
              <a:gdLst/>
              <a:ahLst/>
              <a:cxnLst/>
              <a:rect l="l" t="t" r="r" b="b"/>
              <a:pathLst>
                <a:path w="704214" h="1506854">
                  <a:moveTo>
                    <a:pt x="703732" y="1061461"/>
                  </a:moveTo>
                  <a:lnTo>
                    <a:pt x="10667" y="725015"/>
                  </a:lnTo>
                  <a:lnTo>
                    <a:pt x="702102" y="0"/>
                  </a:lnTo>
                </a:path>
                <a:path w="704214" h="1506854">
                  <a:moveTo>
                    <a:pt x="703732" y="1061461"/>
                  </a:moveTo>
                  <a:lnTo>
                    <a:pt x="0" y="1506741"/>
                  </a:lnTo>
                  <a:lnTo>
                    <a:pt x="702102" y="0"/>
                  </a:lnTo>
                </a:path>
              </a:pathLst>
            </a:custGeom>
            <a:ln w="11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45627" y="2370465"/>
              <a:ext cx="666750" cy="2531110"/>
            </a:xfrm>
            <a:custGeom>
              <a:avLst/>
              <a:gdLst/>
              <a:ahLst/>
              <a:cxnLst/>
              <a:rect l="l" t="t" r="r" b="b"/>
              <a:pathLst>
                <a:path w="666750" h="2531110">
                  <a:moveTo>
                    <a:pt x="666693" y="332983"/>
                  </a:moveTo>
                  <a:lnTo>
                    <a:pt x="663080" y="283765"/>
                  </a:lnTo>
                  <a:lnTo>
                    <a:pt x="652584" y="236793"/>
                  </a:lnTo>
                  <a:lnTo>
                    <a:pt x="635720" y="192582"/>
                  </a:lnTo>
                  <a:lnTo>
                    <a:pt x="613002" y="151646"/>
                  </a:lnTo>
                  <a:lnTo>
                    <a:pt x="584947" y="114500"/>
                  </a:lnTo>
                  <a:lnTo>
                    <a:pt x="552068" y="81657"/>
                  </a:lnTo>
                  <a:lnTo>
                    <a:pt x="514881" y="53632"/>
                  </a:lnTo>
                  <a:lnTo>
                    <a:pt x="473900" y="30939"/>
                  </a:lnTo>
                  <a:lnTo>
                    <a:pt x="429641" y="14093"/>
                  </a:lnTo>
                  <a:lnTo>
                    <a:pt x="382618" y="3609"/>
                  </a:lnTo>
                  <a:lnTo>
                    <a:pt x="333346" y="0"/>
                  </a:lnTo>
                  <a:lnTo>
                    <a:pt x="284108" y="3609"/>
                  </a:lnTo>
                  <a:lnTo>
                    <a:pt x="237106" y="14093"/>
                  </a:lnTo>
                  <a:lnTo>
                    <a:pt x="192857" y="30939"/>
                  </a:lnTo>
                  <a:lnTo>
                    <a:pt x="151877" y="53632"/>
                  </a:lnTo>
                  <a:lnTo>
                    <a:pt x="114685" y="81657"/>
                  </a:lnTo>
                  <a:lnTo>
                    <a:pt x="81796" y="114500"/>
                  </a:lnTo>
                  <a:lnTo>
                    <a:pt x="53728" y="151646"/>
                  </a:lnTo>
                  <a:lnTo>
                    <a:pt x="30997" y="192582"/>
                  </a:lnTo>
                  <a:lnTo>
                    <a:pt x="14121" y="236793"/>
                  </a:lnTo>
                  <a:lnTo>
                    <a:pt x="3616" y="283765"/>
                  </a:lnTo>
                  <a:lnTo>
                    <a:pt x="0" y="332983"/>
                  </a:lnTo>
                  <a:lnTo>
                    <a:pt x="3616" y="382200"/>
                  </a:lnTo>
                  <a:lnTo>
                    <a:pt x="14121" y="429172"/>
                  </a:lnTo>
                  <a:lnTo>
                    <a:pt x="30997" y="473383"/>
                  </a:lnTo>
                  <a:lnTo>
                    <a:pt x="53728" y="514319"/>
                  </a:lnTo>
                  <a:lnTo>
                    <a:pt x="81796" y="551466"/>
                  </a:lnTo>
                  <a:lnTo>
                    <a:pt x="114685" y="584309"/>
                  </a:lnTo>
                  <a:lnTo>
                    <a:pt x="151877" y="612334"/>
                  </a:lnTo>
                  <a:lnTo>
                    <a:pt x="192857" y="635026"/>
                  </a:lnTo>
                  <a:lnTo>
                    <a:pt x="237106" y="651872"/>
                  </a:lnTo>
                  <a:lnTo>
                    <a:pt x="284108" y="662357"/>
                  </a:lnTo>
                  <a:lnTo>
                    <a:pt x="333346" y="665966"/>
                  </a:lnTo>
                  <a:lnTo>
                    <a:pt x="382618" y="662357"/>
                  </a:lnTo>
                  <a:lnTo>
                    <a:pt x="429641" y="651872"/>
                  </a:lnTo>
                  <a:lnTo>
                    <a:pt x="473900" y="635026"/>
                  </a:lnTo>
                  <a:lnTo>
                    <a:pt x="514881" y="612334"/>
                  </a:lnTo>
                  <a:lnTo>
                    <a:pt x="552068" y="584309"/>
                  </a:lnTo>
                  <a:lnTo>
                    <a:pt x="584947" y="551466"/>
                  </a:lnTo>
                  <a:lnTo>
                    <a:pt x="613002" y="514319"/>
                  </a:lnTo>
                  <a:lnTo>
                    <a:pt x="635720" y="473383"/>
                  </a:lnTo>
                  <a:lnTo>
                    <a:pt x="652584" y="429172"/>
                  </a:lnTo>
                  <a:lnTo>
                    <a:pt x="663080" y="382200"/>
                  </a:lnTo>
                  <a:lnTo>
                    <a:pt x="666693" y="332983"/>
                  </a:lnTo>
                  <a:close/>
                </a:path>
                <a:path w="666750" h="2531110">
                  <a:moveTo>
                    <a:pt x="666693" y="1331932"/>
                  </a:moveTo>
                  <a:lnTo>
                    <a:pt x="663080" y="1282714"/>
                  </a:lnTo>
                  <a:lnTo>
                    <a:pt x="652584" y="1235743"/>
                  </a:lnTo>
                  <a:lnTo>
                    <a:pt x="635720" y="1191532"/>
                  </a:lnTo>
                  <a:lnTo>
                    <a:pt x="613002" y="1150596"/>
                  </a:lnTo>
                  <a:lnTo>
                    <a:pt x="584947" y="1113449"/>
                  </a:lnTo>
                  <a:lnTo>
                    <a:pt x="552068" y="1080606"/>
                  </a:lnTo>
                  <a:lnTo>
                    <a:pt x="514881" y="1052581"/>
                  </a:lnTo>
                  <a:lnTo>
                    <a:pt x="473900" y="1029889"/>
                  </a:lnTo>
                  <a:lnTo>
                    <a:pt x="429641" y="1013043"/>
                  </a:lnTo>
                  <a:lnTo>
                    <a:pt x="382618" y="1002558"/>
                  </a:lnTo>
                  <a:lnTo>
                    <a:pt x="333346" y="998949"/>
                  </a:lnTo>
                  <a:lnTo>
                    <a:pt x="284108" y="1002558"/>
                  </a:lnTo>
                  <a:lnTo>
                    <a:pt x="237106" y="1013043"/>
                  </a:lnTo>
                  <a:lnTo>
                    <a:pt x="192857" y="1029889"/>
                  </a:lnTo>
                  <a:lnTo>
                    <a:pt x="151877" y="1052581"/>
                  </a:lnTo>
                  <a:lnTo>
                    <a:pt x="114685" y="1080606"/>
                  </a:lnTo>
                  <a:lnTo>
                    <a:pt x="81796" y="1113449"/>
                  </a:lnTo>
                  <a:lnTo>
                    <a:pt x="53728" y="1150596"/>
                  </a:lnTo>
                  <a:lnTo>
                    <a:pt x="30997" y="1191532"/>
                  </a:lnTo>
                  <a:lnTo>
                    <a:pt x="14121" y="1235743"/>
                  </a:lnTo>
                  <a:lnTo>
                    <a:pt x="3616" y="1282714"/>
                  </a:lnTo>
                  <a:lnTo>
                    <a:pt x="0" y="1331932"/>
                  </a:lnTo>
                  <a:lnTo>
                    <a:pt x="3616" y="1381150"/>
                  </a:lnTo>
                  <a:lnTo>
                    <a:pt x="14121" y="1428123"/>
                  </a:lnTo>
                  <a:lnTo>
                    <a:pt x="30997" y="1472335"/>
                  </a:lnTo>
                  <a:lnTo>
                    <a:pt x="53728" y="1513273"/>
                  </a:lnTo>
                  <a:lnTo>
                    <a:pt x="81796" y="1550421"/>
                  </a:lnTo>
                  <a:lnTo>
                    <a:pt x="114685" y="1583266"/>
                  </a:lnTo>
                  <a:lnTo>
                    <a:pt x="151877" y="1611293"/>
                  </a:lnTo>
                  <a:lnTo>
                    <a:pt x="192857" y="1633988"/>
                  </a:lnTo>
                  <a:lnTo>
                    <a:pt x="237106" y="1650835"/>
                  </a:lnTo>
                  <a:lnTo>
                    <a:pt x="284108" y="1661321"/>
                  </a:lnTo>
                  <a:lnTo>
                    <a:pt x="333346" y="1664930"/>
                  </a:lnTo>
                  <a:lnTo>
                    <a:pt x="382618" y="1661321"/>
                  </a:lnTo>
                  <a:lnTo>
                    <a:pt x="429641" y="1650835"/>
                  </a:lnTo>
                  <a:lnTo>
                    <a:pt x="473900" y="1633988"/>
                  </a:lnTo>
                  <a:lnTo>
                    <a:pt x="514881" y="1611293"/>
                  </a:lnTo>
                  <a:lnTo>
                    <a:pt x="552068" y="1583266"/>
                  </a:lnTo>
                  <a:lnTo>
                    <a:pt x="584947" y="1550421"/>
                  </a:lnTo>
                  <a:lnTo>
                    <a:pt x="613002" y="1513273"/>
                  </a:lnTo>
                  <a:lnTo>
                    <a:pt x="635720" y="1472335"/>
                  </a:lnTo>
                  <a:lnTo>
                    <a:pt x="652584" y="1428123"/>
                  </a:lnTo>
                  <a:lnTo>
                    <a:pt x="663080" y="1381150"/>
                  </a:lnTo>
                  <a:lnTo>
                    <a:pt x="666693" y="1331932"/>
                  </a:lnTo>
                  <a:close/>
                </a:path>
                <a:path w="666750" h="2531110">
                  <a:moveTo>
                    <a:pt x="666693" y="2197703"/>
                  </a:moveTo>
                  <a:lnTo>
                    <a:pt x="663080" y="2148499"/>
                  </a:lnTo>
                  <a:lnTo>
                    <a:pt x="652584" y="2101535"/>
                  </a:lnTo>
                  <a:lnTo>
                    <a:pt x="635720" y="2057328"/>
                  </a:lnTo>
                  <a:lnTo>
                    <a:pt x="613002" y="2016393"/>
                  </a:lnTo>
                  <a:lnTo>
                    <a:pt x="584947" y="1979244"/>
                  </a:lnTo>
                  <a:lnTo>
                    <a:pt x="552068" y="1946397"/>
                  </a:lnTo>
                  <a:lnTo>
                    <a:pt x="514881" y="1918367"/>
                  </a:lnTo>
                  <a:lnTo>
                    <a:pt x="473900" y="1895669"/>
                  </a:lnTo>
                  <a:lnTo>
                    <a:pt x="429641" y="1878819"/>
                  </a:lnTo>
                  <a:lnTo>
                    <a:pt x="382618" y="1868330"/>
                  </a:lnTo>
                  <a:lnTo>
                    <a:pt x="333346" y="1864720"/>
                  </a:lnTo>
                  <a:lnTo>
                    <a:pt x="284108" y="1868330"/>
                  </a:lnTo>
                  <a:lnTo>
                    <a:pt x="237106" y="1878819"/>
                  </a:lnTo>
                  <a:lnTo>
                    <a:pt x="192857" y="1895669"/>
                  </a:lnTo>
                  <a:lnTo>
                    <a:pt x="151877" y="1918367"/>
                  </a:lnTo>
                  <a:lnTo>
                    <a:pt x="114685" y="1946397"/>
                  </a:lnTo>
                  <a:lnTo>
                    <a:pt x="81796" y="1979244"/>
                  </a:lnTo>
                  <a:lnTo>
                    <a:pt x="53728" y="2016393"/>
                  </a:lnTo>
                  <a:lnTo>
                    <a:pt x="30997" y="2057328"/>
                  </a:lnTo>
                  <a:lnTo>
                    <a:pt x="14121" y="2101535"/>
                  </a:lnTo>
                  <a:lnTo>
                    <a:pt x="3616" y="2148499"/>
                  </a:lnTo>
                  <a:lnTo>
                    <a:pt x="0" y="2197703"/>
                  </a:lnTo>
                  <a:lnTo>
                    <a:pt x="3616" y="2246908"/>
                  </a:lnTo>
                  <a:lnTo>
                    <a:pt x="14121" y="2293871"/>
                  </a:lnTo>
                  <a:lnTo>
                    <a:pt x="30997" y="2338078"/>
                  </a:lnTo>
                  <a:lnTo>
                    <a:pt x="53728" y="2379013"/>
                  </a:lnTo>
                  <a:lnTo>
                    <a:pt x="81796" y="2416162"/>
                  </a:lnTo>
                  <a:lnTo>
                    <a:pt x="114685" y="2449009"/>
                  </a:lnTo>
                  <a:lnTo>
                    <a:pt x="151877" y="2477039"/>
                  </a:lnTo>
                  <a:lnTo>
                    <a:pt x="192857" y="2499737"/>
                  </a:lnTo>
                  <a:lnTo>
                    <a:pt x="237106" y="2516588"/>
                  </a:lnTo>
                  <a:lnTo>
                    <a:pt x="284108" y="2527076"/>
                  </a:lnTo>
                  <a:lnTo>
                    <a:pt x="333346" y="2530686"/>
                  </a:lnTo>
                  <a:lnTo>
                    <a:pt x="382618" y="2527076"/>
                  </a:lnTo>
                  <a:lnTo>
                    <a:pt x="429641" y="2516588"/>
                  </a:lnTo>
                  <a:lnTo>
                    <a:pt x="473900" y="2499737"/>
                  </a:lnTo>
                  <a:lnTo>
                    <a:pt x="514881" y="2477039"/>
                  </a:lnTo>
                  <a:lnTo>
                    <a:pt x="552068" y="2449009"/>
                  </a:lnTo>
                  <a:lnTo>
                    <a:pt x="584947" y="2416162"/>
                  </a:lnTo>
                  <a:lnTo>
                    <a:pt x="613002" y="2379013"/>
                  </a:lnTo>
                  <a:lnTo>
                    <a:pt x="635720" y="2338078"/>
                  </a:lnTo>
                  <a:lnTo>
                    <a:pt x="652584" y="2293871"/>
                  </a:lnTo>
                  <a:lnTo>
                    <a:pt x="663080" y="2246908"/>
                  </a:lnTo>
                  <a:lnTo>
                    <a:pt x="666693" y="2197703"/>
                  </a:lnTo>
                  <a:close/>
                </a:path>
              </a:pathLst>
            </a:custGeom>
            <a:ln w="2221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9170" y="1970885"/>
              <a:ext cx="666750" cy="3479165"/>
            </a:xfrm>
            <a:custGeom>
              <a:avLst/>
              <a:gdLst/>
              <a:ahLst/>
              <a:cxnLst/>
              <a:rect l="l" t="t" r="r" b="b"/>
              <a:pathLst>
                <a:path w="666750" h="3479165">
                  <a:moveTo>
                    <a:pt x="666693" y="332983"/>
                  </a:moveTo>
                  <a:lnTo>
                    <a:pt x="663077" y="283765"/>
                  </a:lnTo>
                  <a:lnTo>
                    <a:pt x="652572" y="236793"/>
                  </a:lnTo>
                  <a:lnTo>
                    <a:pt x="635696" y="192582"/>
                  </a:lnTo>
                  <a:lnTo>
                    <a:pt x="612965" y="151646"/>
                  </a:lnTo>
                  <a:lnTo>
                    <a:pt x="584897" y="114500"/>
                  </a:lnTo>
                  <a:lnTo>
                    <a:pt x="552008" y="81657"/>
                  </a:lnTo>
                  <a:lnTo>
                    <a:pt x="514815" y="53632"/>
                  </a:lnTo>
                  <a:lnTo>
                    <a:pt x="473836" y="30939"/>
                  </a:lnTo>
                  <a:lnTo>
                    <a:pt x="429587" y="14093"/>
                  </a:lnTo>
                  <a:lnTo>
                    <a:pt x="382584" y="3609"/>
                  </a:lnTo>
                  <a:lnTo>
                    <a:pt x="333346" y="0"/>
                  </a:lnTo>
                  <a:lnTo>
                    <a:pt x="284075" y="3609"/>
                  </a:lnTo>
                  <a:lnTo>
                    <a:pt x="237052" y="14093"/>
                  </a:lnTo>
                  <a:lnTo>
                    <a:pt x="192793" y="30939"/>
                  </a:lnTo>
                  <a:lnTo>
                    <a:pt x="151812" y="53632"/>
                  </a:lnTo>
                  <a:lnTo>
                    <a:pt x="114625" y="81657"/>
                  </a:lnTo>
                  <a:lnTo>
                    <a:pt x="81746" y="114500"/>
                  </a:lnTo>
                  <a:lnTo>
                    <a:pt x="53690" y="151646"/>
                  </a:lnTo>
                  <a:lnTo>
                    <a:pt x="30973" y="192582"/>
                  </a:lnTo>
                  <a:lnTo>
                    <a:pt x="14109" y="236793"/>
                  </a:lnTo>
                  <a:lnTo>
                    <a:pt x="3613" y="283765"/>
                  </a:lnTo>
                  <a:lnTo>
                    <a:pt x="0" y="332983"/>
                  </a:lnTo>
                  <a:lnTo>
                    <a:pt x="3613" y="382200"/>
                  </a:lnTo>
                  <a:lnTo>
                    <a:pt x="14109" y="429172"/>
                  </a:lnTo>
                  <a:lnTo>
                    <a:pt x="30973" y="473383"/>
                  </a:lnTo>
                  <a:lnTo>
                    <a:pt x="53690" y="514319"/>
                  </a:lnTo>
                  <a:lnTo>
                    <a:pt x="81746" y="551466"/>
                  </a:lnTo>
                  <a:lnTo>
                    <a:pt x="114625" y="584309"/>
                  </a:lnTo>
                  <a:lnTo>
                    <a:pt x="151812" y="612334"/>
                  </a:lnTo>
                  <a:lnTo>
                    <a:pt x="192793" y="635026"/>
                  </a:lnTo>
                  <a:lnTo>
                    <a:pt x="237052" y="651872"/>
                  </a:lnTo>
                  <a:lnTo>
                    <a:pt x="284075" y="662357"/>
                  </a:lnTo>
                  <a:lnTo>
                    <a:pt x="333346" y="665966"/>
                  </a:lnTo>
                  <a:lnTo>
                    <a:pt x="382584" y="662357"/>
                  </a:lnTo>
                  <a:lnTo>
                    <a:pt x="429587" y="651872"/>
                  </a:lnTo>
                  <a:lnTo>
                    <a:pt x="473836" y="635026"/>
                  </a:lnTo>
                  <a:lnTo>
                    <a:pt x="514815" y="612334"/>
                  </a:lnTo>
                  <a:lnTo>
                    <a:pt x="552008" y="584309"/>
                  </a:lnTo>
                  <a:lnTo>
                    <a:pt x="584897" y="551466"/>
                  </a:lnTo>
                  <a:lnTo>
                    <a:pt x="612965" y="514319"/>
                  </a:lnTo>
                  <a:lnTo>
                    <a:pt x="635696" y="473383"/>
                  </a:lnTo>
                  <a:lnTo>
                    <a:pt x="652572" y="429172"/>
                  </a:lnTo>
                  <a:lnTo>
                    <a:pt x="663077" y="382200"/>
                  </a:lnTo>
                  <a:lnTo>
                    <a:pt x="666693" y="332983"/>
                  </a:lnTo>
                  <a:close/>
                </a:path>
                <a:path w="666750" h="3479165">
                  <a:moveTo>
                    <a:pt x="666693" y="1265335"/>
                  </a:moveTo>
                  <a:lnTo>
                    <a:pt x="663077" y="1216118"/>
                  </a:lnTo>
                  <a:lnTo>
                    <a:pt x="652572" y="1169146"/>
                  </a:lnTo>
                  <a:lnTo>
                    <a:pt x="635696" y="1124935"/>
                  </a:lnTo>
                  <a:lnTo>
                    <a:pt x="612965" y="1083999"/>
                  </a:lnTo>
                  <a:lnTo>
                    <a:pt x="584897" y="1046853"/>
                  </a:lnTo>
                  <a:lnTo>
                    <a:pt x="552008" y="1014010"/>
                  </a:lnTo>
                  <a:lnTo>
                    <a:pt x="514815" y="985985"/>
                  </a:lnTo>
                  <a:lnTo>
                    <a:pt x="473836" y="963292"/>
                  </a:lnTo>
                  <a:lnTo>
                    <a:pt x="429587" y="946446"/>
                  </a:lnTo>
                  <a:lnTo>
                    <a:pt x="382584" y="935962"/>
                  </a:lnTo>
                  <a:lnTo>
                    <a:pt x="333346" y="932352"/>
                  </a:lnTo>
                  <a:lnTo>
                    <a:pt x="284075" y="935962"/>
                  </a:lnTo>
                  <a:lnTo>
                    <a:pt x="237052" y="946446"/>
                  </a:lnTo>
                  <a:lnTo>
                    <a:pt x="192793" y="963292"/>
                  </a:lnTo>
                  <a:lnTo>
                    <a:pt x="151812" y="985985"/>
                  </a:lnTo>
                  <a:lnTo>
                    <a:pt x="114625" y="1014009"/>
                  </a:lnTo>
                  <a:lnTo>
                    <a:pt x="81746" y="1046852"/>
                  </a:lnTo>
                  <a:lnTo>
                    <a:pt x="53690" y="1083999"/>
                  </a:lnTo>
                  <a:lnTo>
                    <a:pt x="30973" y="1124935"/>
                  </a:lnTo>
                  <a:lnTo>
                    <a:pt x="14109" y="1169146"/>
                  </a:lnTo>
                  <a:lnTo>
                    <a:pt x="3613" y="1216118"/>
                  </a:lnTo>
                  <a:lnTo>
                    <a:pt x="0" y="1265335"/>
                  </a:lnTo>
                  <a:lnTo>
                    <a:pt x="3613" y="1314553"/>
                  </a:lnTo>
                  <a:lnTo>
                    <a:pt x="14109" y="1361525"/>
                  </a:lnTo>
                  <a:lnTo>
                    <a:pt x="30973" y="1405736"/>
                  </a:lnTo>
                  <a:lnTo>
                    <a:pt x="53690" y="1446672"/>
                  </a:lnTo>
                  <a:lnTo>
                    <a:pt x="81746" y="1483818"/>
                  </a:lnTo>
                  <a:lnTo>
                    <a:pt x="114625" y="1516661"/>
                  </a:lnTo>
                  <a:lnTo>
                    <a:pt x="151812" y="1544686"/>
                  </a:lnTo>
                  <a:lnTo>
                    <a:pt x="192793" y="1567379"/>
                  </a:lnTo>
                  <a:lnTo>
                    <a:pt x="237052" y="1584225"/>
                  </a:lnTo>
                  <a:lnTo>
                    <a:pt x="284075" y="1594709"/>
                  </a:lnTo>
                  <a:lnTo>
                    <a:pt x="333346" y="1598319"/>
                  </a:lnTo>
                  <a:lnTo>
                    <a:pt x="382584" y="1594709"/>
                  </a:lnTo>
                  <a:lnTo>
                    <a:pt x="429587" y="1584225"/>
                  </a:lnTo>
                  <a:lnTo>
                    <a:pt x="473836" y="1567379"/>
                  </a:lnTo>
                  <a:lnTo>
                    <a:pt x="514815" y="1544686"/>
                  </a:lnTo>
                  <a:lnTo>
                    <a:pt x="552008" y="1516661"/>
                  </a:lnTo>
                  <a:lnTo>
                    <a:pt x="584897" y="1483818"/>
                  </a:lnTo>
                  <a:lnTo>
                    <a:pt x="612965" y="1446672"/>
                  </a:lnTo>
                  <a:lnTo>
                    <a:pt x="635696" y="1405736"/>
                  </a:lnTo>
                  <a:lnTo>
                    <a:pt x="652572" y="1361525"/>
                  </a:lnTo>
                  <a:lnTo>
                    <a:pt x="663077" y="1314553"/>
                  </a:lnTo>
                  <a:lnTo>
                    <a:pt x="666693" y="1265335"/>
                  </a:lnTo>
                  <a:close/>
                </a:path>
                <a:path w="666750" h="3479165">
                  <a:moveTo>
                    <a:pt x="666693" y="2264300"/>
                  </a:moveTo>
                  <a:lnTo>
                    <a:pt x="663077" y="2215095"/>
                  </a:lnTo>
                  <a:lnTo>
                    <a:pt x="652572" y="2168131"/>
                  </a:lnTo>
                  <a:lnTo>
                    <a:pt x="635696" y="2123922"/>
                  </a:lnTo>
                  <a:lnTo>
                    <a:pt x="612965" y="2082985"/>
                  </a:lnTo>
                  <a:lnTo>
                    <a:pt x="584897" y="2045834"/>
                  </a:lnTo>
                  <a:lnTo>
                    <a:pt x="552008" y="2012985"/>
                  </a:lnTo>
                  <a:lnTo>
                    <a:pt x="514815" y="1984953"/>
                  </a:lnTo>
                  <a:lnTo>
                    <a:pt x="473836" y="1962254"/>
                  </a:lnTo>
                  <a:lnTo>
                    <a:pt x="429587" y="1945402"/>
                  </a:lnTo>
                  <a:lnTo>
                    <a:pt x="382584" y="1934913"/>
                  </a:lnTo>
                  <a:lnTo>
                    <a:pt x="333346" y="1931302"/>
                  </a:lnTo>
                  <a:lnTo>
                    <a:pt x="284075" y="1934913"/>
                  </a:lnTo>
                  <a:lnTo>
                    <a:pt x="237052" y="1945402"/>
                  </a:lnTo>
                  <a:lnTo>
                    <a:pt x="192793" y="1962254"/>
                  </a:lnTo>
                  <a:lnTo>
                    <a:pt x="151812" y="1984953"/>
                  </a:lnTo>
                  <a:lnTo>
                    <a:pt x="114625" y="2012985"/>
                  </a:lnTo>
                  <a:lnTo>
                    <a:pt x="81746" y="2045834"/>
                  </a:lnTo>
                  <a:lnTo>
                    <a:pt x="53690" y="2082985"/>
                  </a:lnTo>
                  <a:lnTo>
                    <a:pt x="30973" y="2123922"/>
                  </a:lnTo>
                  <a:lnTo>
                    <a:pt x="14109" y="2168131"/>
                  </a:lnTo>
                  <a:lnTo>
                    <a:pt x="3613" y="2215095"/>
                  </a:lnTo>
                  <a:lnTo>
                    <a:pt x="0" y="2264300"/>
                  </a:lnTo>
                  <a:lnTo>
                    <a:pt x="3613" y="2313504"/>
                  </a:lnTo>
                  <a:lnTo>
                    <a:pt x="14109" y="2360467"/>
                  </a:lnTo>
                  <a:lnTo>
                    <a:pt x="30973" y="2404674"/>
                  </a:lnTo>
                  <a:lnTo>
                    <a:pt x="53690" y="2445610"/>
                  </a:lnTo>
                  <a:lnTo>
                    <a:pt x="81746" y="2482759"/>
                  </a:lnTo>
                  <a:lnTo>
                    <a:pt x="114625" y="2515606"/>
                  </a:lnTo>
                  <a:lnTo>
                    <a:pt x="151812" y="2543636"/>
                  </a:lnTo>
                  <a:lnTo>
                    <a:pt x="192793" y="2566334"/>
                  </a:lnTo>
                  <a:lnTo>
                    <a:pt x="237052" y="2583184"/>
                  </a:lnTo>
                  <a:lnTo>
                    <a:pt x="284075" y="2593672"/>
                  </a:lnTo>
                  <a:lnTo>
                    <a:pt x="333346" y="2597283"/>
                  </a:lnTo>
                  <a:lnTo>
                    <a:pt x="382585" y="2593672"/>
                  </a:lnTo>
                  <a:lnTo>
                    <a:pt x="429587" y="2583184"/>
                  </a:lnTo>
                  <a:lnTo>
                    <a:pt x="473836" y="2566334"/>
                  </a:lnTo>
                  <a:lnTo>
                    <a:pt x="514815" y="2543636"/>
                  </a:lnTo>
                  <a:lnTo>
                    <a:pt x="552008" y="2515606"/>
                  </a:lnTo>
                  <a:lnTo>
                    <a:pt x="584897" y="2482759"/>
                  </a:lnTo>
                  <a:lnTo>
                    <a:pt x="612965" y="2445610"/>
                  </a:lnTo>
                  <a:lnTo>
                    <a:pt x="635696" y="2404674"/>
                  </a:lnTo>
                  <a:lnTo>
                    <a:pt x="652572" y="2360467"/>
                  </a:lnTo>
                  <a:lnTo>
                    <a:pt x="663077" y="2313504"/>
                  </a:lnTo>
                  <a:lnTo>
                    <a:pt x="666693" y="2264300"/>
                  </a:lnTo>
                  <a:close/>
                </a:path>
                <a:path w="666750" h="3479165">
                  <a:moveTo>
                    <a:pt x="666693" y="3146039"/>
                  </a:moveTo>
                  <a:lnTo>
                    <a:pt x="663077" y="3096835"/>
                  </a:lnTo>
                  <a:lnTo>
                    <a:pt x="652572" y="3049871"/>
                  </a:lnTo>
                  <a:lnTo>
                    <a:pt x="635696" y="3005664"/>
                  </a:lnTo>
                  <a:lnTo>
                    <a:pt x="612965" y="2964729"/>
                  </a:lnTo>
                  <a:lnTo>
                    <a:pt x="584897" y="2927580"/>
                  </a:lnTo>
                  <a:lnTo>
                    <a:pt x="552008" y="2894733"/>
                  </a:lnTo>
                  <a:lnTo>
                    <a:pt x="514815" y="2866703"/>
                  </a:lnTo>
                  <a:lnTo>
                    <a:pt x="473836" y="2844005"/>
                  </a:lnTo>
                  <a:lnTo>
                    <a:pt x="429587" y="2827155"/>
                  </a:lnTo>
                  <a:lnTo>
                    <a:pt x="382585" y="2816666"/>
                  </a:lnTo>
                  <a:lnTo>
                    <a:pt x="333346" y="2813056"/>
                  </a:lnTo>
                  <a:lnTo>
                    <a:pt x="284075" y="2816666"/>
                  </a:lnTo>
                  <a:lnTo>
                    <a:pt x="237052" y="2827155"/>
                  </a:lnTo>
                  <a:lnTo>
                    <a:pt x="192793" y="2844005"/>
                  </a:lnTo>
                  <a:lnTo>
                    <a:pt x="151812" y="2866703"/>
                  </a:lnTo>
                  <a:lnTo>
                    <a:pt x="114625" y="2894733"/>
                  </a:lnTo>
                  <a:lnTo>
                    <a:pt x="81746" y="2927580"/>
                  </a:lnTo>
                  <a:lnTo>
                    <a:pt x="53690" y="2964729"/>
                  </a:lnTo>
                  <a:lnTo>
                    <a:pt x="30973" y="3005664"/>
                  </a:lnTo>
                  <a:lnTo>
                    <a:pt x="14109" y="3049871"/>
                  </a:lnTo>
                  <a:lnTo>
                    <a:pt x="3613" y="3096835"/>
                  </a:lnTo>
                  <a:lnTo>
                    <a:pt x="0" y="3146039"/>
                  </a:lnTo>
                  <a:lnTo>
                    <a:pt x="3613" y="3195244"/>
                  </a:lnTo>
                  <a:lnTo>
                    <a:pt x="14109" y="3242207"/>
                  </a:lnTo>
                  <a:lnTo>
                    <a:pt x="30973" y="3286414"/>
                  </a:lnTo>
                  <a:lnTo>
                    <a:pt x="53690" y="3327350"/>
                  </a:lnTo>
                  <a:lnTo>
                    <a:pt x="81746" y="3364499"/>
                  </a:lnTo>
                  <a:lnTo>
                    <a:pt x="114625" y="3397346"/>
                  </a:lnTo>
                  <a:lnTo>
                    <a:pt x="151812" y="3425376"/>
                  </a:lnTo>
                  <a:lnTo>
                    <a:pt x="192793" y="3448074"/>
                  </a:lnTo>
                  <a:lnTo>
                    <a:pt x="237052" y="3464925"/>
                  </a:lnTo>
                  <a:lnTo>
                    <a:pt x="284075" y="3475413"/>
                  </a:lnTo>
                  <a:lnTo>
                    <a:pt x="333346" y="3479024"/>
                  </a:lnTo>
                  <a:lnTo>
                    <a:pt x="382585" y="3475413"/>
                  </a:lnTo>
                  <a:lnTo>
                    <a:pt x="429587" y="3464925"/>
                  </a:lnTo>
                  <a:lnTo>
                    <a:pt x="473836" y="3448074"/>
                  </a:lnTo>
                  <a:lnTo>
                    <a:pt x="514815" y="3425376"/>
                  </a:lnTo>
                  <a:lnTo>
                    <a:pt x="552008" y="3397346"/>
                  </a:lnTo>
                  <a:lnTo>
                    <a:pt x="584897" y="3364499"/>
                  </a:lnTo>
                  <a:lnTo>
                    <a:pt x="612965" y="3327350"/>
                  </a:lnTo>
                  <a:lnTo>
                    <a:pt x="635696" y="3286414"/>
                  </a:lnTo>
                  <a:lnTo>
                    <a:pt x="652572" y="3242207"/>
                  </a:lnTo>
                  <a:lnTo>
                    <a:pt x="663077" y="3195244"/>
                  </a:lnTo>
                  <a:lnTo>
                    <a:pt x="666693" y="3146039"/>
                  </a:lnTo>
                  <a:close/>
                </a:path>
              </a:pathLst>
            </a:custGeom>
            <a:ln w="2221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9746" y="2315708"/>
              <a:ext cx="2268855" cy="2108835"/>
            </a:xfrm>
            <a:custGeom>
              <a:avLst/>
              <a:gdLst/>
              <a:ahLst/>
              <a:cxnLst/>
              <a:rect l="l" t="t" r="r" b="b"/>
              <a:pathLst>
                <a:path w="2268854" h="2108835">
                  <a:moveTo>
                    <a:pt x="756623" y="1227301"/>
                  </a:moveTo>
                  <a:lnTo>
                    <a:pt x="0" y="709623"/>
                  </a:lnTo>
                  <a:lnTo>
                    <a:pt x="716176" y="375900"/>
                  </a:lnTo>
                </a:path>
                <a:path w="2268854" h="2108835">
                  <a:moveTo>
                    <a:pt x="0" y="709623"/>
                  </a:moveTo>
                  <a:lnTo>
                    <a:pt x="748622" y="2108789"/>
                  </a:lnTo>
                </a:path>
                <a:path w="2268854" h="2108835">
                  <a:moveTo>
                    <a:pt x="756623" y="1227301"/>
                  </a:moveTo>
                  <a:lnTo>
                    <a:pt x="5037" y="1905492"/>
                  </a:lnTo>
                  <a:lnTo>
                    <a:pt x="716176" y="375900"/>
                  </a:lnTo>
                </a:path>
                <a:path w="2268854" h="2108835">
                  <a:moveTo>
                    <a:pt x="5037" y="1905492"/>
                  </a:moveTo>
                  <a:lnTo>
                    <a:pt x="748622" y="2108789"/>
                  </a:lnTo>
                </a:path>
                <a:path w="2268854" h="2108835">
                  <a:moveTo>
                    <a:pt x="2268832" y="808483"/>
                  </a:moveTo>
                  <a:lnTo>
                    <a:pt x="1381685" y="362285"/>
                  </a:lnTo>
                  <a:lnTo>
                    <a:pt x="2249571" y="0"/>
                  </a:lnTo>
                </a:path>
              </a:pathLst>
            </a:custGeom>
            <a:ln w="11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11431" y="2677993"/>
              <a:ext cx="40640" cy="64135"/>
            </a:xfrm>
            <a:custGeom>
              <a:avLst/>
              <a:gdLst/>
              <a:ahLst/>
              <a:cxnLst/>
              <a:rect l="l" t="t" r="r" b="b"/>
              <a:pathLst>
                <a:path w="40640" h="64135">
                  <a:moveTo>
                    <a:pt x="0" y="0"/>
                  </a:moveTo>
                  <a:lnTo>
                    <a:pt x="40617" y="63992"/>
                  </a:lnTo>
                </a:path>
              </a:pathLst>
            </a:custGeom>
            <a:ln w="111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11135" y="2315708"/>
              <a:ext cx="909319" cy="2640965"/>
            </a:xfrm>
            <a:custGeom>
              <a:avLst/>
              <a:gdLst/>
              <a:ahLst/>
              <a:cxnLst/>
              <a:rect l="l" t="t" r="r" b="b"/>
              <a:pathLst>
                <a:path w="909320" h="2640965">
                  <a:moveTo>
                    <a:pt x="296" y="362285"/>
                  </a:moveTo>
                  <a:lnTo>
                    <a:pt x="909221" y="2640748"/>
                  </a:lnTo>
                </a:path>
                <a:path w="909320" h="2640965">
                  <a:moveTo>
                    <a:pt x="887443" y="808483"/>
                  </a:moveTo>
                  <a:lnTo>
                    <a:pt x="0" y="1415548"/>
                  </a:lnTo>
                  <a:lnTo>
                    <a:pt x="868183" y="0"/>
                  </a:lnTo>
                </a:path>
                <a:path w="909320" h="2640965">
                  <a:moveTo>
                    <a:pt x="0" y="1415548"/>
                  </a:moveTo>
                  <a:lnTo>
                    <a:pt x="899295" y="1778662"/>
                  </a:lnTo>
                </a:path>
                <a:path w="909320" h="2640965">
                  <a:moveTo>
                    <a:pt x="0" y="1415548"/>
                  </a:moveTo>
                  <a:lnTo>
                    <a:pt x="909221" y="2640748"/>
                  </a:lnTo>
                </a:path>
                <a:path w="909320" h="2640965">
                  <a:moveTo>
                    <a:pt x="1185" y="2252460"/>
                  </a:moveTo>
                  <a:lnTo>
                    <a:pt x="868183" y="0"/>
                  </a:lnTo>
                </a:path>
                <a:path w="909320" h="2640965">
                  <a:moveTo>
                    <a:pt x="887443" y="808483"/>
                  </a:moveTo>
                  <a:lnTo>
                    <a:pt x="1333" y="2252460"/>
                  </a:lnTo>
                </a:path>
                <a:path w="909320" h="2640965">
                  <a:moveTo>
                    <a:pt x="899295" y="1778662"/>
                  </a:moveTo>
                  <a:lnTo>
                    <a:pt x="1333" y="2252460"/>
                  </a:lnTo>
                </a:path>
                <a:path w="909320" h="2640965">
                  <a:moveTo>
                    <a:pt x="909221" y="2640748"/>
                  </a:moveTo>
                  <a:lnTo>
                    <a:pt x="1333" y="2252460"/>
                  </a:lnTo>
                </a:path>
              </a:pathLst>
            </a:custGeom>
            <a:ln w="11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969261" y="2106929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69261" y="4926329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68119" y="4022217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77517" y="3060014"/>
            <a:ext cx="309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20084" y="4336796"/>
            <a:ext cx="346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𝟑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20084" y="3500754"/>
            <a:ext cx="3460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20084" y="2497277"/>
            <a:ext cx="3467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𝒂</a:t>
            </a:r>
            <a:r>
              <a:rPr sz="2175" spc="-37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67553" y="3935729"/>
            <a:ext cx="3416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𝒃</a:t>
            </a:r>
            <a:r>
              <a:rPr sz="2175" spc="-37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34407" y="2915869"/>
            <a:ext cx="3416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𝒃</a:t>
            </a:r>
            <a:r>
              <a:rPr sz="2175" spc="-37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36105" y="2497277"/>
            <a:ext cx="3467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1205" dirty="0">
                <a:latin typeface="Cambria Math"/>
                <a:cs typeface="Cambria Math"/>
              </a:rPr>
              <a:t>𝒂</a:t>
            </a:r>
            <a:r>
              <a:rPr sz="2000" spc="35" dirty="0">
                <a:latin typeface="Cambria Math"/>
                <a:cs typeface="Cambria Math"/>
              </a:rPr>
              <a:t>^</a:t>
            </a:r>
            <a:r>
              <a:rPr sz="2175" spc="-22" baseline="-15325" dirty="0">
                <a:latin typeface="Cambria Math"/>
                <a:cs typeface="Cambria Math"/>
              </a:rPr>
              <a:t>𝟏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35852" y="4379163"/>
            <a:ext cx="3467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1205" dirty="0">
                <a:latin typeface="Cambria Math"/>
                <a:cs typeface="Cambria Math"/>
              </a:rPr>
              <a:t>𝒂</a:t>
            </a:r>
            <a:r>
              <a:rPr sz="2000" spc="35" dirty="0">
                <a:latin typeface="Cambria Math"/>
                <a:cs typeface="Cambria Math"/>
              </a:rPr>
              <a:t>^</a:t>
            </a:r>
            <a:r>
              <a:rPr sz="2175" spc="-22" baseline="-15325" dirty="0">
                <a:latin typeface="Cambria Math"/>
                <a:cs typeface="Cambria Math"/>
              </a:rPr>
              <a:t>𝟑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35852" y="3489782"/>
            <a:ext cx="3460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1205" dirty="0">
                <a:latin typeface="Cambria Math"/>
                <a:cs typeface="Cambria Math"/>
              </a:rPr>
              <a:t>𝒂</a:t>
            </a:r>
            <a:r>
              <a:rPr sz="2000" spc="35" dirty="0">
                <a:latin typeface="Cambria Math"/>
                <a:cs typeface="Cambria Math"/>
              </a:rPr>
              <a:t>^</a:t>
            </a:r>
            <a:r>
              <a:rPr sz="2175" spc="-22" baseline="-15325" dirty="0">
                <a:latin typeface="Cambria Math"/>
                <a:cs typeface="Cambria Math"/>
              </a:rPr>
              <a:t>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47025" y="4926329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50" dirty="0">
                <a:latin typeface="Cambria Math"/>
                <a:cs typeface="Cambria Math"/>
              </a:rPr>
              <a:t>𝒙</a:t>
            </a:r>
            <a:r>
              <a:rPr sz="2700" spc="-15" baseline="1543" dirty="0">
                <a:latin typeface="Cambria Math"/>
                <a:cs typeface="Cambria Math"/>
              </a:rPr>
              <a:t>^</a:t>
            </a:r>
            <a:r>
              <a:rPr sz="1950" spc="-30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47025" y="4061205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50" dirty="0">
                <a:latin typeface="Cambria Math"/>
                <a:cs typeface="Cambria Math"/>
              </a:rPr>
              <a:t>𝒙</a:t>
            </a:r>
            <a:r>
              <a:rPr sz="2700" spc="-15" baseline="1543" dirty="0">
                <a:latin typeface="Cambria Math"/>
                <a:cs typeface="Cambria Math"/>
              </a:rPr>
              <a:t>^</a:t>
            </a:r>
            <a:r>
              <a:rPr sz="1950" spc="-30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47025" y="3060014"/>
            <a:ext cx="309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50" dirty="0">
                <a:latin typeface="Cambria Math"/>
                <a:cs typeface="Cambria Math"/>
              </a:rPr>
              <a:t>𝒙</a:t>
            </a:r>
            <a:r>
              <a:rPr sz="2700" spc="-15" baseline="1543" dirty="0">
                <a:latin typeface="Cambria Math"/>
                <a:cs typeface="Cambria Math"/>
              </a:rPr>
              <a:t>^</a:t>
            </a:r>
            <a:r>
              <a:rPr sz="1950" spc="-30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47025" y="2106929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50" dirty="0">
                <a:latin typeface="Cambria Math"/>
                <a:cs typeface="Cambria Math"/>
              </a:rPr>
              <a:t>𝒙</a:t>
            </a:r>
            <a:r>
              <a:rPr sz="2700" spc="-15" baseline="1543" dirty="0">
                <a:latin typeface="Cambria Math"/>
                <a:cs typeface="Cambria Math"/>
              </a:rPr>
              <a:t>^</a:t>
            </a:r>
            <a:r>
              <a:rPr sz="1950" spc="-30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40201" y="5536183"/>
            <a:ext cx="796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716023" y="5416296"/>
            <a:ext cx="6794500" cy="242570"/>
            <a:chOff x="1716023" y="5416296"/>
            <a:chExt cx="6794500" cy="242570"/>
          </a:xfrm>
        </p:grpSpPr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6023" y="5416296"/>
              <a:ext cx="3627120" cy="24231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837181" y="5478780"/>
              <a:ext cx="3384550" cy="78105"/>
            </a:xfrm>
            <a:custGeom>
              <a:avLst/>
              <a:gdLst/>
              <a:ahLst/>
              <a:cxnLst/>
              <a:rect l="l" t="t" r="r" b="b"/>
              <a:pathLst>
                <a:path w="3384550" h="78104">
                  <a:moveTo>
                    <a:pt x="77724" y="0"/>
                  </a:moveTo>
                  <a:lnTo>
                    <a:pt x="0" y="38862"/>
                  </a:lnTo>
                  <a:lnTo>
                    <a:pt x="77724" y="77724"/>
                  </a:lnTo>
                  <a:lnTo>
                    <a:pt x="77724" y="51816"/>
                  </a:lnTo>
                  <a:lnTo>
                    <a:pt x="64769" y="51816"/>
                  </a:lnTo>
                  <a:lnTo>
                    <a:pt x="64769" y="25908"/>
                  </a:lnTo>
                  <a:lnTo>
                    <a:pt x="77724" y="25908"/>
                  </a:lnTo>
                  <a:lnTo>
                    <a:pt x="77724" y="0"/>
                  </a:lnTo>
                  <a:close/>
                </a:path>
                <a:path w="3384550" h="78104">
                  <a:moveTo>
                    <a:pt x="3306699" y="0"/>
                  </a:moveTo>
                  <a:lnTo>
                    <a:pt x="3306699" y="77724"/>
                  </a:lnTo>
                  <a:lnTo>
                    <a:pt x="3358514" y="51816"/>
                  </a:lnTo>
                  <a:lnTo>
                    <a:pt x="3319653" y="51816"/>
                  </a:lnTo>
                  <a:lnTo>
                    <a:pt x="3319653" y="25908"/>
                  </a:lnTo>
                  <a:lnTo>
                    <a:pt x="3358514" y="25908"/>
                  </a:lnTo>
                  <a:lnTo>
                    <a:pt x="3306699" y="0"/>
                  </a:lnTo>
                  <a:close/>
                </a:path>
                <a:path w="3384550" h="78104">
                  <a:moveTo>
                    <a:pt x="77724" y="25908"/>
                  </a:moveTo>
                  <a:lnTo>
                    <a:pt x="64769" y="25908"/>
                  </a:lnTo>
                  <a:lnTo>
                    <a:pt x="64769" y="51816"/>
                  </a:lnTo>
                  <a:lnTo>
                    <a:pt x="77724" y="51816"/>
                  </a:lnTo>
                  <a:lnTo>
                    <a:pt x="77724" y="25908"/>
                  </a:lnTo>
                  <a:close/>
                </a:path>
                <a:path w="3384550" h="78104">
                  <a:moveTo>
                    <a:pt x="3306699" y="25908"/>
                  </a:moveTo>
                  <a:lnTo>
                    <a:pt x="77724" y="25908"/>
                  </a:lnTo>
                  <a:lnTo>
                    <a:pt x="77724" y="51816"/>
                  </a:lnTo>
                  <a:lnTo>
                    <a:pt x="3306699" y="51816"/>
                  </a:lnTo>
                  <a:lnTo>
                    <a:pt x="3306699" y="25908"/>
                  </a:lnTo>
                  <a:close/>
                </a:path>
                <a:path w="3384550" h="78104">
                  <a:moveTo>
                    <a:pt x="3358514" y="25908"/>
                  </a:moveTo>
                  <a:lnTo>
                    <a:pt x="3319653" y="25908"/>
                  </a:lnTo>
                  <a:lnTo>
                    <a:pt x="3319653" y="51816"/>
                  </a:lnTo>
                  <a:lnTo>
                    <a:pt x="3358514" y="51816"/>
                  </a:lnTo>
                  <a:lnTo>
                    <a:pt x="3384423" y="38862"/>
                  </a:lnTo>
                  <a:lnTo>
                    <a:pt x="3358514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99303" y="5416296"/>
              <a:ext cx="3410711" cy="24231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220461" y="5478780"/>
              <a:ext cx="3168650" cy="78105"/>
            </a:xfrm>
            <a:custGeom>
              <a:avLst/>
              <a:gdLst/>
              <a:ahLst/>
              <a:cxnLst/>
              <a:rect l="l" t="t" r="r" b="b"/>
              <a:pathLst>
                <a:path w="3168650" h="78104">
                  <a:moveTo>
                    <a:pt x="77724" y="0"/>
                  </a:moveTo>
                  <a:lnTo>
                    <a:pt x="0" y="38862"/>
                  </a:lnTo>
                  <a:lnTo>
                    <a:pt x="77724" y="77724"/>
                  </a:lnTo>
                  <a:lnTo>
                    <a:pt x="77724" y="51816"/>
                  </a:lnTo>
                  <a:lnTo>
                    <a:pt x="64770" y="51816"/>
                  </a:lnTo>
                  <a:lnTo>
                    <a:pt x="64770" y="25908"/>
                  </a:lnTo>
                  <a:lnTo>
                    <a:pt x="77724" y="25908"/>
                  </a:lnTo>
                  <a:lnTo>
                    <a:pt x="77724" y="0"/>
                  </a:lnTo>
                  <a:close/>
                </a:path>
                <a:path w="3168650" h="78104">
                  <a:moveTo>
                    <a:pt x="3090671" y="0"/>
                  </a:moveTo>
                  <a:lnTo>
                    <a:pt x="3090671" y="77724"/>
                  </a:lnTo>
                  <a:lnTo>
                    <a:pt x="3142488" y="51816"/>
                  </a:lnTo>
                  <a:lnTo>
                    <a:pt x="3103626" y="51816"/>
                  </a:lnTo>
                  <a:lnTo>
                    <a:pt x="3103626" y="25908"/>
                  </a:lnTo>
                  <a:lnTo>
                    <a:pt x="3142488" y="25908"/>
                  </a:lnTo>
                  <a:lnTo>
                    <a:pt x="3090671" y="0"/>
                  </a:lnTo>
                  <a:close/>
                </a:path>
                <a:path w="3168650" h="78104">
                  <a:moveTo>
                    <a:pt x="77724" y="25908"/>
                  </a:moveTo>
                  <a:lnTo>
                    <a:pt x="64770" y="25908"/>
                  </a:lnTo>
                  <a:lnTo>
                    <a:pt x="64770" y="51816"/>
                  </a:lnTo>
                  <a:lnTo>
                    <a:pt x="77724" y="51816"/>
                  </a:lnTo>
                  <a:lnTo>
                    <a:pt x="77724" y="25908"/>
                  </a:lnTo>
                  <a:close/>
                </a:path>
                <a:path w="3168650" h="78104">
                  <a:moveTo>
                    <a:pt x="3090671" y="25908"/>
                  </a:moveTo>
                  <a:lnTo>
                    <a:pt x="77724" y="25908"/>
                  </a:lnTo>
                  <a:lnTo>
                    <a:pt x="77724" y="51816"/>
                  </a:lnTo>
                  <a:lnTo>
                    <a:pt x="3090671" y="51816"/>
                  </a:lnTo>
                  <a:lnTo>
                    <a:pt x="3090671" y="25908"/>
                  </a:lnTo>
                  <a:close/>
                </a:path>
                <a:path w="3168650" h="78104">
                  <a:moveTo>
                    <a:pt x="3142488" y="25908"/>
                  </a:moveTo>
                  <a:lnTo>
                    <a:pt x="3103626" y="25908"/>
                  </a:lnTo>
                  <a:lnTo>
                    <a:pt x="3103626" y="51816"/>
                  </a:lnTo>
                  <a:lnTo>
                    <a:pt x="3142488" y="51816"/>
                  </a:lnTo>
                  <a:lnTo>
                    <a:pt x="3168395" y="38862"/>
                  </a:lnTo>
                  <a:lnTo>
                    <a:pt x="3142488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489953" y="5491073"/>
            <a:ext cx="822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0" y="254507"/>
            <a:ext cx="2327148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68550">
              <a:lnSpc>
                <a:spcPct val="100000"/>
              </a:lnSpc>
              <a:spcBef>
                <a:spcPts val="105"/>
              </a:spcBef>
            </a:pPr>
            <a:r>
              <a:rPr dirty="0"/>
              <a:t>Using</a:t>
            </a:r>
            <a:r>
              <a:rPr spc="-140" dirty="0"/>
              <a:t> </a:t>
            </a:r>
            <a:r>
              <a:rPr spc="-35" dirty="0"/>
              <a:t>AE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344" y="1418920"/>
            <a:ext cx="3141345" cy="287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Denoising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compression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Unsupervised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Manifold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Generative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9379" y="254507"/>
            <a:ext cx="4933188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6553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Types</a:t>
            </a:r>
            <a:r>
              <a:rPr spc="-80" dirty="0"/>
              <a:t> </a:t>
            </a:r>
            <a:r>
              <a:rPr dirty="0"/>
              <a:t>of</a:t>
            </a:r>
            <a:r>
              <a:rPr spc="-180" dirty="0"/>
              <a:t> </a:t>
            </a:r>
            <a:r>
              <a:rPr dirty="0"/>
              <a:t>Auto</a:t>
            </a:r>
            <a:r>
              <a:rPr spc="-80" dirty="0"/>
              <a:t> </a:t>
            </a:r>
            <a:r>
              <a:rPr spc="-10" dirty="0"/>
              <a:t>Encoder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344" y="1414348"/>
            <a:ext cx="4403090" cy="3357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spc="-10" dirty="0">
                <a:latin typeface="Calibri"/>
                <a:cs typeface="Calibri"/>
              </a:rPr>
              <a:t>Stacked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encoder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(SAE)</a:t>
            </a:r>
            <a:endParaRPr sz="2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3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Denoising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encoder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(DAE)</a:t>
            </a:r>
            <a:endParaRPr sz="2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30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Sparse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Encoder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(SAE)</a:t>
            </a:r>
            <a:endParaRPr sz="2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3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spc="-10" dirty="0">
                <a:latin typeface="Calibri"/>
                <a:cs typeface="Calibri"/>
              </a:rPr>
              <a:t>Contractive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Encoder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(CAE)</a:t>
            </a:r>
            <a:endParaRPr sz="2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3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Convolutional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Encoder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(CAE)</a:t>
            </a:r>
            <a:endParaRPr sz="2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30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spc="-10" dirty="0">
                <a:latin typeface="Calibri"/>
                <a:cs typeface="Calibri"/>
              </a:rPr>
              <a:t>Variational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Encoder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(VAE)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4095" y="254507"/>
            <a:ext cx="4145279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500">
              <a:lnSpc>
                <a:spcPct val="100000"/>
              </a:lnSpc>
              <a:spcBef>
                <a:spcPts val="105"/>
              </a:spcBef>
            </a:pPr>
            <a:r>
              <a:rPr dirty="0"/>
              <a:t>Generative</a:t>
            </a:r>
            <a:r>
              <a:rPr spc="-55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344" y="1292732"/>
            <a:ext cx="6764020" cy="1818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Given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training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generate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new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samples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same</a:t>
            </a:r>
            <a:endParaRPr sz="23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300" spc="-10" dirty="0">
                <a:latin typeface="Calibri"/>
                <a:cs typeface="Calibri"/>
              </a:rPr>
              <a:t>distribution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455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spc="-10" dirty="0">
                <a:latin typeface="Calibri"/>
                <a:cs typeface="Calibri"/>
              </a:rPr>
              <a:t>Variational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Encoder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(VAE)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85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spc="-10" dirty="0">
                <a:latin typeface="Calibri"/>
                <a:cs typeface="Calibri"/>
              </a:rPr>
              <a:t>Generative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Adversarial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(GAN)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5364" y="4108703"/>
            <a:ext cx="2016252" cy="16489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452116" y="254507"/>
            <a:ext cx="5349240" cy="902335"/>
            <a:chOff x="2452116" y="254507"/>
            <a:chExt cx="5349240" cy="90233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2116" y="254507"/>
              <a:ext cx="2590800" cy="9022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2480" y="254507"/>
              <a:ext cx="3198876" cy="90220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8519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Variational</a:t>
            </a:r>
            <a:r>
              <a:rPr spc="-145" dirty="0"/>
              <a:t> </a:t>
            </a:r>
            <a:r>
              <a:rPr dirty="0"/>
              <a:t>Auto</a:t>
            </a:r>
            <a:r>
              <a:rPr spc="-30" dirty="0"/>
              <a:t> </a:t>
            </a:r>
            <a:r>
              <a:rPr spc="-10" dirty="0"/>
              <a:t>Encoder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317060" y="1594769"/>
            <a:ext cx="5651500" cy="3434079"/>
            <a:chOff x="2317060" y="1594769"/>
            <a:chExt cx="5651500" cy="3434079"/>
          </a:xfrm>
        </p:grpSpPr>
        <p:sp>
          <p:nvSpPr>
            <p:cNvPr id="9" name="object 9"/>
            <p:cNvSpPr/>
            <p:nvPr/>
          </p:nvSpPr>
          <p:spPr>
            <a:xfrm>
              <a:off x="2327599" y="1605307"/>
              <a:ext cx="569595" cy="3349625"/>
            </a:xfrm>
            <a:custGeom>
              <a:avLst/>
              <a:gdLst/>
              <a:ahLst/>
              <a:cxnLst/>
              <a:rect l="l" t="t" r="r" b="b"/>
              <a:pathLst>
                <a:path w="569594" h="3349625">
                  <a:moveTo>
                    <a:pt x="569361" y="276400"/>
                  </a:moveTo>
                  <a:lnTo>
                    <a:pt x="565635" y="231563"/>
                  </a:lnTo>
                  <a:lnTo>
                    <a:pt x="554848" y="189030"/>
                  </a:lnTo>
                  <a:lnTo>
                    <a:pt x="537586" y="149371"/>
                  </a:lnTo>
                  <a:lnTo>
                    <a:pt x="514435" y="113155"/>
                  </a:lnTo>
                  <a:lnTo>
                    <a:pt x="485981" y="80950"/>
                  </a:lnTo>
                  <a:lnTo>
                    <a:pt x="452810" y="53325"/>
                  </a:lnTo>
                  <a:lnTo>
                    <a:pt x="415509" y="30848"/>
                  </a:lnTo>
                  <a:lnTo>
                    <a:pt x="374663" y="14089"/>
                  </a:lnTo>
                  <a:lnTo>
                    <a:pt x="330858" y="3617"/>
                  </a:lnTo>
                  <a:lnTo>
                    <a:pt x="284680" y="0"/>
                  </a:lnTo>
                  <a:lnTo>
                    <a:pt x="238503" y="3617"/>
                  </a:lnTo>
                  <a:lnTo>
                    <a:pt x="194698" y="14089"/>
                  </a:lnTo>
                  <a:lnTo>
                    <a:pt x="153852" y="30848"/>
                  </a:lnTo>
                  <a:lnTo>
                    <a:pt x="116550" y="53325"/>
                  </a:lnTo>
                  <a:lnTo>
                    <a:pt x="83379" y="80950"/>
                  </a:lnTo>
                  <a:lnTo>
                    <a:pt x="54925" y="113155"/>
                  </a:lnTo>
                  <a:lnTo>
                    <a:pt x="31774" y="149371"/>
                  </a:lnTo>
                  <a:lnTo>
                    <a:pt x="14512" y="189030"/>
                  </a:lnTo>
                  <a:lnTo>
                    <a:pt x="3725" y="231563"/>
                  </a:lnTo>
                  <a:lnTo>
                    <a:pt x="0" y="276400"/>
                  </a:lnTo>
                  <a:lnTo>
                    <a:pt x="3725" y="321275"/>
                  </a:lnTo>
                  <a:lnTo>
                    <a:pt x="14512" y="363838"/>
                  </a:lnTo>
                  <a:lnTo>
                    <a:pt x="31774" y="403520"/>
                  </a:lnTo>
                  <a:lnTo>
                    <a:pt x="54925" y="439755"/>
                  </a:lnTo>
                  <a:lnTo>
                    <a:pt x="83379" y="471973"/>
                  </a:lnTo>
                  <a:lnTo>
                    <a:pt x="116550" y="499606"/>
                  </a:lnTo>
                  <a:lnTo>
                    <a:pt x="153852" y="522088"/>
                  </a:lnTo>
                  <a:lnTo>
                    <a:pt x="194698" y="538850"/>
                  </a:lnTo>
                  <a:lnTo>
                    <a:pt x="238503" y="549323"/>
                  </a:lnTo>
                  <a:lnTo>
                    <a:pt x="284680" y="552940"/>
                  </a:lnTo>
                  <a:lnTo>
                    <a:pt x="330858" y="549323"/>
                  </a:lnTo>
                  <a:lnTo>
                    <a:pt x="374663" y="538850"/>
                  </a:lnTo>
                  <a:lnTo>
                    <a:pt x="415509" y="522088"/>
                  </a:lnTo>
                  <a:lnTo>
                    <a:pt x="452811" y="499606"/>
                  </a:lnTo>
                  <a:lnTo>
                    <a:pt x="485981" y="471973"/>
                  </a:lnTo>
                  <a:lnTo>
                    <a:pt x="514435" y="439755"/>
                  </a:lnTo>
                  <a:lnTo>
                    <a:pt x="537586" y="403520"/>
                  </a:lnTo>
                  <a:lnTo>
                    <a:pt x="554848" y="363838"/>
                  </a:lnTo>
                  <a:lnTo>
                    <a:pt x="565635" y="321275"/>
                  </a:lnTo>
                  <a:lnTo>
                    <a:pt x="569361" y="276400"/>
                  </a:lnTo>
                  <a:close/>
                </a:path>
                <a:path w="569594" h="3349625">
                  <a:moveTo>
                    <a:pt x="569361" y="1208689"/>
                  </a:moveTo>
                  <a:lnTo>
                    <a:pt x="565635" y="1163814"/>
                  </a:lnTo>
                  <a:lnTo>
                    <a:pt x="554848" y="1121251"/>
                  </a:lnTo>
                  <a:lnTo>
                    <a:pt x="537586" y="1081568"/>
                  </a:lnTo>
                  <a:lnTo>
                    <a:pt x="514435" y="1045334"/>
                  </a:lnTo>
                  <a:lnTo>
                    <a:pt x="485981" y="1013116"/>
                  </a:lnTo>
                  <a:lnTo>
                    <a:pt x="452811" y="985482"/>
                  </a:lnTo>
                  <a:lnTo>
                    <a:pt x="415509" y="963000"/>
                  </a:lnTo>
                  <a:lnTo>
                    <a:pt x="374663" y="946239"/>
                  </a:lnTo>
                  <a:lnTo>
                    <a:pt x="330858" y="935765"/>
                  </a:lnTo>
                  <a:lnTo>
                    <a:pt x="284680" y="932148"/>
                  </a:lnTo>
                  <a:lnTo>
                    <a:pt x="238503" y="935765"/>
                  </a:lnTo>
                  <a:lnTo>
                    <a:pt x="194698" y="946239"/>
                  </a:lnTo>
                  <a:lnTo>
                    <a:pt x="153852" y="963000"/>
                  </a:lnTo>
                  <a:lnTo>
                    <a:pt x="116550" y="985482"/>
                  </a:lnTo>
                  <a:lnTo>
                    <a:pt x="83379" y="1013116"/>
                  </a:lnTo>
                  <a:lnTo>
                    <a:pt x="54925" y="1045334"/>
                  </a:lnTo>
                  <a:lnTo>
                    <a:pt x="31774" y="1081568"/>
                  </a:lnTo>
                  <a:lnTo>
                    <a:pt x="14512" y="1121251"/>
                  </a:lnTo>
                  <a:lnTo>
                    <a:pt x="3725" y="1163814"/>
                  </a:lnTo>
                  <a:lnTo>
                    <a:pt x="0" y="1208689"/>
                  </a:lnTo>
                  <a:lnTo>
                    <a:pt x="3725" y="1253530"/>
                  </a:lnTo>
                  <a:lnTo>
                    <a:pt x="14512" y="1296073"/>
                  </a:lnTo>
                  <a:lnTo>
                    <a:pt x="31774" y="1335747"/>
                  </a:lnTo>
                  <a:lnTo>
                    <a:pt x="54925" y="1371983"/>
                  </a:lnTo>
                  <a:lnTo>
                    <a:pt x="83379" y="1404209"/>
                  </a:lnTo>
                  <a:lnTo>
                    <a:pt x="116550" y="1431855"/>
                  </a:lnTo>
                  <a:lnTo>
                    <a:pt x="153852" y="1454351"/>
                  </a:lnTo>
                  <a:lnTo>
                    <a:pt x="194698" y="1471125"/>
                  </a:lnTo>
                  <a:lnTo>
                    <a:pt x="238503" y="1481608"/>
                  </a:lnTo>
                  <a:lnTo>
                    <a:pt x="284680" y="1485229"/>
                  </a:lnTo>
                  <a:lnTo>
                    <a:pt x="330858" y="1481608"/>
                  </a:lnTo>
                  <a:lnTo>
                    <a:pt x="374663" y="1471125"/>
                  </a:lnTo>
                  <a:lnTo>
                    <a:pt x="415509" y="1454351"/>
                  </a:lnTo>
                  <a:lnTo>
                    <a:pt x="452811" y="1431855"/>
                  </a:lnTo>
                  <a:lnTo>
                    <a:pt x="485981" y="1404209"/>
                  </a:lnTo>
                  <a:lnTo>
                    <a:pt x="514435" y="1371983"/>
                  </a:lnTo>
                  <a:lnTo>
                    <a:pt x="537586" y="1335747"/>
                  </a:lnTo>
                  <a:lnTo>
                    <a:pt x="554848" y="1296073"/>
                  </a:lnTo>
                  <a:lnTo>
                    <a:pt x="565635" y="1253530"/>
                  </a:lnTo>
                  <a:lnTo>
                    <a:pt x="569361" y="1208689"/>
                  </a:lnTo>
                  <a:close/>
                </a:path>
                <a:path w="569594" h="3349625">
                  <a:moveTo>
                    <a:pt x="569361" y="2140879"/>
                  </a:moveTo>
                  <a:lnTo>
                    <a:pt x="565635" y="2096031"/>
                  </a:lnTo>
                  <a:lnTo>
                    <a:pt x="554848" y="2053489"/>
                  </a:lnTo>
                  <a:lnTo>
                    <a:pt x="537586" y="2013824"/>
                  </a:lnTo>
                  <a:lnTo>
                    <a:pt x="514435" y="1977602"/>
                  </a:lnTo>
                  <a:lnTo>
                    <a:pt x="485981" y="1945393"/>
                  </a:lnTo>
                  <a:lnTo>
                    <a:pt x="452811" y="1917765"/>
                  </a:lnTo>
                  <a:lnTo>
                    <a:pt x="415509" y="1895287"/>
                  </a:lnTo>
                  <a:lnTo>
                    <a:pt x="374663" y="1878527"/>
                  </a:lnTo>
                  <a:lnTo>
                    <a:pt x="330858" y="1868054"/>
                  </a:lnTo>
                  <a:lnTo>
                    <a:pt x="284680" y="1864437"/>
                  </a:lnTo>
                  <a:lnTo>
                    <a:pt x="238503" y="1868054"/>
                  </a:lnTo>
                  <a:lnTo>
                    <a:pt x="194698" y="1878527"/>
                  </a:lnTo>
                  <a:lnTo>
                    <a:pt x="153852" y="1895287"/>
                  </a:lnTo>
                  <a:lnTo>
                    <a:pt x="116550" y="1917765"/>
                  </a:lnTo>
                  <a:lnTo>
                    <a:pt x="83379" y="1945393"/>
                  </a:lnTo>
                  <a:lnTo>
                    <a:pt x="54926" y="1977602"/>
                  </a:lnTo>
                  <a:lnTo>
                    <a:pt x="31775" y="2013824"/>
                  </a:lnTo>
                  <a:lnTo>
                    <a:pt x="14512" y="2053489"/>
                  </a:lnTo>
                  <a:lnTo>
                    <a:pt x="3725" y="2096031"/>
                  </a:lnTo>
                  <a:lnTo>
                    <a:pt x="0" y="2140879"/>
                  </a:lnTo>
                  <a:lnTo>
                    <a:pt x="3725" y="2185730"/>
                  </a:lnTo>
                  <a:lnTo>
                    <a:pt x="14512" y="2228275"/>
                  </a:lnTo>
                  <a:lnTo>
                    <a:pt x="31775" y="2267948"/>
                  </a:lnTo>
                  <a:lnTo>
                    <a:pt x="54926" y="2304177"/>
                  </a:lnTo>
                  <a:lnTo>
                    <a:pt x="83379" y="2336394"/>
                  </a:lnTo>
                  <a:lnTo>
                    <a:pt x="116550" y="2364031"/>
                  </a:lnTo>
                  <a:lnTo>
                    <a:pt x="153852" y="2386516"/>
                  </a:lnTo>
                  <a:lnTo>
                    <a:pt x="194698" y="2403282"/>
                  </a:lnTo>
                  <a:lnTo>
                    <a:pt x="238503" y="2413759"/>
                  </a:lnTo>
                  <a:lnTo>
                    <a:pt x="284680" y="2417378"/>
                  </a:lnTo>
                  <a:lnTo>
                    <a:pt x="330858" y="2413759"/>
                  </a:lnTo>
                  <a:lnTo>
                    <a:pt x="374663" y="2403282"/>
                  </a:lnTo>
                  <a:lnTo>
                    <a:pt x="415509" y="2386516"/>
                  </a:lnTo>
                  <a:lnTo>
                    <a:pt x="452811" y="2364031"/>
                  </a:lnTo>
                  <a:lnTo>
                    <a:pt x="485981" y="2336394"/>
                  </a:lnTo>
                  <a:lnTo>
                    <a:pt x="514435" y="2304177"/>
                  </a:lnTo>
                  <a:lnTo>
                    <a:pt x="537586" y="2267948"/>
                  </a:lnTo>
                  <a:lnTo>
                    <a:pt x="554848" y="2228275"/>
                  </a:lnTo>
                  <a:lnTo>
                    <a:pt x="565635" y="2185730"/>
                  </a:lnTo>
                  <a:lnTo>
                    <a:pt x="569361" y="2140879"/>
                  </a:lnTo>
                  <a:close/>
                </a:path>
                <a:path w="569594" h="3349625">
                  <a:moveTo>
                    <a:pt x="569361" y="3073098"/>
                  </a:moveTo>
                  <a:lnTo>
                    <a:pt x="565635" y="3028244"/>
                  </a:lnTo>
                  <a:lnTo>
                    <a:pt x="554848" y="2985696"/>
                  </a:lnTo>
                  <a:lnTo>
                    <a:pt x="537586" y="2946021"/>
                  </a:lnTo>
                  <a:lnTo>
                    <a:pt x="514435" y="2909790"/>
                  </a:lnTo>
                  <a:lnTo>
                    <a:pt x="485981" y="2877571"/>
                  </a:lnTo>
                  <a:lnTo>
                    <a:pt x="452811" y="2849934"/>
                  </a:lnTo>
                  <a:lnTo>
                    <a:pt x="415509" y="2827448"/>
                  </a:lnTo>
                  <a:lnTo>
                    <a:pt x="374663" y="2810682"/>
                  </a:lnTo>
                  <a:lnTo>
                    <a:pt x="330858" y="2800205"/>
                  </a:lnTo>
                  <a:lnTo>
                    <a:pt x="284680" y="2796586"/>
                  </a:lnTo>
                  <a:lnTo>
                    <a:pt x="238503" y="2800205"/>
                  </a:lnTo>
                  <a:lnTo>
                    <a:pt x="194698" y="2810682"/>
                  </a:lnTo>
                  <a:lnTo>
                    <a:pt x="153852" y="2827448"/>
                  </a:lnTo>
                  <a:lnTo>
                    <a:pt x="116550" y="2849934"/>
                  </a:lnTo>
                  <a:lnTo>
                    <a:pt x="83379" y="2877571"/>
                  </a:lnTo>
                  <a:lnTo>
                    <a:pt x="54926" y="2909790"/>
                  </a:lnTo>
                  <a:lnTo>
                    <a:pt x="31775" y="2946021"/>
                  </a:lnTo>
                  <a:lnTo>
                    <a:pt x="14513" y="2985696"/>
                  </a:lnTo>
                  <a:lnTo>
                    <a:pt x="3726" y="3028244"/>
                  </a:lnTo>
                  <a:lnTo>
                    <a:pt x="0" y="3073098"/>
                  </a:lnTo>
                  <a:lnTo>
                    <a:pt x="3726" y="3117948"/>
                  </a:lnTo>
                  <a:lnTo>
                    <a:pt x="14513" y="3160494"/>
                  </a:lnTo>
                  <a:lnTo>
                    <a:pt x="31775" y="3200166"/>
                  </a:lnTo>
                  <a:lnTo>
                    <a:pt x="54926" y="3236396"/>
                  </a:lnTo>
                  <a:lnTo>
                    <a:pt x="83379" y="3268613"/>
                  </a:lnTo>
                  <a:lnTo>
                    <a:pt x="116550" y="3296249"/>
                  </a:lnTo>
                  <a:lnTo>
                    <a:pt x="153852" y="3318735"/>
                  </a:lnTo>
                  <a:lnTo>
                    <a:pt x="194698" y="3335501"/>
                  </a:lnTo>
                  <a:lnTo>
                    <a:pt x="238503" y="3345978"/>
                  </a:lnTo>
                  <a:lnTo>
                    <a:pt x="284680" y="3349597"/>
                  </a:lnTo>
                  <a:lnTo>
                    <a:pt x="330858" y="3345978"/>
                  </a:lnTo>
                  <a:lnTo>
                    <a:pt x="374663" y="3335501"/>
                  </a:lnTo>
                  <a:lnTo>
                    <a:pt x="415509" y="3318735"/>
                  </a:lnTo>
                  <a:lnTo>
                    <a:pt x="452811" y="3296249"/>
                  </a:lnTo>
                  <a:lnTo>
                    <a:pt x="485981" y="3268613"/>
                  </a:lnTo>
                  <a:lnTo>
                    <a:pt x="514435" y="3236396"/>
                  </a:lnTo>
                  <a:lnTo>
                    <a:pt x="537586" y="3200166"/>
                  </a:lnTo>
                  <a:lnTo>
                    <a:pt x="554848" y="3160494"/>
                  </a:lnTo>
                  <a:lnTo>
                    <a:pt x="565635" y="3117948"/>
                  </a:lnTo>
                  <a:lnTo>
                    <a:pt x="569361" y="3073098"/>
                  </a:lnTo>
                  <a:close/>
                </a:path>
              </a:pathLst>
            </a:custGeom>
            <a:ln w="21077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87740" y="2300521"/>
              <a:ext cx="569595" cy="1301750"/>
            </a:xfrm>
            <a:custGeom>
              <a:avLst/>
              <a:gdLst/>
              <a:ahLst/>
              <a:cxnLst/>
              <a:rect l="l" t="t" r="r" b="b"/>
              <a:pathLst>
                <a:path w="569595" h="1301750">
                  <a:moveTo>
                    <a:pt x="569431" y="276400"/>
                  </a:moveTo>
                  <a:lnTo>
                    <a:pt x="565704" y="231563"/>
                  </a:lnTo>
                  <a:lnTo>
                    <a:pt x="554912" y="189030"/>
                  </a:lnTo>
                  <a:lnTo>
                    <a:pt x="537642" y="149371"/>
                  </a:lnTo>
                  <a:lnTo>
                    <a:pt x="514480" y="113155"/>
                  </a:lnTo>
                  <a:lnTo>
                    <a:pt x="486013" y="80950"/>
                  </a:lnTo>
                  <a:lnTo>
                    <a:pt x="452826" y="53325"/>
                  </a:lnTo>
                  <a:lnTo>
                    <a:pt x="415506" y="30848"/>
                  </a:lnTo>
                  <a:lnTo>
                    <a:pt x="374639" y="14089"/>
                  </a:lnTo>
                  <a:lnTo>
                    <a:pt x="330812" y="3617"/>
                  </a:lnTo>
                  <a:lnTo>
                    <a:pt x="284610" y="0"/>
                  </a:lnTo>
                  <a:lnTo>
                    <a:pt x="238448" y="3617"/>
                  </a:lnTo>
                  <a:lnTo>
                    <a:pt x="194656" y="14089"/>
                  </a:lnTo>
                  <a:lnTo>
                    <a:pt x="153821" y="30848"/>
                  </a:lnTo>
                  <a:lnTo>
                    <a:pt x="116529" y="53325"/>
                  </a:lnTo>
                  <a:lnTo>
                    <a:pt x="83365" y="80950"/>
                  </a:lnTo>
                  <a:lnTo>
                    <a:pt x="54917" y="113155"/>
                  </a:lnTo>
                  <a:lnTo>
                    <a:pt x="31770" y="149371"/>
                  </a:lnTo>
                  <a:lnTo>
                    <a:pt x="14510" y="189030"/>
                  </a:lnTo>
                  <a:lnTo>
                    <a:pt x="3725" y="231563"/>
                  </a:lnTo>
                  <a:lnTo>
                    <a:pt x="0" y="276400"/>
                  </a:lnTo>
                  <a:lnTo>
                    <a:pt x="3725" y="321275"/>
                  </a:lnTo>
                  <a:lnTo>
                    <a:pt x="14510" y="363838"/>
                  </a:lnTo>
                  <a:lnTo>
                    <a:pt x="31770" y="403520"/>
                  </a:lnTo>
                  <a:lnTo>
                    <a:pt x="54917" y="439755"/>
                  </a:lnTo>
                  <a:lnTo>
                    <a:pt x="83365" y="471973"/>
                  </a:lnTo>
                  <a:lnTo>
                    <a:pt x="116529" y="499606"/>
                  </a:lnTo>
                  <a:lnTo>
                    <a:pt x="153821" y="522088"/>
                  </a:lnTo>
                  <a:lnTo>
                    <a:pt x="194657" y="538850"/>
                  </a:lnTo>
                  <a:lnTo>
                    <a:pt x="238448" y="549323"/>
                  </a:lnTo>
                  <a:lnTo>
                    <a:pt x="284610" y="552940"/>
                  </a:lnTo>
                  <a:lnTo>
                    <a:pt x="330812" y="549323"/>
                  </a:lnTo>
                  <a:lnTo>
                    <a:pt x="374639" y="538850"/>
                  </a:lnTo>
                  <a:lnTo>
                    <a:pt x="415506" y="522088"/>
                  </a:lnTo>
                  <a:lnTo>
                    <a:pt x="452826" y="499606"/>
                  </a:lnTo>
                  <a:lnTo>
                    <a:pt x="486013" y="471973"/>
                  </a:lnTo>
                  <a:lnTo>
                    <a:pt x="514480" y="439755"/>
                  </a:lnTo>
                  <a:lnTo>
                    <a:pt x="537642" y="403520"/>
                  </a:lnTo>
                  <a:lnTo>
                    <a:pt x="554912" y="363838"/>
                  </a:lnTo>
                  <a:lnTo>
                    <a:pt x="565704" y="321275"/>
                  </a:lnTo>
                  <a:lnTo>
                    <a:pt x="569431" y="276400"/>
                  </a:lnTo>
                  <a:close/>
                </a:path>
                <a:path w="569595" h="1301750">
                  <a:moveTo>
                    <a:pt x="569431" y="1024703"/>
                  </a:moveTo>
                  <a:lnTo>
                    <a:pt x="565704" y="979866"/>
                  </a:lnTo>
                  <a:lnTo>
                    <a:pt x="554912" y="937333"/>
                  </a:lnTo>
                  <a:lnTo>
                    <a:pt x="537642" y="897675"/>
                  </a:lnTo>
                  <a:lnTo>
                    <a:pt x="514480" y="861458"/>
                  </a:lnTo>
                  <a:lnTo>
                    <a:pt x="486013" y="829253"/>
                  </a:lnTo>
                  <a:lnTo>
                    <a:pt x="452826" y="801628"/>
                  </a:lnTo>
                  <a:lnTo>
                    <a:pt x="415506" y="779151"/>
                  </a:lnTo>
                  <a:lnTo>
                    <a:pt x="374639" y="762392"/>
                  </a:lnTo>
                  <a:lnTo>
                    <a:pt x="330812" y="751920"/>
                  </a:lnTo>
                  <a:lnTo>
                    <a:pt x="284610" y="748303"/>
                  </a:lnTo>
                  <a:lnTo>
                    <a:pt x="238448" y="751920"/>
                  </a:lnTo>
                  <a:lnTo>
                    <a:pt x="194657" y="762392"/>
                  </a:lnTo>
                  <a:lnTo>
                    <a:pt x="153821" y="779151"/>
                  </a:lnTo>
                  <a:lnTo>
                    <a:pt x="116529" y="801628"/>
                  </a:lnTo>
                  <a:lnTo>
                    <a:pt x="83365" y="829253"/>
                  </a:lnTo>
                  <a:lnTo>
                    <a:pt x="54917" y="861458"/>
                  </a:lnTo>
                  <a:lnTo>
                    <a:pt x="31770" y="897675"/>
                  </a:lnTo>
                  <a:lnTo>
                    <a:pt x="14511" y="937333"/>
                  </a:lnTo>
                  <a:lnTo>
                    <a:pt x="3725" y="979866"/>
                  </a:lnTo>
                  <a:lnTo>
                    <a:pt x="0" y="1024703"/>
                  </a:lnTo>
                  <a:lnTo>
                    <a:pt x="3725" y="1069578"/>
                  </a:lnTo>
                  <a:lnTo>
                    <a:pt x="14511" y="1112141"/>
                  </a:lnTo>
                  <a:lnTo>
                    <a:pt x="31770" y="1151823"/>
                  </a:lnTo>
                  <a:lnTo>
                    <a:pt x="54917" y="1188058"/>
                  </a:lnTo>
                  <a:lnTo>
                    <a:pt x="83365" y="1220276"/>
                  </a:lnTo>
                  <a:lnTo>
                    <a:pt x="116529" y="1247910"/>
                  </a:lnTo>
                  <a:lnTo>
                    <a:pt x="153821" y="1270391"/>
                  </a:lnTo>
                  <a:lnTo>
                    <a:pt x="194657" y="1287153"/>
                  </a:lnTo>
                  <a:lnTo>
                    <a:pt x="238448" y="1297626"/>
                  </a:lnTo>
                  <a:lnTo>
                    <a:pt x="284610" y="1301244"/>
                  </a:lnTo>
                  <a:lnTo>
                    <a:pt x="330812" y="1297626"/>
                  </a:lnTo>
                  <a:lnTo>
                    <a:pt x="374639" y="1287153"/>
                  </a:lnTo>
                  <a:lnTo>
                    <a:pt x="415506" y="1270391"/>
                  </a:lnTo>
                  <a:lnTo>
                    <a:pt x="452826" y="1247910"/>
                  </a:lnTo>
                  <a:lnTo>
                    <a:pt x="486013" y="1220276"/>
                  </a:lnTo>
                  <a:lnTo>
                    <a:pt x="514480" y="1188058"/>
                  </a:lnTo>
                  <a:lnTo>
                    <a:pt x="537642" y="1151823"/>
                  </a:lnTo>
                  <a:lnTo>
                    <a:pt x="554912" y="1112141"/>
                  </a:lnTo>
                  <a:lnTo>
                    <a:pt x="565704" y="1069578"/>
                  </a:lnTo>
                  <a:lnTo>
                    <a:pt x="569431" y="1024703"/>
                  </a:lnTo>
                  <a:close/>
                </a:path>
              </a:pathLst>
            </a:custGeom>
            <a:ln w="21077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87740" y="3797057"/>
              <a:ext cx="569595" cy="553085"/>
            </a:xfrm>
            <a:custGeom>
              <a:avLst/>
              <a:gdLst/>
              <a:ahLst/>
              <a:cxnLst/>
              <a:rect l="l" t="t" r="r" b="b"/>
              <a:pathLst>
                <a:path w="569595" h="553085">
                  <a:moveTo>
                    <a:pt x="284610" y="0"/>
                  </a:moveTo>
                  <a:lnTo>
                    <a:pt x="238448" y="3618"/>
                  </a:lnTo>
                  <a:lnTo>
                    <a:pt x="194656" y="14095"/>
                  </a:lnTo>
                  <a:lnTo>
                    <a:pt x="153821" y="30862"/>
                  </a:lnTo>
                  <a:lnTo>
                    <a:pt x="116529" y="53348"/>
                  </a:lnTo>
                  <a:lnTo>
                    <a:pt x="83365" y="80985"/>
                  </a:lnTo>
                  <a:lnTo>
                    <a:pt x="54917" y="113204"/>
                  </a:lnTo>
                  <a:lnTo>
                    <a:pt x="31770" y="149435"/>
                  </a:lnTo>
                  <a:lnTo>
                    <a:pt x="14510" y="189109"/>
                  </a:lnTo>
                  <a:lnTo>
                    <a:pt x="3725" y="231658"/>
                  </a:lnTo>
                  <a:lnTo>
                    <a:pt x="0" y="276512"/>
                  </a:lnTo>
                  <a:lnTo>
                    <a:pt x="3725" y="321362"/>
                  </a:lnTo>
                  <a:lnTo>
                    <a:pt x="14510" y="363908"/>
                  </a:lnTo>
                  <a:lnTo>
                    <a:pt x="31770" y="403580"/>
                  </a:lnTo>
                  <a:lnTo>
                    <a:pt x="54917" y="439810"/>
                  </a:lnTo>
                  <a:lnTo>
                    <a:pt x="83365" y="472027"/>
                  </a:lnTo>
                  <a:lnTo>
                    <a:pt x="116529" y="499663"/>
                  </a:lnTo>
                  <a:lnTo>
                    <a:pt x="153821" y="522149"/>
                  </a:lnTo>
                  <a:lnTo>
                    <a:pt x="194657" y="538915"/>
                  </a:lnTo>
                  <a:lnTo>
                    <a:pt x="238448" y="549392"/>
                  </a:lnTo>
                  <a:lnTo>
                    <a:pt x="284610" y="553011"/>
                  </a:lnTo>
                  <a:lnTo>
                    <a:pt x="330812" y="549392"/>
                  </a:lnTo>
                  <a:lnTo>
                    <a:pt x="374639" y="538915"/>
                  </a:lnTo>
                  <a:lnTo>
                    <a:pt x="415506" y="522149"/>
                  </a:lnTo>
                  <a:lnTo>
                    <a:pt x="452826" y="499663"/>
                  </a:lnTo>
                  <a:lnTo>
                    <a:pt x="486013" y="472027"/>
                  </a:lnTo>
                  <a:lnTo>
                    <a:pt x="514480" y="439810"/>
                  </a:lnTo>
                  <a:lnTo>
                    <a:pt x="537642" y="403580"/>
                  </a:lnTo>
                  <a:lnTo>
                    <a:pt x="554912" y="363908"/>
                  </a:lnTo>
                  <a:lnTo>
                    <a:pt x="565704" y="321362"/>
                  </a:lnTo>
                  <a:lnTo>
                    <a:pt x="569431" y="276512"/>
                  </a:lnTo>
                  <a:lnTo>
                    <a:pt x="565704" y="231658"/>
                  </a:lnTo>
                  <a:lnTo>
                    <a:pt x="554912" y="189109"/>
                  </a:lnTo>
                  <a:lnTo>
                    <a:pt x="537642" y="149435"/>
                  </a:lnTo>
                  <a:lnTo>
                    <a:pt x="514480" y="113204"/>
                  </a:lnTo>
                  <a:lnTo>
                    <a:pt x="486013" y="80985"/>
                  </a:lnTo>
                  <a:lnTo>
                    <a:pt x="452826" y="53348"/>
                  </a:lnTo>
                  <a:lnTo>
                    <a:pt x="415506" y="30862"/>
                  </a:lnTo>
                  <a:lnTo>
                    <a:pt x="374639" y="14095"/>
                  </a:lnTo>
                  <a:lnTo>
                    <a:pt x="330812" y="3618"/>
                  </a:lnTo>
                  <a:lnTo>
                    <a:pt x="284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87740" y="3797057"/>
              <a:ext cx="569595" cy="553085"/>
            </a:xfrm>
            <a:custGeom>
              <a:avLst/>
              <a:gdLst/>
              <a:ahLst/>
              <a:cxnLst/>
              <a:rect l="l" t="t" r="r" b="b"/>
              <a:pathLst>
                <a:path w="569595" h="553085">
                  <a:moveTo>
                    <a:pt x="569431" y="276512"/>
                  </a:moveTo>
                  <a:lnTo>
                    <a:pt x="565704" y="231658"/>
                  </a:lnTo>
                  <a:lnTo>
                    <a:pt x="554912" y="189109"/>
                  </a:lnTo>
                  <a:lnTo>
                    <a:pt x="537642" y="149435"/>
                  </a:lnTo>
                  <a:lnTo>
                    <a:pt x="514480" y="113204"/>
                  </a:lnTo>
                  <a:lnTo>
                    <a:pt x="486013" y="80985"/>
                  </a:lnTo>
                  <a:lnTo>
                    <a:pt x="452826" y="53348"/>
                  </a:lnTo>
                  <a:lnTo>
                    <a:pt x="415506" y="30862"/>
                  </a:lnTo>
                  <a:lnTo>
                    <a:pt x="374639" y="14095"/>
                  </a:lnTo>
                  <a:lnTo>
                    <a:pt x="330812" y="3618"/>
                  </a:lnTo>
                  <a:lnTo>
                    <a:pt x="284610" y="0"/>
                  </a:lnTo>
                  <a:lnTo>
                    <a:pt x="238448" y="3618"/>
                  </a:lnTo>
                  <a:lnTo>
                    <a:pt x="194656" y="14095"/>
                  </a:lnTo>
                  <a:lnTo>
                    <a:pt x="153821" y="30862"/>
                  </a:lnTo>
                  <a:lnTo>
                    <a:pt x="116529" y="53348"/>
                  </a:lnTo>
                  <a:lnTo>
                    <a:pt x="83365" y="80985"/>
                  </a:lnTo>
                  <a:lnTo>
                    <a:pt x="54917" y="113204"/>
                  </a:lnTo>
                  <a:lnTo>
                    <a:pt x="31770" y="149435"/>
                  </a:lnTo>
                  <a:lnTo>
                    <a:pt x="14510" y="189109"/>
                  </a:lnTo>
                  <a:lnTo>
                    <a:pt x="3725" y="231658"/>
                  </a:lnTo>
                  <a:lnTo>
                    <a:pt x="0" y="276512"/>
                  </a:lnTo>
                  <a:lnTo>
                    <a:pt x="3725" y="321362"/>
                  </a:lnTo>
                  <a:lnTo>
                    <a:pt x="14510" y="363908"/>
                  </a:lnTo>
                  <a:lnTo>
                    <a:pt x="31770" y="403580"/>
                  </a:lnTo>
                  <a:lnTo>
                    <a:pt x="54917" y="439810"/>
                  </a:lnTo>
                  <a:lnTo>
                    <a:pt x="83365" y="472027"/>
                  </a:lnTo>
                  <a:lnTo>
                    <a:pt x="116529" y="499663"/>
                  </a:lnTo>
                  <a:lnTo>
                    <a:pt x="153821" y="522149"/>
                  </a:lnTo>
                  <a:lnTo>
                    <a:pt x="194657" y="538915"/>
                  </a:lnTo>
                  <a:lnTo>
                    <a:pt x="238448" y="549392"/>
                  </a:lnTo>
                  <a:lnTo>
                    <a:pt x="284610" y="553011"/>
                  </a:lnTo>
                  <a:lnTo>
                    <a:pt x="330812" y="549392"/>
                  </a:lnTo>
                  <a:lnTo>
                    <a:pt x="374639" y="538915"/>
                  </a:lnTo>
                  <a:lnTo>
                    <a:pt x="415506" y="522149"/>
                  </a:lnTo>
                  <a:lnTo>
                    <a:pt x="452826" y="499663"/>
                  </a:lnTo>
                  <a:lnTo>
                    <a:pt x="486013" y="472027"/>
                  </a:lnTo>
                  <a:lnTo>
                    <a:pt x="514480" y="439810"/>
                  </a:lnTo>
                  <a:lnTo>
                    <a:pt x="537642" y="403580"/>
                  </a:lnTo>
                  <a:lnTo>
                    <a:pt x="554912" y="363908"/>
                  </a:lnTo>
                  <a:lnTo>
                    <a:pt x="565704" y="321362"/>
                  </a:lnTo>
                  <a:lnTo>
                    <a:pt x="569431" y="276512"/>
                  </a:lnTo>
                  <a:close/>
                </a:path>
              </a:pathLst>
            </a:custGeom>
            <a:ln w="2107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26534" y="2806131"/>
              <a:ext cx="569595" cy="1311910"/>
            </a:xfrm>
            <a:custGeom>
              <a:avLst/>
              <a:gdLst/>
              <a:ahLst/>
              <a:cxnLst/>
              <a:rect l="l" t="t" r="r" b="b"/>
              <a:pathLst>
                <a:path w="569595" h="1311910">
                  <a:moveTo>
                    <a:pt x="569361" y="276400"/>
                  </a:moveTo>
                  <a:lnTo>
                    <a:pt x="565634" y="231563"/>
                  </a:lnTo>
                  <a:lnTo>
                    <a:pt x="554843" y="189030"/>
                  </a:lnTo>
                  <a:lnTo>
                    <a:pt x="537576" y="149371"/>
                  </a:lnTo>
                  <a:lnTo>
                    <a:pt x="514419" y="113155"/>
                  </a:lnTo>
                  <a:lnTo>
                    <a:pt x="485960" y="80950"/>
                  </a:lnTo>
                  <a:lnTo>
                    <a:pt x="452786" y="53325"/>
                  </a:lnTo>
                  <a:lnTo>
                    <a:pt x="415484" y="30848"/>
                  </a:lnTo>
                  <a:lnTo>
                    <a:pt x="374641" y="14089"/>
                  </a:lnTo>
                  <a:lnTo>
                    <a:pt x="330844" y="3617"/>
                  </a:lnTo>
                  <a:lnTo>
                    <a:pt x="284680" y="0"/>
                  </a:lnTo>
                  <a:lnTo>
                    <a:pt x="238482" y="3617"/>
                  </a:lnTo>
                  <a:lnTo>
                    <a:pt x="194665" y="14089"/>
                  </a:lnTo>
                  <a:lnTo>
                    <a:pt x="153814" y="30848"/>
                  </a:lnTo>
                  <a:lnTo>
                    <a:pt x="116514" y="53325"/>
                  </a:lnTo>
                  <a:lnTo>
                    <a:pt x="83348" y="80950"/>
                  </a:lnTo>
                  <a:lnTo>
                    <a:pt x="54901" y="113155"/>
                  </a:lnTo>
                  <a:lnTo>
                    <a:pt x="31758" y="149371"/>
                  </a:lnTo>
                  <a:lnTo>
                    <a:pt x="14504" y="189030"/>
                  </a:lnTo>
                  <a:lnTo>
                    <a:pt x="3723" y="231563"/>
                  </a:lnTo>
                  <a:lnTo>
                    <a:pt x="0" y="276400"/>
                  </a:lnTo>
                  <a:lnTo>
                    <a:pt x="3723" y="321275"/>
                  </a:lnTo>
                  <a:lnTo>
                    <a:pt x="14504" y="363838"/>
                  </a:lnTo>
                  <a:lnTo>
                    <a:pt x="31758" y="403520"/>
                  </a:lnTo>
                  <a:lnTo>
                    <a:pt x="54901" y="439755"/>
                  </a:lnTo>
                  <a:lnTo>
                    <a:pt x="83348" y="471973"/>
                  </a:lnTo>
                  <a:lnTo>
                    <a:pt x="116514" y="499606"/>
                  </a:lnTo>
                  <a:lnTo>
                    <a:pt x="153814" y="522088"/>
                  </a:lnTo>
                  <a:lnTo>
                    <a:pt x="194666" y="538850"/>
                  </a:lnTo>
                  <a:lnTo>
                    <a:pt x="238482" y="549323"/>
                  </a:lnTo>
                  <a:lnTo>
                    <a:pt x="284680" y="552940"/>
                  </a:lnTo>
                  <a:lnTo>
                    <a:pt x="330844" y="549323"/>
                  </a:lnTo>
                  <a:lnTo>
                    <a:pt x="374641" y="538850"/>
                  </a:lnTo>
                  <a:lnTo>
                    <a:pt x="415484" y="522088"/>
                  </a:lnTo>
                  <a:lnTo>
                    <a:pt x="452786" y="499606"/>
                  </a:lnTo>
                  <a:lnTo>
                    <a:pt x="485960" y="471973"/>
                  </a:lnTo>
                  <a:lnTo>
                    <a:pt x="514419" y="439755"/>
                  </a:lnTo>
                  <a:lnTo>
                    <a:pt x="537576" y="403520"/>
                  </a:lnTo>
                  <a:lnTo>
                    <a:pt x="554843" y="363838"/>
                  </a:lnTo>
                  <a:lnTo>
                    <a:pt x="565634" y="321275"/>
                  </a:lnTo>
                  <a:lnTo>
                    <a:pt x="569361" y="276400"/>
                  </a:lnTo>
                  <a:close/>
                </a:path>
                <a:path w="569595" h="1311910">
                  <a:moveTo>
                    <a:pt x="569361" y="1034857"/>
                  </a:moveTo>
                  <a:lnTo>
                    <a:pt x="565634" y="990005"/>
                  </a:lnTo>
                  <a:lnTo>
                    <a:pt x="554843" y="947462"/>
                  </a:lnTo>
                  <a:lnTo>
                    <a:pt x="537576" y="907795"/>
                  </a:lnTo>
                  <a:lnTo>
                    <a:pt x="514419" y="871573"/>
                  </a:lnTo>
                  <a:lnTo>
                    <a:pt x="485960" y="839365"/>
                  </a:lnTo>
                  <a:lnTo>
                    <a:pt x="452786" y="811738"/>
                  </a:lnTo>
                  <a:lnTo>
                    <a:pt x="415484" y="789262"/>
                  </a:lnTo>
                  <a:lnTo>
                    <a:pt x="374641" y="772503"/>
                  </a:lnTo>
                  <a:lnTo>
                    <a:pt x="330844" y="762032"/>
                  </a:lnTo>
                  <a:lnTo>
                    <a:pt x="284680" y="758415"/>
                  </a:lnTo>
                  <a:lnTo>
                    <a:pt x="238482" y="762032"/>
                  </a:lnTo>
                  <a:lnTo>
                    <a:pt x="194666" y="772503"/>
                  </a:lnTo>
                  <a:lnTo>
                    <a:pt x="153814" y="789262"/>
                  </a:lnTo>
                  <a:lnTo>
                    <a:pt x="116514" y="811738"/>
                  </a:lnTo>
                  <a:lnTo>
                    <a:pt x="83348" y="839365"/>
                  </a:lnTo>
                  <a:lnTo>
                    <a:pt x="54901" y="871573"/>
                  </a:lnTo>
                  <a:lnTo>
                    <a:pt x="31759" y="907795"/>
                  </a:lnTo>
                  <a:lnTo>
                    <a:pt x="14504" y="947462"/>
                  </a:lnTo>
                  <a:lnTo>
                    <a:pt x="3723" y="990005"/>
                  </a:lnTo>
                  <a:lnTo>
                    <a:pt x="0" y="1034857"/>
                  </a:lnTo>
                  <a:lnTo>
                    <a:pt x="3723" y="1079707"/>
                  </a:lnTo>
                  <a:lnTo>
                    <a:pt x="14504" y="1122253"/>
                  </a:lnTo>
                  <a:lnTo>
                    <a:pt x="31759" y="1161925"/>
                  </a:lnTo>
                  <a:lnTo>
                    <a:pt x="54901" y="1198155"/>
                  </a:lnTo>
                  <a:lnTo>
                    <a:pt x="83348" y="1230372"/>
                  </a:lnTo>
                  <a:lnTo>
                    <a:pt x="116514" y="1258008"/>
                  </a:lnTo>
                  <a:lnTo>
                    <a:pt x="153814" y="1280494"/>
                  </a:lnTo>
                  <a:lnTo>
                    <a:pt x="194666" y="1297260"/>
                  </a:lnTo>
                  <a:lnTo>
                    <a:pt x="238482" y="1307737"/>
                  </a:lnTo>
                  <a:lnTo>
                    <a:pt x="284680" y="1311356"/>
                  </a:lnTo>
                  <a:lnTo>
                    <a:pt x="330844" y="1307737"/>
                  </a:lnTo>
                  <a:lnTo>
                    <a:pt x="374641" y="1297260"/>
                  </a:lnTo>
                  <a:lnTo>
                    <a:pt x="415484" y="1280494"/>
                  </a:lnTo>
                  <a:lnTo>
                    <a:pt x="452786" y="1258008"/>
                  </a:lnTo>
                  <a:lnTo>
                    <a:pt x="485960" y="1230372"/>
                  </a:lnTo>
                  <a:lnTo>
                    <a:pt x="514419" y="1198155"/>
                  </a:lnTo>
                  <a:lnTo>
                    <a:pt x="537576" y="1161925"/>
                  </a:lnTo>
                  <a:lnTo>
                    <a:pt x="554843" y="1122253"/>
                  </a:lnTo>
                  <a:lnTo>
                    <a:pt x="565634" y="1079707"/>
                  </a:lnTo>
                  <a:lnTo>
                    <a:pt x="569361" y="1034857"/>
                  </a:lnTo>
                  <a:close/>
                </a:path>
              </a:pathLst>
            </a:custGeom>
            <a:ln w="21077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88661" y="1668508"/>
              <a:ext cx="569595" cy="3349625"/>
            </a:xfrm>
            <a:custGeom>
              <a:avLst/>
              <a:gdLst/>
              <a:ahLst/>
              <a:cxnLst/>
              <a:rect l="l" t="t" r="r" b="b"/>
              <a:pathLst>
                <a:path w="569595" h="3349625">
                  <a:moveTo>
                    <a:pt x="0" y="3073098"/>
                  </a:moveTo>
                  <a:lnTo>
                    <a:pt x="3723" y="3117948"/>
                  </a:lnTo>
                  <a:lnTo>
                    <a:pt x="14504" y="3160494"/>
                  </a:lnTo>
                  <a:lnTo>
                    <a:pt x="31759" y="3200166"/>
                  </a:lnTo>
                  <a:lnTo>
                    <a:pt x="54901" y="3236396"/>
                  </a:lnTo>
                  <a:lnTo>
                    <a:pt x="83348" y="3268613"/>
                  </a:lnTo>
                  <a:lnTo>
                    <a:pt x="116514" y="3296249"/>
                  </a:lnTo>
                  <a:lnTo>
                    <a:pt x="153815" y="3318735"/>
                  </a:lnTo>
                  <a:lnTo>
                    <a:pt x="194666" y="3335501"/>
                  </a:lnTo>
                  <a:lnTo>
                    <a:pt x="238482" y="3345978"/>
                  </a:lnTo>
                  <a:lnTo>
                    <a:pt x="284680" y="3349597"/>
                  </a:lnTo>
                  <a:lnTo>
                    <a:pt x="330844" y="3345978"/>
                  </a:lnTo>
                  <a:lnTo>
                    <a:pt x="374641" y="3335501"/>
                  </a:lnTo>
                  <a:lnTo>
                    <a:pt x="415484" y="3318735"/>
                  </a:lnTo>
                  <a:lnTo>
                    <a:pt x="452786" y="3296249"/>
                  </a:lnTo>
                  <a:lnTo>
                    <a:pt x="485960" y="3268613"/>
                  </a:lnTo>
                  <a:lnTo>
                    <a:pt x="514419" y="3236396"/>
                  </a:lnTo>
                  <a:lnTo>
                    <a:pt x="537576" y="3200166"/>
                  </a:lnTo>
                  <a:lnTo>
                    <a:pt x="554843" y="3160494"/>
                  </a:lnTo>
                  <a:lnTo>
                    <a:pt x="565634" y="3117948"/>
                  </a:lnTo>
                  <a:lnTo>
                    <a:pt x="569361" y="3073098"/>
                  </a:lnTo>
                  <a:lnTo>
                    <a:pt x="565634" y="3028244"/>
                  </a:lnTo>
                  <a:lnTo>
                    <a:pt x="554843" y="2985696"/>
                  </a:lnTo>
                  <a:lnTo>
                    <a:pt x="537576" y="2946021"/>
                  </a:lnTo>
                  <a:lnTo>
                    <a:pt x="514419" y="2909790"/>
                  </a:lnTo>
                  <a:lnTo>
                    <a:pt x="485960" y="2877571"/>
                  </a:lnTo>
                  <a:lnTo>
                    <a:pt x="452786" y="2849934"/>
                  </a:lnTo>
                  <a:lnTo>
                    <a:pt x="415484" y="2827448"/>
                  </a:lnTo>
                  <a:lnTo>
                    <a:pt x="374641" y="2810682"/>
                  </a:lnTo>
                  <a:lnTo>
                    <a:pt x="330844" y="2800205"/>
                  </a:lnTo>
                  <a:lnTo>
                    <a:pt x="284680" y="2796586"/>
                  </a:lnTo>
                  <a:lnTo>
                    <a:pt x="238482" y="2800205"/>
                  </a:lnTo>
                  <a:lnTo>
                    <a:pt x="194666" y="2810682"/>
                  </a:lnTo>
                  <a:lnTo>
                    <a:pt x="153815" y="2827448"/>
                  </a:lnTo>
                  <a:lnTo>
                    <a:pt x="116514" y="2849934"/>
                  </a:lnTo>
                  <a:lnTo>
                    <a:pt x="83348" y="2877571"/>
                  </a:lnTo>
                  <a:lnTo>
                    <a:pt x="54901" y="2909790"/>
                  </a:lnTo>
                  <a:lnTo>
                    <a:pt x="31759" y="2946021"/>
                  </a:lnTo>
                  <a:lnTo>
                    <a:pt x="14504" y="2985696"/>
                  </a:lnTo>
                  <a:lnTo>
                    <a:pt x="3723" y="3028244"/>
                  </a:lnTo>
                  <a:lnTo>
                    <a:pt x="0" y="3073098"/>
                  </a:lnTo>
                  <a:close/>
                </a:path>
                <a:path w="569595" h="3349625">
                  <a:moveTo>
                    <a:pt x="0" y="2140879"/>
                  </a:moveTo>
                  <a:lnTo>
                    <a:pt x="3723" y="2185730"/>
                  </a:lnTo>
                  <a:lnTo>
                    <a:pt x="14504" y="2228275"/>
                  </a:lnTo>
                  <a:lnTo>
                    <a:pt x="31759" y="2267948"/>
                  </a:lnTo>
                  <a:lnTo>
                    <a:pt x="54901" y="2304177"/>
                  </a:lnTo>
                  <a:lnTo>
                    <a:pt x="83348" y="2336394"/>
                  </a:lnTo>
                  <a:lnTo>
                    <a:pt x="116514" y="2364031"/>
                  </a:lnTo>
                  <a:lnTo>
                    <a:pt x="153815" y="2386516"/>
                  </a:lnTo>
                  <a:lnTo>
                    <a:pt x="194666" y="2403282"/>
                  </a:lnTo>
                  <a:lnTo>
                    <a:pt x="238482" y="2413759"/>
                  </a:lnTo>
                  <a:lnTo>
                    <a:pt x="284680" y="2417378"/>
                  </a:lnTo>
                  <a:lnTo>
                    <a:pt x="330844" y="2413759"/>
                  </a:lnTo>
                  <a:lnTo>
                    <a:pt x="374641" y="2403282"/>
                  </a:lnTo>
                  <a:lnTo>
                    <a:pt x="415484" y="2386516"/>
                  </a:lnTo>
                  <a:lnTo>
                    <a:pt x="452786" y="2364031"/>
                  </a:lnTo>
                  <a:lnTo>
                    <a:pt x="485960" y="2336394"/>
                  </a:lnTo>
                  <a:lnTo>
                    <a:pt x="514419" y="2304177"/>
                  </a:lnTo>
                  <a:lnTo>
                    <a:pt x="537576" y="2267948"/>
                  </a:lnTo>
                  <a:lnTo>
                    <a:pt x="554843" y="2228275"/>
                  </a:lnTo>
                  <a:lnTo>
                    <a:pt x="565634" y="2185730"/>
                  </a:lnTo>
                  <a:lnTo>
                    <a:pt x="569361" y="2140879"/>
                  </a:lnTo>
                  <a:lnTo>
                    <a:pt x="565634" y="2096028"/>
                  </a:lnTo>
                  <a:lnTo>
                    <a:pt x="554843" y="2053484"/>
                  </a:lnTo>
                  <a:lnTo>
                    <a:pt x="537576" y="2013817"/>
                  </a:lnTo>
                  <a:lnTo>
                    <a:pt x="514419" y="1977596"/>
                  </a:lnTo>
                  <a:lnTo>
                    <a:pt x="485960" y="1945387"/>
                  </a:lnTo>
                  <a:lnTo>
                    <a:pt x="452786" y="1917761"/>
                  </a:lnTo>
                  <a:lnTo>
                    <a:pt x="415484" y="1895284"/>
                  </a:lnTo>
                  <a:lnTo>
                    <a:pt x="374641" y="1878526"/>
                  </a:lnTo>
                  <a:lnTo>
                    <a:pt x="330844" y="1868054"/>
                  </a:lnTo>
                  <a:lnTo>
                    <a:pt x="284680" y="1864437"/>
                  </a:lnTo>
                  <a:lnTo>
                    <a:pt x="238482" y="1868054"/>
                  </a:lnTo>
                  <a:lnTo>
                    <a:pt x="194666" y="1878526"/>
                  </a:lnTo>
                  <a:lnTo>
                    <a:pt x="153815" y="1895284"/>
                  </a:lnTo>
                  <a:lnTo>
                    <a:pt x="116514" y="1917761"/>
                  </a:lnTo>
                  <a:lnTo>
                    <a:pt x="83348" y="1945387"/>
                  </a:lnTo>
                  <a:lnTo>
                    <a:pt x="54901" y="1977596"/>
                  </a:lnTo>
                  <a:lnTo>
                    <a:pt x="31759" y="2013817"/>
                  </a:lnTo>
                  <a:lnTo>
                    <a:pt x="14504" y="2053484"/>
                  </a:lnTo>
                  <a:lnTo>
                    <a:pt x="3723" y="2096028"/>
                  </a:lnTo>
                  <a:lnTo>
                    <a:pt x="0" y="2140879"/>
                  </a:lnTo>
                  <a:close/>
                </a:path>
                <a:path w="569595" h="3349625">
                  <a:moveTo>
                    <a:pt x="0" y="1208689"/>
                  </a:moveTo>
                  <a:lnTo>
                    <a:pt x="3723" y="1253530"/>
                  </a:lnTo>
                  <a:lnTo>
                    <a:pt x="14504" y="1296073"/>
                  </a:lnTo>
                  <a:lnTo>
                    <a:pt x="31759" y="1335747"/>
                  </a:lnTo>
                  <a:lnTo>
                    <a:pt x="54901" y="1371983"/>
                  </a:lnTo>
                  <a:lnTo>
                    <a:pt x="83348" y="1404209"/>
                  </a:lnTo>
                  <a:lnTo>
                    <a:pt x="116514" y="1431855"/>
                  </a:lnTo>
                  <a:lnTo>
                    <a:pt x="153814" y="1454351"/>
                  </a:lnTo>
                  <a:lnTo>
                    <a:pt x="194666" y="1471125"/>
                  </a:lnTo>
                  <a:lnTo>
                    <a:pt x="238482" y="1481608"/>
                  </a:lnTo>
                  <a:lnTo>
                    <a:pt x="284680" y="1485229"/>
                  </a:lnTo>
                  <a:lnTo>
                    <a:pt x="330844" y="1481608"/>
                  </a:lnTo>
                  <a:lnTo>
                    <a:pt x="374641" y="1471125"/>
                  </a:lnTo>
                  <a:lnTo>
                    <a:pt x="415484" y="1454351"/>
                  </a:lnTo>
                  <a:lnTo>
                    <a:pt x="452786" y="1431855"/>
                  </a:lnTo>
                  <a:lnTo>
                    <a:pt x="485960" y="1404209"/>
                  </a:lnTo>
                  <a:lnTo>
                    <a:pt x="514419" y="1371983"/>
                  </a:lnTo>
                  <a:lnTo>
                    <a:pt x="537576" y="1335747"/>
                  </a:lnTo>
                  <a:lnTo>
                    <a:pt x="554843" y="1296073"/>
                  </a:lnTo>
                  <a:lnTo>
                    <a:pt x="565634" y="1253530"/>
                  </a:lnTo>
                  <a:lnTo>
                    <a:pt x="569361" y="1208689"/>
                  </a:lnTo>
                  <a:lnTo>
                    <a:pt x="565634" y="1163814"/>
                  </a:lnTo>
                  <a:lnTo>
                    <a:pt x="554843" y="1121251"/>
                  </a:lnTo>
                  <a:lnTo>
                    <a:pt x="537576" y="1081568"/>
                  </a:lnTo>
                  <a:lnTo>
                    <a:pt x="514419" y="1045334"/>
                  </a:lnTo>
                  <a:lnTo>
                    <a:pt x="485960" y="1013116"/>
                  </a:lnTo>
                  <a:lnTo>
                    <a:pt x="452786" y="985482"/>
                  </a:lnTo>
                  <a:lnTo>
                    <a:pt x="415484" y="963000"/>
                  </a:lnTo>
                  <a:lnTo>
                    <a:pt x="374641" y="946239"/>
                  </a:lnTo>
                  <a:lnTo>
                    <a:pt x="330844" y="935765"/>
                  </a:lnTo>
                  <a:lnTo>
                    <a:pt x="284680" y="932148"/>
                  </a:lnTo>
                  <a:lnTo>
                    <a:pt x="238482" y="935765"/>
                  </a:lnTo>
                  <a:lnTo>
                    <a:pt x="194666" y="946239"/>
                  </a:lnTo>
                  <a:lnTo>
                    <a:pt x="153814" y="963000"/>
                  </a:lnTo>
                  <a:lnTo>
                    <a:pt x="116514" y="985482"/>
                  </a:lnTo>
                  <a:lnTo>
                    <a:pt x="83348" y="1013116"/>
                  </a:lnTo>
                  <a:lnTo>
                    <a:pt x="54901" y="1045334"/>
                  </a:lnTo>
                  <a:lnTo>
                    <a:pt x="31759" y="1081568"/>
                  </a:lnTo>
                  <a:lnTo>
                    <a:pt x="14504" y="1121251"/>
                  </a:lnTo>
                  <a:lnTo>
                    <a:pt x="3723" y="1163814"/>
                  </a:lnTo>
                  <a:lnTo>
                    <a:pt x="0" y="1208689"/>
                  </a:lnTo>
                  <a:close/>
                </a:path>
                <a:path w="569595" h="3349625">
                  <a:moveTo>
                    <a:pt x="0" y="276400"/>
                  </a:moveTo>
                  <a:lnTo>
                    <a:pt x="3723" y="321275"/>
                  </a:lnTo>
                  <a:lnTo>
                    <a:pt x="14504" y="363838"/>
                  </a:lnTo>
                  <a:lnTo>
                    <a:pt x="31758" y="403520"/>
                  </a:lnTo>
                  <a:lnTo>
                    <a:pt x="54901" y="439755"/>
                  </a:lnTo>
                  <a:lnTo>
                    <a:pt x="83348" y="471973"/>
                  </a:lnTo>
                  <a:lnTo>
                    <a:pt x="116514" y="499606"/>
                  </a:lnTo>
                  <a:lnTo>
                    <a:pt x="153814" y="522088"/>
                  </a:lnTo>
                  <a:lnTo>
                    <a:pt x="194666" y="538850"/>
                  </a:lnTo>
                  <a:lnTo>
                    <a:pt x="238482" y="549323"/>
                  </a:lnTo>
                  <a:lnTo>
                    <a:pt x="284680" y="552940"/>
                  </a:lnTo>
                  <a:lnTo>
                    <a:pt x="330844" y="549323"/>
                  </a:lnTo>
                  <a:lnTo>
                    <a:pt x="374641" y="538850"/>
                  </a:lnTo>
                  <a:lnTo>
                    <a:pt x="415484" y="522088"/>
                  </a:lnTo>
                  <a:lnTo>
                    <a:pt x="452786" y="499606"/>
                  </a:lnTo>
                  <a:lnTo>
                    <a:pt x="485960" y="471973"/>
                  </a:lnTo>
                  <a:lnTo>
                    <a:pt x="514419" y="439755"/>
                  </a:lnTo>
                  <a:lnTo>
                    <a:pt x="537576" y="403520"/>
                  </a:lnTo>
                  <a:lnTo>
                    <a:pt x="554843" y="363838"/>
                  </a:lnTo>
                  <a:lnTo>
                    <a:pt x="565634" y="321275"/>
                  </a:lnTo>
                  <a:lnTo>
                    <a:pt x="569361" y="276400"/>
                  </a:lnTo>
                  <a:lnTo>
                    <a:pt x="565634" y="231563"/>
                  </a:lnTo>
                  <a:lnTo>
                    <a:pt x="554843" y="189030"/>
                  </a:lnTo>
                  <a:lnTo>
                    <a:pt x="537576" y="149371"/>
                  </a:lnTo>
                  <a:lnTo>
                    <a:pt x="514419" y="113155"/>
                  </a:lnTo>
                  <a:lnTo>
                    <a:pt x="485960" y="80950"/>
                  </a:lnTo>
                  <a:lnTo>
                    <a:pt x="452786" y="53325"/>
                  </a:lnTo>
                  <a:lnTo>
                    <a:pt x="415484" y="30848"/>
                  </a:lnTo>
                  <a:lnTo>
                    <a:pt x="374641" y="14089"/>
                  </a:lnTo>
                  <a:lnTo>
                    <a:pt x="330844" y="3617"/>
                  </a:lnTo>
                  <a:lnTo>
                    <a:pt x="284680" y="0"/>
                  </a:lnTo>
                  <a:lnTo>
                    <a:pt x="238482" y="3617"/>
                  </a:lnTo>
                  <a:lnTo>
                    <a:pt x="194665" y="14089"/>
                  </a:lnTo>
                  <a:lnTo>
                    <a:pt x="153814" y="30848"/>
                  </a:lnTo>
                  <a:lnTo>
                    <a:pt x="116514" y="53325"/>
                  </a:lnTo>
                  <a:lnTo>
                    <a:pt x="83348" y="80950"/>
                  </a:lnTo>
                  <a:lnTo>
                    <a:pt x="54901" y="113155"/>
                  </a:lnTo>
                  <a:lnTo>
                    <a:pt x="31758" y="149371"/>
                  </a:lnTo>
                  <a:lnTo>
                    <a:pt x="14504" y="189030"/>
                  </a:lnTo>
                  <a:lnTo>
                    <a:pt x="3723" y="231563"/>
                  </a:lnTo>
                  <a:lnTo>
                    <a:pt x="0" y="276400"/>
                  </a:lnTo>
                  <a:close/>
                </a:path>
              </a:pathLst>
            </a:custGeom>
            <a:ln w="21077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28379" y="3769881"/>
              <a:ext cx="569595" cy="553085"/>
            </a:xfrm>
            <a:custGeom>
              <a:avLst/>
              <a:gdLst/>
              <a:ahLst/>
              <a:cxnLst/>
              <a:rect l="l" t="t" r="r" b="b"/>
              <a:pathLst>
                <a:path w="569595" h="553085">
                  <a:moveTo>
                    <a:pt x="284680" y="0"/>
                  </a:moveTo>
                  <a:lnTo>
                    <a:pt x="238516" y="3618"/>
                  </a:lnTo>
                  <a:lnTo>
                    <a:pt x="194719" y="14095"/>
                  </a:lnTo>
                  <a:lnTo>
                    <a:pt x="153876" y="30862"/>
                  </a:lnTo>
                  <a:lnTo>
                    <a:pt x="116574" y="53348"/>
                  </a:lnTo>
                  <a:lnTo>
                    <a:pt x="83400" y="80985"/>
                  </a:lnTo>
                  <a:lnTo>
                    <a:pt x="54942" y="113204"/>
                  </a:lnTo>
                  <a:lnTo>
                    <a:pt x="31785" y="149435"/>
                  </a:lnTo>
                  <a:lnTo>
                    <a:pt x="14518" y="189109"/>
                  </a:lnTo>
                  <a:lnTo>
                    <a:pt x="3727" y="231658"/>
                  </a:lnTo>
                  <a:lnTo>
                    <a:pt x="0" y="276512"/>
                  </a:lnTo>
                  <a:lnTo>
                    <a:pt x="3727" y="321362"/>
                  </a:lnTo>
                  <a:lnTo>
                    <a:pt x="14518" y="363908"/>
                  </a:lnTo>
                  <a:lnTo>
                    <a:pt x="31785" y="403580"/>
                  </a:lnTo>
                  <a:lnTo>
                    <a:pt x="54942" y="439810"/>
                  </a:lnTo>
                  <a:lnTo>
                    <a:pt x="83400" y="472027"/>
                  </a:lnTo>
                  <a:lnTo>
                    <a:pt x="116574" y="499663"/>
                  </a:lnTo>
                  <a:lnTo>
                    <a:pt x="153876" y="522149"/>
                  </a:lnTo>
                  <a:lnTo>
                    <a:pt x="194719" y="538915"/>
                  </a:lnTo>
                  <a:lnTo>
                    <a:pt x="238516" y="549392"/>
                  </a:lnTo>
                  <a:lnTo>
                    <a:pt x="284680" y="553011"/>
                  </a:lnTo>
                  <a:lnTo>
                    <a:pt x="330878" y="549392"/>
                  </a:lnTo>
                  <a:lnTo>
                    <a:pt x="374695" y="538915"/>
                  </a:lnTo>
                  <a:lnTo>
                    <a:pt x="415546" y="522149"/>
                  </a:lnTo>
                  <a:lnTo>
                    <a:pt x="452847" y="499663"/>
                  </a:lnTo>
                  <a:lnTo>
                    <a:pt x="486013" y="472027"/>
                  </a:lnTo>
                  <a:lnTo>
                    <a:pt x="514459" y="439810"/>
                  </a:lnTo>
                  <a:lnTo>
                    <a:pt x="537602" y="403580"/>
                  </a:lnTo>
                  <a:lnTo>
                    <a:pt x="554856" y="363908"/>
                  </a:lnTo>
                  <a:lnTo>
                    <a:pt x="565637" y="321362"/>
                  </a:lnTo>
                  <a:lnTo>
                    <a:pt x="569361" y="276512"/>
                  </a:lnTo>
                  <a:lnTo>
                    <a:pt x="565637" y="231658"/>
                  </a:lnTo>
                  <a:lnTo>
                    <a:pt x="554856" y="189109"/>
                  </a:lnTo>
                  <a:lnTo>
                    <a:pt x="537602" y="149435"/>
                  </a:lnTo>
                  <a:lnTo>
                    <a:pt x="514459" y="113204"/>
                  </a:lnTo>
                  <a:lnTo>
                    <a:pt x="486013" y="80985"/>
                  </a:lnTo>
                  <a:lnTo>
                    <a:pt x="452847" y="53348"/>
                  </a:lnTo>
                  <a:lnTo>
                    <a:pt x="415546" y="30862"/>
                  </a:lnTo>
                  <a:lnTo>
                    <a:pt x="374695" y="14095"/>
                  </a:lnTo>
                  <a:lnTo>
                    <a:pt x="330878" y="3618"/>
                  </a:lnTo>
                  <a:lnTo>
                    <a:pt x="2846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28379" y="2273274"/>
              <a:ext cx="569595" cy="2049780"/>
            </a:xfrm>
            <a:custGeom>
              <a:avLst/>
              <a:gdLst/>
              <a:ahLst/>
              <a:cxnLst/>
              <a:rect l="l" t="t" r="r" b="b"/>
              <a:pathLst>
                <a:path w="569595" h="2049779">
                  <a:moveTo>
                    <a:pt x="0" y="1773118"/>
                  </a:moveTo>
                  <a:lnTo>
                    <a:pt x="3727" y="1817968"/>
                  </a:lnTo>
                  <a:lnTo>
                    <a:pt x="14518" y="1860514"/>
                  </a:lnTo>
                  <a:lnTo>
                    <a:pt x="31785" y="1900186"/>
                  </a:lnTo>
                  <a:lnTo>
                    <a:pt x="54942" y="1936416"/>
                  </a:lnTo>
                  <a:lnTo>
                    <a:pt x="83401" y="1968633"/>
                  </a:lnTo>
                  <a:lnTo>
                    <a:pt x="116574" y="1996269"/>
                  </a:lnTo>
                  <a:lnTo>
                    <a:pt x="153877" y="2018755"/>
                  </a:lnTo>
                  <a:lnTo>
                    <a:pt x="194720" y="2035521"/>
                  </a:lnTo>
                  <a:lnTo>
                    <a:pt x="238517" y="2045998"/>
                  </a:lnTo>
                  <a:lnTo>
                    <a:pt x="284680" y="2049617"/>
                  </a:lnTo>
                  <a:lnTo>
                    <a:pt x="330878" y="2045998"/>
                  </a:lnTo>
                  <a:lnTo>
                    <a:pt x="374695" y="2035521"/>
                  </a:lnTo>
                  <a:lnTo>
                    <a:pt x="415546" y="2018755"/>
                  </a:lnTo>
                  <a:lnTo>
                    <a:pt x="452847" y="1996269"/>
                  </a:lnTo>
                  <a:lnTo>
                    <a:pt x="486013" y="1968633"/>
                  </a:lnTo>
                  <a:lnTo>
                    <a:pt x="514460" y="1936416"/>
                  </a:lnTo>
                  <a:lnTo>
                    <a:pt x="537602" y="1900186"/>
                  </a:lnTo>
                  <a:lnTo>
                    <a:pt x="554856" y="1860514"/>
                  </a:lnTo>
                  <a:lnTo>
                    <a:pt x="565638" y="1817968"/>
                  </a:lnTo>
                  <a:lnTo>
                    <a:pt x="569361" y="1773118"/>
                  </a:lnTo>
                  <a:lnTo>
                    <a:pt x="565638" y="1728264"/>
                  </a:lnTo>
                  <a:lnTo>
                    <a:pt x="554856" y="1685716"/>
                  </a:lnTo>
                  <a:lnTo>
                    <a:pt x="537602" y="1646041"/>
                  </a:lnTo>
                  <a:lnTo>
                    <a:pt x="514460" y="1609810"/>
                  </a:lnTo>
                  <a:lnTo>
                    <a:pt x="486013" y="1577591"/>
                  </a:lnTo>
                  <a:lnTo>
                    <a:pt x="452847" y="1549954"/>
                  </a:lnTo>
                  <a:lnTo>
                    <a:pt x="415546" y="1527468"/>
                  </a:lnTo>
                  <a:lnTo>
                    <a:pt x="374695" y="1510702"/>
                  </a:lnTo>
                  <a:lnTo>
                    <a:pt x="330878" y="1500225"/>
                  </a:lnTo>
                  <a:lnTo>
                    <a:pt x="284680" y="1496606"/>
                  </a:lnTo>
                  <a:lnTo>
                    <a:pt x="238517" y="1500225"/>
                  </a:lnTo>
                  <a:lnTo>
                    <a:pt x="194720" y="1510702"/>
                  </a:lnTo>
                  <a:lnTo>
                    <a:pt x="153876" y="1527468"/>
                  </a:lnTo>
                  <a:lnTo>
                    <a:pt x="116574" y="1549954"/>
                  </a:lnTo>
                  <a:lnTo>
                    <a:pt x="83400" y="1577591"/>
                  </a:lnTo>
                  <a:lnTo>
                    <a:pt x="54942" y="1609810"/>
                  </a:lnTo>
                  <a:lnTo>
                    <a:pt x="31785" y="1646041"/>
                  </a:lnTo>
                  <a:lnTo>
                    <a:pt x="14518" y="1685716"/>
                  </a:lnTo>
                  <a:lnTo>
                    <a:pt x="3727" y="1728264"/>
                  </a:lnTo>
                  <a:lnTo>
                    <a:pt x="0" y="1773118"/>
                  </a:lnTo>
                  <a:close/>
                </a:path>
                <a:path w="569595" h="2049779">
                  <a:moveTo>
                    <a:pt x="0" y="1024843"/>
                  </a:moveTo>
                  <a:lnTo>
                    <a:pt x="3727" y="1069684"/>
                  </a:lnTo>
                  <a:lnTo>
                    <a:pt x="14518" y="1112227"/>
                  </a:lnTo>
                  <a:lnTo>
                    <a:pt x="31785" y="1151902"/>
                  </a:lnTo>
                  <a:lnTo>
                    <a:pt x="54942" y="1188137"/>
                  </a:lnTo>
                  <a:lnTo>
                    <a:pt x="83400" y="1220363"/>
                  </a:lnTo>
                  <a:lnTo>
                    <a:pt x="116574" y="1248010"/>
                  </a:lnTo>
                  <a:lnTo>
                    <a:pt x="153876" y="1270505"/>
                  </a:lnTo>
                  <a:lnTo>
                    <a:pt x="194720" y="1287280"/>
                  </a:lnTo>
                  <a:lnTo>
                    <a:pt x="238517" y="1297763"/>
                  </a:lnTo>
                  <a:lnTo>
                    <a:pt x="284680" y="1301384"/>
                  </a:lnTo>
                  <a:lnTo>
                    <a:pt x="330878" y="1297763"/>
                  </a:lnTo>
                  <a:lnTo>
                    <a:pt x="374695" y="1287280"/>
                  </a:lnTo>
                  <a:lnTo>
                    <a:pt x="415546" y="1270505"/>
                  </a:lnTo>
                  <a:lnTo>
                    <a:pt x="452847" y="1248010"/>
                  </a:lnTo>
                  <a:lnTo>
                    <a:pt x="486013" y="1220363"/>
                  </a:lnTo>
                  <a:lnTo>
                    <a:pt x="514459" y="1188137"/>
                  </a:lnTo>
                  <a:lnTo>
                    <a:pt x="537602" y="1151902"/>
                  </a:lnTo>
                  <a:lnTo>
                    <a:pt x="554856" y="1112227"/>
                  </a:lnTo>
                  <a:lnTo>
                    <a:pt x="565638" y="1069684"/>
                  </a:lnTo>
                  <a:lnTo>
                    <a:pt x="569361" y="1024843"/>
                  </a:lnTo>
                  <a:lnTo>
                    <a:pt x="565638" y="979968"/>
                  </a:lnTo>
                  <a:lnTo>
                    <a:pt x="554856" y="937405"/>
                  </a:lnTo>
                  <a:lnTo>
                    <a:pt x="537602" y="897723"/>
                  </a:lnTo>
                  <a:lnTo>
                    <a:pt x="514459" y="861488"/>
                  </a:lnTo>
                  <a:lnTo>
                    <a:pt x="486013" y="829270"/>
                  </a:lnTo>
                  <a:lnTo>
                    <a:pt x="452847" y="801637"/>
                  </a:lnTo>
                  <a:lnTo>
                    <a:pt x="415546" y="779155"/>
                  </a:lnTo>
                  <a:lnTo>
                    <a:pt x="374695" y="762393"/>
                  </a:lnTo>
                  <a:lnTo>
                    <a:pt x="330878" y="751920"/>
                  </a:lnTo>
                  <a:lnTo>
                    <a:pt x="284680" y="748303"/>
                  </a:lnTo>
                  <a:lnTo>
                    <a:pt x="238516" y="751920"/>
                  </a:lnTo>
                  <a:lnTo>
                    <a:pt x="194720" y="762393"/>
                  </a:lnTo>
                  <a:lnTo>
                    <a:pt x="153876" y="779155"/>
                  </a:lnTo>
                  <a:lnTo>
                    <a:pt x="116574" y="801637"/>
                  </a:lnTo>
                  <a:lnTo>
                    <a:pt x="83400" y="829270"/>
                  </a:lnTo>
                  <a:lnTo>
                    <a:pt x="54942" y="861488"/>
                  </a:lnTo>
                  <a:lnTo>
                    <a:pt x="31785" y="897723"/>
                  </a:lnTo>
                  <a:lnTo>
                    <a:pt x="14518" y="937405"/>
                  </a:lnTo>
                  <a:lnTo>
                    <a:pt x="3727" y="979968"/>
                  </a:lnTo>
                  <a:lnTo>
                    <a:pt x="0" y="1024843"/>
                  </a:lnTo>
                  <a:close/>
                </a:path>
                <a:path w="569595" h="2049779">
                  <a:moveTo>
                    <a:pt x="0" y="276540"/>
                  </a:moveTo>
                  <a:lnTo>
                    <a:pt x="3727" y="321381"/>
                  </a:lnTo>
                  <a:lnTo>
                    <a:pt x="14518" y="363924"/>
                  </a:lnTo>
                  <a:lnTo>
                    <a:pt x="31785" y="403599"/>
                  </a:lnTo>
                  <a:lnTo>
                    <a:pt x="54942" y="439834"/>
                  </a:lnTo>
                  <a:lnTo>
                    <a:pt x="83400" y="472060"/>
                  </a:lnTo>
                  <a:lnTo>
                    <a:pt x="116574" y="499706"/>
                  </a:lnTo>
                  <a:lnTo>
                    <a:pt x="153876" y="522202"/>
                  </a:lnTo>
                  <a:lnTo>
                    <a:pt x="194719" y="538977"/>
                  </a:lnTo>
                  <a:lnTo>
                    <a:pt x="238516" y="549460"/>
                  </a:lnTo>
                  <a:lnTo>
                    <a:pt x="284680" y="553081"/>
                  </a:lnTo>
                  <a:lnTo>
                    <a:pt x="330878" y="549460"/>
                  </a:lnTo>
                  <a:lnTo>
                    <a:pt x="374695" y="538977"/>
                  </a:lnTo>
                  <a:lnTo>
                    <a:pt x="415546" y="522202"/>
                  </a:lnTo>
                  <a:lnTo>
                    <a:pt x="452847" y="499706"/>
                  </a:lnTo>
                  <a:lnTo>
                    <a:pt x="486013" y="472060"/>
                  </a:lnTo>
                  <a:lnTo>
                    <a:pt x="514459" y="439834"/>
                  </a:lnTo>
                  <a:lnTo>
                    <a:pt x="537602" y="403599"/>
                  </a:lnTo>
                  <a:lnTo>
                    <a:pt x="554856" y="363924"/>
                  </a:lnTo>
                  <a:lnTo>
                    <a:pt x="565637" y="321381"/>
                  </a:lnTo>
                  <a:lnTo>
                    <a:pt x="569361" y="276540"/>
                  </a:lnTo>
                  <a:lnTo>
                    <a:pt x="565637" y="231665"/>
                  </a:lnTo>
                  <a:lnTo>
                    <a:pt x="554856" y="189102"/>
                  </a:lnTo>
                  <a:lnTo>
                    <a:pt x="537602" y="149420"/>
                  </a:lnTo>
                  <a:lnTo>
                    <a:pt x="514459" y="113185"/>
                  </a:lnTo>
                  <a:lnTo>
                    <a:pt x="486013" y="80967"/>
                  </a:lnTo>
                  <a:lnTo>
                    <a:pt x="452847" y="53334"/>
                  </a:lnTo>
                  <a:lnTo>
                    <a:pt x="415546" y="30852"/>
                  </a:lnTo>
                  <a:lnTo>
                    <a:pt x="374695" y="14090"/>
                  </a:lnTo>
                  <a:lnTo>
                    <a:pt x="330878" y="3617"/>
                  </a:lnTo>
                  <a:lnTo>
                    <a:pt x="284680" y="0"/>
                  </a:lnTo>
                  <a:lnTo>
                    <a:pt x="238516" y="3617"/>
                  </a:lnTo>
                  <a:lnTo>
                    <a:pt x="194719" y="14090"/>
                  </a:lnTo>
                  <a:lnTo>
                    <a:pt x="153876" y="30852"/>
                  </a:lnTo>
                  <a:lnTo>
                    <a:pt x="116574" y="53334"/>
                  </a:lnTo>
                  <a:lnTo>
                    <a:pt x="83400" y="80967"/>
                  </a:lnTo>
                  <a:lnTo>
                    <a:pt x="54942" y="113185"/>
                  </a:lnTo>
                  <a:lnTo>
                    <a:pt x="31785" y="149420"/>
                  </a:lnTo>
                  <a:lnTo>
                    <a:pt x="14518" y="189102"/>
                  </a:lnTo>
                  <a:lnTo>
                    <a:pt x="3727" y="231665"/>
                  </a:lnTo>
                  <a:lnTo>
                    <a:pt x="0" y="276540"/>
                  </a:lnTo>
                  <a:close/>
                </a:path>
              </a:pathLst>
            </a:custGeom>
            <a:ln w="21077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91000" y="1938027"/>
              <a:ext cx="840740" cy="1304290"/>
            </a:xfrm>
            <a:custGeom>
              <a:avLst/>
              <a:gdLst/>
              <a:ahLst/>
              <a:cxnLst/>
              <a:rect l="l" t="t" r="r" b="b"/>
              <a:pathLst>
                <a:path w="840739" h="1304289">
                  <a:moveTo>
                    <a:pt x="809983" y="1303912"/>
                  </a:moveTo>
                  <a:lnTo>
                    <a:pt x="0" y="0"/>
                  </a:lnTo>
                  <a:lnTo>
                    <a:pt x="840532" y="491565"/>
                  </a:lnTo>
                </a:path>
              </a:pathLst>
            </a:custGeom>
            <a:ln w="105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91000" y="1938027"/>
              <a:ext cx="812165" cy="2047239"/>
            </a:xfrm>
            <a:custGeom>
              <a:avLst/>
              <a:gdLst/>
              <a:ahLst/>
              <a:cxnLst/>
              <a:rect l="l" t="t" r="r" b="b"/>
              <a:pathLst>
                <a:path w="812164" h="2047239">
                  <a:moveTo>
                    <a:pt x="0" y="0"/>
                  </a:moveTo>
                  <a:lnTo>
                    <a:pt x="811698" y="2047103"/>
                  </a:lnTo>
                </a:path>
              </a:pathLst>
            </a:custGeom>
            <a:ln w="105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301" y="2429592"/>
              <a:ext cx="836294" cy="812800"/>
            </a:xfrm>
            <a:custGeom>
              <a:avLst/>
              <a:gdLst/>
              <a:ahLst/>
              <a:cxnLst/>
              <a:rect l="l" t="t" r="r" b="b"/>
              <a:pathLst>
                <a:path w="836295" h="812800">
                  <a:moveTo>
                    <a:pt x="805681" y="812347"/>
                  </a:moveTo>
                  <a:lnTo>
                    <a:pt x="0" y="414179"/>
                  </a:lnTo>
                  <a:lnTo>
                    <a:pt x="836230" y="0"/>
                  </a:lnTo>
                </a:path>
              </a:pathLst>
            </a:custGeom>
            <a:ln w="105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302" y="2843771"/>
              <a:ext cx="807720" cy="1141730"/>
            </a:xfrm>
            <a:custGeom>
              <a:avLst/>
              <a:gdLst/>
              <a:ahLst/>
              <a:cxnLst/>
              <a:rect l="l" t="t" r="r" b="b"/>
              <a:pathLst>
                <a:path w="807720" h="1141729">
                  <a:moveTo>
                    <a:pt x="0" y="0"/>
                  </a:moveTo>
                  <a:lnTo>
                    <a:pt x="807397" y="1141358"/>
                  </a:lnTo>
                </a:path>
              </a:pathLst>
            </a:custGeom>
            <a:ln w="10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80287" y="2016256"/>
              <a:ext cx="4521835" cy="2569210"/>
            </a:xfrm>
            <a:custGeom>
              <a:avLst/>
              <a:gdLst/>
              <a:ahLst/>
              <a:cxnLst/>
              <a:rect l="l" t="t" r="r" b="b"/>
              <a:pathLst>
                <a:path w="4521834" h="2569210">
                  <a:moveTo>
                    <a:pt x="820696" y="1225683"/>
                  </a:moveTo>
                  <a:lnTo>
                    <a:pt x="16560" y="1737824"/>
                  </a:lnTo>
                  <a:lnTo>
                    <a:pt x="851244" y="413336"/>
                  </a:lnTo>
                </a:path>
                <a:path w="4521834" h="2569210">
                  <a:moveTo>
                    <a:pt x="822411" y="1968874"/>
                  </a:moveTo>
                  <a:lnTo>
                    <a:pt x="16560" y="1737824"/>
                  </a:lnTo>
                </a:path>
                <a:path w="4521834" h="2569210">
                  <a:moveTo>
                    <a:pt x="0" y="2568907"/>
                  </a:moveTo>
                  <a:lnTo>
                    <a:pt x="851244" y="413336"/>
                  </a:lnTo>
                </a:path>
                <a:path w="4521834" h="2569210">
                  <a:moveTo>
                    <a:pt x="820696" y="1225683"/>
                  </a:moveTo>
                  <a:lnTo>
                    <a:pt x="0" y="2568907"/>
                  </a:lnTo>
                </a:path>
                <a:path w="4521834" h="2569210">
                  <a:moveTo>
                    <a:pt x="822411" y="1968874"/>
                  </a:moveTo>
                  <a:lnTo>
                    <a:pt x="0" y="2568907"/>
                  </a:lnTo>
                </a:path>
                <a:path w="4521834" h="2569210">
                  <a:moveTo>
                    <a:pt x="1970848" y="1712052"/>
                  </a:moveTo>
                  <a:lnTo>
                    <a:pt x="1376322" y="575974"/>
                  </a:lnTo>
                  <a:lnTo>
                    <a:pt x="1980548" y="934676"/>
                  </a:lnTo>
                </a:path>
                <a:path w="4521834" h="2569210">
                  <a:moveTo>
                    <a:pt x="1970848" y="1712052"/>
                  </a:moveTo>
                  <a:lnTo>
                    <a:pt x="1371683" y="1361355"/>
                  </a:lnTo>
                  <a:lnTo>
                    <a:pt x="1980548" y="934676"/>
                  </a:lnTo>
                </a:path>
                <a:path w="4521834" h="2569210">
                  <a:moveTo>
                    <a:pt x="1970848" y="1712052"/>
                  </a:moveTo>
                  <a:lnTo>
                    <a:pt x="1375338" y="2029364"/>
                  </a:lnTo>
                  <a:lnTo>
                    <a:pt x="1980548" y="934676"/>
                  </a:lnTo>
                </a:path>
                <a:path w="4521834" h="2569210">
                  <a:moveTo>
                    <a:pt x="3152449" y="1234110"/>
                  </a:moveTo>
                  <a:lnTo>
                    <a:pt x="2504361" y="989731"/>
                  </a:lnTo>
                  <a:lnTo>
                    <a:pt x="3149356" y="558137"/>
                  </a:lnTo>
                </a:path>
                <a:path w="4521834" h="2569210">
                  <a:moveTo>
                    <a:pt x="2504361" y="989731"/>
                  </a:moveTo>
                  <a:lnTo>
                    <a:pt x="3162571" y="1943130"/>
                  </a:lnTo>
                </a:path>
                <a:path w="4521834" h="2569210">
                  <a:moveTo>
                    <a:pt x="3152449" y="1234110"/>
                  </a:moveTo>
                  <a:lnTo>
                    <a:pt x="2515186" y="1838595"/>
                  </a:lnTo>
                  <a:lnTo>
                    <a:pt x="3149356" y="558137"/>
                  </a:lnTo>
                </a:path>
                <a:path w="4521834" h="2569210">
                  <a:moveTo>
                    <a:pt x="2515186" y="1838595"/>
                  </a:moveTo>
                  <a:lnTo>
                    <a:pt x="3162571" y="1943130"/>
                  </a:lnTo>
                </a:path>
                <a:path w="4521834" h="2569210">
                  <a:moveTo>
                    <a:pt x="4521588" y="777375"/>
                  </a:moveTo>
                  <a:lnTo>
                    <a:pt x="3717453" y="537070"/>
                  </a:lnTo>
                  <a:lnTo>
                    <a:pt x="4517933" y="0"/>
                  </a:lnTo>
                </a:path>
              </a:pathLst>
            </a:custGeom>
            <a:ln w="105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97741" y="2553326"/>
              <a:ext cx="820419" cy="1134110"/>
            </a:xfrm>
            <a:custGeom>
              <a:avLst/>
              <a:gdLst/>
              <a:ahLst/>
              <a:cxnLst/>
              <a:rect l="l" t="t" r="r" b="b"/>
              <a:pathLst>
                <a:path w="820420" h="1134110">
                  <a:moveTo>
                    <a:pt x="0" y="0"/>
                  </a:moveTo>
                  <a:lnTo>
                    <a:pt x="820161" y="1133746"/>
                  </a:lnTo>
                </a:path>
              </a:pathLst>
            </a:custGeom>
            <a:ln w="10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97740" y="2553326"/>
              <a:ext cx="821690" cy="2063750"/>
            </a:xfrm>
            <a:custGeom>
              <a:avLst/>
              <a:gdLst/>
              <a:ahLst/>
              <a:cxnLst/>
              <a:rect l="l" t="t" r="r" b="b"/>
              <a:pathLst>
                <a:path w="821690" h="2063750">
                  <a:moveTo>
                    <a:pt x="0" y="0"/>
                  </a:moveTo>
                  <a:lnTo>
                    <a:pt x="821427" y="2063549"/>
                  </a:lnTo>
                </a:path>
              </a:pathLst>
            </a:custGeom>
            <a:ln w="105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95351" y="2016256"/>
              <a:ext cx="822960" cy="1671320"/>
            </a:xfrm>
            <a:custGeom>
              <a:avLst/>
              <a:gdLst/>
              <a:ahLst/>
              <a:cxnLst/>
              <a:rect l="l" t="t" r="r" b="b"/>
              <a:pathLst>
                <a:path w="822959" h="1671320">
                  <a:moveTo>
                    <a:pt x="806525" y="777375"/>
                  </a:moveTo>
                  <a:lnTo>
                    <a:pt x="0" y="1246048"/>
                  </a:lnTo>
                  <a:lnTo>
                    <a:pt x="802870" y="0"/>
                  </a:lnTo>
                </a:path>
                <a:path w="822959" h="1671320">
                  <a:moveTo>
                    <a:pt x="0" y="1246048"/>
                  </a:moveTo>
                  <a:lnTo>
                    <a:pt x="822551" y="1670816"/>
                  </a:lnTo>
                </a:path>
              </a:pathLst>
            </a:custGeom>
            <a:ln w="105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95351" y="3262304"/>
              <a:ext cx="824230" cy="1355090"/>
            </a:xfrm>
            <a:custGeom>
              <a:avLst/>
              <a:gdLst/>
              <a:ahLst/>
              <a:cxnLst/>
              <a:rect l="l" t="t" r="r" b="b"/>
              <a:pathLst>
                <a:path w="824229" h="1355089">
                  <a:moveTo>
                    <a:pt x="0" y="0"/>
                  </a:moveTo>
                  <a:lnTo>
                    <a:pt x="823817" y="1354571"/>
                  </a:lnTo>
                </a:path>
              </a:pathLst>
            </a:custGeom>
            <a:ln w="105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90571" y="2016256"/>
              <a:ext cx="828675" cy="2600960"/>
            </a:xfrm>
            <a:custGeom>
              <a:avLst/>
              <a:gdLst/>
              <a:ahLst/>
              <a:cxnLst/>
              <a:rect l="l" t="t" r="r" b="b"/>
              <a:pathLst>
                <a:path w="828675" h="2600960">
                  <a:moveTo>
                    <a:pt x="807649" y="0"/>
                  </a:moveTo>
                  <a:lnTo>
                    <a:pt x="0" y="1967947"/>
                  </a:lnTo>
                </a:path>
                <a:path w="828675" h="2600960">
                  <a:moveTo>
                    <a:pt x="827331" y="1670816"/>
                  </a:moveTo>
                  <a:lnTo>
                    <a:pt x="0" y="1967947"/>
                  </a:lnTo>
                </a:path>
                <a:path w="828675" h="2600960">
                  <a:moveTo>
                    <a:pt x="828596" y="2600620"/>
                  </a:moveTo>
                  <a:lnTo>
                    <a:pt x="0" y="1967947"/>
                  </a:lnTo>
                </a:path>
              </a:pathLst>
            </a:custGeom>
            <a:ln w="105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275811" y="1267967"/>
            <a:ext cx="5830570" cy="242570"/>
            <a:chOff x="2275811" y="1267967"/>
            <a:chExt cx="5830570" cy="242570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75811" y="1323887"/>
              <a:ext cx="2887020" cy="13047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302002" y="1330451"/>
              <a:ext cx="2835275" cy="78105"/>
            </a:xfrm>
            <a:custGeom>
              <a:avLst/>
              <a:gdLst/>
              <a:ahLst/>
              <a:cxnLst/>
              <a:rect l="l" t="t" r="r" b="b"/>
              <a:pathLst>
                <a:path w="2835275" h="78105">
                  <a:moveTo>
                    <a:pt x="77724" y="0"/>
                  </a:moveTo>
                  <a:lnTo>
                    <a:pt x="0" y="38862"/>
                  </a:lnTo>
                  <a:lnTo>
                    <a:pt x="77724" y="77724"/>
                  </a:lnTo>
                  <a:lnTo>
                    <a:pt x="77724" y="51815"/>
                  </a:lnTo>
                  <a:lnTo>
                    <a:pt x="64770" y="51815"/>
                  </a:lnTo>
                  <a:lnTo>
                    <a:pt x="64770" y="25908"/>
                  </a:lnTo>
                  <a:lnTo>
                    <a:pt x="77724" y="25908"/>
                  </a:lnTo>
                  <a:lnTo>
                    <a:pt x="77724" y="0"/>
                  </a:lnTo>
                  <a:close/>
                </a:path>
                <a:path w="2835275" h="78105">
                  <a:moveTo>
                    <a:pt x="2757551" y="0"/>
                  </a:moveTo>
                  <a:lnTo>
                    <a:pt x="2757551" y="77724"/>
                  </a:lnTo>
                  <a:lnTo>
                    <a:pt x="2809367" y="51815"/>
                  </a:lnTo>
                  <a:lnTo>
                    <a:pt x="2770505" y="51815"/>
                  </a:lnTo>
                  <a:lnTo>
                    <a:pt x="2770505" y="25908"/>
                  </a:lnTo>
                  <a:lnTo>
                    <a:pt x="2809367" y="25908"/>
                  </a:lnTo>
                  <a:lnTo>
                    <a:pt x="2757551" y="0"/>
                  </a:lnTo>
                  <a:close/>
                </a:path>
                <a:path w="2835275" h="78105">
                  <a:moveTo>
                    <a:pt x="77724" y="25908"/>
                  </a:moveTo>
                  <a:lnTo>
                    <a:pt x="64770" y="25908"/>
                  </a:lnTo>
                  <a:lnTo>
                    <a:pt x="64770" y="51815"/>
                  </a:lnTo>
                  <a:lnTo>
                    <a:pt x="77724" y="51815"/>
                  </a:lnTo>
                  <a:lnTo>
                    <a:pt x="77724" y="25908"/>
                  </a:lnTo>
                  <a:close/>
                </a:path>
                <a:path w="2835275" h="78105">
                  <a:moveTo>
                    <a:pt x="2757551" y="25908"/>
                  </a:moveTo>
                  <a:lnTo>
                    <a:pt x="77724" y="25908"/>
                  </a:lnTo>
                  <a:lnTo>
                    <a:pt x="77724" y="51815"/>
                  </a:lnTo>
                  <a:lnTo>
                    <a:pt x="2757551" y="51815"/>
                  </a:lnTo>
                  <a:lnTo>
                    <a:pt x="2757551" y="25908"/>
                  </a:lnTo>
                  <a:close/>
                </a:path>
                <a:path w="2835275" h="78105">
                  <a:moveTo>
                    <a:pt x="2809367" y="25908"/>
                  </a:moveTo>
                  <a:lnTo>
                    <a:pt x="2770505" y="25908"/>
                  </a:lnTo>
                  <a:lnTo>
                    <a:pt x="2770505" y="51815"/>
                  </a:lnTo>
                  <a:lnTo>
                    <a:pt x="2809367" y="51815"/>
                  </a:lnTo>
                  <a:lnTo>
                    <a:pt x="2835275" y="38862"/>
                  </a:lnTo>
                  <a:lnTo>
                    <a:pt x="2809367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1580" y="1267967"/>
              <a:ext cx="3084576" cy="24231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42738" y="1330451"/>
              <a:ext cx="2842260" cy="78105"/>
            </a:xfrm>
            <a:custGeom>
              <a:avLst/>
              <a:gdLst/>
              <a:ahLst/>
              <a:cxnLst/>
              <a:rect l="l" t="t" r="r" b="b"/>
              <a:pathLst>
                <a:path w="2842259" h="78105">
                  <a:moveTo>
                    <a:pt x="77724" y="0"/>
                  </a:moveTo>
                  <a:lnTo>
                    <a:pt x="0" y="38862"/>
                  </a:lnTo>
                  <a:lnTo>
                    <a:pt x="77724" y="77724"/>
                  </a:lnTo>
                  <a:lnTo>
                    <a:pt x="77724" y="51815"/>
                  </a:lnTo>
                  <a:lnTo>
                    <a:pt x="64770" y="51815"/>
                  </a:lnTo>
                  <a:lnTo>
                    <a:pt x="64770" y="25908"/>
                  </a:lnTo>
                  <a:lnTo>
                    <a:pt x="77724" y="25908"/>
                  </a:lnTo>
                  <a:lnTo>
                    <a:pt x="77724" y="0"/>
                  </a:lnTo>
                  <a:close/>
                </a:path>
                <a:path w="2842259" h="78105">
                  <a:moveTo>
                    <a:pt x="2764155" y="0"/>
                  </a:moveTo>
                  <a:lnTo>
                    <a:pt x="2764155" y="77724"/>
                  </a:lnTo>
                  <a:lnTo>
                    <a:pt x="2815971" y="51815"/>
                  </a:lnTo>
                  <a:lnTo>
                    <a:pt x="2777109" y="51815"/>
                  </a:lnTo>
                  <a:lnTo>
                    <a:pt x="2777109" y="25908"/>
                  </a:lnTo>
                  <a:lnTo>
                    <a:pt x="2815971" y="25908"/>
                  </a:lnTo>
                  <a:lnTo>
                    <a:pt x="2764155" y="0"/>
                  </a:lnTo>
                  <a:close/>
                </a:path>
                <a:path w="2842259" h="78105">
                  <a:moveTo>
                    <a:pt x="77724" y="25908"/>
                  </a:moveTo>
                  <a:lnTo>
                    <a:pt x="64770" y="25908"/>
                  </a:lnTo>
                  <a:lnTo>
                    <a:pt x="64770" y="51815"/>
                  </a:lnTo>
                  <a:lnTo>
                    <a:pt x="77724" y="51815"/>
                  </a:lnTo>
                  <a:lnTo>
                    <a:pt x="77724" y="25908"/>
                  </a:lnTo>
                  <a:close/>
                </a:path>
                <a:path w="2842259" h="78105">
                  <a:moveTo>
                    <a:pt x="2764155" y="25908"/>
                  </a:moveTo>
                  <a:lnTo>
                    <a:pt x="77724" y="25908"/>
                  </a:lnTo>
                  <a:lnTo>
                    <a:pt x="77724" y="51815"/>
                  </a:lnTo>
                  <a:lnTo>
                    <a:pt x="2764155" y="51815"/>
                  </a:lnTo>
                  <a:lnTo>
                    <a:pt x="2764155" y="25908"/>
                  </a:lnTo>
                  <a:close/>
                </a:path>
                <a:path w="2842259" h="78105">
                  <a:moveTo>
                    <a:pt x="2815971" y="25908"/>
                  </a:moveTo>
                  <a:lnTo>
                    <a:pt x="2777109" y="25908"/>
                  </a:lnTo>
                  <a:lnTo>
                    <a:pt x="2777109" y="51815"/>
                  </a:lnTo>
                  <a:lnTo>
                    <a:pt x="2815971" y="51815"/>
                  </a:lnTo>
                  <a:lnTo>
                    <a:pt x="2841879" y="38862"/>
                  </a:lnTo>
                  <a:lnTo>
                    <a:pt x="2815971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303270" y="1365630"/>
            <a:ext cx="796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50609" y="1365630"/>
            <a:ext cx="822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53376" y="5082997"/>
            <a:ext cx="708660" cy="61658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800" b="1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1800" spc="-720" dirty="0">
                <a:latin typeface="Cambria Math"/>
                <a:cs typeface="Cambria Math"/>
              </a:rPr>
              <a:t>𝐱</a:t>
            </a:r>
            <a:r>
              <a:rPr sz="1800" spc="70" dirty="0">
                <a:latin typeface="Cambria Math"/>
                <a:cs typeface="Cambria Math"/>
              </a:rPr>
              <a:t>˜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91052" y="5516371"/>
            <a:ext cx="14224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-50" dirty="0">
                <a:latin typeface="Cambria Math"/>
                <a:cs typeface="Cambria Math"/>
              </a:rPr>
              <a:t>∅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253613" y="5471795"/>
            <a:ext cx="524510" cy="236220"/>
          </a:xfrm>
          <a:custGeom>
            <a:avLst/>
            <a:gdLst/>
            <a:ahLst/>
            <a:cxnLst/>
            <a:rect l="l" t="t" r="r" b="b"/>
            <a:pathLst>
              <a:path w="524510" h="236220">
                <a:moveTo>
                  <a:pt x="449072" y="0"/>
                </a:moveTo>
                <a:lnTo>
                  <a:pt x="445642" y="9524"/>
                </a:lnTo>
                <a:lnTo>
                  <a:pt x="459337" y="15430"/>
                </a:lnTo>
                <a:lnTo>
                  <a:pt x="471090" y="23621"/>
                </a:lnTo>
                <a:lnTo>
                  <a:pt x="494917" y="61651"/>
                </a:lnTo>
                <a:lnTo>
                  <a:pt x="502792" y="116624"/>
                </a:lnTo>
                <a:lnTo>
                  <a:pt x="501911" y="137422"/>
                </a:lnTo>
                <a:lnTo>
                  <a:pt x="488696" y="188340"/>
                </a:lnTo>
                <a:lnTo>
                  <a:pt x="459478" y="220162"/>
                </a:lnTo>
                <a:lnTo>
                  <a:pt x="446024" y="226110"/>
                </a:lnTo>
                <a:lnTo>
                  <a:pt x="449072" y="235686"/>
                </a:lnTo>
                <a:lnTo>
                  <a:pt x="494059" y="208920"/>
                </a:lnTo>
                <a:lnTo>
                  <a:pt x="519398" y="159521"/>
                </a:lnTo>
                <a:lnTo>
                  <a:pt x="524256" y="117868"/>
                </a:lnTo>
                <a:lnTo>
                  <a:pt x="523041" y="96287"/>
                </a:lnTo>
                <a:lnTo>
                  <a:pt x="513326" y="57991"/>
                </a:lnTo>
                <a:lnTo>
                  <a:pt x="481139" y="15065"/>
                </a:lnTo>
                <a:lnTo>
                  <a:pt x="466141" y="6145"/>
                </a:lnTo>
                <a:lnTo>
                  <a:pt x="449072" y="0"/>
                </a:lnTo>
                <a:close/>
              </a:path>
              <a:path w="524510" h="236220">
                <a:moveTo>
                  <a:pt x="75184" y="0"/>
                </a:moveTo>
                <a:lnTo>
                  <a:pt x="30267" y="26771"/>
                </a:lnTo>
                <a:lnTo>
                  <a:pt x="4857" y="76328"/>
                </a:lnTo>
                <a:lnTo>
                  <a:pt x="0" y="117868"/>
                </a:lnTo>
                <a:lnTo>
                  <a:pt x="1214" y="139530"/>
                </a:lnTo>
                <a:lnTo>
                  <a:pt x="10929" y="177840"/>
                </a:lnTo>
                <a:lnTo>
                  <a:pt x="43068" y="220597"/>
                </a:lnTo>
                <a:lnTo>
                  <a:pt x="75184" y="235686"/>
                </a:lnTo>
                <a:lnTo>
                  <a:pt x="78232" y="226110"/>
                </a:lnTo>
                <a:lnTo>
                  <a:pt x="64777" y="220162"/>
                </a:lnTo>
                <a:lnTo>
                  <a:pt x="53181" y="211883"/>
                </a:lnTo>
                <a:lnTo>
                  <a:pt x="29412" y="173279"/>
                </a:lnTo>
                <a:lnTo>
                  <a:pt x="21589" y="116624"/>
                </a:lnTo>
                <a:lnTo>
                  <a:pt x="22451" y="96528"/>
                </a:lnTo>
                <a:lnTo>
                  <a:pt x="35560" y="46862"/>
                </a:lnTo>
                <a:lnTo>
                  <a:pt x="64992" y="15430"/>
                </a:lnTo>
                <a:lnTo>
                  <a:pt x="78612" y="9524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937129" y="5395976"/>
            <a:ext cx="7715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9415" algn="l"/>
              </a:tabLst>
            </a:pPr>
            <a:r>
              <a:rPr sz="2000" spc="-50" dirty="0">
                <a:latin typeface="Cambria Math"/>
                <a:cs typeface="Cambria Math"/>
              </a:rPr>
              <a:t>𝒒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𝒛|𝒙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585966" y="5402453"/>
            <a:ext cx="524510" cy="236220"/>
          </a:xfrm>
          <a:custGeom>
            <a:avLst/>
            <a:gdLst/>
            <a:ahLst/>
            <a:cxnLst/>
            <a:rect l="l" t="t" r="r" b="b"/>
            <a:pathLst>
              <a:path w="524509" h="236220">
                <a:moveTo>
                  <a:pt x="448944" y="0"/>
                </a:moveTo>
                <a:lnTo>
                  <a:pt x="445642" y="9652"/>
                </a:lnTo>
                <a:lnTo>
                  <a:pt x="459263" y="15557"/>
                </a:lnTo>
                <a:lnTo>
                  <a:pt x="470979" y="23749"/>
                </a:lnTo>
                <a:lnTo>
                  <a:pt x="494843" y="61777"/>
                </a:lnTo>
                <a:lnTo>
                  <a:pt x="502665" y="116713"/>
                </a:lnTo>
                <a:lnTo>
                  <a:pt x="501786" y="137550"/>
                </a:lnTo>
                <a:lnTo>
                  <a:pt x="488695" y="188442"/>
                </a:lnTo>
                <a:lnTo>
                  <a:pt x="459478" y="220271"/>
                </a:lnTo>
                <a:lnTo>
                  <a:pt x="446024" y="226225"/>
                </a:lnTo>
                <a:lnTo>
                  <a:pt x="448944" y="235788"/>
                </a:lnTo>
                <a:lnTo>
                  <a:pt x="494039" y="209024"/>
                </a:lnTo>
                <a:lnTo>
                  <a:pt x="519287" y="159610"/>
                </a:lnTo>
                <a:lnTo>
                  <a:pt x="524128" y="117983"/>
                </a:lnTo>
                <a:lnTo>
                  <a:pt x="522914" y="96337"/>
                </a:lnTo>
                <a:lnTo>
                  <a:pt x="513199" y="58046"/>
                </a:lnTo>
                <a:lnTo>
                  <a:pt x="481060" y="15176"/>
                </a:lnTo>
                <a:lnTo>
                  <a:pt x="466068" y="6219"/>
                </a:lnTo>
                <a:lnTo>
                  <a:pt x="448944" y="0"/>
                </a:lnTo>
                <a:close/>
              </a:path>
              <a:path w="524509" h="236220">
                <a:moveTo>
                  <a:pt x="75183" y="0"/>
                </a:moveTo>
                <a:lnTo>
                  <a:pt x="30196" y="26896"/>
                </a:lnTo>
                <a:lnTo>
                  <a:pt x="4857" y="76358"/>
                </a:lnTo>
                <a:lnTo>
                  <a:pt x="0" y="117983"/>
                </a:lnTo>
                <a:lnTo>
                  <a:pt x="1212" y="139628"/>
                </a:lnTo>
                <a:lnTo>
                  <a:pt x="10876" y="177929"/>
                </a:lnTo>
                <a:lnTo>
                  <a:pt x="43005" y="220703"/>
                </a:lnTo>
                <a:lnTo>
                  <a:pt x="75183" y="235788"/>
                </a:lnTo>
                <a:lnTo>
                  <a:pt x="78104" y="226225"/>
                </a:lnTo>
                <a:lnTo>
                  <a:pt x="64722" y="220271"/>
                </a:lnTo>
                <a:lnTo>
                  <a:pt x="53149" y="211991"/>
                </a:lnTo>
                <a:lnTo>
                  <a:pt x="29338" y="173405"/>
                </a:lnTo>
                <a:lnTo>
                  <a:pt x="21462" y="116713"/>
                </a:lnTo>
                <a:lnTo>
                  <a:pt x="22342" y="96639"/>
                </a:lnTo>
                <a:lnTo>
                  <a:pt x="35432" y="46990"/>
                </a:lnTo>
                <a:lnTo>
                  <a:pt x="64936" y="15557"/>
                </a:lnTo>
                <a:lnTo>
                  <a:pt x="78485" y="9652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241415" y="5326786"/>
            <a:ext cx="825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𝒑</a:t>
            </a:r>
            <a:r>
              <a:rPr sz="2175" baseline="-15325" dirty="0">
                <a:latin typeface="Cambria Math"/>
                <a:cs typeface="Cambria Math"/>
              </a:rPr>
              <a:t>𝜽</a:t>
            </a:r>
            <a:r>
              <a:rPr sz="2175" spc="209" baseline="-15325" dirty="0">
                <a:latin typeface="Cambria Math"/>
                <a:cs typeface="Cambria Math"/>
              </a:rPr>
              <a:t>  </a:t>
            </a:r>
            <a:r>
              <a:rPr sz="2000" spc="-25" dirty="0">
                <a:latin typeface="Cambria Math"/>
                <a:cs typeface="Cambria Math"/>
              </a:rPr>
              <a:t>𝒙|𝒛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872739" y="5245608"/>
            <a:ext cx="1122045" cy="242570"/>
            <a:chOff x="2872739" y="5245608"/>
            <a:chExt cx="1122045" cy="242570"/>
          </a:xfrm>
        </p:grpSpPr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72739" y="5245608"/>
              <a:ext cx="1121664" cy="24231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916173" y="5308092"/>
              <a:ext cx="957580" cy="78105"/>
            </a:xfrm>
            <a:custGeom>
              <a:avLst/>
              <a:gdLst/>
              <a:ahLst/>
              <a:cxnLst/>
              <a:rect l="l" t="t" r="r" b="b"/>
              <a:pathLst>
                <a:path w="957579" h="78104">
                  <a:moveTo>
                    <a:pt x="879855" y="0"/>
                  </a:moveTo>
                  <a:lnTo>
                    <a:pt x="879855" y="77724"/>
                  </a:lnTo>
                  <a:lnTo>
                    <a:pt x="931671" y="51816"/>
                  </a:lnTo>
                  <a:lnTo>
                    <a:pt x="892810" y="51816"/>
                  </a:lnTo>
                  <a:lnTo>
                    <a:pt x="892810" y="25908"/>
                  </a:lnTo>
                  <a:lnTo>
                    <a:pt x="931672" y="25908"/>
                  </a:lnTo>
                  <a:lnTo>
                    <a:pt x="879855" y="0"/>
                  </a:lnTo>
                  <a:close/>
                </a:path>
                <a:path w="957579" h="78104">
                  <a:moveTo>
                    <a:pt x="879855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879855" y="51816"/>
                  </a:lnTo>
                  <a:lnTo>
                    <a:pt x="879855" y="25908"/>
                  </a:lnTo>
                  <a:close/>
                </a:path>
                <a:path w="957579" h="78104">
                  <a:moveTo>
                    <a:pt x="931672" y="25908"/>
                  </a:moveTo>
                  <a:lnTo>
                    <a:pt x="892810" y="25908"/>
                  </a:lnTo>
                  <a:lnTo>
                    <a:pt x="892810" y="51816"/>
                  </a:lnTo>
                  <a:lnTo>
                    <a:pt x="931671" y="51816"/>
                  </a:lnTo>
                  <a:lnTo>
                    <a:pt x="957579" y="38862"/>
                  </a:lnTo>
                  <a:lnTo>
                    <a:pt x="931672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6164579" y="5180076"/>
            <a:ext cx="1122045" cy="242570"/>
            <a:chOff x="6164579" y="5180076"/>
            <a:chExt cx="1122045" cy="242570"/>
          </a:xfrm>
        </p:grpSpPr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64579" y="5180076"/>
              <a:ext cx="1121664" cy="24231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208013" y="5242560"/>
              <a:ext cx="957580" cy="78105"/>
            </a:xfrm>
            <a:custGeom>
              <a:avLst/>
              <a:gdLst/>
              <a:ahLst/>
              <a:cxnLst/>
              <a:rect l="l" t="t" r="r" b="b"/>
              <a:pathLst>
                <a:path w="957579" h="78104">
                  <a:moveTo>
                    <a:pt x="879856" y="0"/>
                  </a:moveTo>
                  <a:lnTo>
                    <a:pt x="879856" y="77723"/>
                  </a:lnTo>
                  <a:lnTo>
                    <a:pt x="931672" y="51815"/>
                  </a:lnTo>
                  <a:lnTo>
                    <a:pt x="892810" y="51815"/>
                  </a:lnTo>
                  <a:lnTo>
                    <a:pt x="892810" y="25907"/>
                  </a:lnTo>
                  <a:lnTo>
                    <a:pt x="931672" y="25907"/>
                  </a:lnTo>
                  <a:lnTo>
                    <a:pt x="879856" y="0"/>
                  </a:lnTo>
                  <a:close/>
                </a:path>
                <a:path w="957579" h="78104">
                  <a:moveTo>
                    <a:pt x="879856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879856" y="51815"/>
                  </a:lnTo>
                  <a:lnTo>
                    <a:pt x="879856" y="25907"/>
                  </a:lnTo>
                  <a:close/>
                </a:path>
                <a:path w="957579" h="78104">
                  <a:moveTo>
                    <a:pt x="931672" y="25907"/>
                  </a:moveTo>
                  <a:lnTo>
                    <a:pt x="892810" y="25907"/>
                  </a:lnTo>
                  <a:lnTo>
                    <a:pt x="892810" y="51815"/>
                  </a:lnTo>
                  <a:lnTo>
                    <a:pt x="931672" y="51815"/>
                  </a:lnTo>
                  <a:lnTo>
                    <a:pt x="957580" y="38861"/>
                  </a:lnTo>
                  <a:lnTo>
                    <a:pt x="931672" y="25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455798" y="1700276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47" name="object 47"/>
          <p:cNvSpPr txBox="1"/>
          <p:nvPr/>
        </p:nvSpPr>
        <p:spPr>
          <a:xfrm>
            <a:off x="2345435" y="4487036"/>
            <a:ext cx="586740" cy="1024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Cambria Math"/>
              <a:cs typeface="Cambria Math"/>
            </a:endParaRPr>
          </a:p>
          <a:p>
            <a:pPr algn="ctr">
              <a:lnSpc>
                <a:spcPts val="2070"/>
              </a:lnSpc>
            </a:pPr>
            <a:r>
              <a:rPr sz="1800" b="1" spc="-10" dirty="0"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ts val="2070"/>
              </a:lnSpc>
            </a:pPr>
            <a:r>
              <a:rPr sz="1800" b="1" spc="-50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32050" y="3547694"/>
            <a:ext cx="309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32050" y="2635122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06334" y="1769109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770" dirty="0">
                <a:latin typeface="Cambria Math"/>
                <a:cs typeface="Cambria Math"/>
              </a:rPr>
              <a:t>𝒙</a:t>
            </a:r>
            <a:r>
              <a:rPr sz="2700" spc="405" baseline="1543" dirty="0">
                <a:latin typeface="Cambria Math"/>
                <a:cs typeface="Cambria Math"/>
              </a:rPr>
              <a:t>˜</a:t>
            </a:r>
            <a:r>
              <a:rPr sz="1950" spc="390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506334" y="4555693"/>
            <a:ext cx="309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770" dirty="0">
                <a:latin typeface="Cambria Math"/>
                <a:cs typeface="Cambria Math"/>
              </a:rPr>
              <a:t>𝒙</a:t>
            </a:r>
            <a:r>
              <a:rPr sz="2700" spc="405" baseline="1543" dirty="0">
                <a:latin typeface="Cambria Math"/>
                <a:cs typeface="Cambria Math"/>
              </a:rPr>
              <a:t>˜</a:t>
            </a:r>
            <a:r>
              <a:rPr sz="1950" spc="390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506334" y="3646678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770" dirty="0">
                <a:latin typeface="Cambria Math"/>
                <a:cs typeface="Cambria Math"/>
              </a:rPr>
              <a:t>𝒙</a:t>
            </a:r>
            <a:r>
              <a:rPr sz="2700" spc="405" baseline="1543" dirty="0">
                <a:latin typeface="Cambria Math"/>
                <a:cs typeface="Cambria Math"/>
              </a:rPr>
              <a:t>˜</a:t>
            </a:r>
            <a:r>
              <a:rPr sz="1950" spc="390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506334" y="2719527"/>
            <a:ext cx="309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770" dirty="0">
                <a:latin typeface="Cambria Math"/>
                <a:cs typeface="Cambria Math"/>
              </a:rPr>
              <a:t>𝒙</a:t>
            </a:r>
            <a:r>
              <a:rPr sz="2700" spc="405" baseline="1543" dirty="0">
                <a:latin typeface="Cambria Math"/>
                <a:cs typeface="Cambria Math"/>
              </a:rPr>
              <a:t>˜</a:t>
            </a:r>
            <a:r>
              <a:rPr sz="1950" spc="390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62397" y="2907919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𝒛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962397" y="3644900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𝒛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2116" y="254507"/>
            <a:ext cx="5349240" cy="902335"/>
            <a:chOff x="2452116" y="254507"/>
            <a:chExt cx="534924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2116" y="254507"/>
              <a:ext cx="2590800" cy="9022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2480" y="254507"/>
              <a:ext cx="3198876" cy="9022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8519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Variational</a:t>
            </a:r>
            <a:r>
              <a:rPr spc="-145" dirty="0"/>
              <a:t> </a:t>
            </a:r>
            <a:r>
              <a:rPr dirty="0"/>
              <a:t>Auto</a:t>
            </a:r>
            <a:r>
              <a:rPr spc="-30" dirty="0"/>
              <a:t> </a:t>
            </a:r>
            <a:r>
              <a:rPr spc="-10" dirty="0"/>
              <a:t>Encoder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82344" y="1292732"/>
            <a:ext cx="515874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Use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probabilistic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encoding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decoding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9544" y="1646072"/>
            <a:ext cx="1342390" cy="830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299085" algn="l"/>
              </a:tabLst>
            </a:pPr>
            <a:r>
              <a:rPr sz="2200" spc="-10" dirty="0">
                <a:latin typeface="Calibri"/>
                <a:cs typeface="Calibri"/>
              </a:rPr>
              <a:t>Encoder:</a:t>
            </a:r>
            <a:endParaRPr sz="2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299085" algn="l"/>
              </a:tabLst>
            </a:pPr>
            <a:r>
              <a:rPr sz="2200" spc="-10" dirty="0">
                <a:latin typeface="Calibri"/>
                <a:cs typeface="Calibri"/>
              </a:rPr>
              <a:t>Decoder: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2344" y="2850997"/>
            <a:ext cx="4645025" cy="86741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422275" indent="-40957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422275" algn="l"/>
              </a:tabLst>
            </a:pPr>
            <a:r>
              <a:rPr sz="2300" dirty="0">
                <a:latin typeface="Calibri"/>
                <a:cs typeface="Calibri"/>
              </a:rPr>
              <a:t>x: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Unknown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probability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distribution</a:t>
            </a:r>
            <a:endParaRPr sz="2300">
              <a:latin typeface="Calibri"/>
              <a:cs typeface="Calibri"/>
            </a:endParaRPr>
          </a:p>
          <a:p>
            <a:pPr marL="422275" indent="-409575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422275" algn="l"/>
              </a:tabLst>
            </a:pPr>
            <a:r>
              <a:rPr sz="2300" dirty="0">
                <a:latin typeface="Calibri"/>
                <a:cs typeface="Calibri"/>
              </a:rPr>
              <a:t>z: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Gaussian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probability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distribution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750055" y="1799335"/>
            <a:ext cx="515620" cy="236220"/>
          </a:xfrm>
          <a:custGeom>
            <a:avLst/>
            <a:gdLst/>
            <a:ahLst/>
            <a:cxnLst/>
            <a:rect l="l" t="t" r="r" b="b"/>
            <a:pathLst>
              <a:path w="515620" h="236219">
                <a:moveTo>
                  <a:pt x="439928" y="0"/>
                </a:moveTo>
                <a:lnTo>
                  <a:pt x="436499" y="9525"/>
                </a:lnTo>
                <a:lnTo>
                  <a:pt x="450193" y="15448"/>
                </a:lnTo>
                <a:lnTo>
                  <a:pt x="461946" y="23669"/>
                </a:lnTo>
                <a:lnTo>
                  <a:pt x="485753" y="61652"/>
                </a:lnTo>
                <a:lnTo>
                  <a:pt x="493522" y="116712"/>
                </a:lnTo>
                <a:lnTo>
                  <a:pt x="492660" y="137477"/>
                </a:lnTo>
                <a:lnTo>
                  <a:pt x="479552" y="188340"/>
                </a:lnTo>
                <a:lnTo>
                  <a:pt x="450334" y="220237"/>
                </a:lnTo>
                <a:lnTo>
                  <a:pt x="436880" y="226187"/>
                </a:lnTo>
                <a:lnTo>
                  <a:pt x="439928" y="235712"/>
                </a:lnTo>
                <a:lnTo>
                  <a:pt x="484915" y="208994"/>
                </a:lnTo>
                <a:lnTo>
                  <a:pt x="510254" y="159607"/>
                </a:lnTo>
                <a:lnTo>
                  <a:pt x="515112" y="117983"/>
                </a:lnTo>
                <a:lnTo>
                  <a:pt x="513897" y="96335"/>
                </a:lnTo>
                <a:lnTo>
                  <a:pt x="504182" y="57993"/>
                </a:lnTo>
                <a:lnTo>
                  <a:pt x="471995" y="15112"/>
                </a:lnTo>
                <a:lnTo>
                  <a:pt x="456997" y="6163"/>
                </a:lnTo>
                <a:lnTo>
                  <a:pt x="439928" y="0"/>
                </a:lnTo>
                <a:close/>
              </a:path>
              <a:path w="515620" h="236219">
                <a:moveTo>
                  <a:pt x="75184" y="0"/>
                </a:moveTo>
                <a:lnTo>
                  <a:pt x="30214" y="26824"/>
                </a:lnTo>
                <a:lnTo>
                  <a:pt x="4857" y="76342"/>
                </a:lnTo>
                <a:lnTo>
                  <a:pt x="0" y="117983"/>
                </a:lnTo>
                <a:lnTo>
                  <a:pt x="1214" y="139628"/>
                </a:lnTo>
                <a:lnTo>
                  <a:pt x="10929" y="177919"/>
                </a:lnTo>
                <a:lnTo>
                  <a:pt x="43068" y="220662"/>
                </a:lnTo>
                <a:lnTo>
                  <a:pt x="75184" y="235712"/>
                </a:lnTo>
                <a:lnTo>
                  <a:pt x="78232" y="226187"/>
                </a:lnTo>
                <a:lnTo>
                  <a:pt x="64777" y="220237"/>
                </a:lnTo>
                <a:lnTo>
                  <a:pt x="53181" y="211931"/>
                </a:lnTo>
                <a:lnTo>
                  <a:pt x="29412" y="173291"/>
                </a:lnTo>
                <a:lnTo>
                  <a:pt x="21590" y="116712"/>
                </a:lnTo>
                <a:lnTo>
                  <a:pt x="22451" y="96565"/>
                </a:lnTo>
                <a:lnTo>
                  <a:pt x="35560" y="46862"/>
                </a:lnTo>
                <a:lnTo>
                  <a:pt x="64992" y="15448"/>
                </a:lnTo>
                <a:lnTo>
                  <a:pt x="78613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71010" y="2181860"/>
            <a:ext cx="516890" cy="236220"/>
          </a:xfrm>
          <a:custGeom>
            <a:avLst/>
            <a:gdLst/>
            <a:ahLst/>
            <a:cxnLst/>
            <a:rect l="l" t="t" r="r" b="b"/>
            <a:pathLst>
              <a:path w="516889" h="236219">
                <a:moveTo>
                  <a:pt x="441451" y="0"/>
                </a:moveTo>
                <a:lnTo>
                  <a:pt x="438150" y="9651"/>
                </a:lnTo>
                <a:lnTo>
                  <a:pt x="451770" y="15557"/>
                </a:lnTo>
                <a:lnTo>
                  <a:pt x="463486" y="23749"/>
                </a:lnTo>
                <a:lnTo>
                  <a:pt x="487297" y="61723"/>
                </a:lnTo>
                <a:lnTo>
                  <a:pt x="495173" y="116712"/>
                </a:lnTo>
                <a:lnTo>
                  <a:pt x="494293" y="137497"/>
                </a:lnTo>
                <a:lnTo>
                  <a:pt x="481202" y="188467"/>
                </a:lnTo>
                <a:lnTo>
                  <a:pt x="451860" y="220257"/>
                </a:lnTo>
                <a:lnTo>
                  <a:pt x="438403" y="226187"/>
                </a:lnTo>
                <a:lnTo>
                  <a:pt x="441451" y="235712"/>
                </a:lnTo>
                <a:lnTo>
                  <a:pt x="486493" y="208994"/>
                </a:lnTo>
                <a:lnTo>
                  <a:pt x="511778" y="159607"/>
                </a:lnTo>
                <a:lnTo>
                  <a:pt x="516636" y="117982"/>
                </a:lnTo>
                <a:lnTo>
                  <a:pt x="515421" y="96337"/>
                </a:lnTo>
                <a:lnTo>
                  <a:pt x="505706" y="58046"/>
                </a:lnTo>
                <a:lnTo>
                  <a:pt x="473519" y="15128"/>
                </a:lnTo>
                <a:lnTo>
                  <a:pt x="458521" y="6165"/>
                </a:lnTo>
                <a:lnTo>
                  <a:pt x="441451" y="0"/>
                </a:lnTo>
                <a:close/>
              </a:path>
              <a:path w="516889" h="236219">
                <a:moveTo>
                  <a:pt x="75184" y="0"/>
                </a:moveTo>
                <a:lnTo>
                  <a:pt x="30321" y="26878"/>
                </a:lnTo>
                <a:lnTo>
                  <a:pt x="4921" y="76358"/>
                </a:lnTo>
                <a:lnTo>
                  <a:pt x="0" y="117982"/>
                </a:lnTo>
                <a:lnTo>
                  <a:pt x="1214" y="139628"/>
                </a:lnTo>
                <a:lnTo>
                  <a:pt x="10929" y="177919"/>
                </a:lnTo>
                <a:lnTo>
                  <a:pt x="43068" y="220662"/>
                </a:lnTo>
                <a:lnTo>
                  <a:pt x="75184" y="235712"/>
                </a:lnTo>
                <a:lnTo>
                  <a:pt x="78231" y="226187"/>
                </a:lnTo>
                <a:lnTo>
                  <a:pt x="64777" y="220257"/>
                </a:lnTo>
                <a:lnTo>
                  <a:pt x="53181" y="211994"/>
                </a:lnTo>
                <a:lnTo>
                  <a:pt x="29412" y="173398"/>
                </a:lnTo>
                <a:lnTo>
                  <a:pt x="21589" y="116712"/>
                </a:lnTo>
                <a:lnTo>
                  <a:pt x="22451" y="96621"/>
                </a:lnTo>
                <a:lnTo>
                  <a:pt x="35560" y="46989"/>
                </a:lnTo>
                <a:lnTo>
                  <a:pt x="64992" y="15557"/>
                </a:lnTo>
                <a:lnTo>
                  <a:pt x="78612" y="9651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431159" y="1645767"/>
            <a:ext cx="807085" cy="7905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sz="2000" dirty="0">
                <a:latin typeface="Cambria Math"/>
                <a:cs typeface="Cambria Math"/>
              </a:rPr>
              <a:t>𝑞</a:t>
            </a:r>
            <a:r>
              <a:rPr sz="2175" baseline="-15325" dirty="0">
                <a:latin typeface="Cambria Math"/>
                <a:cs typeface="Cambria Math"/>
              </a:rPr>
              <a:t>∅</a:t>
            </a:r>
            <a:r>
              <a:rPr sz="2175" spc="172" baseline="-15325" dirty="0">
                <a:latin typeface="Cambria Math"/>
                <a:cs typeface="Cambria Math"/>
              </a:rPr>
              <a:t>  </a:t>
            </a:r>
            <a:r>
              <a:rPr sz="2000" spc="-25" dirty="0">
                <a:latin typeface="Cambria Math"/>
                <a:cs typeface="Cambria Math"/>
              </a:rPr>
              <a:t>𝑧|𝑥</a:t>
            </a:r>
            <a:endParaRPr sz="2000">
              <a:latin typeface="Cambria Math"/>
              <a:cs typeface="Cambria Math"/>
            </a:endParaRPr>
          </a:p>
          <a:p>
            <a:pPr marL="49530">
              <a:lnSpc>
                <a:spcPct val="100000"/>
              </a:lnSpc>
              <a:spcBef>
                <a:spcPts val="610"/>
              </a:spcBef>
            </a:pPr>
            <a:r>
              <a:rPr sz="2000" dirty="0">
                <a:latin typeface="Cambria Math"/>
                <a:cs typeface="Cambria Math"/>
              </a:rPr>
              <a:t>𝑝</a:t>
            </a:r>
            <a:r>
              <a:rPr sz="2175" baseline="-15325" dirty="0">
                <a:latin typeface="Cambria Math"/>
                <a:cs typeface="Cambria Math"/>
              </a:rPr>
              <a:t>𝜃</a:t>
            </a:r>
            <a:r>
              <a:rPr sz="2175" spc="270" baseline="-15325" dirty="0">
                <a:latin typeface="Cambria Math"/>
                <a:cs typeface="Cambria Math"/>
              </a:rPr>
              <a:t>  </a:t>
            </a:r>
            <a:r>
              <a:rPr sz="2000" spc="-25" dirty="0">
                <a:latin typeface="Cambria Math"/>
                <a:cs typeface="Cambria Math"/>
              </a:rPr>
              <a:t>𝑥|𝑧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6296" y="254507"/>
            <a:ext cx="7039609" cy="902335"/>
            <a:chOff x="1606296" y="254507"/>
            <a:chExt cx="7039609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6296" y="254507"/>
              <a:ext cx="2226564" cy="9022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6412" y="254507"/>
              <a:ext cx="2590800" cy="9022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6775" y="254507"/>
              <a:ext cx="3198876" cy="90220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Training</a:t>
            </a:r>
            <a:r>
              <a:rPr spc="-100" dirty="0"/>
              <a:t> </a:t>
            </a:r>
            <a:r>
              <a:rPr spc="-20" dirty="0"/>
              <a:t>Variational</a:t>
            </a:r>
            <a:r>
              <a:rPr spc="-195" dirty="0"/>
              <a:t> </a:t>
            </a:r>
            <a:r>
              <a:rPr dirty="0"/>
              <a:t>Auto</a:t>
            </a:r>
            <a:r>
              <a:rPr spc="-100" dirty="0"/>
              <a:t> </a:t>
            </a:r>
            <a:r>
              <a:rPr spc="-10" dirty="0"/>
              <a:t>Encoder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422439" y="1777557"/>
            <a:ext cx="5091430" cy="4156710"/>
            <a:chOff x="1422439" y="1777557"/>
            <a:chExt cx="5091430" cy="4156710"/>
          </a:xfrm>
        </p:grpSpPr>
        <p:sp>
          <p:nvSpPr>
            <p:cNvPr id="9" name="object 9"/>
            <p:cNvSpPr/>
            <p:nvPr/>
          </p:nvSpPr>
          <p:spPr>
            <a:xfrm>
              <a:off x="1434990" y="1790109"/>
              <a:ext cx="697230" cy="4131945"/>
            </a:xfrm>
            <a:custGeom>
              <a:avLst/>
              <a:gdLst/>
              <a:ahLst/>
              <a:cxnLst/>
              <a:rect l="l" t="t" r="r" b="b"/>
              <a:pathLst>
                <a:path w="697230" h="4131945">
                  <a:moveTo>
                    <a:pt x="696786" y="1496393"/>
                  </a:moveTo>
                  <a:lnTo>
                    <a:pt x="693606" y="1449125"/>
                  </a:lnTo>
                  <a:lnTo>
                    <a:pt x="684341" y="1403797"/>
                  </a:lnTo>
                  <a:lnTo>
                    <a:pt x="669408" y="1360822"/>
                  </a:lnTo>
                  <a:lnTo>
                    <a:pt x="649220" y="1320616"/>
                  </a:lnTo>
                  <a:lnTo>
                    <a:pt x="624194" y="1283590"/>
                  </a:lnTo>
                  <a:lnTo>
                    <a:pt x="594743" y="1250159"/>
                  </a:lnTo>
                  <a:lnTo>
                    <a:pt x="561284" y="1220737"/>
                  </a:lnTo>
                  <a:lnTo>
                    <a:pt x="524232" y="1195736"/>
                  </a:lnTo>
                  <a:lnTo>
                    <a:pt x="484000" y="1175572"/>
                  </a:lnTo>
                  <a:lnTo>
                    <a:pt x="441005" y="1160656"/>
                  </a:lnTo>
                  <a:lnTo>
                    <a:pt x="395662" y="1151404"/>
                  </a:lnTo>
                  <a:lnTo>
                    <a:pt x="348384" y="1148227"/>
                  </a:lnTo>
                  <a:lnTo>
                    <a:pt x="301111" y="1151404"/>
                  </a:lnTo>
                  <a:lnTo>
                    <a:pt x="255771" y="1160656"/>
                  </a:lnTo>
                  <a:lnTo>
                    <a:pt x="212778" y="1175572"/>
                  </a:lnTo>
                  <a:lnTo>
                    <a:pt x="172549" y="1195736"/>
                  </a:lnTo>
                  <a:lnTo>
                    <a:pt x="135498" y="1220737"/>
                  </a:lnTo>
                  <a:lnTo>
                    <a:pt x="102040" y="1250159"/>
                  </a:lnTo>
                  <a:lnTo>
                    <a:pt x="72591" y="1283590"/>
                  </a:lnTo>
                  <a:lnTo>
                    <a:pt x="47565" y="1320616"/>
                  </a:lnTo>
                  <a:lnTo>
                    <a:pt x="27378" y="1360822"/>
                  </a:lnTo>
                  <a:lnTo>
                    <a:pt x="12444" y="1403797"/>
                  </a:lnTo>
                  <a:lnTo>
                    <a:pt x="3180" y="1449125"/>
                  </a:lnTo>
                  <a:lnTo>
                    <a:pt x="0" y="1496393"/>
                  </a:lnTo>
                  <a:lnTo>
                    <a:pt x="3180" y="1543627"/>
                  </a:lnTo>
                  <a:lnTo>
                    <a:pt x="12444" y="1588932"/>
                  </a:lnTo>
                  <a:lnTo>
                    <a:pt x="27378" y="1631894"/>
                  </a:lnTo>
                  <a:lnTo>
                    <a:pt x="47565" y="1672097"/>
                  </a:lnTo>
                  <a:lnTo>
                    <a:pt x="72591" y="1709125"/>
                  </a:lnTo>
                  <a:lnTo>
                    <a:pt x="102040" y="1742565"/>
                  </a:lnTo>
                  <a:lnTo>
                    <a:pt x="135498" y="1771999"/>
                  </a:lnTo>
                  <a:lnTo>
                    <a:pt x="172549" y="1797013"/>
                  </a:lnTo>
                  <a:lnTo>
                    <a:pt x="212778" y="1817191"/>
                  </a:lnTo>
                  <a:lnTo>
                    <a:pt x="255771" y="1832119"/>
                  </a:lnTo>
                  <a:lnTo>
                    <a:pt x="301111" y="1841380"/>
                  </a:lnTo>
                  <a:lnTo>
                    <a:pt x="348384" y="1844559"/>
                  </a:lnTo>
                  <a:lnTo>
                    <a:pt x="395662" y="1841380"/>
                  </a:lnTo>
                  <a:lnTo>
                    <a:pt x="441005" y="1832119"/>
                  </a:lnTo>
                  <a:lnTo>
                    <a:pt x="484000" y="1817191"/>
                  </a:lnTo>
                  <a:lnTo>
                    <a:pt x="524232" y="1797013"/>
                  </a:lnTo>
                  <a:lnTo>
                    <a:pt x="561284" y="1771999"/>
                  </a:lnTo>
                  <a:lnTo>
                    <a:pt x="594743" y="1742565"/>
                  </a:lnTo>
                  <a:lnTo>
                    <a:pt x="624194" y="1709125"/>
                  </a:lnTo>
                  <a:lnTo>
                    <a:pt x="649220" y="1672097"/>
                  </a:lnTo>
                  <a:lnTo>
                    <a:pt x="669408" y="1631894"/>
                  </a:lnTo>
                  <a:lnTo>
                    <a:pt x="684341" y="1588932"/>
                  </a:lnTo>
                  <a:lnTo>
                    <a:pt x="693606" y="1543627"/>
                  </a:lnTo>
                  <a:lnTo>
                    <a:pt x="696786" y="1496393"/>
                  </a:lnTo>
                  <a:close/>
                </a:path>
                <a:path w="697230" h="4131945">
                  <a:moveTo>
                    <a:pt x="696786" y="2644521"/>
                  </a:moveTo>
                  <a:lnTo>
                    <a:pt x="693606" y="2597272"/>
                  </a:lnTo>
                  <a:lnTo>
                    <a:pt x="684341" y="2551954"/>
                  </a:lnTo>
                  <a:lnTo>
                    <a:pt x="669408" y="2508982"/>
                  </a:lnTo>
                  <a:lnTo>
                    <a:pt x="649220" y="2468770"/>
                  </a:lnTo>
                  <a:lnTo>
                    <a:pt x="624194" y="2431735"/>
                  </a:lnTo>
                  <a:lnTo>
                    <a:pt x="594743" y="2398291"/>
                  </a:lnTo>
                  <a:lnTo>
                    <a:pt x="561284" y="2368853"/>
                  </a:lnTo>
                  <a:lnTo>
                    <a:pt x="524232" y="2343837"/>
                  </a:lnTo>
                  <a:lnTo>
                    <a:pt x="484000" y="2323657"/>
                  </a:lnTo>
                  <a:lnTo>
                    <a:pt x="441005" y="2308729"/>
                  </a:lnTo>
                  <a:lnTo>
                    <a:pt x="395662" y="2299467"/>
                  </a:lnTo>
                  <a:lnTo>
                    <a:pt x="348384" y="2296288"/>
                  </a:lnTo>
                  <a:lnTo>
                    <a:pt x="301111" y="2299467"/>
                  </a:lnTo>
                  <a:lnTo>
                    <a:pt x="255771" y="2308729"/>
                  </a:lnTo>
                  <a:lnTo>
                    <a:pt x="212778" y="2323657"/>
                  </a:lnTo>
                  <a:lnTo>
                    <a:pt x="172549" y="2343837"/>
                  </a:lnTo>
                  <a:lnTo>
                    <a:pt x="135498" y="2368853"/>
                  </a:lnTo>
                  <a:lnTo>
                    <a:pt x="102040" y="2398291"/>
                  </a:lnTo>
                  <a:lnTo>
                    <a:pt x="72591" y="2431735"/>
                  </a:lnTo>
                  <a:lnTo>
                    <a:pt x="47565" y="2468770"/>
                  </a:lnTo>
                  <a:lnTo>
                    <a:pt x="27378" y="2508982"/>
                  </a:lnTo>
                  <a:lnTo>
                    <a:pt x="12444" y="2551954"/>
                  </a:lnTo>
                  <a:lnTo>
                    <a:pt x="3180" y="2597272"/>
                  </a:lnTo>
                  <a:lnTo>
                    <a:pt x="0" y="2644521"/>
                  </a:lnTo>
                  <a:lnTo>
                    <a:pt x="3180" y="2691769"/>
                  </a:lnTo>
                  <a:lnTo>
                    <a:pt x="12444" y="2737085"/>
                  </a:lnTo>
                  <a:lnTo>
                    <a:pt x="27378" y="2780055"/>
                  </a:lnTo>
                  <a:lnTo>
                    <a:pt x="47565" y="2820263"/>
                  </a:lnTo>
                  <a:lnTo>
                    <a:pt x="72591" y="2857294"/>
                  </a:lnTo>
                  <a:lnTo>
                    <a:pt x="102040" y="2890734"/>
                  </a:lnTo>
                  <a:lnTo>
                    <a:pt x="135498" y="2920168"/>
                  </a:lnTo>
                  <a:lnTo>
                    <a:pt x="172549" y="2945180"/>
                  </a:lnTo>
                  <a:lnTo>
                    <a:pt x="212778" y="2965357"/>
                  </a:lnTo>
                  <a:lnTo>
                    <a:pt x="255771" y="2980282"/>
                  </a:lnTo>
                  <a:lnTo>
                    <a:pt x="301111" y="2989541"/>
                  </a:lnTo>
                  <a:lnTo>
                    <a:pt x="348384" y="2992720"/>
                  </a:lnTo>
                  <a:lnTo>
                    <a:pt x="395662" y="2989541"/>
                  </a:lnTo>
                  <a:lnTo>
                    <a:pt x="441005" y="2980282"/>
                  </a:lnTo>
                  <a:lnTo>
                    <a:pt x="484000" y="2965357"/>
                  </a:lnTo>
                  <a:lnTo>
                    <a:pt x="524232" y="2945180"/>
                  </a:lnTo>
                  <a:lnTo>
                    <a:pt x="561284" y="2920168"/>
                  </a:lnTo>
                  <a:lnTo>
                    <a:pt x="594743" y="2890734"/>
                  </a:lnTo>
                  <a:lnTo>
                    <a:pt x="624194" y="2857294"/>
                  </a:lnTo>
                  <a:lnTo>
                    <a:pt x="649220" y="2820263"/>
                  </a:lnTo>
                  <a:lnTo>
                    <a:pt x="669408" y="2780055"/>
                  </a:lnTo>
                  <a:lnTo>
                    <a:pt x="684341" y="2737085"/>
                  </a:lnTo>
                  <a:lnTo>
                    <a:pt x="693606" y="2691769"/>
                  </a:lnTo>
                  <a:lnTo>
                    <a:pt x="696786" y="2644521"/>
                  </a:lnTo>
                  <a:close/>
                </a:path>
                <a:path w="697230" h="4131945">
                  <a:moveTo>
                    <a:pt x="696786" y="348165"/>
                  </a:moveTo>
                  <a:lnTo>
                    <a:pt x="693606" y="300932"/>
                  </a:lnTo>
                  <a:lnTo>
                    <a:pt x="684341" y="255627"/>
                  </a:lnTo>
                  <a:lnTo>
                    <a:pt x="669408" y="212665"/>
                  </a:lnTo>
                  <a:lnTo>
                    <a:pt x="649220" y="172462"/>
                  </a:lnTo>
                  <a:lnTo>
                    <a:pt x="624194" y="135433"/>
                  </a:lnTo>
                  <a:lnTo>
                    <a:pt x="594743" y="101994"/>
                  </a:lnTo>
                  <a:lnTo>
                    <a:pt x="561284" y="72560"/>
                  </a:lnTo>
                  <a:lnTo>
                    <a:pt x="524232" y="47546"/>
                  </a:lnTo>
                  <a:lnTo>
                    <a:pt x="484000" y="27367"/>
                  </a:lnTo>
                  <a:lnTo>
                    <a:pt x="441005" y="12440"/>
                  </a:lnTo>
                  <a:lnTo>
                    <a:pt x="395661" y="3179"/>
                  </a:lnTo>
                  <a:lnTo>
                    <a:pt x="348384" y="0"/>
                  </a:lnTo>
                  <a:lnTo>
                    <a:pt x="301111" y="3179"/>
                  </a:lnTo>
                  <a:lnTo>
                    <a:pt x="255771" y="12440"/>
                  </a:lnTo>
                  <a:lnTo>
                    <a:pt x="212778" y="27367"/>
                  </a:lnTo>
                  <a:lnTo>
                    <a:pt x="172549" y="47546"/>
                  </a:lnTo>
                  <a:lnTo>
                    <a:pt x="135498" y="72560"/>
                  </a:lnTo>
                  <a:lnTo>
                    <a:pt x="102040" y="101994"/>
                  </a:lnTo>
                  <a:lnTo>
                    <a:pt x="72591" y="135433"/>
                  </a:lnTo>
                  <a:lnTo>
                    <a:pt x="47565" y="172462"/>
                  </a:lnTo>
                  <a:lnTo>
                    <a:pt x="27378" y="212665"/>
                  </a:lnTo>
                  <a:lnTo>
                    <a:pt x="12444" y="255627"/>
                  </a:lnTo>
                  <a:lnTo>
                    <a:pt x="3180" y="300932"/>
                  </a:lnTo>
                  <a:lnTo>
                    <a:pt x="0" y="348165"/>
                  </a:lnTo>
                  <a:lnTo>
                    <a:pt x="3180" y="395437"/>
                  </a:lnTo>
                  <a:lnTo>
                    <a:pt x="12444" y="440774"/>
                  </a:lnTo>
                  <a:lnTo>
                    <a:pt x="27378" y="483762"/>
                  </a:lnTo>
                  <a:lnTo>
                    <a:pt x="47565" y="523986"/>
                  </a:lnTo>
                  <a:lnTo>
                    <a:pt x="72591" y="561032"/>
                  </a:lnTo>
                  <a:lnTo>
                    <a:pt x="102040" y="594483"/>
                  </a:lnTo>
                  <a:lnTo>
                    <a:pt x="135498" y="623926"/>
                  </a:lnTo>
                  <a:lnTo>
                    <a:pt x="172549" y="648946"/>
                  </a:lnTo>
                  <a:lnTo>
                    <a:pt x="212778" y="669128"/>
                  </a:lnTo>
                  <a:lnTo>
                    <a:pt x="255771" y="684057"/>
                  </a:lnTo>
                  <a:lnTo>
                    <a:pt x="301111" y="693319"/>
                  </a:lnTo>
                  <a:lnTo>
                    <a:pt x="348384" y="696499"/>
                  </a:lnTo>
                  <a:lnTo>
                    <a:pt x="395661" y="693319"/>
                  </a:lnTo>
                  <a:lnTo>
                    <a:pt x="441005" y="684057"/>
                  </a:lnTo>
                  <a:lnTo>
                    <a:pt x="484000" y="669128"/>
                  </a:lnTo>
                  <a:lnTo>
                    <a:pt x="524232" y="648946"/>
                  </a:lnTo>
                  <a:lnTo>
                    <a:pt x="561284" y="623926"/>
                  </a:lnTo>
                  <a:lnTo>
                    <a:pt x="594743" y="594483"/>
                  </a:lnTo>
                  <a:lnTo>
                    <a:pt x="624194" y="561032"/>
                  </a:lnTo>
                  <a:lnTo>
                    <a:pt x="649220" y="523986"/>
                  </a:lnTo>
                  <a:lnTo>
                    <a:pt x="669408" y="483762"/>
                  </a:lnTo>
                  <a:lnTo>
                    <a:pt x="684341" y="440774"/>
                  </a:lnTo>
                  <a:lnTo>
                    <a:pt x="693606" y="395437"/>
                  </a:lnTo>
                  <a:lnTo>
                    <a:pt x="696786" y="348165"/>
                  </a:lnTo>
                  <a:close/>
                </a:path>
                <a:path w="697230" h="4131945">
                  <a:moveTo>
                    <a:pt x="696786" y="3783246"/>
                  </a:moveTo>
                  <a:lnTo>
                    <a:pt x="693606" y="3735998"/>
                  </a:lnTo>
                  <a:lnTo>
                    <a:pt x="684341" y="3690681"/>
                  </a:lnTo>
                  <a:lnTo>
                    <a:pt x="669408" y="3647712"/>
                  </a:lnTo>
                  <a:lnTo>
                    <a:pt x="649220" y="3607504"/>
                  </a:lnTo>
                  <a:lnTo>
                    <a:pt x="624194" y="3570473"/>
                  </a:lnTo>
                  <a:lnTo>
                    <a:pt x="594744" y="3537033"/>
                  </a:lnTo>
                  <a:lnTo>
                    <a:pt x="561284" y="3507599"/>
                  </a:lnTo>
                  <a:lnTo>
                    <a:pt x="524232" y="3482586"/>
                  </a:lnTo>
                  <a:lnTo>
                    <a:pt x="484000" y="3462410"/>
                  </a:lnTo>
                  <a:lnTo>
                    <a:pt x="441005" y="3447485"/>
                  </a:lnTo>
                  <a:lnTo>
                    <a:pt x="395662" y="3438225"/>
                  </a:lnTo>
                  <a:lnTo>
                    <a:pt x="348384" y="3435046"/>
                  </a:lnTo>
                  <a:lnTo>
                    <a:pt x="301111" y="3438225"/>
                  </a:lnTo>
                  <a:lnTo>
                    <a:pt x="255771" y="3447485"/>
                  </a:lnTo>
                  <a:lnTo>
                    <a:pt x="212778" y="3462410"/>
                  </a:lnTo>
                  <a:lnTo>
                    <a:pt x="172549" y="3482586"/>
                  </a:lnTo>
                  <a:lnTo>
                    <a:pt x="135498" y="3507599"/>
                  </a:lnTo>
                  <a:lnTo>
                    <a:pt x="102040" y="3537033"/>
                  </a:lnTo>
                  <a:lnTo>
                    <a:pt x="72591" y="3570473"/>
                  </a:lnTo>
                  <a:lnTo>
                    <a:pt x="47565" y="3607504"/>
                  </a:lnTo>
                  <a:lnTo>
                    <a:pt x="27378" y="3647712"/>
                  </a:lnTo>
                  <a:lnTo>
                    <a:pt x="12444" y="3690681"/>
                  </a:lnTo>
                  <a:lnTo>
                    <a:pt x="3180" y="3735998"/>
                  </a:lnTo>
                  <a:lnTo>
                    <a:pt x="0" y="3783246"/>
                  </a:lnTo>
                  <a:lnTo>
                    <a:pt x="3180" y="3830494"/>
                  </a:lnTo>
                  <a:lnTo>
                    <a:pt x="12444" y="3875811"/>
                  </a:lnTo>
                  <a:lnTo>
                    <a:pt x="27378" y="3918781"/>
                  </a:lnTo>
                  <a:lnTo>
                    <a:pt x="47565" y="3958990"/>
                  </a:lnTo>
                  <a:lnTo>
                    <a:pt x="72591" y="3996023"/>
                  </a:lnTo>
                  <a:lnTo>
                    <a:pt x="102040" y="4029464"/>
                  </a:lnTo>
                  <a:lnTo>
                    <a:pt x="135498" y="4058899"/>
                  </a:lnTo>
                  <a:lnTo>
                    <a:pt x="172549" y="4083912"/>
                  </a:lnTo>
                  <a:lnTo>
                    <a:pt x="212778" y="4104090"/>
                  </a:lnTo>
                  <a:lnTo>
                    <a:pt x="255771" y="4119016"/>
                  </a:lnTo>
                  <a:lnTo>
                    <a:pt x="301111" y="4128276"/>
                  </a:lnTo>
                  <a:lnTo>
                    <a:pt x="348384" y="4131455"/>
                  </a:lnTo>
                  <a:lnTo>
                    <a:pt x="395662" y="4128276"/>
                  </a:lnTo>
                  <a:lnTo>
                    <a:pt x="441005" y="4119016"/>
                  </a:lnTo>
                  <a:lnTo>
                    <a:pt x="484000" y="4104090"/>
                  </a:lnTo>
                  <a:lnTo>
                    <a:pt x="524232" y="4083912"/>
                  </a:lnTo>
                  <a:lnTo>
                    <a:pt x="561284" y="4058899"/>
                  </a:lnTo>
                  <a:lnTo>
                    <a:pt x="594744" y="4029464"/>
                  </a:lnTo>
                  <a:lnTo>
                    <a:pt x="624194" y="3996023"/>
                  </a:lnTo>
                  <a:lnTo>
                    <a:pt x="649220" y="3958990"/>
                  </a:lnTo>
                  <a:lnTo>
                    <a:pt x="669408" y="3918781"/>
                  </a:lnTo>
                  <a:lnTo>
                    <a:pt x="684341" y="3875811"/>
                  </a:lnTo>
                  <a:lnTo>
                    <a:pt x="693606" y="3830494"/>
                  </a:lnTo>
                  <a:lnTo>
                    <a:pt x="696786" y="3783246"/>
                  </a:lnTo>
                  <a:close/>
                </a:path>
              </a:pathLst>
            </a:custGeom>
            <a:ln w="2510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92129" y="2392414"/>
              <a:ext cx="697230" cy="2748280"/>
            </a:xfrm>
            <a:custGeom>
              <a:avLst/>
              <a:gdLst/>
              <a:ahLst/>
              <a:cxnLst/>
              <a:rect l="l" t="t" r="r" b="b"/>
              <a:pathLst>
                <a:path w="697229" h="2748279">
                  <a:moveTo>
                    <a:pt x="696870" y="348165"/>
                  </a:moveTo>
                  <a:lnTo>
                    <a:pt x="693689" y="300932"/>
                  </a:lnTo>
                  <a:lnTo>
                    <a:pt x="684423" y="255627"/>
                  </a:lnTo>
                  <a:lnTo>
                    <a:pt x="669487" y="212665"/>
                  </a:lnTo>
                  <a:lnTo>
                    <a:pt x="649298" y="172462"/>
                  </a:lnTo>
                  <a:lnTo>
                    <a:pt x="624271" y="135433"/>
                  </a:lnTo>
                  <a:lnTo>
                    <a:pt x="594821" y="101994"/>
                  </a:lnTo>
                  <a:lnTo>
                    <a:pt x="561364" y="72560"/>
                  </a:lnTo>
                  <a:lnTo>
                    <a:pt x="524315" y="47546"/>
                  </a:lnTo>
                  <a:lnTo>
                    <a:pt x="484091" y="27367"/>
                  </a:lnTo>
                  <a:lnTo>
                    <a:pt x="441106" y="12440"/>
                  </a:lnTo>
                  <a:lnTo>
                    <a:pt x="395777" y="3179"/>
                  </a:lnTo>
                  <a:lnTo>
                    <a:pt x="348518" y="0"/>
                  </a:lnTo>
                  <a:lnTo>
                    <a:pt x="301221" y="3179"/>
                  </a:lnTo>
                  <a:lnTo>
                    <a:pt x="255860" y="12440"/>
                  </a:lnTo>
                  <a:lnTo>
                    <a:pt x="212849" y="27367"/>
                  </a:lnTo>
                  <a:lnTo>
                    <a:pt x="172604" y="47546"/>
                  </a:lnTo>
                  <a:lnTo>
                    <a:pt x="135539" y="72560"/>
                  </a:lnTo>
                  <a:lnTo>
                    <a:pt x="102069" y="101994"/>
                  </a:lnTo>
                  <a:lnTo>
                    <a:pt x="72610" y="135433"/>
                  </a:lnTo>
                  <a:lnTo>
                    <a:pt x="47577" y="172462"/>
                  </a:lnTo>
                  <a:lnTo>
                    <a:pt x="27384" y="212665"/>
                  </a:lnTo>
                  <a:lnTo>
                    <a:pt x="12447" y="255627"/>
                  </a:lnTo>
                  <a:lnTo>
                    <a:pt x="3181" y="300932"/>
                  </a:lnTo>
                  <a:lnTo>
                    <a:pt x="0" y="348165"/>
                  </a:lnTo>
                  <a:lnTo>
                    <a:pt x="3181" y="395437"/>
                  </a:lnTo>
                  <a:lnTo>
                    <a:pt x="12447" y="440774"/>
                  </a:lnTo>
                  <a:lnTo>
                    <a:pt x="27384" y="483762"/>
                  </a:lnTo>
                  <a:lnTo>
                    <a:pt x="47577" y="523986"/>
                  </a:lnTo>
                  <a:lnTo>
                    <a:pt x="72610" y="561032"/>
                  </a:lnTo>
                  <a:lnTo>
                    <a:pt x="102069" y="594483"/>
                  </a:lnTo>
                  <a:lnTo>
                    <a:pt x="135539" y="623926"/>
                  </a:lnTo>
                  <a:lnTo>
                    <a:pt x="172604" y="648946"/>
                  </a:lnTo>
                  <a:lnTo>
                    <a:pt x="212849" y="669128"/>
                  </a:lnTo>
                  <a:lnTo>
                    <a:pt x="255860" y="684057"/>
                  </a:lnTo>
                  <a:lnTo>
                    <a:pt x="301221" y="693319"/>
                  </a:lnTo>
                  <a:lnTo>
                    <a:pt x="348518" y="696499"/>
                  </a:lnTo>
                  <a:lnTo>
                    <a:pt x="395777" y="693319"/>
                  </a:lnTo>
                  <a:lnTo>
                    <a:pt x="441106" y="684057"/>
                  </a:lnTo>
                  <a:lnTo>
                    <a:pt x="484091" y="669128"/>
                  </a:lnTo>
                  <a:lnTo>
                    <a:pt x="524315" y="648946"/>
                  </a:lnTo>
                  <a:lnTo>
                    <a:pt x="561364" y="623926"/>
                  </a:lnTo>
                  <a:lnTo>
                    <a:pt x="594821" y="594483"/>
                  </a:lnTo>
                  <a:lnTo>
                    <a:pt x="624271" y="561032"/>
                  </a:lnTo>
                  <a:lnTo>
                    <a:pt x="649298" y="523986"/>
                  </a:lnTo>
                  <a:lnTo>
                    <a:pt x="669487" y="483762"/>
                  </a:lnTo>
                  <a:lnTo>
                    <a:pt x="684423" y="440774"/>
                  </a:lnTo>
                  <a:lnTo>
                    <a:pt x="693689" y="395437"/>
                  </a:lnTo>
                  <a:lnTo>
                    <a:pt x="696870" y="348165"/>
                  </a:lnTo>
                  <a:close/>
                </a:path>
                <a:path w="697229" h="2748279">
                  <a:moveTo>
                    <a:pt x="696870" y="1438338"/>
                  </a:moveTo>
                  <a:lnTo>
                    <a:pt x="693689" y="1391104"/>
                  </a:lnTo>
                  <a:lnTo>
                    <a:pt x="684423" y="1345799"/>
                  </a:lnTo>
                  <a:lnTo>
                    <a:pt x="669487" y="1302837"/>
                  </a:lnTo>
                  <a:lnTo>
                    <a:pt x="649298" y="1262634"/>
                  </a:lnTo>
                  <a:lnTo>
                    <a:pt x="624271" y="1225606"/>
                  </a:lnTo>
                  <a:lnTo>
                    <a:pt x="594821" y="1192166"/>
                  </a:lnTo>
                  <a:lnTo>
                    <a:pt x="561364" y="1162732"/>
                  </a:lnTo>
                  <a:lnTo>
                    <a:pt x="524315" y="1137718"/>
                  </a:lnTo>
                  <a:lnTo>
                    <a:pt x="484091" y="1117540"/>
                  </a:lnTo>
                  <a:lnTo>
                    <a:pt x="441106" y="1102612"/>
                  </a:lnTo>
                  <a:lnTo>
                    <a:pt x="395777" y="1093351"/>
                  </a:lnTo>
                  <a:lnTo>
                    <a:pt x="348518" y="1090172"/>
                  </a:lnTo>
                  <a:lnTo>
                    <a:pt x="301221" y="1093351"/>
                  </a:lnTo>
                  <a:lnTo>
                    <a:pt x="255860" y="1102612"/>
                  </a:lnTo>
                  <a:lnTo>
                    <a:pt x="212849" y="1117540"/>
                  </a:lnTo>
                  <a:lnTo>
                    <a:pt x="172604" y="1137718"/>
                  </a:lnTo>
                  <a:lnTo>
                    <a:pt x="135539" y="1162732"/>
                  </a:lnTo>
                  <a:lnTo>
                    <a:pt x="102069" y="1192166"/>
                  </a:lnTo>
                  <a:lnTo>
                    <a:pt x="72611" y="1225606"/>
                  </a:lnTo>
                  <a:lnTo>
                    <a:pt x="47577" y="1262634"/>
                  </a:lnTo>
                  <a:lnTo>
                    <a:pt x="27384" y="1302837"/>
                  </a:lnTo>
                  <a:lnTo>
                    <a:pt x="12447" y="1345799"/>
                  </a:lnTo>
                  <a:lnTo>
                    <a:pt x="3181" y="1391104"/>
                  </a:lnTo>
                  <a:lnTo>
                    <a:pt x="0" y="1438338"/>
                  </a:lnTo>
                  <a:lnTo>
                    <a:pt x="3181" y="1485610"/>
                  </a:lnTo>
                  <a:lnTo>
                    <a:pt x="12447" y="1530947"/>
                  </a:lnTo>
                  <a:lnTo>
                    <a:pt x="27384" y="1573935"/>
                  </a:lnTo>
                  <a:lnTo>
                    <a:pt x="47577" y="1614159"/>
                  </a:lnTo>
                  <a:lnTo>
                    <a:pt x="72611" y="1651204"/>
                  </a:lnTo>
                  <a:lnTo>
                    <a:pt x="102069" y="1684655"/>
                  </a:lnTo>
                  <a:lnTo>
                    <a:pt x="135539" y="1714099"/>
                  </a:lnTo>
                  <a:lnTo>
                    <a:pt x="172604" y="1739119"/>
                  </a:lnTo>
                  <a:lnTo>
                    <a:pt x="212849" y="1759301"/>
                  </a:lnTo>
                  <a:lnTo>
                    <a:pt x="255860" y="1774230"/>
                  </a:lnTo>
                  <a:lnTo>
                    <a:pt x="301221" y="1783492"/>
                  </a:lnTo>
                  <a:lnTo>
                    <a:pt x="348518" y="1786671"/>
                  </a:lnTo>
                  <a:lnTo>
                    <a:pt x="395777" y="1783491"/>
                  </a:lnTo>
                  <a:lnTo>
                    <a:pt x="441106" y="1774230"/>
                  </a:lnTo>
                  <a:lnTo>
                    <a:pt x="484091" y="1759301"/>
                  </a:lnTo>
                  <a:lnTo>
                    <a:pt x="524315" y="1739119"/>
                  </a:lnTo>
                  <a:lnTo>
                    <a:pt x="561364" y="1714099"/>
                  </a:lnTo>
                  <a:lnTo>
                    <a:pt x="594821" y="1684655"/>
                  </a:lnTo>
                  <a:lnTo>
                    <a:pt x="624271" y="1651204"/>
                  </a:lnTo>
                  <a:lnTo>
                    <a:pt x="649298" y="1614159"/>
                  </a:lnTo>
                  <a:lnTo>
                    <a:pt x="669487" y="1573935"/>
                  </a:lnTo>
                  <a:lnTo>
                    <a:pt x="684423" y="1530947"/>
                  </a:lnTo>
                  <a:lnTo>
                    <a:pt x="693689" y="1485610"/>
                  </a:lnTo>
                  <a:lnTo>
                    <a:pt x="696870" y="1438338"/>
                  </a:lnTo>
                  <a:close/>
                </a:path>
                <a:path w="697229" h="2748279">
                  <a:moveTo>
                    <a:pt x="696870" y="2399834"/>
                  </a:moveTo>
                  <a:lnTo>
                    <a:pt x="693689" y="2352582"/>
                  </a:lnTo>
                  <a:lnTo>
                    <a:pt x="684423" y="2307263"/>
                  </a:lnTo>
                  <a:lnTo>
                    <a:pt x="669487" y="2264291"/>
                  </a:lnTo>
                  <a:lnTo>
                    <a:pt x="649298" y="2224081"/>
                  </a:lnTo>
                  <a:lnTo>
                    <a:pt x="624271" y="2187048"/>
                  </a:lnTo>
                  <a:lnTo>
                    <a:pt x="594821" y="2153607"/>
                  </a:lnTo>
                  <a:lnTo>
                    <a:pt x="561364" y="2124172"/>
                  </a:lnTo>
                  <a:lnTo>
                    <a:pt x="524315" y="2099159"/>
                  </a:lnTo>
                  <a:lnTo>
                    <a:pt x="484091" y="2078982"/>
                  </a:lnTo>
                  <a:lnTo>
                    <a:pt x="441106" y="2064057"/>
                  </a:lnTo>
                  <a:lnTo>
                    <a:pt x="395777" y="2054797"/>
                  </a:lnTo>
                  <a:lnTo>
                    <a:pt x="348518" y="2051618"/>
                  </a:lnTo>
                  <a:lnTo>
                    <a:pt x="301221" y="2054797"/>
                  </a:lnTo>
                  <a:lnTo>
                    <a:pt x="255860" y="2064057"/>
                  </a:lnTo>
                  <a:lnTo>
                    <a:pt x="212849" y="2078982"/>
                  </a:lnTo>
                  <a:lnTo>
                    <a:pt x="172604" y="2099159"/>
                  </a:lnTo>
                  <a:lnTo>
                    <a:pt x="135539" y="2124172"/>
                  </a:lnTo>
                  <a:lnTo>
                    <a:pt x="102069" y="2153607"/>
                  </a:lnTo>
                  <a:lnTo>
                    <a:pt x="72611" y="2187048"/>
                  </a:lnTo>
                  <a:lnTo>
                    <a:pt x="47577" y="2224081"/>
                  </a:lnTo>
                  <a:lnTo>
                    <a:pt x="27385" y="2264291"/>
                  </a:lnTo>
                  <a:lnTo>
                    <a:pt x="12447" y="2307263"/>
                  </a:lnTo>
                  <a:lnTo>
                    <a:pt x="3181" y="2352582"/>
                  </a:lnTo>
                  <a:lnTo>
                    <a:pt x="0" y="2399834"/>
                  </a:lnTo>
                  <a:lnTo>
                    <a:pt x="3181" y="2447082"/>
                  </a:lnTo>
                  <a:lnTo>
                    <a:pt x="12447" y="2492399"/>
                  </a:lnTo>
                  <a:lnTo>
                    <a:pt x="27385" y="2535368"/>
                  </a:lnTo>
                  <a:lnTo>
                    <a:pt x="47577" y="2575576"/>
                  </a:lnTo>
                  <a:lnTo>
                    <a:pt x="72611" y="2612608"/>
                  </a:lnTo>
                  <a:lnTo>
                    <a:pt x="102069" y="2646048"/>
                  </a:lnTo>
                  <a:lnTo>
                    <a:pt x="135539" y="2675481"/>
                  </a:lnTo>
                  <a:lnTo>
                    <a:pt x="172604" y="2700494"/>
                  </a:lnTo>
                  <a:lnTo>
                    <a:pt x="212849" y="2720670"/>
                  </a:lnTo>
                  <a:lnTo>
                    <a:pt x="255860" y="2735595"/>
                  </a:lnTo>
                  <a:lnTo>
                    <a:pt x="301221" y="2744855"/>
                  </a:lnTo>
                  <a:lnTo>
                    <a:pt x="348518" y="2748034"/>
                  </a:lnTo>
                  <a:lnTo>
                    <a:pt x="395777" y="2744855"/>
                  </a:lnTo>
                  <a:lnTo>
                    <a:pt x="441106" y="2735595"/>
                  </a:lnTo>
                  <a:lnTo>
                    <a:pt x="484091" y="2720670"/>
                  </a:lnTo>
                  <a:lnTo>
                    <a:pt x="524315" y="2700494"/>
                  </a:lnTo>
                  <a:lnTo>
                    <a:pt x="561364" y="2675481"/>
                  </a:lnTo>
                  <a:lnTo>
                    <a:pt x="594821" y="2646047"/>
                  </a:lnTo>
                  <a:lnTo>
                    <a:pt x="624271" y="2612607"/>
                  </a:lnTo>
                  <a:lnTo>
                    <a:pt x="649298" y="2575576"/>
                  </a:lnTo>
                  <a:lnTo>
                    <a:pt x="669487" y="2535368"/>
                  </a:lnTo>
                  <a:lnTo>
                    <a:pt x="684423" y="2492399"/>
                  </a:lnTo>
                  <a:lnTo>
                    <a:pt x="693689" y="2447082"/>
                  </a:lnTo>
                  <a:lnTo>
                    <a:pt x="696870" y="2399834"/>
                  </a:lnTo>
                  <a:close/>
                </a:path>
              </a:pathLst>
            </a:custGeom>
            <a:ln w="2510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6956" y="2195996"/>
              <a:ext cx="2533650" cy="3327400"/>
            </a:xfrm>
            <a:custGeom>
              <a:avLst/>
              <a:gdLst/>
              <a:ahLst/>
              <a:cxnLst/>
              <a:rect l="l" t="t" r="r" b="b"/>
              <a:pathLst>
                <a:path w="2533650" h="3327400">
                  <a:moveTo>
                    <a:pt x="993797" y="1496895"/>
                  </a:moveTo>
                  <a:lnTo>
                    <a:pt x="0" y="0"/>
                  </a:lnTo>
                  <a:lnTo>
                    <a:pt x="1005682" y="381961"/>
                  </a:lnTo>
                </a:path>
                <a:path w="2533650" h="3327400">
                  <a:moveTo>
                    <a:pt x="0" y="0"/>
                  </a:moveTo>
                  <a:lnTo>
                    <a:pt x="989612" y="2468330"/>
                  </a:lnTo>
                </a:path>
                <a:path w="2533650" h="3327400">
                  <a:moveTo>
                    <a:pt x="993797" y="1496895"/>
                  </a:moveTo>
                  <a:lnTo>
                    <a:pt x="2176" y="1133337"/>
                  </a:lnTo>
                  <a:lnTo>
                    <a:pt x="1005682" y="381961"/>
                  </a:lnTo>
                </a:path>
                <a:path w="2533650" h="3327400">
                  <a:moveTo>
                    <a:pt x="2176" y="1133337"/>
                  </a:moveTo>
                  <a:lnTo>
                    <a:pt x="989612" y="2468330"/>
                  </a:lnTo>
                </a:path>
                <a:path w="2533650" h="3327400">
                  <a:moveTo>
                    <a:pt x="993797" y="1496895"/>
                  </a:moveTo>
                  <a:lnTo>
                    <a:pt x="4452" y="2222673"/>
                  </a:lnTo>
                  <a:lnTo>
                    <a:pt x="1005682" y="381961"/>
                  </a:lnTo>
                </a:path>
                <a:path w="2533650" h="3327400">
                  <a:moveTo>
                    <a:pt x="4452" y="2222673"/>
                  </a:moveTo>
                  <a:lnTo>
                    <a:pt x="989612" y="2468330"/>
                  </a:lnTo>
                </a:path>
                <a:path w="2533650" h="3327400">
                  <a:moveTo>
                    <a:pt x="993797" y="1496895"/>
                  </a:moveTo>
                  <a:lnTo>
                    <a:pt x="1121" y="3326782"/>
                  </a:lnTo>
                  <a:lnTo>
                    <a:pt x="989612" y="2468330"/>
                  </a:lnTo>
                </a:path>
                <a:path w="2533650" h="3327400">
                  <a:moveTo>
                    <a:pt x="1121" y="3326782"/>
                  </a:moveTo>
                  <a:lnTo>
                    <a:pt x="1005682" y="381961"/>
                  </a:lnTo>
                </a:path>
                <a:path w="2533650" h="3327400">
                  <a:moveTo>
                    <a:pt x="2509569" y="1935072"/>
                  </a:moveTo>
                  <a:lnTo>
                    <a:pt x="1662043" y="541572"/>
                  </a:lnTo>
                  <a:lnTo>
                    <a:pt x="2533172" y="922363"/>
                  </a:lnTo>
                </a:path>
                <a:path w="2533650" h="3327400">
                  <a:moveTo>
                    <a:pt x="2509569" y="1935072"/>
                  </a:moveTo>
                  <a:lnTo>
                    <a:pt x="1661206" y="1659517"/>
                  </a:lnTo>
                  <a:lnTo>
                    <a:pt x="2533172" y="922363"/>
                  </a:lnTo>
                </a:path>
                <a:path w="2533650" h="3327400">
                  <a:moveTo>
                    <a:pt x="1661373" y="2574720"/>
                  </a:moveTo>
                  <a:lnTo>
                    <a:pt x="2533172" y="922363"/>
                  </a:lnTo>
                </a:path>
                <a:path w="2533650" h="3327400">
                  <a:moveTo>
                    <a:pt x="1661373" y="2574720"/>
                  </a:moveTo>
                  <a:lnTo>
                    <a:pt x="2509569" y="1935072"/>
                  </a:lnTo>
                </a:path>
              </a:pathLst>
            </a:custGeom>
            <a:ln w="125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04114" y="3371160"/>
              <a:ext cx="697230" cy="696595"/>
            </a:xfrm>
            <a:custGeom>
              <a:avLst/>
              <a:gdLst/>
              <a:ahLst/>
              <a:cxnLst/>
              <a:rect l="l" t="t" r="r" b="b"/>
              <a:pathLst>
                <a:path w="697229" h="696595">
                  <a:moveTo>
                    <a:pt x="696702" y="348165"/>
                  </a:moveTo>
                  <a:lnTo>
                    <a:pt x="693521" y="300932"/>
                  </a:lnTo>
                  <a:lnTo>
                    <a:pt x="684255" y="255627"/>
                  </a:lnTo>
                  <a:lnTo>
                    <a:pt x="669320" y="212665"/>
                  </a:lnTo>
                  <a:lnTo>
                    <a:pt x="649131" y="172462"/>
                  </a:lnTo>
                  <a:lnTo>
                    <a:pt x="624103" y="135433"/>
                  </a:lnTo>
                  <a:lnTo>
                    <a:pt x="594653" y="101994"/>
                  </a:lnTo>
                  <a:lnTo>
                    <a:pt x="561196" y="72560"/>
                  </a:lnTo>
                  <a:lnTo>
                    <a:pt x="524148" y="47546"/>
                  </a:lnTo>
                  <a:lnTo>
                    <a:pt x="483924" y="27367"/>
                  </a:lnTo>
                  <a:lnTo>
                    <a:pt x="440939" y="12440"/>
                  </a:lnTo>
                  <a:lnTo>
                    <a:pt x="395609" y="3179"/>
                  </a:lnTo>
                  <a:lnTo>
                    <a:pt x="348351" y="0"/>
                  </a:lnTo>
                  <a:lnTo>
                    <a:pt x="301057" y="3179"/>
                  </a:lnTo>
                  <a:lnTo>
                    <a:pt x="255705" y="12440"/>
                  </a:lnTo>
                  <a:lnTo>
                    <a:pt x="212708" y="27367"/>
                  </a:lnTo>
                  <a:lnTo>
                    <a:pt x="172480" y="47546"/>
                  </a:lnTo>
                  <a:lnTo>
                    <a:pt x="135434" y="72560"/>
                  </a:lnTo>
                  <a:lnTo>
                    <a:pt x="101986" y="101994"/>
                  </a:lnTo>
                  <a:lnTo>
                    <a:pt x="72548" y="135433"/>
                  </a:lnTo>
                  <a:lnTo>
                    <a:pt x="47534" y="172462"/>
                  </a:lnTo>
                  <a:lnTo>
                    <a:pt x="27358" y="212665"/>
                  </a:lnTo>
                  <a:lnTo>
                    <a:pt x="12435" y="255627"/>
                  </a:lnTo>
                  <a:lnTo>
                    <a:pt x="3177" y="300932"/>
                  </a:lnTo>
                  <a:lnTo>
                    <a:pt x="0" y="348165"/>
                  </a:lnTo>
                  <a:lnTo>
                    <a:pt x="3177" y="395437"/>
                  </a:lnTo>
                  <a:lnTo>
                    <a:pt x="12435" y="440774"/>
                  </a:lnTo>
                  <a:lnTo>
                    <a:pt x="27358" y="483762"/>
                  </a:lnTo>
                  <a:lnTo>
                    <a:pt x="47534" y="523986"/>
                  </a:lnTo>
                  <a:lnTo>
                    <a:pt x="72548" y="561032"/>
                  </a:lnTo>
                  <a:lnTo>
                    <a:pt x="101986" y="594483"/>
                  </a:lnTo>
                  <a:lnTo>
                    <a:pt x="135434" y="623926"/>
                  </a:lnTo>
                  <a:lnTo>
                    <a:pt x="172480" y="648946"/>
                  </a:lnTo>
                  <a:lnTo>
                    <a:pt x="212708" y="669128"/>
                  </a:lnTo>
                  <a:lnTo>
                    <a:pt x="255705" y="684057"/>
                  </a:lnTo>
                  <a:lnTo>
                    <a:pt x="301057" y="693319"/>
                  </a:lnTo>
                  <a:lnTo>
                    <a:pt x="348351" y="696499"/>
                  </a:lnTo>
                  <a:lnTo>
                    <a:pt x="395609" y="693319"/>
                  </a:lnTo>
                  <a:lnTo>
                    <a:pt x="440939" y="684057"/>
                  </a:lnTo>
                  <a:lnTo>
                    <a:pt x="483924" y="669128"/>
                  </a:lnTo>
                  <a:lnTo>
                    <a:pt x="524148" y="648946"/>
                  </a:lnTo>
                  <a:lnTo>
                    <a:pt x="561196" y="623926"/>
                  </a:lnTo>
                  <a:lnTo>
                    <a:pt x="594653" y="594483"/>
                  </a:lnTo>
                  <a:lnTo>
                    <a:pt x="624103" y="561032"/>
                  </a:lnTo>
                  <a:lnTo>
                    <a:pt x="649131" y="523986"/>
                  </a:lnTo>
                  <a:lnTo>
                    <a:pt x="669320" y="483762"/>
                  </a:lnTo>
                  <a:lnTo>
                    <a:pt x="684255" y="440774"/>
                  </a:lnTo>
                  <a:lnTo>
                    <a:pt x="693521" y="395437"/>
                  </a:lnTo>
                  <a:lnTo>
                    <a:pt x="696702" y="348165"/>
                  </a:lnTo>
                  <a:close/>
                </a:path>
              </a:pathLst>
            </a:custGeom>
            <a:ln w="25102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12472" y="3314610"/>
              <a:ext cx="496570" cy="368935"/>
            </a:xfrm>
            <a:custGeom>
              <a:avLst/>
              <a:gdLst/>
              <a:ahLst/>
              <a:cxnLst/>
              <a:rect l="l" t="t" r="r" b="b"/>
              <a:pathLst>
                <a:path w="496570" h="368935">
                  <a:moveTo>
                    <a:pt x="0" y="0"/>
                  </a:moveTo>
                  <a:lnTo>
                    <a:pt x="495994" y="368744"/>
                  </a:lnTo>
                </a:path>
              </a:pathLst>
            </a:custGeom>
            <a:ln w="1256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13308" y="3683355"/>
              <a:ext cx="495300" cy="548640"/>
            </a:xfrm>
            <a:custGeom>
              <a:avLst/>
              <a:gdLst/>
              <a:ahLst/>
              <a:cxnLst/>
              <a:rect l="l" t="t" r="r" b="b"/>
              <a:pathLst>
                <a:path w="495300" h="548639">
                  <a:moveTo>
                    <a:pt x="0" y="548432"/>
                  </a:moveTo>
                  <a:lnTo>
                    <a:pt x="495157" y="0"/>
                  </a:lnTo>
                </a:path>
              </a:pathLst>
            </a:custGeom>
            <a:ln w="1256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16940" y="2825404"/>
              <a:ext cx="697230" cy="696595"/>
            </a:xfrm>
            <a:custGeom>
              <a:avLst/>
              <a:gdLst/>
              <a:ahLst/>
              <a:cxnLst/>
              <a:rect l="l" t="t" r="r" b="b"/>
              <a:pathLst>
                <a:path w="697229" h="696595">
                  <a:moveTo>
                    <a:pt x="348351" y="0"/>
                  </a:moveTo>
                  <a:lnTo>
                    <a:pt x="301057" y="3176"/>
                  </a:lnTo>
                  <a:lnTo>
                    <a:pt x="255705" y="12428"/>
                  </a:lnTo>
                  <a:lnTo>
                    <a:pt x="212708" y="27344"/>
                  </a:lnTo>
                  <a:lnTo>
                    <a:pt x="172480" y="47509"/>
                  </a:lnTo>
                  <a:lnTo>
                    <a:pt x="135434" y="72509"/>
                  </a:lnTo>
                  <a:lnTo>
                    <a:pt x="101986" y="101931"/>
                  </a:lnTo>
                  <a:lnTo>
                    <a:pt x="72548" y="135362"/>
                  </a:lnTo>
                  <a:lnTo>
                    <a:pt x="47534" y="172388"/>
                  </a:lnTo>
                  <a:lnTo>
                    <a:pt x="27358" y="212594"/>
                  </a:lnTo>
                  <a:lnTo>
                    <a:pt x="12435" y="255569"/>
                  </a:lnTo>
                  <a:lnTo>
                    <a:pt x="3177" y="300897"/>
                  </a:lnTo>
                  <a:lnTo>
                    <a:pt x="0" y="348165"/>
                  </a:lnTo>
                  <a:lnTo>
                    <a:pt x="3177" y="395399"/>
                  </a:lnTo>
                  <a:lnTo>
                    <a:pt x="12435" y="440704"/>
                  </a:lnTo>
                  <a:lnTo>
                    <a:pt x="27358" y="483666"/>
                  </a:lnTo>
                  <a:lnTo>
                    <a:pt x="47534" y="523869"/>
                  </a:lnTo>
                  <a:lnTo>
                    <a:pt x="72548" y="560897"/>
                  </a:lnTo>
                  <a:lnTo>
                    <a:pt x="101986" y="594337"/>
                  </a:lnTo>
                  <a:lnTo>
                    <a:pt x="135434" y="623771"/>
                  </a:lnTo>
                  <a:lnTo>
                    <a:pt x="172480" y="648785"/>
                  </a:lnTo>
                  <a:lnTo>
                    <a:pt x="212708" y="668963"/>
                  </a:lnTo>
                  <a:lnTo>
                    <a:pt x="255705" y="683891"/>
                  </a:lnTo>
                  <a:lnTo>
                    <a:pt x="301057" y="693152"/>
                  </a:lnTo>
                  <a:lnTo>
                    <a:pt x="348351" y="696331"/>
                  </a:lnTo>
                  <a:lnTo>
                    <a:pt x="395609" y="693152"/>
                  </a:lnTo>
                  <a:lnTo>
                    <a:pt x="440939" y="683891"/>
                  </a:lnTo>
                  <a:lnTo>
                    <a:pt x="483924" y="668963"/>
                  </a:lnTo>
                  <a:lnTo>
                    <a:pt x="524148" y="648785"/>
                  </a:lnTo>
                  <a:lnTo>
                    <a:pt x="561196" y="623771"/>
                  </a:lnTo>
                  <a:lnTo>
                    <a:pt x="594653" y="594337"/>
                  </a:lnTo>
                  <a:lnTo>
                    <a:pt x="624103" y="560897"/>
                  </a:lnTo>
                  <a:lnTo>
                    <a:pt x="649131" y="523869"/>
                  </a:lnTo>
                  <a:lnTo>
                    <a:pt x="669320" y="483666"/>
                  </a:lnTo>
                  <a:lnTo>
                    <a:pt x="684255" y="440704"/>
                  </a:lnTo>
                  <a:lnTo>
                    <a:pt x="693521" y="395399"/>
                  </a:lnTo>
                  <a:lnTo>
                    <a:pt x="696702" y="348165"/>
                  </a:lnTo>
                  <a:lnTo>
                    <a:pt x="693521" y="300897"/>
                  </a:lnTo>
                  <a:lnTo>
                    <a:pt x="684255" y="255569"/>
                  </a:lnTo>
                  <a:lnTo>
                    <a:pt x="669320" y="212594"/>
                  </a:lnTo>
                  <a:lnTo>
                    <a:pt x="649131" y="172388"/>
                  </a:lnTo>
                  <a:lnTo>
                    <a:pt x="624103" y="135362"/>
                  </a:lnTo>
                  <a:lnTo>
                    <a:pt x="594653" y="101931"/>
                  </a:lnTo>
                  <a:lnTo>
                    <a:pt x="561196" y="72509"/>
                  </a:lnTo>
                  <a:lnTo>
                    <a:pt x="524148" y="47508"/>
                  </a:lnTo>
                  <a:lnTo>
                    <a:pt x="483924" y="27344"/>
                  </a:lnTo>
                  <a:lnTo>
                    <a:pt x="440939" y="12428"/>
                  </a:lnTo>
                  <a:lnTo>
                    <a:pt x="395609" y="3176"/>
                  </a:lnTo>
                  <a:lnTo>
                    <a:pt x="3483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16940" y="2825404"/>
              <a:ext cx="697230" cy="696595"/>
            </a:xfrm>
            <a:custGeom>
              <a:avLst/>
              <a:gdLst/>
              <a:ahLst/>
              <a:cxnLst/>
              <a:rect l="l" t="t" r="r" b="b"/>
              <a:pathLst>
                <a:path w="697229" h="696595">
                  <a:moveTo>
                    <a:pt x="696702" y="348165"/>
                  </a:moveTo>
                  <a:lnTo>
                    <a:pt x="693521" y="300897"/>
                  </a:lnTo>
                  <a:lnTo>
                    <a:pt x="684255" y="255569"/>
                  </a:lnTo>
                  <a:lnTo>
                    <a:pt x="669320" y="212594"/>
                  </a:lnTo>
                  <a:lnTo>
                    <a:pt x="649131" y="172388"/>
                  </a:lnTo>
                  <a:lnTo>
                    <a:pt x="624103" y="135362"/>
                  </a:lnTo>
                  <a:lnTo>
                    <a:pt x="594653" y="101931"/>
                  </a:lnTo>
                  <a:lnTo>
                    <a:pt x="561196" y="72509"/>
                  </a:lnTo>
                  <a:lnTo>
                    <a:pt x="524148" y="47508"/>
                  </a:lnTo>
                  <a:lnTo>
                    <a:pt x="483924" y="27344"/>
                  </a:lnTo>
                  <a:lnTo>
                    <a:pt x="440939" y="12428"/>
                  </a:lnTo>
                  <a:lnTo>
                    <a:pt x="395609" y="3176"/>
                  </a:lnTo>
                  <a:lnTo>
                    <a:pt x="348351" y="0"/>
                  </a:lnTo>
                  <a:lnTo>
                    <a:pt x="301057" y="3176"/>
                  </a:lnTo>
                  <a:lnTo>
                    <a:pt x="255705" y="12428"/>
                  </a:lnTo>
                  <a:lnTo>
                    <a:pt x="212708" y="27344"/>
                  </a:lnTo>
                  <a:lnTo>
                    <a:pt x="172480" y="47509"/>
                  </a:lnTo>
                  <a:lnTo>
                    <a:pt x="135434" y="72509"/>
                  </a:lnTo>
                  <a:lnTo>
                    <a:pt x="101986" y="101931"/>
                  </a:lnTo>
                  <a:lnTo>
                    <a:pt x="72548" y="135362"/>
                  </a:lnTo>
                  <a:lnTo>
                    <a:pt x="47534" y="172388"/>
                  </a:lnTo>
                  <a:lnTo>
                    <a:pt x="27358" y="212594"/>
                  </a:lnTo>
                  <a:lnTo>
                    <a:pt x="12435" y="255569"/>
                  </a:lnTo>
                  <a:lnTo>
                    <a:pt x="3177" y="300897"/>
                  </a:lnTo>
                  <a:lnTo>
                    <a:pt x="0" y="348165"/>
                  </a:lnTo>
                  <a:lnTo>
                    <a:pt x="3177" y="395399"/>
                  </a:lnTo>
                  <a:lnTo>
                    <a:pt x="12435" y="440704"/>
                  </a:lnTo>
                  <a:lnTo>
                    <a:pt x="27358" y="483666"/>
                  </a:lnTo>
                  <a:lnTo>
                    <a:pt x="47534" y="523869"/>
                  </a:lnTo>
                  <a:lnTo>
                    <a:pt x="72548" y="560897"/>
                  </a:lnTo>
                  <a:lnTo>
                    <a:pt x="101986" y="594337"/>
                  </a:lnTo>
                  <a:lnTo>
                    <a:pt x="135434" y="623771"/>
                  </a:lnTo>
                  <a:lnTo>
                    <a:pt x="172480" y="648785"/>
                  </a:lnTo>
                  <a:lnTo>
                    <a:pt x="212708" y="668963"/>
                  </a:lnTo>
                  <a:lnTo>
                    <a:pt x="255705" y="683891"/>
                  </a:lnTo>
                  <a:lnTo>
                    <a:pt x="301057" y="693152"/>
                  </a:lnTo>
                  <a:lnTo>
                    <a:pt x="348351" y="696331"/>
                  </a:lnTo>
                  <a:lnTo>
                    <a:pt x="395609" y="693152"/>
                  </a:lnTo>
                  <a:lnTo>
                    <a:pt x="440939" y="683891"/>
                  </a:lnTo>
                  <a:lnTo>
                    <a:pt x="483924" y="668963"/>
                  </a:lnTo>
                  <a:lnTo>
                    <a:pt x="524148" y="648785"/>
                  </a:lnTo>
                  <a:lnTo>
                    <a:pt x="561196" y="623771"/>
                  </a:lnTo>
                  <a:lnTo>
                    <a:pt x="594653" y="594337"/>
                  </a:lnTo>
                  <a:lnTo>
                    <a:pt x="624103" y="560897"/>
                  </a:lnTo>
                  <a:lnTo>
                    <a:pt x="649131" y="523869"/>
                  </a:lnTo>
                  <a:lnTo>
                    <a:pt x="669320" y="483666"/>
                  </a:lnTo>
                  <a:lnTo>
                    <a:pt x="684255" y="440704"/>
                  </a:lnTo>
                  <a:lnTo>
                    <a:pt x="693521" y="395399"/>
                  </a:lnTo>
                  <a:lnTo>
                    <a:pt x="696702" y="348165"/>
                  </a:lnTo>
                  <a:close/>
                </a:path>
              </a:pathLst>
            </a:custGeom>
            <a:ln w="25102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16940" y="3898177"/>
              <a:ext cx="697230" cy="696595"/>
            </a:xfrm>
            <a:custGeom>
              <a:avLst/>
              <a:gdLst/>
              <a:ahLst/>
              <a:cxnLst/>
              <a:rect l="l" t="t" r="r" b="b"/>
              <a:pathLst>
                <a:path w="697229" h="696595">
                  <a:moveTo>
                    <a:pt x="348351" y="0"/>
                  </a:moveTo>
                  <a:lnTo>
                    <a:pt x="301057" y="3179"/>
                  </a:lnTo>
                  <a:lnTo>
                    <a:pt x="255705" y="12440"/>
                  </a:lnTo>
                  <a:lnTo>
                    <a:pt x="212708" y="27367"/>
                  </a:lnTo>
                  <a:lnTo>
                    <a:pt x="172480" y="47546"/>
                  </a:lnTo>
                  <a:lnTo>
                    <a:pt x="135434" y="72560"/>
                  </a:lnTo>
                  <a:lnTo>
                    <a:pt x="101986" y="101994"/>
                  </a:lnTo>
                  <a:lnTo>
                    <a:pt x="72548" y="135433"/>
                  </a:lnTo>
                  <a:lnTo>
                    <a:pt x="47534" y="172462"/>
                  </a:lnTo>
                  <a:lnTo>
                    <a:pt x="27358" y="212665"/>
                  </a:lnTo>
                  <a:lnTo>
                    <a:pt x="12435" y="255627"/>
                  </a:lnTo>
                  <a:lnTo>
                    <a:pt x="3177" y="300932"/>
                  </a:lnTo>
                  <a:lnTo>
                    <a:pt x="0" y="348165"/>
                  </a:lnTo>
                  <a:lnTo>
                    <a:pt x="3177" y="395429"/>
                  </a:lnTo>
                  <a:lnTo>
                    <a:pt x="12435" y="440758"/>
                  </a:lnTo>
                  <a:lnTo>
                    <a:pt x="27358" y="483738"/>
                  </a:lnTo>
                  <a:lnTo>
                    <a:pt x="47534" y="523954"/>
                  </a:lnTo>
                  <a:lnTo>
                    <a:pt x="72548" y="560992"/>
                  </a:lnTo>
                  <a:lnTo>
                    <a:pt x="101986" y="594437"/>
                  </a:lnTo>
                  <a:lnTo>
                    <a:pt x="135434" y="623874"/>
                  </a:lnTo>
                  <a:lnTo>
                    <a:pt x="172480" y="648889"/>
                  </a:lnTo>
                  <a:lnTo>
                    <a:pt x="212708" y="669067"/>
                  </a:lnTo>
                  <a:lnTo>
                    <a:pt x="255705" y="683993"/>
                  </a:lnTo>
                  <a:lnTo>
                    <a:pt x="301057" y="693253"/>
                  </a:lnTo>
                  <a:lnTo>
                    <a:pt x="348351" y="696432"/>
                  </a:lnTo>
                  <a:lnTo>
                    <a:pt x="395609" y="693253"/>
                  </a:lnTo>
                  <a:lnTo>
                    <a:pt x="440939" y="683993"/>
                  </a:lnTo>
                  <a:lnTo>
                    <a:pt x="483924" y="669067"/>
                  </a:lnTo>
                  <a:lnTo>
                    <a:pt x="524148" y="648889"/>
                  </a:lnTo>
                  <a:lnTo>
                    <a:pt x="561196" y="623874"/>
                  </a:lnTo>
                  <a:lnTo>
                    <a:pt x="594653" y="594437"/>
                  </a:lnTo>
                  <a:lnTo>
                    <a:pt x="624103" y="560992"/>
                  </a:lnTo>
                  <a:lnTo>
                    <a:pt x="649131" y="523954"/>
                  </a:lnTo>
                  <a:lnTo>
                    <a:pt x="669320" y="483738"/>
                  </a:lnTo>
                  <a:lnTo>
                    <a:pt x="684255" y="440758"/>
                  </a:lnTo>
                  <a:lnTo>
                    <a:pt x="693521" y="395429"/>
                  </a:lnTo>
                  <a:lnTo>
                    <a:pt x="696702" y="348165"/>
                  </a:lnTo>
                  <a:lnTo>
                    <a:pt x="693521" y="300932"/>
                  </a:lnTo>
                  <a:lnTo>
                    <a:pt x="684255" y="255627"/>
                  </a:lnTo>
                  <a:lnTo>
                    <a:pt x="669320" y="212665"/>
                  </a:lnTo>
                  <a:lnTo>
                    <a:pt x="649131" y="172462"/>
                  </a:lnTo>
                  <a:lnTo>
                    <a:pt x="624103" y="135433"/>
                  </a:lnTo>
                  <a:lnTo>
                    <a:pt x="594653" y="101994"/>
                  </a:lnTo>
                  <a:lnTo>
                    <a:pt x="561196" y="72560"/>
                  </a:lnTo>
                  <a:lnTo>
                    <a:pt x="524148" y="47546"/>
                  </a:lnTo>
                  <a:lnTo>
                    <a:pt x="483924" y="27367"/>
                  </a:lnTo>
                  <a:lnTo>
                    <a:pt x="440939" y="12440"/>
                  </a:lnTo>
                  <a:lnTo>
                    <a:pt x="395609" y="3179"/>
                  </a:lnTo>
                  <a:lnTo>
                    <a:pt x="3483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16940" y="3898177"/>
              <a:ext cx="697230" cy="696595"/>
            </a:xfrm>
            <a:custGeom>
              <a:avLst/>
              <a:gdLst/>
              <a:ahLst/>
              <a:cxnLst/>
              <a:rect l="l" t="t" r="r" b="b"/>
              <a:pathLst>
                <a:path w="697229" h="696595">
                  <a:moveTo>
                    <a:pt x="696702" y="348165"/>
                  </a:moveTo>
                  <a:lnTo>
                    <a:pt x="693521" y="300932"/>
                  </a:lnTo>
                  <a:lnTo>
                    <a:pt x="684255" y="255627"/>
                  </a:lnTo>
                  <a:lnTo>
                    <a:pt x="669320" y="212665"/>
                  </a:lnTo>
                  <a:lnTo>
                    <a:pt x="649131" y="172462"/>
                  </a:lnTo>
                  <a:lnTo>
                    <a:pt x="624103" y="135433"/>
                  </a:lnTo>
                  <a:lnTo>
                    <a:pt x="594653" y="101994"/>
                  </a:lnTo>
                  <a:lnTo>
                    <a:pt x="561196" y="72560"/>
                  </a:lnTo>
                  <a:lnTo>
                    <a:pt x="524148" y="47546"/>
                  </a:lnTo>
                  <a:lnTo>
                    <a:pt x="483924" y="27367"/>
                  </a:lnTo>
                  <a:lnTo>
                    <a:pt x="440939" y="12440"/>
                  </a:lnTo>
                  <a:lnTo>
                    <a:pt x="395609" y="3179"/>
                  </a:lnTo>
                  <a:lnTo>
                    <a:pt x="348351" y="0"/>
                  </a:lnTo>
                  <a:lnTo>
                    <a:pt x="301057" y="3179"/>
                  </a:lnTo>
                  <a:lnTo>
                    <a:pt x="255705" y="12440"/>
                  </a:lnTo>
                  <a:lnTo>
                    <a:pt x="212708" y="27367"/>
                  </a:lnTo>
                  <a:lnTo>
                    <a:pt x="172480" y="47546"/>
                  </a:lnTo>
                  <a:lnTo>
                    <a:pt x="135434" y="72560"/>
                  </a:lnTo>
                  <a:lnTo>
                    <a:pt x="101986" y="101994"/>
                  </a:lnTo>
                  <a:lnTo>
                    <a:pt x="72548" y="135433"/>
                  </a:lnTo>
                  <a:lnTo>
                    <a:pt x="47534" y="172462"/>
                  </a:lnTo>
                  <a:lnTo>
                    <a:pt x="27358" y="212665"/>
                  </a:lnTo>
                  <a:lnTo>
                    <a:pt x="12435" y="255627"/>
                  </a:lnTo>
                  <a:lnTo>
                    <a:pt x="3177" y="300932"/>
                  </a:lnTo>
                  <a:lnTo>
                    <a:pt x="0" y="348165"/>
                  </a:lnTo>
                  <a:lnTo>
                    <a:pt x="3177" y="395429"/>
                  </a:lnTo>
                  <a:lnTo>
                    <a:pt x="12435" y="440758"/>
                  </a:lnTo>
                  <a:lnTo>
                    <a:pt x="27358" y="483738"/>
                  </a:lnTo>
                  <a:lnTo>
                    <a:pt x="47534" y="523954"/>
                  </a:lnTo>
                  <a:lnTo>
                    <a:pt x="72548" y="560992"/>
                  </a:lnTo>
                  <a:lnTo>
                    <a:pt x="101986" y="594437"/>
                  </a:lnTo>
                  <a:lnTo>
                    <a:pt x="135434" y="623874"/>
                  </a:lnTo>
                  <a:lnTo>
                    <a:pt x="172480" y="648889"/>
                  </a:lnTo>
                  <a:lnTo>
                    <a:pt x="212708" y="669067"/>
                  </a:lnTo>
                  <a:lnTo>
                    <a:pt x="255705" y="683993"/>
                  </a:lnTo>
                  <a:lnTo>
                    <a:pt x="301057" y="693253"/>
                  </a:lnTo>
                  <a:lnTo>
                    <a:pt x="348351" y="696432"/>
                  </a:lnTo>
                  <a:lnTo>
                    <a:pt x="395609" y="693253"/>
                  </a:lnTo>
                  <a:lnTo>
                    <a:pt x="440939" y="683993"/>
                  </a:lnTo>
                  <a:lnTo>
                    <a:pt x="483924" y="669067"/>
                  </a:lnTo>
                  <a:lnTo>
                    <a:pt x="524148" y="648889"/>
                  </a:lnTo>
                  <a:lnTo>
                    <a:pt x="561196" y="623874"/>
                  </a:lnTo>
                  <a:lnTo>
                    <a:pt x="594653" y="594437"/>
                  </a:lnTo>
                  <a:lnTo>
                    <a:pt x="624103" y="560992"/>
                  </a:lnTo>
                  <a:lnTo>
                    <a:pt x="649131" y="523954"/>
                  </a:lnTo>
                  <a:lnTo>
                    <a:pt x="669320" y="483738"/>
                  </a:lnTo>
                  <a:lnTo>
                    <a:pt x="684255" y="440758"/>
                  </a:lnTo>
                  <a:lnTo>
                    <a:pt x="693521" y="395429"/>
                  </a:lnTo>
                  <a:lnTo>
                    <a:pt x="696702" y="348165"/>
                  </a:lnTo>
                  <a:close/>
                </a:path>
              </a:pathLst>
            </a:custGeom>
            <a:ln w="25102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469644" y="1292732"/>
            <a:ext cx="2063750" cy="9696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4975" indent="-40957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34975" algn="l"/>
              </a:tabLst>
            </a:pPr>
            <a:r>
              <a:rPr sz="2300" b="1" dirty="0">
                <a:latin typeface="Calibri"/>
                <a:cs typeface="Calibri"/>
              </a:rPr>
              <a:t>Latent</a:t>
            </a:r>
            <a:r>
              <a:rPr sz="2300" b="1" spc="-130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space:</a:t>
            </a:r>
            <a:endParaRPr sz="2300">
              <a:latin typeface="Calibri"/>
              <a:cs typeface="Calibri"/>
            </a:endParaRPr>
          </a:p>
          <a:p>
            <a:pPr marL="201295">
              <a:lnSpc>
                <a:spcPct val="100000"/>
              </a:lnSpc>
              <a:spcBef>
                <a:spcPts val="251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9597" y="5377383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33092" y="4256658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𝒙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58492" y="3107182"/>
            <a:ext cx="157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91080" y="3215386"/>
            <a:ext cx="12573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𝟐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65678" y="2538425"/>
            <a:ext cx="3219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𝒉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65678" y="3622675"/>
            <a:ext cx="321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𝒉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85490" y="4634865"/>
            <a:ext cx="321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𝒉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75403" y="4051554"/>
            <a:ext cx="169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𝝈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75403" y="2968497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913371" y="3597402"/>
            <a:ext cx="514984" cy="236220"/>
          </a:xfrm>
          <a:custGeom>
            <a:avLst/>
            <a:gdLst/>
            <a:ahLst/>
            <a:cxnLst/>
            <a:rect l="l" t="t" r="r" b="b"/>
            <a:pathLst>
              <a:path w="514984" h="236220">
                <a:moveTo>
                  <a:pt x="439800" y="0"/>
                </a:moveTo>
                <a:lnTo>
                  <a:pt x="436499" y="9525"/>
                </a:lnTo>
                <a:lnTo>
                  <a:pt x="450121" y="15430"/>
                </a:lnTo>
                <a:lnTo>
                  <a:pt x="461851" y="23622"/>
                </a:lnTo>
                <a:lnTo>
                  <a:pt x="485753" y="61652"/>
                </a:lnTo>
                <a:lnTo>
                  <a:pt x="493522" y="116712"/>
                </a:lnTo>
                <a:lnTo>
                  <a:pt x="492642" y="137477"/>
                </a:lnTo>
                <a:lnTo>
                  <a:pt x="479551" y="188341"/>
                </a:lnTo>
                <a:lnTo>
                  <a:pt x="450334" y="220184"/>
                </a:lnTo>
                <a:lnTo>
                  <a:pt x="436879" y="226187"/>
                </a:lnTo>
                <a:lnTo>
                  <a:pt x="439800" y="235712"/>
                </a:lnTo>
                <a:lnTo>
                  <a:pt x="484913" y="208994"/>
                </a:lnTo>
                <a:lnTo>
                  <a:pt x="510190" y="159591"/>
                </a:lnTo>
                <a:lnTo>
                  <a:pt x="514984" y="117856"/>
                </a:lnTo>
                <a:lnTo>
                  <a:pt x="513770" y="96281"/>
                </a:lnTo>
                <a:lnTo>
                  <a:pt x="504055" y="57991"/>
                </a:lnTo>
                <a:lnTo>
                  <a:pt x="471916" y="15065"/>
                </a:lnTo>
                <a:lnTo>
                  <a:pt x="456924" y="6145"/>
                </a:lnTo>
                <a:lnTo>
                  <a:pt x="439800" y="0"/>
                </a:lnTo>
                <a:close/>
              </a:path>
              <a:path w="514984" h="236220">
                <a:moveTo>
                  <a:pt x="75183" y="0"/>
                </a:moveTo>
                <a:lnTo>
                  <a:pt x="30196" y="26771"/>
                </a:lnTo>
                <a:lnTo>
                  <a:pt x="4857" y="76327"/>
                </a:lnTo>
                <a:lnTo>
                  <a:pt x="0" y="117856"/>
                </a:lnTo>
                <a:lnTo>
                  <a:pt x="1214" y="139574"/>
                </a:lnTo>
                <a:lnTo>
                  <a:pt x="10929" y="177917"/>
                </a:lnTo>
                <a:lnTo>
                  <a:pt x="43021" y="220662"/>
                </a:lnTo>
                <a:lnTo>
                  <a:pt x="75183" y="235712"/>
                </a:lnTo>
                <a:lnTo>
                  <a:pt x="78104" y="226187"/>
                </a:lnTo>
                <a:lnTo>
                  <a:pt x="64722" y="220184"/>
                </a:lnTo>
                <a:lnTo>
                  <a:pt x="53149" y="211883"/>
                </a:lnTo>
                <a:lnTo>
                  <a:pt x="29338" y="173291"/>
                </a:lnTo>
                <a:lnTo>
                  <a:pt x="21462" y="116712"/>
                </a:lnTo>
                <a:lnTo>
                  <a:pt x="22342" y="96565"/>
                </a:lnTo>
                <a:lnTo>
                  <a:pt x="35432" y="46862"/>
                </a:lnTo>
                <a:lnTo>
                  <a:pt x="64936" y="15430"/>
                </a:lnTo>
                <a:lnTo>
                  <a:pt x="78485" y="9525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029197" y="3521202"/>
            <a:ext cx="13601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03250" algn="l"/>
              </a:tabLst>
            </a:pPr>
            <a:r>
              <a:rPr sz="2000" spc="-50" dirty="0">
                <a:latin typeface="Cambria Math"/>
                <a:cs typeface="Cambria Math"/>
              </a:rPr>
              <a:t>𝒛</a:t>
            </a:r>
            <a:r>
              <a:rPr sz="2000" dirty="0">
                <a:latin typeface="Cambria Math"/>
                <a:cs typeface="Cambria Math"/>
              </a:rPr>
              <a:t>	𝑞</a:t>
            </a:r>
            <a:r>
              <a:rPr sz="2175" baseline="-15325" dirty="0">
                <a:latin typeface="Cambria Math"/>
                <a:cs typeface="Cambria Math"/>
              </a:rPr>
              <a:t>∅</a:t>
            </a:r>
            <a:r>
              <a:rPr sz="2175" spc="172" baseline="-15325" dirty="0">
                <a:latin typeface="Cambria Math"/>
                <a:cs typeface="Cambria Math"/>
              </a:rPr>
              <a:t>  </a:t>
            </a:r>
            <a:r>
              <a:rPr sz="2000" spc="-25" dirty="0">
                <a:latin typeface="Cambria Math"/>
                <a:cs typeface="Cambria Math"/>
              </a:rPr>
              <a:t>𝑧|𝑥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4673853" y="2490978"/>
            <a:ext cx="576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Mean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73853" y="4632705"/>
            <a:ext cx="84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Variance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54802" y="2489453"/>
            <a:ext cx="3127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9725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-10" dirty="0">
                <a:latin typeface="Calibri"/>
                <a:cs typeface="Calibri"/>
              </a:rPr>
              <a:t> dimensional</a:t>
            </a:r>
            <a:r>
              <a:rPr sz="1800" b="1" spc="50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Gaussian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probability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49671" y="5370982"/>
            <a:ext cx="3582035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32715" marR="5080" indent="-120650">
              <a:lnSpc>
                <a:spcPts val="2150"/>
              </a:lnSpc>
              <a:spcBef>
                <a:spcPts val="180"/>
              </a:spcBef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neurons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𝝈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and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𝝁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libri"/>
                <a:cs typeface="Calibri"/>
              </a:rPr>
              <a:t>then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dimensional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8715" y="3243072"/>
            <a:ext cx="3410712" cy="27488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5895" y="3243072"/>
            <a:ext cx="2837687" cy="277803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606296" y="254507"/>
            <a:ext cx="7039609" cy="902335"/>
            <a:chOff x="1606296" y="254507"/>
            <a:chExt cx="7039609" cy="90233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6296" y="254507"/>
              <a:ext cx="2226564" cy="9022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96412" y="254507"/>
              <a:ext cx="2590800" cy="9022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6775" y="254507"/>
              <a:ext cx="3198876" cy="90220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Training</a:t>
            </a:r>
            <a:r>
              <a:rPr spc="-100" dirty="0"/>
              <a:t> </a:t>
            </a:r>
            <a:r>
              <a:rPr spc="-20" dirty="0"/>
              <a:t>Variational</a:t>
            </a:r>
            <a:r>
              <a:rPr spc="-195" dirty="0"/>
              <a:t> </a:t>
            </a:r>
            <a:r>
              <a:rPr dirty="0"/>
              <a:t>Auto</a:t>
            </a:r>
            <a:r>
              <a:rPr spc="-100" dirty="0"/>
              <a:t> </a:t>
            </a:r>
            <a:r>
              <a:rPr spc="-10" dirty="0"/>
              <a:t>Encoder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82344" y="1219420"/>
            <a:ext cx="3737610" cy="8547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b="1" spc="-10" dirty="0">
                <a:latin typeface="Calibri"/>
                <a:cs typeface="Calibri"/>
              </a:rPr>
              <a:t>Generating</a:t>
            </a:r>
            <a:r>
              <a:rPr sz="2300" b="1" spc="-5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new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b="1" spc="-20" dirty="0">
                <a:latin typeface="Calibri"/>
                <a:cs typeface="Calibri"/>
              </a:rPr>
              <a:t>data:</a:t>
            </a:r>
            <a:endParaRPr sz="23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45"/>
              </a:spcBef>
              <a:tabLst>
                <a:tab pos="756285" algn="l"/>
              </a:tabLst>
            </a:pPr>
            <a:r>
              <a:rPr sz="2200" spc="-50" dirty="0">
                <a:latin typeface="Arial MT"/>
                <a:cs typeface="Arial MT"/>
              </a:rPr>
              <a:t>–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dirty="0">
                <a:latin typeface="Calibri"/>
                <a:cs typeface="Calibri"/>
              </a:rPr>
              <a:t>Example: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MNIST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Database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527047" y="4046220"/>
            <a:ext cx="810895" cy="262255"/>
            <a:chOff x="1527047" y="4046220"/>
            <a:chExt cx="810895" cy="262255"/>
          </a:xfrm>
        </p:grpSpPr>
        <p:sp>
          <p:nvSpPr>
            <p:cNvPr id="12" name="object 12"/>
            <p:cNvSpPr/>
            <p:nvPr/>
          </p:nvSpPr>
          <p:spPr>
            <a:xfrm>
              <a:off x="1540001" y="4059174"/>
              <a:ext cx="784860" cy="236220"/>
            </a:xfrm>
            <a:custGeom>
              <a:avLst/>
              <a:gdLst/>
              <a:ahLst/>
              <a:cxnLst/>
              <a:rect l="l" t="t" r="r" b="b"/>
              <a:pathLst>
                <a:path w="784860" h="236220">
                  <a:moveTo>
                    <a:pt x="666749" y="0"/>
                  </a:moveTo>
                  <a:lnTo>
                    <a:pt x="666749" y="59055"/>
                  </a:lnTo>
                  <a:lnTo>
                    <a:pt x="0" y="59055"/>
                  </a:lnTo>
                  <a:lnTo>
                    <a:pt x="0" y="177164"/>
                  </a:lnTo>
                  <a:lnTo>
                    <a:pt x="666749" y="177164"/>
                  </a:lnTo>
                  <a:lnTo>
                    <a:pt x="666749" y="236219"/>
                  </a:lnTo>
                  <a:lnTo>
                    <a:pt x="784860" y="118109"/>
                  </a:lnTo>
                  <a:lnTo>
                    <a:pt x="666749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40001" y="4059174"/>
              <a:ext cx="784860" cy="236220"/>
            </a:xfrm>
            <a:custGeom>
              <a:avLst/>
              <a:gdLst/>
              <a:ahLst/>
              <a:cxnLst/>
              <a:rect l="l" t="t" r="r" b="b"/>
              <a:pathLst>
                <a:path w="784860" h="236220">
                  <a:moveTo>
                    <a:pt x="0" y="59055"/>
                  </a:moveTo>
                  <a:lnTo>
                    <a:pt x="666749" y="59055"/>
                  </a:lnTo>
                  <a:lnTo>
                    <a:pt x="666749" y="0"/>
                  </a:lnTo>
                  <a:lnTo>
                    <a:pt x="784860" y="118109"/>
                  </a:lnTo>
                  <a:lnTo>
                    <a:pt x="666749" y="236219"/>
                  </a:lnTo>
                  <a:lnTo>
                    <a:pt x="666749" y="177164"/>
                  </a:lnTo>
                  <a:lnTo>
                    <a:pt x="0" y="177164"/>
                  </a:lnTo>
                  <a:lnTo>
                    <a:pt x="0" y="59055"/>
                  </a:lnTo>
                  <a:close/>
                </a:path>
              </a:pathLst>
            </a:custGeom>
            <a:ln w="25907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099303" y="4081271"/>
            <a:ext cx="810895" cy="260985"/>
            <a:chOff x="5099303" y="4081271"/>
            <a:chExt cx="810895" cy="260985"/>
          </a:xfrm>
        </p:grpSpPr>
        <p:sp>
          <p:nvSpPr>
            <p:cNvPr id="15" name="object 15"/>
            <p:cNvSpPr/>
            <p:nvPr/>
          </p:nvSpPr>
          <p:spPr>
            <a:xfrm>
              <a:off x="5112257" y="4094225"/>
              <a:ext cx="784860" cy="234950"/>
            </a:xfrm>
            <a:custGeom>
              <a:avLst/>
              <a:gdLst/>
              <a:ahLst/>
              <a:cxnLst/>
              <a:rect l="l" t="t" r="r" b="b"/>
              <a:pathLst>
                <a:path w="784860" h="234950">
                  <a:moveTo>
                    <a:pt x="667512" y="0"/>
                  </a:moveTo>
                  <a:lnTo>
                    <a:pt x="667512" y="58674"/>
                  </a:lnTo>
                  <a:lnTo>
                    <a:pt x="0" y="58674"/>
                  </a:lnTo>
                  <a:lnTo>
                    <a:pt x="0" y="176022"/>
                  </a:lnTo>
                  <a:lnTo>
                    <a:pt x="667512" y="176022"/>
                  </a:lnTo>
                  <a:lnTo>
                    <a:pt x="667512" y="234696"/>
                  </a:lnTo>
                  <a:lnTo>
                    <a:pt x="784859" y="117348"/>
                  </a:lnTo>
                  <a:lnTo>
                    <a:pt x="667512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2257" y="4094225"/>
              <a:ext cx="784860" cy="234950"/>
            </a:xfrm>
            <a:custGeom>
              <a:avLst/>
              <a:gdLst/>
              <a:ahLst/>
              <a:cxnLst/>
              <a:rect l="l" t="t" r="r" b="b"/>
              <a:pathLst>
                <a:path w="784860" h="234950">
                  <a:moveTo>
                    <a:pt x="0" y="58674"/>
                  </a:moveTo>
                  <a:lnTo>
                    <a:pt x="667512" y="58674"/>
                  </a:lnTo>
                  <a:lnTo>
                    <a:pt x="667512" y="0"/>
                  </a:lnTo>
                  <a:lnTo>
                    <a:pt x="784859" y="117348"/>
                  </a:lnTo>
                  <a:lnTo>
                    <a:pt x="667512" y="234696"/>
                  </a:lnTo>
                  <a:lnTo>
                    <a:pt x="667512" y="176022"/>
                  </a:lnTo>
                  <a:lnTo>
                    <a:pt x="0" y="176022"/>
                  </a:lnTo>
                  <a:lnTo>
                    <a:pt x="0" y="5867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86383" y="3991482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𝐱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82344" y="3740657"/>
            <a:ext cx="796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69996" y="6030569"/>
            <a:ext cx="1214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Latent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space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94478" y="3777488"/>
            <a:ext cx="822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13479" y="1427088"/>
            <a:ext cx="2778212" cy="1637092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6795" y="254507"/>
            <a:ext cx="6659880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5"/>
              </a:spcBef>
            </a:pPr>
            <a:r>
              <a:rPr dirty="0"/>
              <a:t>Generative</a:t>
            </a:r>
            <a:r>
              <a:rPr spc="-180" dirty="0"/>
              <a:t> </a:t>
            </a:r>
            <a:r>
              <a:rPr dirty="0"/>
              <a:t>Adversarial</a:t>
            </a:r>
            <a:r>
              <a:rPr spc="-3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3472" y="1371345"/>
            <a:ext cx="928369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b="1" spc="-20" dirty="0">
                <a:latin typeface="Calibri"/>
                <a:cs typeface="Calibri"/>
              </a:rPr>
              <a:t>VAE: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472" y="2212975"/>
            <a:ext cx="100520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b="1" spc="-20" dirty="0">
                <a:latin typeface="Calibri"/>
                <a:cs typeface="Calibri"/>
              </a:rPr>
              <a:t>GAN: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0926" y="3809771"/>
            <a:ext cx="6235700" cy="237299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299085" algn="l"/>
              </a:tabLst>
            </a:pPr>
            <a:r>
              <a:rPr sz="2200" dirty="0">
                <a:latin typeface="Calibri"/>
                <a:cs typeface="Calibri"/>
              </a:rPr>
              <a:t>Can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samples</a:t>
            </a:r>
            <a:endParaRPr sz="2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299085" algn="l"/>
              </a:tabLst>
            </a:pPr>
            <a:r>
              <a:rPr sz="2200" spc="-20" dirty="0">
                <a:latin typeface="Calibri"/>
                <a:cs typeface="Calibri"/>
              </a:rPr>
              <a:t>Trained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competing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</a:t>
            </a:r>
            <a:endParaRPr sz="2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299085" algn="l"/>
              </a:tabLst>
            </a:pPr>
            <a:r>
              <a:rPr sz="2200" dirty="0">
                <a:latin typeface="Calibri"/>
                <a:cs typeface="Calibri"/>
              </a:rPr>
              <a:t>Use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network</a:t>
            </a:r>
            <a:endParaRPr sz="2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25"/>
              </a:spcBef>
              <a:buFont typeface="Arial MT"/>
              <a:buChar char="–"/>
              <a:tabLst>
                <a:tab pos="299085" algn="l"/>
              </a:tabLst>
            </a:pPr>
            <a:r>
              <a:rPr sz="2200" b="1" dirty="0">
                <a:latin typeface="Calibri"/>
                <a:cs typeface="Calibri"/>
              </a:rPr>
              <a:t>Z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random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noise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(Gaussian/Uniform).</a:t>
            </a:r>
            <a:endParaRPr sz="22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299085" algn="l"/>
              </a:tabLst>
            </a:pPr>
            <a:r>
              <a:rPr sz="2200" b="1" dirty="0">
                <a:latin typeface="Calibri"/>
                <a:cs typeface="Calibri"/>
              </a:rPr>
              <a:t>Z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thought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latent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representation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image.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566352" y="1345628"/>
            <a:ext cx="495934" cy="450215"/>
            <a:chOff x="2566352" y="1345628"/>
            <a:chExt cx="495934" cy="450215"/>
          </a:xfrm>
        </p:grpSpPr>
        <p:sp>
          <p:nvSpPr>
            <p:cNvPr id="9" name="object 9"/>
            <p:cNvSpPr/>
            <p:nvPr/>
          </p:nvSpPr>
          <p:spPr>
            <a:xfrm>
              <a:off x="2579369" y="1358646"/>
              <a:ext cx="469900" cy="424180"/>
            </a:xfrm>
            <a:custGeom>
              <a:avLst/>
              <a:gdLst/>
              <a:ahLst/>
              <a:cxnLst/>
              <a:rect l="l" t="t" r="r" b="b"/>
              <a:pathLst>
                <a:path w="469900" h="424180">
                  <a:moveTo>
                    <a:pt x="469392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469392" y="423672"/>
                  </a:lnTo>
                  <a:lnTo>
                    <a:pt x="469392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79369" y="1358646"/>
              <a:ext cx="469900" cy="424180"/>
            </a:xfrm>
            <a:custGeom>
              <a:avLst/>
              <a:gdLst/>
              <a:ahLst/>
              <a:cxnLst/>
              <a:rect l="l" t="t" r="r" b="b"/>
              <a:pathLst>
                <a:path w="469900" h="424180">
                  <a:moveTo>
                    <a:pt x="0" y="423672"/>
                  </a:moveTo>
                  <a:lnTo>
                    <a:pt x="469392" y="423672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25907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1422" y="1388109"/>
            <a:ext cx="142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Calibri"/>
                <a:cs typeface="Calibri"/>
              </a:rPr>
              <a:t>x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652196" y="1269428"/>
            <a:ext cx="1214755" cy="602615"/>
            <a:chOff x="6652196" y="1269428"/>
            <a:chExt cx="1214755" cy="602615"/>
          </a:xfrm>
        </p:grpSpPr>
        <p:sp>
          <p:nvSpPr>
            <p:cNvPr id="13" name="object 13"/>
            <p:cNvSpPr/>
            <p:nvPr/>
          </p:nvSpPr>
          <p:spPr>
            <a:xfrm>
              <a:off x="6665213" y="1282446"/>
              <a:ext cx="1188720" cy="576580"/>
            </a:xfrm>
            <a:custGeom>
              <a:avLst/>
              <a:gdLst/>
              <a:ahLst/>
              <a:cxnLst/>
              <a:rect l="l" t="t" r="r" b="b"/>
              <a:pathLst>
                <a:path w="1188720" h="576580">
                  <a:moveTo>
                    <a:pt x="1188720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1188720" y="576072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65213" y="1282446"/>
              <a:ext cx="1188720" cy="576580"/>
            </a:xfrm>
            <a:custGeom>
              <a:avLst/>
              <a:gdLst/>
              <a:ahLst/>
              <a:cxnLst/>
              <a:rect l="l" t="t" r="r" b="b"/>
              <a:pathLst>
                <a:path w="1188720" h="576580">
                  <a:moveTo>
                    <a:pt x="0" y="576072"/>
                  </a:moveTo>
                  <a:lnTo>
                    <a:pt x="1188720" y="576072"/>
                  </a:lnTo>
                  <a:lnTo>
                    <a:pt x="1188720" y="0"/>
                  </a:lnTo>
                  <a:lnTo>
                    <a:pt x="0" y="0"/>
                  </a:lnTo>
                  <a:lnTo>
                    <a:pt x="0" y="57607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848093" y="1404873"/>
            <a:ext cx="822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493188" y="1345628"/>
            <a:ext cx="495934" cy="450215"/>
            <a:chOff x="8493188" y="1345628"/>
            <a:chExt cx="495934" cy="450215"/>
          </a:xfrm>
        </p:grpSpPr>
        <p:sp>
          <p:nvSpPr>
            <p:cNvPr id="17" name="object 17"/>
            <p:cNvSpPr/>
            <p:nvPr/>
          </p:nvSpPr>
          <p:spPr>
            <a:xfrm>
              <a:off x="8506206" y="1358646"/>
              <a:ext cx="469900" cy="424180"/>
            </a:xfrm>
            <a:custGeom>
              <a:avLst/>
              <a:gdLst/>
              <a:ahLst/>
              <a:cxnLst/>
              <a:rect l="l" t="t" r="r" b="b"/>
              <a:pathLst>
                <a:path w="469900" h="424180">
                  <a:moveTo>
                    <a:pt x="469392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469392" y="423672"/>
                  </a:lnTo>
                  <a:lnTo>
                    <a:pt x="469392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506206" y="1358646"/>
              <a:ext cx="469900" cy="424180"/>
            </a:xfrm>
            <a:custGeom>
              <a:avLst/>
              <a:gdLst/>
              <a:ahLst/>
              <a:cxnLst/>
              <a:rect l="l" t="t" r="r" b="b"/>
              <a:pathLst>
                <a:path w="469900" h="424180">
                  <a:moveTo>
                    <a:pt x="0" y="423672"/>
                  </a:moveTo>
                  <a:lnTo>
                    <a:pt x="469392" y="423672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632952" y="1389633"/>
            <a:ext cx="1498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785" dirty="0">
                <a:latin typeface="Cambria Math"/>
                <a:cs typeface="Cambria Math"/>
              </a:rPr>
              <a:t>𝐱</a:t>
            </a:r>
            <a:r>
              <a:rPr sz="2000" spc="80" dirty="0">
                <a:latin typeface="Cambria Math"/>
                <a:cs typeface="Cambria Math"/>
              </a:rPr>
              <a:t>˜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30532" y="1345628"/>
            <a:ext cx="494030" cy="450215"/>
            <a:chOff x="5530532" y="1345628"/>
            <a:chExt cx="494030" cy="450215"/>
          </a:xfrm>
        </p:grpSpPr>
        <p:sp>
          <p:nvSpPr>
            <p:cNvPr id="21" name="object 21"/>
            <p:cNvSpPr/>
            <p:nvPr/>
          </p:nvSpPr>
          <p:spPr>
            <a:xfrm>
              <a:off x="5543550" y="1358646"/>
              <a:ext cx="467995" cy="424180"/>
            </a:xfrm>
            <a:custGeom>
              <a:avLst/>
              <a:gdLst/>
              <a:ahLst/>
              <a:cxnLst/>
              <a:rect l="l" t="t" r="r" b="b"/>
              <a:pathLst>
                <a:path w="467995" h="424180">
                  <a:moveTo>
                    <a:pt x="467868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467868" y="423672"/>
                  </a:lnTo>
                  <a:lnTo>
                    <a:pt x="467868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43550" y="1358646"/>
              <a:ext cx="467995" cy="424180"/>
            </a:xfrm>
            <a:custGeom>
              <a:avLst/>
              <a:gdLst/>
              <a:ahLst/>
              <a:cxnLst/>
              <a:rect l="l" t="t" r="r" b="b"/>
              <a:pathLst>
                <a:path w="467995" h="424180">
                  <a:moveTo>
                    <a:pt x="0" y="423672"/>
                  </a:moveTo>
                  <a:lnTo>
                    <a:pt x="467868" y="423672"/>
                  </a:lnTo>
                  <a:lnTo>
                    <a:pt x="467868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714491" y="1388109"/>
            <a:ext cx="1270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Calibri"/>
                <a:cs typeface="Calibri"/>
              </a:rPr>
              <a:t>z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89540" y="1269428"/>
            <a:ext cx="1213485" cy="602615"/>
            <a:chOff x="3689540" y="1269428"/>
            <a:chExt cx="1213485" cy="602615"/>
          </a:xfrm>
        </p:grpSpPr>
        <p:sp>
          <p:nvSpPr>
            <p:cNvPr id="25" name="object 25"/>
            <p:cNvSpPr/>
            <p:nvPr/>
          </p:nvSpPr>
          <p:spPr>
            <a:xfrm>
              <a:off x="3702558" y="1282446"/>
              <a:ext cx="1187450" cy="576580"/>
            </a:xfrm>
            <a:custGeom>
              <a:avLst/>
              <a:gdLst/>
              <a:ahLst/>
              <a:cxnLst/>
              <a:rect l="l" t="t" r="r" b="b"/>
              <a:pathLst>
                <a:path w="1187450" h="576580">
                  <a:moveTo>
                    <a:pt x="1187196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1187196" y="576072"/>
                  </a:lnTo>
                  <a:lnTo>
                    <a:pt x="1187196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02558" y="1282446"/>
              <a:ext cx="1187450" cy="576580"/>
            </a:xfrm>
            <a:custGeom>
              <a:avLst/>
              <a:gdLst/>
              <a:ahLst/>
              <a:cxnLst/>
              <a:rect l="l" t="t" r="r" b="b"/>
              <a:pathLst>
                <a:path w="1187450" h="576580">
                  <a:moveTo>
                    <a:pt x="0" y="576072"/>
                  </a:moveTo>
                  <a:lnTo>
                    <a:pt x="1187196" y="576072"/>
                  </a:lnTo>
                  <a:lnTo>
                    <a:pt x="1187196" y="0"/>
                  </a:lnTo>
                  <a:lnTo>
                    <a:pt x="0" y="0"/>
                  </a:lnTo>
                  <a:lnTo>
                    <a:pt x="0" y="57607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53688" y="1388109"/>
            <a:ext cx="8826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Encoder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005327" y="1446275"/>
            <a:ext cx="5623560" cy="265430"/>
            <a:chOff x="3005327" y="1446275"/>
            <a:chExt cx="5623560" cy="265430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5327" y="1469135"/>
              <a:ext cx="818388" cy="24231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048761" y="1531619"/>
              <a:ext cx="653415" cy="78105"/>
            </a:xfrm>
            <a:custGeom>
              <a:avLst/>
              <a:gdLst/>
              <a:ahLst/>
              <a:cxnLst/>
              <a:rect l="l" t="t" r="r" b="b"/>
              <a:pathLst>
                <a:path w="653414" h="78105">
                  <a:moveTo>
                    <a:pt x="575690" y="0"/>
                  </a:moveTo>
                  <a:lnTo>
                    <a:pt x="575690" y="77724"/>
                  </a:lnTo>
                  <a:lnTo>
                    <a:pt x="627507" y="51815"/>
                  </a:lnTo>
                  <a:lnTo>
                    <a:pt x="588645" y="51815"/>
                  </a:lnTo>
                  <a:lnTo>
                    <a:pt x="588645" y="25907"/>
                  </a:lnTo>
                  <a:lnTo>
                    <a:pt x="627506" y="25907"/>
                  </a:lnTo>
                  <a:lnTo>
                    <a:pt x="575690" y="0"/>
                  </a:lnTo>
                  <a:close/>
                </a:path>
                <a:path w="653414" h="78105">
                  <a:moveTo>
                    <a:pt x="575690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575690" y="51815"/>
                  </a:lnTo>
                  <a:lnTo>
                    <a:pt x="575690" y="25907"/>
                  </a:lnTo>
                  <a:close/>
                </a:path>
                <a:path w="653414" h="78105">
                  <a:moveTo>
                    <a:pt x="627506" y="25907"/>
                  </a:moveTo>
                  <a:lnTo>
                    <a:pt x="588645" y="25907"/>
                  </a:lnTo>
                  <a:lnTo>
                    <a:pt x="588645" y="51815"/>
                  </a:lnTo>
                  <a:lnTo>
                    <a:pt x="627507" y="51815"/>
                  </a:lnTo>
                  <a:lnTo>
                    <a:pt x="653414" y="38862"/>
                  </a:lnTo>
                  <a:lnTo>
                    <a:pt x="627506" y="25907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0499" y="1446275"/>
              <a:ext cx="818388" cy="24231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853933" y="1508759"/>
              <a:ext cx="653415" cy="78105"/>
            </a:xfrm>
            <a:custGeom>
              <a:avLst/>
              <a:gdLst/>
              <a:ahLst/>
              <a:cxnLst/>
              <a:rect l="l" t="t" r="r" b="b"/>
              <a:pathLst>
                <a:path w="653415" h="78105">
                  <a:moveTo>
                    <a:pt x="575691" y="0"/>
                  </a:moveTo>
                  <a:lnTo>
                    <a:pt x="575691" y="77724"/>
                  </a:lnTo>
                  <a:lnTo>
                    <a:pt x="627507" y="51815"/>
                  </a:lnTo>
                  <a:lnTo>
                    <a:pt x="588645" y="51815"/>
                  </a:lnTo>
                  <a:lnTo>
                    <a:pt x="588645" y="25907"/>
                  </a:lnTo>
                  <a:lnTo>
                    <a:pt x="627506" y="25907"/>
                  </a:lnTo>
                  <a:lnTo>
                    <a:pt x="575691" y="0"/>
                  </a:lnTo>
                  <a:close/>
                </a:path>
                <a:path w="653415" h="78105">
                  <a:moveTo>
                    <a:pt x="575691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575691" y="51815"/>
                  </a:lnTo>
                  <a:lnTo>
                    <a:pt x="575691" y="25907"/>
                  </a:lnTo>
                  <a:close/>
                </a:path>
                <a:path w="653415" h="78105">
                  <a:moveTo>
                    <a:pt x="627506" y="25907"/>
                  </a:moveTo>
                  <a:lnTo>
                    <a:pt x="588645" y="25907"/>
                  </a:lnTo>
                  <a:lnTo>
                    <a:pt x="588645" y="51815"/>
                  </a:lnTo>
                  <a:lnTo>
                    <a:pt x="627507" y="51815"/>
                  </a:lnTo>
                  <a:lnTo>
                    <a:pt x="653415" y="38862"/>
                  </a:lnTo>
                  <a:lnTo>
                    <a:pt x="627506" y="25907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67983" y="1461515"/>
              <a:ext cx="818388" cy="24231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011417" y="1523999"/>
              <a:ext cx="653415" cy="78105"/>
            </a:xfrm>
            <a:custGeom>
              <a:avLst/>
              <a:gdLst/>
              <a:ahLst/>
              <a:cxnLst/>
              <a:rect l="l" t="t" r="r" b="b"/>
              <a:pathLst>
                <a:path w="653415" h="78105">
                  <a:moveTo>
                    <a:pt x="575690" y="0"/>
                  </a:moveTo>
                  <a:lnTo>
                    <a:pt x="575690" y="77724"/>
                  </a:lnTo>
                  <a:lnTo>
                    <a:pt x="627507" y="51815"/>
                  </a:lnTo>
                  <a:lnTo>
                    <a:pt x="588645" y="51815"/>
                  </a:lnTo>
                  <a:lnTo>
                    <a:pt x="588645" y="25908"/>
                  </a:lnTo>
                  <a:lnTo>
                    <a:pt x="627507" y="25908"/>
                  </a:lnTo>
                  <a:lnTo>
                    <a:pt x="575690" y="0"/>
                  </a:lnTo>
                  <a:close/>
                </a:path>
                <a:path w="653415" h="78105">
                  <a:moveTo>
                    <a:pt x="575690" y="25908"/>
                  </a:moveTo>
                  <a:lnTo>
                    <a:pt x="0" y="25908"/>
                  </a:lnTo>
                  <a:lnTo>
                    <a:pt x="0" y="51815"/>
                  </a:lnTo>
                  <a:lnTo>
                    <a:pt x="575690" y="51815"/>
                  </a:lnTo>
                  <a:lnTo>
                    <a:pt x="575690" y="25908"/>
                  </a:lnTo>
                  <a:close/>
                </a:path>
                <a:path w="653415" h="78105">
                  <a:moveTo>
                    <a:pt x="627507" y="25908"/>
                  </a:moveTo>
                  <a:lnTo>
                    <a:pt x="588645" y="25908"/>
                  </a:lnTo>
                  <a:lnTo>
                    <a:pt x="588645" y="51815"/>
                  </a:lnTo>
                  <a:lnTo>
                    <a:pt x="627507" y="51815"/>
                  </a:lnTo>
                  <a:lnTo>
                    <a:pt x="653414" y="38862"/>
                  </a:lnTo>
                  <a:lnTo>
                    <a:pt x="627507" y="2590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6320" y="1461515"/>
              <a:ext cx="818388" cy="24231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889754" y="1523999"/>
              <a:ext cx="653415" cy="78105"/>
            </a:xfrm>
            <a:custGeom>
              <a:avLst/>
              <a:gdLst/>
              <a:ahLst/>
              <a:cxnLst/>
              <a:rect l="l" t="t" r="r" b="b"/>
              <a:pathLst>
                <a:path w="653414" h="78105">
                  <a:moveTo>
                    <a:pt x="575691" y="0"/>
                  </a:moveTo>
                  <a:lnTo>
                    <a:pt x="575691" y="77724"/>
                  </a:lnTo>
                  <a:lnTo>
                    <a:pt x="627507" y="51815"/>
                  </a:lnTo>
                  <a:lnTo>
                    <a:pt x="588645" y="51815"/>
                  </a:lnTo>
                  <a:lnTo>
                    <a:pt x="588645" y="25908"/>
                  </a:lnTo>
                  <a:lnTo>
                    <a:pt x="627507" y="25908"/>
                  </a:lnTo>
                  <a:lnTo>
                    <a:pt x="575691" y="0"/>
                  </a:lnTo>
                  <a:close/>
                </a:path>
                <a:path w="653414" h="78105">
                  <a:moveTo>
                    <a:pt x="575691" y="25908"/>
                  </a:moveTo>
                  <a:lnTo>
                    <a:pt x="0" y="25908"/>
                  </a:lnTo>
                  <a:lnTo>
                    <a:pt x="0" y="51815"/>
                  </a:lnTo>
                  <a:lnTo>
                    <a:pt x="575691" y="51815"/>
                  </a:lnTo>
                  <a:lnTo>
                    <a:pt x="575691" y="25908"/>
                  </a:lnTo>
                  <a:close/>
                </a:path>
                <a:path w="653414" h="78105">
                  <a:moveTo>
                    <a:pt x="627507" y="25908"/>
                  </a:moveTo>
                  <a:lnTo>
                    <a:pt x="588645" y="25908"/>
                  </a:lnTo>
                  <a:lnTo>
                    <a:pt x="588645" y="51815"/>
                  </a:lnTo>
                  <a:lnTo>
                    <a:pt x="627507" y="51815"/>
                  </a:lnTo>
                  <a:lnTo>
                    <a:pt x="653415" y="38862"/>
                  </a:lnTo>
                  <a:lnTo>
                    <a:pt x="627507" y="2590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1696148" y="2737040"/>
            <a:ext cx="494030" cy="450215"/>
            <a:chOff x="1696148" y="2737040"/>
            <a:chExt cx="494030" cy="450215"/>
          </a:xfrm>
        </p:grpSpPr>
        <p:sp>
          <p:nvSpPr>
            <p:cNvPr id="38" name="object 38"/>
            <p:cNvSpPr/>
            <p:nvPr/>
          </p:nvSpPr>
          <p:spPr>
            <a:xfrm>
              <a:off x="1709165" y="2750057"/>
              <a:ext cx="467995" cy="424180"/>
            </a:xfrm>
            <a:custGeom>
              <a:avLst/>
              <a:gdLst/>
              <a:ahLst/>
              <a:cxnLst/>
              <a:rect l="l" t="t" r="r" b="b"/>
              <a:pathLst>
                <a:path w="467994" h="424180">
                  <a:moveTo>
                    <a:pt x="467868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467868" y="423672"/>
                  </a:lnTo>
                  <a:lnTo>
                    <a:pt x="467868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09165" y="2750057"/>
              <a:ext cx="467995" cy="424180"/>
            </a:xfrm>
            <a:custGeom>
              <a:avLst/>
              <a:gdLst/>
              <a:ahLst/>
              <a:cxnLst/>
              <a:rect l="l" t="t" r="r" b="b"/>
              <a:pathLst>
                <a:path w="467994" h="424180">
                  <a:moveTo>
                    <a:pt x="0" y="423672"/>
                  </a:moveTo>
                  <a:lnTo>
                    <a:pt x="467868" y="423672"/>
                  </a:lnTo>
                  <a:lnTo>
                    <a:pt x="467868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709166" y="2750057"/>
            <a:ext cx="467995" cy="42418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2000" b="1" spc="-50" dirty="0">
                <a:latin typeface="Calibri"/>
                <a:cs typeface="Calibri"/>
              </a:rPr>
              <a:t>z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837624" y="2624264"/>
            <a:ext cx="1301750" cy="602615"/>
            <a:chOff x="2837624" y="2624264"/>
            <a:chExt cx="1301750" cy="602615"/>
          </a:xfrm>
        </p:grpSpPr>
        <p:sp>
          <p:nvSpPr>
            <p:cNvPr id="42" name="object 42"/>
            <p:cNvSpPr/>
            <p:nvPr/>
          </p:nvSpPr>
          <p:spPr>
            <a:xfrm>
              <a:off x="2850641" y="2637281"/>
              <a:ext cx="1275715" cy="576580"/>
            </a:xfrm>
            <a:custGeom>
              <a:avLst/>
              <a:gdLst/>
              <a:ahLst/>
              <a:cxnLst/>
              <a:rect l="l" t="t" r="r" b="b"/>
              <a:pathLst>
                <a:path w="1275714" h="576580">
                  <a:moveTo>
                    <a:pt x="1275587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1275587" y="576072"/>
                  </a:lnTo>
                  <a:lnTo>
                    <a:pt x="1275587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50641" y="2637281"/>
              <a:ext cx="1275715" cy="576580"/>
            </a:xfrm>
            <a:custGeom>
              <a:avLst/>
              <a:gdLst/>
              <a:ahLst/>
              <a:cxnLst/>
              <a:rect l="l" t="t" r="r" b="b"/>
              <a:pathLst>
                <a:path w="1275714" h="576580">
                  <a:moveTo>
                    <a:pt x="0" y="576072"/>
                  </a:moveTo>
                  <a:lnTo>
                    <a:pt x="1275587" y="576072"/>
                  </a:lnTo>
                  <a:lnTo>
                    <a:pt x="1275587" y="0"/>
                  </a:lnTo>
                  <a:lnTo>
                    <a:pt x="0" y="0"/>
                  </a:lnTo>
                  <a:lnTo>
                    <a:pt x="0" y="57607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938017" y="2743581"/>
            <a:ext cx="1097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Generator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153411" y="2700464"/>
            <a:ext cx="3045460" cy="450215"/>
            <a:chOff x="2153411" y="2700464"/>
            <a:chExt cx="3045460" cy="450215"/>
          </a:xfrm>
        </p:grpSpPr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3411" y="2823971"/>
              <a:ext cx="818388" cy="24231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196845" y="2886455"/>
              <a:ext cx="653415" cy="78105"/>
            </a:xfrm>
            <a:custGeom>
              <a:avLst/>
              <a:gdLst/>
              <a:ahLst/>
              <a:cxnLst/>
              <a:rect l="l" t="t" r="r" b="b"/>
              <a:pathLst>
                <a:path w="653414" h="78105">
                  <a:moveTo>
                    <a:pt x="575691" y="0"/>
                  </a:moveTo>
                  <a:lnTo>
                    <a:pt x="575691" y="77724"/>
                  </a:lnTo>
                  <a:lnTo>
                    <a:pt x="627506" y="51816"/>
                  </a:lnTo>
                  <a:lnTo>
                    <a:pt x="588645" y="51816"/>
                  </a:lnTo>
                  <a:lnTo>
                    <a:pt x="588645" y="25908"/>
                  </a:lnTo>
                  <a:lnTo>
                    <a:pt x="627507" y="25908"/>
                  </a:lnTo>
                  <a:lnTo>
                    <a:pt x="575691" y="0"/>
                  </a:lnTo>
                  <a:close/>
                </a:path>
                <a:path w="653414" h="78105">
                  <a:moveTo>
                    <a:pt x="575691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575691" y="51816"/>
                  </a:lnTo>
                  <a:lnTo>
                    <a:pt x="575691" y="25908"/>
                  </a:lnTo>
                  <a:close/>
                </a:path>
                <a:path w="653414" h="78105">
                  <a:moveTo>
                    <a:pt x="627507" y="25908"/>
                  </a:moveTo>
                  <a:lnTo>
                    <a:pt x="588645" y="25908"/>
                  </a:lnTo>
                  <a:lnTo>
                    <a:pt x="588645" y="51816"/>
                  </a:lnTo>
                  <a:lnTo>
                    <a:pt x="627506" y="51816"/>
                  </a:lnTo>
                  <a:lnTo>
                    <a:pt x="653415" y="38862"/>
                  </a:lnTo>
                  <a:lnTo>
                    <a:pt x="627507" y="2590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17541" y="2713481"/>
              <a:ext cx="467995" cy="424180"/>
            </a:xfrm>
            <a:custGeom>
              <a:avLst/>
              <a:gdLst/>
              <a:ahLst/>
              <a:cxnLst/>
              <a:rect l="l" t="t" r="r" b="b"/>
              <a:pathLst>
                <a:path w="467995" h="424180">
                  <a:moveTo>
                    <a:pt x="467867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467867" y="423672"/>
                  </a:lnTo>
                  <a:lnTo>
                    <a:pt x="467867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717541" y="2713481"/>
              <a:ext cx="467995" cy="424180"/>
            </a:xfrm>
            <a:custGeom>
              <a:avLst/>
              <a:gdLst/>
              <a:ahLst/>
              <a:cxnLst/>
              <a:rect l="l" t="t" r="r" b="b"/>
              <a:pathLst>
                <a:path w="467995" h="424180">
                  <a:moveTo>
                    <a:pt x="0" y="423672"/>
                  </a:moveTo>
                  <a:lnTo>
                    <a:pt x="467867" y="423672"/>
                  </a:lnTo>
                  <a:lnTo>
                    <a:pt x="467867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25907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843398" y="2745105"/>
            <a:ext cx="1498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785" dirty="0">
                <a:latin typeface="Cambria Math"/>
                <a:cs typeface="Cambria Math"/>
              </a:rPr>
              <a:t>𝐱</a:t>
            </a:r>
            <a:r>
              <a:rPr sz="2000" spc="80" dirty="0">
                <a:latin typeface="Cambria Math"/>
                <a:cs typeface="Cambria Math"/>
              </a:rPr>
              <a:t>˜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082796" y="2823972"/>
            <a:ext cx="1115695" cy="1148080"/>
            <a:chOff x="4082796" y="2823972"/>
            <a:chExt cx="1115695" cy="1148080"/>
          </a:xfrm>
        </p:grpSpPr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82796" y="2823972"/>
              <a:ext cx="754379" cy="24231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126230" y="2886456"/>
              <a:ext cx="590550" cy="78105"/>
            </a:xfrm>
            <a:custGeom>
              <a:avLst/>
              <a:gdLst/>
              <a:ahLst/>
              <a:cxnLst/>
              <a:rect l="l" t="t" r="r" b="b"/>
              <a:pathLst>
                <a:path w="590550" h="78105">
                  <a:moveTo>
                    <a:pt x="512699" y="0"/>
                  </a:moveTo>
                  <a:lnTo>
                    <a:pt x="512699" y="77724"/>
                  </a:lnTo>
                  <a:lnTo>
                    <a:pt x="564514" y="51816"/>
                  </a:lnTo>
                  <a:lnTo>
                    <a:pt x="525653" y="51816"/>
                  </a:lnTo>
                  <a:lnTo>
                    <a:pt x="525653" y="25908"/>
                  </a:lnTo>
                  <a:lnTo>
                    <a:pt x="564515" y="25908"/>
                  </a:lnTo>
                  <a:lnTo>
                    <a:pt x="512699" y="0"/>
                  </a:lnTo>
                  <a:close/>
                </a:path>
                <a:path w="590550" h="78105">
                  <a:moveTo>
                    <a:pt x="512699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512699" y="51816"/>
                  </a:lnTo>
                  <a:lnTo>
                    <a:pt x="512699" y="25908"/>
                  </a:lnTo>
                  <a:close/>
                </a:path>
                <a:path w="590550" h="78105">
                  <a:moveTo>
                    <a:pt x="564515" y="25908"/>
                  </a:moveTo>
                  <a:lnTo>
                    <a:pt x="525653" y="25908"/>
                  </a:lnTo>
                  <a:lnTo>
                    <a:pt x="525653" y="51816"/>
                  </a:lnTo>
                  <a:lnTo>
                    <a:pt x="564514" y="51816"/>
                  </a:lnTo>
                  <a:lnTo>
                    <a:pt x="590423" y="38862"/>
                  </a:lnTo>
                  <a:lnTo>
                    <a:pt x="564515" y="2590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717542" y="3534918"/>
              <a:ext cx="467995" cy="424180"/>
            </a:xfrm>
            <a:custGeom>
              <a:avLst/>
              <a:gdLst/>
              <a:ahLst/>
              <a:cxnLst/>
              <a:rect l="l" t="t" r="r" b="b"/>
              <a:pathLst>
                <a:path w="467995" h="424179">
                  <a:moveTo>
                    <a:pt x="467867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467867" y="423672"/>
                  </a:lnTo>
                  <a:lnTo>
                    <a:pt x="467867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17542" y="3534918"/>
              <a:ext cx="467995" cy="424180"/>
            </a:xfrm>
            <a:custGeom>
              <a:avLst/>
              <a:gdLst/>
              <a:ahLst/>
              <a:cxnLst/>
              <a:rect l="l" t="t" r="r" b="b"/>
              <a:pathLst>
                <a:path w="467995" h="424179">
                  <a:moveTo>
                    <a:pt x="0" y="423672"/>
                  </a:moveTo>
                  <a:lnTo>
                    <a:pt x="467867" y="423672"/>
                  </a:lnTo>
                  <a:lnTo>
                    <a:pt x="467867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25907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717541" y="3534917"/>
            <a:ext cx="467995" cy="42418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2000" b="1" spc="-50" dirty="0">
                <a:latin typeface="Calibri"/>
                <a:cs typeface="Calibri"/>
              </a:rPr>
              <a:t>x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765228" y="2958020"/>
            <a:ext cx="1598930" cy="602615"/>
            <a:chOff x="5765228" y="2958020"/>
            <a:chExt cx="1598930" cy="602615"/>
          </a:xfrm>
        </p:grpSpPr>
        <p:sp>
          <p:nvSpPr>
            <p:cNvPr id="58" name="object 58"/>
            <p:cNvSpPr/>
            <p:nvPr/>
          </p:nvSpPr>
          <p:spPr>
            <a:xfrm>
              <a:off x="5778245" y="2971037"/>
              <a:ext cx="1572895" cy="576580"/>
            </a:xfrm>
            <a:custGeom>
              <a:avLst/>
              <a:gdLst/>
              <a:ahLst/>
              <a:cxnLst/>
              <a:rect l="l" t="t" r="r" b="b"/>
              <a:pathLst>
                <a:path w="1572895" h="576579">
                  <a:moveTo>
                    <a:pt x="1572768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1572768" y="576072"/>
                  </a:lnTo>
                  <a:lnTo>
                    <a:pt x="1572768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778245" y="2971037"/>
              <a:ext cx="1572895" cy="576580"/>
            </a:xfrm>
            <a:custGeom>
              <a:avLst/>
              <a:gdLst/>
              <a:ahLst/>
              <a:cxnLst/>
              <a:rect l="l" t="t" r="r" b="b"/>
              <a:pathLst>
                <a:path w="1572895" h="576579">
                  <a:moveTo>
                    <a:pt x="0" y="576072"/>
                  </a:moveTo>
                  <a:lnTo>
                    <a:pt x="1572768" y="576072"/>
                  </a:lnTo>
                  <a:lnTo>
                    <a:pt x="1572768" y="0"/>
                  </a:lnTo>
                  <a:lnTo>
                    <a:pt x="0" y="0"/>
                  </a:lnTo>
                  <a:lnTo>
                    <a:pt x="0" y="57607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911722" y="3093465"/>
            <a:ext cx="1306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Discriminator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5152644" y="2843783"/>
            <a:ext cx="3366770" cy="890269"/>
            <a:chOff x="5152644" y="2843783"/>
            <a:chExt cx="3366770" cy="890269"/>
          </a:xfrm>
        </p:grpSpPr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2644" y="2843783"/>
              <a:ext cx="746760" cy="55626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195062" y="2865754"/>
              <a:ext cx="582930" cy="393065"/>
            </a:xfrm>
            <a:custGeom>
              <a:avLst/>
              <a:gdLst/>
              <a:ahLst/>
              <a:cxnLst/>
              <a:rect l="l" t="t" r="r" b="b"/>
              <a:pathLst>
                <a:path w="582929" h="393064">
                  <a:moveTo>
                    <a:pt x="510944" y="360644"/>
                  </a:moveTo>
                  <a:lnTo>
                    <a:pt x="496697" y="382143"/>
                  </a:lnTo>
                  <a:lnTo>
                    <a:pt x="582929" y="392811"/>
                  </a:lnTo>
                  <a:lnTo>
                    <a:pt x="568567" y="367792"/>
                  </a:lnTo>
                  <a:lnTo>
                    <a:pt x="521715" y="367792"/>
                  </a:lnTo>
                  <a:lnTo>
                    <a:pt x="510944" y="360644"/>
                  </a:lnTo>
                  <a:close/>
                </a:path>
                <a:path w="582929" h="393064">
                  <a:moveTo>
                    <a:pt x="525265" y="339036"/>
                  </a:moveTo>
                  <a:lnTo>
                    <a:pt x="510944" y="360644"/>
                  </a:lnTo>
                  <a:lnTo>
                    <a:pt x="521715" y="367792"/>
                  </a:lnTo>
                  <a:lnTo>
                    <a:pt x="536066" y="346202"/>
                  </a:lnTo>
                  <a:lnTo>
                    <a:pt x="525265" y="339036"/>
                  </a:lnTo>
                  <a:close/>
                </a:path>
                <a:path w="582929" h="393064">
                  <a:moveTo>
                    <a:pt x="539623" y="317373"/>
                  </a:moveTo>
                  <a:lnTo>
                    <a:pt x="525265" y="339036"/>
                  </a:lnTo>
                  <a:lnTo>
                    <a:pt x="536066" y="346202"/>
                  </a:lnTo>
                  <a:lnTo>
                    <a:pt x="521715" y="367792"/>
                  </a:lnTo>
                  <a:lnTo>
                    <a:pt x="568567" y="367792"/>
                  </a:lnTo>
                  <a:lnTo>
                    <a:pt x="539623" y="317373"/>
                  </a:lnTo>
                  <a:close/>
                </a:path>
                <a:path w="582929" h="393064">
                  <a:moveTo>
                    <a:pt x="14224" y="0"/>
                  </a:moveTo>
                  <a:lnTo>
                    <a:pt x="0" y="21590"/>
                  </a:lnTo>
                  <a:lnTo>
                    <a:pt x="510944" y="360644"/>
                  </a:lnTo>
                  <a:lnTo>
                    <a:pt x="525265" y="339036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54168" y="3264407"/>
              <a:ext cx="745236" cy="469391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5196332" y="3365753"/>
              <a:ext cx="581660" cy="305435"/>
            </a:xfrm>
            <a:custGeom>
              <a:avLst/>
              <a:gdLst/>
              <a:ahLst/>
              <a:cxnLst/>
              <a:rect l="l" t="t" r="r" b="b"/>
              <a:pathLst>
                <a:path w="581660" h="305435">
                  <a:moveTo>
                    <a:pt x="506533" y="23779"/>
                  </a:moveTo>
                  <a:lnTo>
                    <a:pt x="0" y="282448"/>
                  </a:lnTo>
                  <a:lnTo>
                    <a:pt x="11683" y="305435"/>
                  </a:lnTo>
                  <a:lnTo>
                    <a:pt x="518325" y="46898"/>
                  </a:lnTo>
                  <a:lnTo>
                    <a:pt x="506533" y="23779"/>
                  </a:lnTo>
                  <a:close/>
                </a:path>
                <a:path w="581660" h="305435">
                  <a:moveTo>
                    <a:pt x="568465" y="17907"/>
                  </a:moveTo>
                  <a:lnTo>
                    <a:pt x="518032" y="17907"/>
                  </a:lnTo>
                  <a:lnTo>
                    <a:pt x="529843" y="41021"/>
                  </a:lnTo>
                  <a:lnTo>
                    <a:pt x="518325" y="46898"/>
                  </a:lnTo>
                  <a:lnTo>
                    <a:pt x="530097" y="69976"/>
                  </a:lnTo>
                  <a:lnTo>
                    <a:pt x="568465" y="17907"/>
                  </a:lnTo>
                  <a:close/>
                </a:path>
                <a:path w="581660" h="305435">
                  <a:moveTo>
                    <a:pt x="518032" y="17907"/>
                  </a:moveTo>
                  <a:lnTo>
                    <a:pt x="506533" y="23779"/>
                  </a:lnTo>
                  <a:lnTo>
                    <a:pt x="518325" y="46898"/>
                  </a:lnTo>
                  <a:lnTo>
                    <a:pt x="529843" y="41021"/>
                  </a:lnTo>
                  <a:lnTo>
                    <a:pt x="518032" y="17907"/>
                  </a:lnTo>
                  <a:close/>
                </a:path>
                <a:path w="581660" h="305435">
                  <a:moveTo>
                    <a:pt x="581659" y="0"/>
                  </a:moveTo>
                  <a:lnTo>
                    <a:pt x="494791" y="762"/>
                  </a:lnTo>
                  <a:lnTo>
                    <a:pt x="506533" y="23779"/>
                  </a:lnTo>
                  <a:lnTo>
                    <a:pt x="518032" y="17907"/>
                  </a:lnTo>
                  <a:lnTo>
                    <a:pt x="568465" y="17907"/>
                  </a:lnTo>
                  <a:lnTo>
                    <a:pt x="58165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07579" y="3157727"/>
              <a:ext cx="1211579" cy="242315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7351014" y="3220211"/>
              <a:ext cx="1047115" cy="78105"/>
            </a:xfrm>
            <a:custGeom>
              <a:avLst/>
              <a:gdLst/>
              <a:ahLst/>
              <a:cxnLst/>
              <a:rect l="l" t="t" r="r" b="b"/>
              <a:pathLst>
                <a:path w="1047115" h="78104">
                  <a:moveTo>
                    <a:pt x="969263" y="0"/>
                  </a:moveTo>
                  <a:lnTo>
                    <a:pt x="969263" y="77724"/>
                  </a:lnTo>
                  <a:lnTo>
                    <a:pt x="1021079" y="51815"/>
                  </a:lnTo>
                  <a:lnTo>
                    <a:pt x="982217" y="51815"/>
                  </a:lnTo>
                  <a:lnTo>
                    <a:pt x="982217" y="25908"/>
                  </a:lnTo>
                  <a:lnTo>
                    <a:pt x="1021079" y="25908"/>
                  </a:lnTo>
                  <a:lnTo>
                    <a:pt x="969263" y="0"/>
                  </a:lnTo>
                  <a:close/>
                </a:path>
                <a:path w="1047115" h="78104">
                  <a:moveTo>
                    <a:pt x="969263" y="25908"/>
                  </a:moveTo>
                  <a:lnTo>
                    <a:pt x="0" y="25908"/>
                  </a:lnTo>
                  <a:lnTo>
                    <a:pt x="0" y="51815"/>
                  </a:lnTo>
                  <a:lnTo>
                    <a:pt x="969263" y="51815"/>
                  </a:lnTo>
                  <a:lnTo>
                    <a:pt x="969263" y="25908"/>
                  </a:lnTo>
                  <a:close/>
                </a:path>
                <a:path w="1047115" h="78104">
                  <a:moveTo>
                    <a:pt x="1021079" y="25908"/>
                  </a:moveTo>
                  <a:lnTo>
                    <a:pt x="982217" y="25908"/>
                  </a:lnTo>
                  <a:lnTo>
                    <a:pt x="982217" y="51815"/>
                  </a:lnTo>
                  <a:lnTo>
                    <a:pt x="1021079" y="51815"/>
                  </a:lnTo>
                  <a:lnTo>
                    <a:pt x="1046987" y="38862"/>
                  </a:lnTo>
                  <a:lnTo>
                    <a:pt x="1021079" y="2590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437246" y="2794253"/>
            <a:ext cx="1229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Fake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or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real?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9" name="object 69"/>
          <p:cNvSpPr txBox="1"/>
          <p:nvPr/>
        </p:nvSpPr>
        <p:spPr>
          <a:xfrm>
            <a:off x="8398002" y="3137154"/>
            <a:ext cx="638810" cy="353695"/>
          </a:xfrm>
          <a:prstGeom prst="rect">
            <a:avLst/>
          </a:prstGeom>
          <a:solidFill>
            <a:srgbClr val="B7DEE8"/>
          </a:solidFill>
          <a:ln w="25907">
            <a:solidFill>
              <a:srgbClr val="385D89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65"/>
              </a:spcBef>
            </a:pPr>
            <a:r>
              <a:rPr sz="2000" b="1" spc="-20" dirty="0">
                <a:latin typeface="Calibri"/>
                <a:cs typeface="Calibri"/>
              </a:rPr>
              <a:t>Loss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99232" y="254507"/>
            <a:ext cx="4255135" cy="902335"/>
            <a:chOff x="2999232" y="254507"/>
            <a:chExt cx="4255135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9232" y="254507"/>
              <a:ext cx="1441703" cy="9022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4488" y="254507"/>
              <a:ext cx="633983" cy="9022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02024" y="254507"/>
              <a:ext cx="1784604" cy="9022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0180" y="254507"/>
              <a:ext cx="2004060" cy="90220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0525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GAN’s</a:t>
            </a:r>
            <a:r>
              <a:rPr spc="-16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7983" y="2311623"/>
            <a:ext cx="7396210" cy="358868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31890" y="3018231"/>
            <a:ext cx="13074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Discriminator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02429" y="4532121"/>
            <a:ext cx="102679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Generated </a:t>
            </a:r>
            <a:r>
              <a:rPr sz="1800" b="1" spc="-20" dirty="0">
                <a:latin typeface="Calibri"/>
                <a:cs typeface="Calibri"/>
              </a:rPr>
              <a:t>fake </a:t>
            </a:r>
            <a:r>
              <a:rPr sz="1800" b="1" spc="-10" dirty="0">
                <a:latin typeface="Calibri"/>
                <a:cs typeface="Calibri"/>
              </a:rPr>
              <a:t>samples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79845" y="5628538"/>
            <a:ext cx="1701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Fine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tune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training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1798" y="3149346"/>
            <a:ext cx="1214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Latent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space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46730" y="5813552"/>
            <a:ext cx="561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Noise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73416" y="3518661"/>
            <a:ext cx="798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336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D </a:t>
            </a:r>
            <a:r>
              <a:rPr sz="1800" b="1" spc="-10" dirty="0">
                <a:latin typeface="Calibri"/>
                <a:cs typeface="Calibri"/>
              </a:rPr>
              <a:t>correct?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65094" y="3697351"/>
            <a:ext cx="993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Generator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40307" y="1275333"/>
            <a:ext cx="2741930" cy="975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spc="-10" dirty="0">
                <a:latin typeface="Calibri"/>
                <a:cs typeface="Calibri"/>
              </a:rPr>
              <a:t>Overview: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000">
              <a:latin typeface="Calibri"/>
              <a:cs typeface="Calibri"/>
            </a:endParaRPr>
          </a:p>
          <a:p>
            <a:pPr marL="1491615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libri"/>
                <a:cs typeface="Calibri"/>
              </a:rPr>
              <a:t>Real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samples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5615" y="254507"/>
            <a:ext cx="2682239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92020">
              <a:lnSpc>
                <a:spcPct val="100000"/>
              </a:lnSpc>
              <a:spcBef>
                <a:spcPts val="105"/>
              </a:spcBef>
            </a:pPr>
            <a:r>
              <a:rPr dirty="0"/>
              <a:t>Using</a:t>
            </a:r>
            <a:r>
              <a:rPr spc="-25" dirty="0"/>
              <a:t> GAN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344" y="1292732"/>
            <a:ext cx="259334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2275" indent="-40957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22275" algn="l"/>
              </a:tabLst>
            </a:pPr>
            <a:r>
              <a:rPr sz="2300" dirty="0">
                <a:latin typeface="Calibri"/>
                <a:cs typeface="Calibri"/>
              </a:rPr>
              <a:t>Image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generation: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3519" y="1917192"/>
            <a:ext cx="7235952" cy="39258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5615" y="254507"/>
            <a:ext cx="2682239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92020">
              <a:lnSpc>
                <a:spcPct val="100000"/>
              </a:lnSpc>
              <a:spcBef>
                <a:spcPts val="105"/>
              </a:spcBef>
            </a:pPr>
            <a:r>
              <a:rPr dirty="0"/>
              <a:t>Using</a:t>
            </a:r>
            <a:r>
              <a:rPr spc="-25" dirty="0"/>
              <a:t> GAN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344" y="1292732"/>
            <a:ext cx="264287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Data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manipulation: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0779" y="1845564"/>
            <a:ext cx="5361432" cy="428853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97835" y="254507"/>
            <a:ext cx="5257800" cy="902335"/>
            <a:chOff x="2497835" y="254507"/>
            <a:chExt cx="525780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7835" y="254507"/>
              <a:ext cx="2500883" cy="9022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6759" y="254507"/>
              <a:ext cx="3198876" cy="9022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4240">
              <a:lnSpc>
                <a:spcPct val="100000"/>
              </a:lnSpc>
              <a:spcBef>
                <a:spcPts val="105"/>
              </a:spcBef>
            </a:pPr>
            <a:r>
              <a:rPr dirty="0"/>
              <a:t>Denoising</a:t>
            </a:r>
            <a:r>
              <a:rPr spc="-160" dirty="0"/>
              <a:t> </a:t>
            </a:r>
            <a:r>
              <a:rPr dirty="0"/>
              <a:t>Auto</a:t>
            </a:r>
            <a:r>
              <a:rPr spc="-30" dirty="0"/>
              <a:t> </a:t>
            </a:r>
            <a:r>
              <a:rPr spc="-10" dirty="0"/>
              <a:t>Encoder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82344" y="1292732"/>
            <a:ext cx="714692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libri"/>
                <a:cs typeface="Calibri"/>
              </a:rPr>
              <a:t>Add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noise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input,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recover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original.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3772" y="2112264"/>
            <a:ext cx="7812023" cy="376428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97835" y="254507"/>
            <a:ext cx="5257800" cy="902335"/>
            <a:chOff x="2497835" y="254507"/>
            <a:chExt cx="525780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7835" y="254507"/>
              <a:ext cx="2500883" cy="9022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6759" y="254507"/>
              <a:ext cx="3198876" cy="9022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4240">
              <a:lnSpc>
                <a:spcPct val="100000"/>
              </a:lnSpc>
              <a:spcBef>
                <a:spcPts val="105"/>
              </a:spcBef>
            </a:pPr>
            <a:r>
              <a:rPr dirty="0"/>
              <a:t>Denoising</a:t>
            </a:r>
            <a:r>
              <a:rPr spc="-160" dirty="0"/>
              <a:t> </a:t>
            </a:r>
            <a:r>
              <a:rPr dirty="0"/>
              <a:t>Auto</a:t>
            </a:r>
            <a:r>
              <a:rPr spc="-30" dirty="0"/>
              <a:t> </a:t>
            </a:r>
            <a:r>
              <a:rPr spc="-10" dirty="0"/>
              <a:t>Encoder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821116" y="5257736"/>
            <a:ext cx="2042795" cy="530860"/>
            <a:chOff x="1821116" y="5257736"/>
            <a:chExt cx="2042795" cy="530860"/>
          </a:xfrm>
        </p:grpSpPr>
        <p:sp>
          <p:nvSpPr>
            <p:cNvPr id="8" name="object 8"/>
            <p:cNvSpPr/>
            <p:nvPr/>
          </p:nvSpPr>
          <p:spPr>
            <a:xfrm>
              <a:off x="1834134" y="5270753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60" h="504825">
                  <a:moveTo>
                    <a:pt x="2016251" y="0"/>
                  </a:moveTo>
                  <a:lnTo>
                    <a:pt x="0" y="0"/>
                  </a:lnTo>
                  <a:lnTo>
                    <a:pt x="0" y="504444"/>
                  </a:lnTo>
                  <a:lnTo>
                    <a:pt x="2016251" y="504444"/>
                  </a:lnTo>
                  <a:lnTo>
                    <a:pt x="2016251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134" y="5270753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60" h="504825">
                  <a:moveTo>
                    <a:pt x="0" y="504444"/>
                  </a:moveTo>
                  <a:lnTo>
                    <a:pt x="2016251" y="504444"/>
                  </a:lnTo>
                  <a:lnTo>
                    <a:pt x="2016251" y="0"/>
                  </a:lnTo>
                  <a:lnTo>
                    <a:pt x="0" y="0"/>
                  </a:lnTo>
                  <a:lnTo>
                    <a:pt x="0" y="50444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43936" y="5341416"/>
            <a:ext cx="593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Input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21116" y="1552892"/>
            <a:ext cx="2042795" cy="530860"/>
            <a:chOff x="1821116" y="1552892"/>
            <a:chExt cx="2042795" cy="530860"/>
          </a:xfrm>
        </p:grpSpPr>
        <p:sp>
          <p:nvSpPr>
            <p:cNvPr id="12" name="object 12"/>
            <p:cNvSpPr/>
            <p:nvPr/>
          </p:nvSpPr>
          <p:spPr>
            <a:xfrm>
              <a:off x="1834134" y="1565910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60" h="504825">
                  <a:moveTo>
                    <a:pt x="2016251" y="0"/>
                  </a:moveTo>
                  <a:lnTo>
                    <a:pt x="0" y="0"/>
                  </a:lnTo>
                  <a:lnTo>
                    <a:pt x="0" y="504444"/>
                  </a:lnTo>
                  <a:lnTo>
                    <a:pt x="2016251" y="504444"/>
                  </a:lnTo>
                  <a:lnTo>
                    <a:pt x="2016251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34134" y="1565910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60" h="504825">
                  <a:moveTo>
                    <a:pt x="0" y="504444"/>
                  </a:moveTo>
                  <a:lnTo>
                    <a:pt x="2016251" y="504444"/>
                  </a:lnTo>
                  <a:lnTo>
                    <a:pt x="2016251" y="0"/>
                  </a:lnTo>
                  <a:lnTo>
                    <a:pt x="0" y="0"/>
                  </a:lnTo>
                  <a:lnTo>
                    <a:pt x="0" y="50444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47088" y="1635632"/>
            <a:ext cx="1990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21116" y="2317940"/>
            <a:ext cx="2042795" cy="530860"/>
            <a:chOff x="1821116" y="2317940"/>
            <a:chExt cx="2042795" cy="530860"/>
          </a:xfrm>
        </p:grpSpPr>
        <p:sp>
          <p:nvSpPr>
            <p:cNvPr id="16" name="object 16"/>
            <p:cNvSpPr/>
            <p:nvPr/>
          </p:nvSpPr>
          <p:spPr>
            <a:xfrm>
              <a:off x="1834134" y="2330957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60" h="504825">
                  <a:moveTo>
                    <a:pt x="2016251" y="0"/>
                  </a:moveTo>
                  <a:lnTo>
                    <a:pt x="0" y="0"/>
                  </a:lnTo>
                  <a:lnTo>
                    <a:pt x="0" y="504444"/>
                  </a:lnTo>
                  <a:lnTo>
                    <a:pt x="2016251" y="504444"/>
                  </a:lnTo>
                  <a:lnTo>
                    <a:pt x="2016251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34134" y="2330957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60" h="504825">
                  <a:moveTo>
                    <a:pt x="0" y="504444"/>
                  </a:moveTo>
                  <a:lnTo>
                    <a:pt x="2016251" y="504444"/>
                  </a:lnTo>
                  <a:lnTo>
                    <a:pt x="2016251" y="0"/>
                  </a:lnTo>
                  <a:lnTo>
                    <a:pt x="0" y="0"/>
                  </a:lnTo>
                  <a:lnTo>
                    <a:pt x="0" y="50444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847088" y="2401316"/>
            <a:ext cx="1990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06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Hidden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21116" y="3067748"/>
            <a:ext cx="2042795" cy="530860"/>
            <a:chOff x="1821116" y="3067748"/>
            <a:chExt cx="2042795" cy="530860"/>
          </a:xfrm>
        </p:grpSpPr>
        <p:sp>
          <p:nvSpPr>
            <p:cNvPr id="20" name="object 20"/>
            <p:cNvSpPr/>
            <p:nvPr/>
          </p:nvSpPr>
          <p:spPr>
            <a:xfrm>
              <a:off x="1834134" y="3080765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60" h="504825">
                  <a:moveTo>
                    <a:pt x="2016251" y="0"/>
                  </a:moveTo>
                  <a:lnTo>
                    <a:pt x="0" y="0"/>
                  </a:lnTo>
                  <a:lnTo>
                    <a:pt x="0" y="504443"/>
                  </a:lnTo>
                  <a:lnTo>
                    <a:pt x="2016251" y="504443"/>
                  </a:lnTo>
                  <a:lnTo>
                    <a:pt x="2016251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4134" y="3080765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60" h="504825">
                  <a:moveTo>
                    <a:pt x="0" y="504443"/>
                  </a:moveTo>
                  <a:lnTo>
                    <a:pt x="2016251" y="504443"/>
                  </a:lnTo>
                  <a:lnTo>
                    <a:pt x="2016251" y="0"/>
                  </a:lnTo>
                  <a:lnTo>
                    <a:pt x="0" y="0"/>
                  </a:lnTo>
                  <a:lnTo>
                    <a:pt x="0" y="504443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847088" y="3150819"/>
            <a:ext cx="19907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06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Hidden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21116" y="3803840"/>
            <a:ext cx="2042795" cy="530860"/>
            <a:chOff x="1821116" y="3803840"/>
            <a:chExt cx="2042795" cy="530860"/>
          </a:xfrm>
        </p:grpSpPr>
        <p:sp>
          <p:nvSpPr>
            <p:cNvPr id="24" name="object 24"/>
            <p:cNvSpPr/>
            <p:nvPr/>
          </p:nvSpPr>
          <p:spPr>
            <a:xfrm>
              <a:off x="1834134" y="3816858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60" h="504825">
                  <a:moveTo>
                    <a:pt x="2016251" y="0"/>
                  </a:moveTo>
                  <a:lnTo>
                    <a:pt x="0" y="0"/>
                  </a:lnTo>
                  <a:lnTo>
                    <a:pt x="0" y="504444"/>
                  </a:lnTo>
                  <a:lnTo>
                    <a:pt x="2016251" y="504444"/>
                  </a:lnTo>
                  <a:lnTo>
                    <a:pt x="2016251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34134" y="3816858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60" h="504825">
                  <a:moveTo>
                    <a:pt x="0" y="504444"/>
                  </a:moveTo>
                  <a:lnTo>
                    <a:pt x="2016251" y="504444"/>
                  </a:lnTo>
                  <a:lnTo>
                    <a:pt x="2016251" y="0"/>
                  </a:lnTo>
                  <a:lnTo>
                    <a:pt x="0" y="0"/>
                  </a:lnTo>
                  <a:lnTo>
                    <a:pt x="0" y="50444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847088" y="3887470"/>
            <a:ext cx="1990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06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Hidden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577020" y="4527740"/>
            <a:ext cx="530860" cy="457834"/>
            <a:chOff x="2577020" y="4527740"/>
            <a:chExt cx="530860" cy="457834"/>
          </a:xfrm>
        </p:grpSpPr>
        <p:sp>
          <p:nvSpPr>
            <p:cNvPr id="28" name="object 28"/>
            <p:cNvSpPr/>
            <p:nvPr/>
          </p:nvSpPr>
          <p:spPr>
            <a:xfrm>
              <a:off x="2590037" y="4540758"/>
              <a:ext cx="504825" cy="431800"/>
            </a:xfrm>
            <a:custGeom>
              <a:avLst/>
              <a:gdLst/>
              <a:ahLst/>
              <a:cxnLst/>
              <a:rect l="l" t="t" r="r" b="b"/>
              <a:pathLst>
                <a:path w="504825" h="431800">
                  <a:moveTo>
                    <a:pt x="504444" y="0"/>
                  </a:moveTo>
                  <a:lnTo>
                    <a:pt x="0" y="0"/>
                  </a:lnTo>
                  <a:lnTo>
                    <a:pt x="0" y="431292"/>
                  </a:lnTo>
                  <a:lnTo>
                    <a:pt x="504444" y="431292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90037" y="4540758"/>
              <a:ext cx="504825" cy="431800"/>
            </a:xfrm>
            <a:custGeom>
              <a:avLst/>
              <a:gdLst/>
              <a:ahLst/>
              <a:cxnLst/>
              <a:rect l="l" t="t" r="r" b="b"/>
              <a:pathLst>
                <a:path w="504825" h="431800">
                  <a:moveTo>
                    <a:pt x="0" y="431292"/>
                  </a:moveTo>
                  <a:lnTo>
                    <a:pt x="504444" y="431292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43129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02992" y="4574794"/>
            <a:ext cx="478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Calibri"/>
                <a:cs typeface="Calibri"/>
              </a:rPr>
              <a:t>+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248092" y="4507928"/>
            <a:ext cx="890269" cy="497205"/>
            <a:chOff x="1248092" y="4507928"/>
            <a:chExt cx="890269" cy="497205"/>
          </a:xfrm>
        </p:grpSpPr>
        <p:sp>
          <p:nvSpPr>
            <p:cNvPr id="32" name="object 32"/>
            <p:cNvSpPr/>
            <p:nvPr/>
          </p:nvSpPr>
          <p:spPr>
            <a:xfrm>
              <a:off x="1261110" y="4520945"/>
              <a:ext cx="864235" cy="471170"/>
            </a:xfrm>
            <a:custGeom>
              <a:avLst/>
              <a:gdLst/>
              <a:ahLst/>
              <a:cxnLst/>
              <a:rect l="l" t="t" r="r" b="b"/>
              <a:pathLst>
                <a:path w="864235" h="471170">
                  <a:moveTo>
                    <a:pt x="864108" y="0"/>
                  </a:moveTo>
                  <a:lnTo>
                    <a:pt x="0" y="0"/>
                  </a:lnTo>
                  <a:lnTo>
                    <a:pt x="0" y="470915"/>
                  </a:lnTo>
                  <a:lnTo>
                    <a:pt x="864108" y="470915"/>
                  </a:lnTo>
                  <a:lnTo>
                    <a:pt x="864108" y="0"/>
                  </a:lnTo>
                  <a:close/>
                </a:path>
              </a:pathLst>
            </a:custGeom>
            <a:solidFill>
              <a:srgbClr val="E6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61110" y="4520945"/>
              <a:ext cx="864235" cy="471170"/>
            </a:xfrm>
            <a:custGeom>
              <a:avLst/>
              <a:gdLst/>
              <a:ahLst/>
              <a:cxnLst/>
              <a:rect l="l" t="t" r="r" b="b"/>
              <a:pathLst>
                <a:path w="864235" h="471170">
                  <a:moveTo>
                    <a:pt x="0" y="470915"/>
                  </a:moveTo>
                  <a:lnTo>
                    <a:pt x="864108" y="470915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470915"/>
                  </a:lnTo>
                  <a:close/>
                </a:path>
              </a:pathLst>
            </a:custGeom>
            <a:ln w="25907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379982" y="4574794"/>
            <a:ext cx="6216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Noise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081783" y="1095755"/>
            <a:ext cx="5931535" cy="4692650"/>
            <a:chOff x="2081783" y="1095755"/>
            <a:chExt cx="5931535" cy="4692650"/>
          </a:xfrm>
        </p:grpSpPr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1783" y="4655820"/>
              <a:ext cx="629412" cy="24231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125217" y="4718303"/>
              <a:ext cx="465455" cy="78105"/>
            </a:xfrm>
            <a:custGeom>
              <a:avLst/>
              <a:gdLst/>
              <a:ahLst/>
              <a:cxnLst/>
              <a:rect l="l" t="t" r="r" b="b"/>
              <a:pathLst>
                <a:path w="465455" h="78104">
                  <a:moveTo>
                    <a:pt x="387476" y="0"/>
                  </a:moveTo>
                  <a:lnTo>
                    <a:pt x="387476" y="77724"/>
                  </a:lnTo>
                  <a:lnTo>
                    <a:pt x="439293" y="51816"/>
                  </a:lnTo>
                  <a:lnTo>
                    <a:pt x="400431" y="51816"/>
                  </a:lnTo>
                  <a:lnTo>
                    <a:pt x="400431" y="25908"/>
                  </a:lnTo>
                  <a:lnTo>
                    <a:pt x="439292" y="25908"/>
                  </a:lnTo>
                  <a:lnTo>
                    <a:pt x="387476" y="0"/>
                  </a:lnTo>
                  <a:close/>
                </a:path>
                <a:path w="465455" h="78104">
                  <a:moveTo>
                    <a:pt x="387476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387476" y="51816"/>
                  </a:lnTo>
                  <a:lnTo>
                    <a:pt x="387476" y="25908"/>
                  </a:lnTo>
                  <a:close/>
                </a:path>
                <a:path w="465455" h="78104">
                  <a:moveTo>
                    <a:pt x="439292" y="25908"/>
                  </a:moveTo>
                  <a:lnTo>
                    <a:pt x="400431" y="25908"/>
                  </a:lnTo>
                  <a:lnTo>
                    <a:pt x="400431" y="51816"/>
                  </a:lnTo>
                  <a:lnTo>
                    <a:pt x="439293" y="51816"/>
                  </a:lnTo>
                  <a:lnTo>
                    <a:pt x="465200" y="38862"/>
                  </a:lnTo>
                  <a:lnTo>
                    <a:pt x="439292" y="2590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0339" y="4870703"/>
              <a:ext cx="242315" cy="46177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802635" y="4972050"/>
              <a:ext cx="78105" cy="298450"/>
            </a:xfrm>
            <a:custGeom>
              <a:avLst/>
              <a:gdLst/>
              <a:ahLst/>
              <a:cxnLst/>
              <a:rect l="l" t="t" r="r" b="b"/>
              <a:pathLst>
                <a:path w="78105" h="298450">
                  <a:moveTo>
                    <a:pt x="51815" y="64769"/>
                  </a:moveTo>
                  <a:lnTo>
                    <a:pt x="25907" y="64769"/>
                  </a:lnTo>
                  <a:lnTo>
                    <a:pt x="25907" y="298450"/>
                  </a:lnTo>
                  <a:lnTo>
                    <a:pt x="51815" y="298450"/>
                  </a:lnTo>
                  <a:lnTo>
                    <a:pt x="51815" y="64769"/>
                  </a:lnTo>
                  <a:close/>
                </a:path>
                <a:path w="78105" h="298450">
                  <a:moveTo>
                    <a:pt x="38862" y="0"/>
                  </a:moveTo>
                  <a:lnTo>
                    <a:pt x="0" y="77724"/>
                  </a:lnTo>
                  <a:lnTo>
                    <a:pt x="25907" y="77724"/>
                  </a:lnTo>
                  <a:lnTo>
                    <a:pt x="25907" y="64769"/>
                  </a:lnTo>
                  <a:lnTo>
                    <a:pt x="71247" y="64769"/>
                  </a:lnTo>
                  <a:lnTo>
                    <a:pt x="38862" y="0"/>
                  </a:lnTo>
                  <a:close/>
                </a:path>
                <a:path w="78105" h="298450">
                  <a:moveTo>
                    <a:pt x="71247" y="64769"/>
                  </a:moveTo>
                  <a:lnTo>
                    <a:pt x="51815" y="64769"/>
                  </a:lnTo>
                  <a:lnTo>
                    <a:pt x="51815" y="77724"/>
                  </a:lnTo>
                  <a:lnTo>
                    <a:pt x="77724" y="77724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5871" y="4285488"/>
              <a:ext cx="111251" cy="31851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841497" y="4321301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h="219710">
                  <a:moveTo>
                    <a:pt x="0" y="219329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5871" y="3547872"/>
              <a:ext cx="111251" cy="31851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841497" y="3583685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h="219710">
                  <a:moveTo>
                    <a:pt x="0" y="219328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8919" y="2799588"/>
              <a:ext cx="111251" cy="31851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844545" y="2835401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h="219710">
                  <a:moveTo>
                    <a:pt x="0" y="219328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5871" y="2034539"/>
              <a:ext cx="111251" cy="31851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841497" y="2070353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h="219710">
                  <a:moveTo>
                    <a:pt x="0" y="219329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23387" y="1095755"/>
              <a:ext cx="242315" cy="52273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805683" y="1197101"/>
              <a:ext cx="78105" cy="359410"/>
            </a:xfrm>
            <a:custGeom>
              <a:avLst/>
              <a:gdLst/>
              <a:ahLst/>
              <a:cxnLst/>
              <a:rect l="l" t="t" r="r" b="b"/>
              <a:pathLst>
                <a:path w="78105" h="359409">
                  <a:moveTo>
                    <a:pt x="51816" y="64770"/>
                  </a:moveTo>
                  <a:lnTo>
                    <a:pt x="25908" y="64770"/>
                  </a:lnTo>
                  <a:lnTo>
                    <a:pt x="25908" y="359156"/>
                  </a:lnTo>
                  <a:lnTo>
                    <a:pt x="51816" y="359156"/>
                  </a:lnTo>
                  <a:lnTo>
                    <a:pt x="51816" y="64770"/>
                  </a:lnTo>
                  <a:close/>
                </a:path>
                <a:path w="78105" h="359409">
                  <a:moveTo>
                    <a:pt x="38862" y="0"/>
                  </a:moveTo>
                  <a:lnTo>
                    <a:pt x="0" y="77724"/>
                  </a:lnTo>
                  <a:lnTo>
                    <a:pt x="25908" y="77724"/>
                  </a:lnTo>
                  <a:lnTo>
                    <a:pt x="25908" y="64770"/>
                  </a:lnTo>
                  <a:lnTo>
                    <a:pt x="71247" y="64770"/>
                  </a:lnTo>
                  <a:lnTo>
                    <a:pt x="38862" y="0"/>
                  </a:lnTo>
                  <a:close/>
                </a:path>
                <a:path w="78105" h="359409">
                  <a:moveTo>
                    <a:pt x="71247" y="64770"/>
                  </a:moveTo>
                  <a:lnTo>
                    <a:pt x="51816" y="64770"/>
                  </a:lnTo>
                  <a:lnTo>
                    <a:pt x="51816" y="77724"/>
                  </a:lnTo>
                  <a:lnTo>
                    <a:pt x="77724" y="77724"/>
                  </a:lnTo>
                  <a:lnTo>
                    <a:pt x="71247" y="6477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983986" y="5270753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59" h="504825">
                  <a:moveTo>
                    <a:pt x="2016252" y="0"/>
                  </a:moveTo>
                  <a:lnTo>
                    <a:pt x="0" y="0"/>
                  </a:lnTo>
                  <a:lnTo>
                    <a:pt x="0" y="504444"/>
                  </a:lnTo>
                  <a:lnTo>
                    <a:pt x="2016252" y="504444"/>
                  </a:lnTo>
                  <a:lnTo>
                    <a:pt x="2016252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983986" y="5270753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59" h="504825">
                  <a:moveTo>
                    <a:pt x="0" y="504444"/>
                  </a:moveTo>
                  <a:lnTo>
                    <a:pt x="2016252" y="504444"/>
                  </a:lnTo>
                  <a:lnTo>
                    <a:pt x="2016252" y="0"/>
                  </a:lnTo>
                  <a:lnTo>
                    <a:pt x="0" y="0"/>
                  </a:lnTo>
                  <a:lnTo>
                    <a:pt x="0" y="50444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694169" y="5341416"/>
            <a:ext cx="593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Input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970968" y="1552892"/>
            <a:ext cx="2042795" cy="530860"/>
            <a:chOff x="5970968" y="1552892"/>
            <a:chExt cx="2042795" cy="530860"/>
          </a:xfrm>
        </p:grpSpPr>
        <p:sp>
          <p:nvSpPr>
            <p:cNvPr id="54" name="object 54"/>
            <p:cNvSpPr/>
            <p:nvPr/>
          </p:nvSpPr>
          <p:spPr>
            <a:xfrm>
              <a:off x="5983985" y="1565910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59" h="504825">
                  <a:moveTo>
                    <a:pt x="2016252" y="0"/>
                  </a:moveTo>
                  <a:lnTo>
                    <a:pt x="0" y="0"/>
                  </a:lnTo>
                  <a:lnTo>
                    <a:pt x="0" y="504444"/>
                  </a:lnTo>
                  <a:lnTo>
                    <a:pt x="2016252" y="504444"/>
                  </a:lnTo>
                  <a:lnTo>
                    <a:pt x="2016252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83985" y="1565910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59" h="504825">
                  <a:moveTo>
                    <a:pt x="0" y="504444"/>
                  </a:moveTo>
                  <a:lnTo>
                    <a:pt x="2016252" y="504444"/>
                  </a:lnTo>
                  <a:lnTo>
                    <a:pt x="2016252" y="0"/>
                  </a:lnTo>
                  <a:lnTo>
                    <a:pt x="0" y="0"/>
                  </a:lnTo>
                  <a:lnTo>
                    <a:pt x="0" y="50444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5996940" y="1635632"/>
            <a:ext cx="1990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970968" y="2317940"/>
            <a:ext cx="2042795" cy="530860"/>
            <a:chOff x="5970968" y="2317940"/>
            <a:chExt cx="2042795" cy="530860"/>
          </a:xfrm>
        </p:grpSpPr>
        <p:sp>
          <p:nvSpPr>
            <p:cNvPr id="58" name="object 58"/>
            <p:cNvSpPr/>
            <p:nvPr/>
          </p:nvSpPr>
          <p:spPr>
            <a:xfrm>
              <a:off x="5983985" y="2330957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59" h="504825">
                  <a:moveTo>
                    <a:pt x="2016252" y="0"/>
                  </a:moveTo>
                  <a:lnTo>
                    <a:pt x="0" y="0"/>
                  </a:lnTo>
                  <a:lnTo>
                    <a:pt x="0" y="504444"/>
                  </a:lnTo>
                  <a:lnTo>
                    <a:pt x="2016252" y="504444"/>
                  </a:lnTo>
                  <a:lnTo>
                    <a:pt x="2016252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983985" y="2330957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59" h="504825">
                  <a:moveTo>
                    <a:pt x="0" y="504444"/>
                  </a:moveTo>
                  <a:lnTo>
                    <a:pt x="2016252" y="504444"/>
                  </a:lnTo>
                  <a:lnTo>
                    <a:pt x="2016252" y="0"/>
                  </a:lnTo>
                  <a:lnTo>
                    <a:pt x="0" y="0"/>
                  </a:lnTo>
                  <a:lnTo>
                    <a:pt x="0" y="50444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996940" y="2401316"/>
            <a:ext cx="1990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Hidden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5970968" y="3067748"/>
            <a:ext cx="2042795" cy="530860"/>
            <a:chOff x="5970968" y="3067748"/>
            <a:chExt cx="2042795" cy="530860"/>
          </a:xfrm>
        </p:grpSpPr>
        <p:sp>
          <p:nvSpPr>
            <p:cNvPr id="62" name="object 62"/>
            <p:cNvSpPr/>
            <p:nvPr/>
          </p:nvSpPr>
          <p:spPr>
            <a:xfrm>
              <a:off x="5983985" y="3080765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59" h="504825">
                  <a:moveTo>
                    <a:pt x="2016252" y="0"/>
                  </a:moveTo>
                  <a:lnTo>
                    <a:pt x="0" y="0"/>
                  </a:lnTo>
                  <a:lnTo>
                    <a:pt x="0" y="504443"/>
                  </a:lnTo>
                  <a:lnTo>
                    <a:pt x="2016252" y="504443"/>
                  </a:lnTo>
                  <a:lnTo>
                    <a:pt x="2016252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983985" y="3080765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59" h="504825">
                  <a:moveTo>
                    <a:pt x="0" y="504443"/>
                  </a:moveTo>
                  <a:lnTo>
                    <a:pt x="2016252" y="504443"/>
                  </a:lnTo>
                  <a:lnTo>
                    <a:pt x="2016252" y="0"/>
                  </a:lnTo>
                  <a:lnTo>
                    <a:pt x="0" y="0"/>
                  </a:lnTo>
                  <a:lnTo>
                    <a:pt x="0" y="504443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5996940" y="3150819"/>
            <a:ext cx="19907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Hidden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5970968" y="3803840"/>
            <a:ext cx="2042795" cy="530860"/>
            <a:chOff x="5970968" y="3803840"/>
            <a:chExt cx="2042795" cy="530860"/>
          </a:xfrm>
        </p:grpSpPr>
        <p:sp>
          <p:nvSpPr>
            <p:cNvPr id="66" name="object 66"/>
            <p:cNvSpPr/>
            <p:nvPr/>
          </p:nvSpPr>
          <p:spPr>
            <a:xfrm>
              <a:off x="5983985" y="3816858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59" h="504825">
                  <a:moveTo>
                    <a:pt x="2016252" y="0"/>
                  </a:moveTo>
                  <a:lnTo>
                    <a:pt x="0" y="0"/>
                  </a:lnTo>
                  <a:lnTo>
                    <a:pt x="0" y="504444"/>
                  </a:lnTo>
                  <a:lnTo>
                    <a:pt x="2016252" y="504444"/>
                  </a:lnTo>
                  <a:lnTo>
                    <a:pt x="2016252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83985" y="3816858"/>
              <a:ext cx="2016760" cy="504825"/>
            </a:xfrm>
            <a:custGeom>
              <a:avLst/>
              <a:gdLst/>
              <a:ahLst/>
              <a:cxnLst/>
              <a:rect l="l" t="t" r="r" b="b"/>
              <a:pathLst>
                <a:path w="2016759" h="504825">
                  <a:moveTo>
                    <a:pt x="0" y="504444"/>
                  </a:moveTo>
                  <a:lnTo>
                    <a:pt x="2016252" y="504444"/>
                  </a:lnTo>
                  <a:lnTo>
                    <a:pt x="2016252" y="0"/>
                  </a:lnTo>
                  <a:lnTo>
                    <a:pt x="0" y="0"/>
                  </a:lnTo>
                  <a:lnTo>
                    <a:pt x="0" y="50444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5996940" y="3887470"/>
            <a:ext cx="1990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Hidden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870192" y="1095755"/>
            <a:ext cx="245745" cy="4236720"/>
            <a:chOff x="6870192" y="1095755"/>
            <a:chExt cx="245745" cy="4236720"/>
          </a:xfrm>
        </p:grpSpPr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70192" y="4870703"/>
              <a:ext cx="242316" cy="461772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952488" y="4972050"/>
              <a:ext cx="78105" cy="298450"/>
            </a:xfrm>
            <a:custGeom>
              <a:avLst/>
              <a:gdLst/>
              <a:ahLst/>
              <a:cxnLst/>
              <a:rect l="l" t="t" r="r" b="b"/>
              <a:pathLst>
                <a:path w="78104" h="298450">
                  <a:moveTo>
                    <a:pt x="51815" y="64769"/>
                  </a:moveTo>
                  <a:lnTo>
                    <a:pt x="25907" y="64769"/>
                  </a:lnTo>
                  <a:lnTo>
                    <a:pt x="25907" y="298450"/>
                  </a:lnTo>
                  <a:lnTo>
                    <a:pt x="51815" y="298450"/>
                  </a:lnTo>
                  <a:lnTo>
                    <a:pt x="51815" y="64769"/>
                  </a:lnTo>
                  <a:close/>
                </a:path>
                <a:path w="78104" h="298450">
                  <a:moveTo>
                    <a:pt x="38861" y="0"/>
                  </a:moveTo>
                  <a:lnTo>
                    <a:pt x="0" y="77724"/>
                  </a:lnTo>
                  <a:lnTo>
                    <a:pt x="25907" y="77724"/>
                  </a:lnTo>
                  <a:lnTo>
                    <a:pt x="25907" y="64769"/>
                  </a:lnTo>
                  <a:lnTo>
                    <a:pt x="71246" y="64769"/>
                  </a:lnTo>
                  <a:lnTo>
                    <a:pt x="38861" y="0"/>
                  </a:lnTo>
                  <a:close/>
                </a:path>
                <a:path w="78104" h="298450">
                  <a:moveTo>
                    <a:pt x="71246" y="64769"/>
                  </a:moveTo>
                  <a:lnTo>
                    <a:pt x="51815" y="64769"/>
                  </a:lnTo>
                  <a:lnTo>
                    <a:pt x="51815" y="77724"/>
                  </a:lnTo>
                  <a:lnTo>
                    <a:pt x="77723" y="77724"/>
                  </a:lnTo>
                  <a:lnTo>
                    <a:pt x="71246" y="647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35724" y="4285488"/>
              <a:ext cx="111251" cy="31851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991350" y="4321301"/>
              <a:ext cx="0" cy="170815"/>
            </a:xfrm>
            <a:custGeom>
              <a:avLst/>
              <a:gdLst/>
              <a:ahLst/>
              <a:cxnLst/>
              <a:rect l="l" t="t" r="r" b="b"/>
              <a:pathLst>
                <a:path h="170814">
                  <a:moveTo>
                    <a:pt x="0" y="0"/>
                  </a:moveTo>
                  <a:lnTo>
                    <a:pt x="0" y="170688"/>
                  </a:lnTo>
                </a:path>
              </a:pathLst>
            </a:custGeom>
            <a:ln w="25907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35724" y="3547872"/>
              <a:ext cx="111251" cy="318515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6991350" y="3583685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h="219710">
                  <a:moveTo>
                    <a:pt x="0" y="219328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38772" y="2799588"/>
              <a:ext cx="111250" cy="318515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994398" y="2835401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h="219710">
                  <a:moveTo>
                    <a:pt x="0" y="219328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35724" y="2034539"/>
              <a:ext cx="111251" cy="318515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6991350" y="2070353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h="219710">
                  <a:moveTo>
                    <a:pt x="0" y="219329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3240" y="1095755"/>
              <a:ext cx="242316" cy="522732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955536" y="1197101"/>
              <a:ext cx="78105" cy="359410"/>
            </a:xfrm>
            <a:custGeom>
              <a:avLst/>
              <a:gdLst/>
              <a:ahLst/>
              <a:cxnLst/>
              <a:rect l="l" t="t" r="r" b="b"/>
              <a:pathLst>
                <a:path w="78104" h="359409">
                  <a:moveTo>
                    <a:pt x="51816" y="64770"/>
                  </a:moveTo>
                  <a:lnTo>
                    <a:pt x="25908" y="64770"/>
                  </a:lnTo>
                  <a:lnTo>
                    <a:pt x="25908" y="359156"/>
                  </a:lnTo>
                  <a:lnTo>
                    <a:pt x="51816" y="359156"/>
                  </a:lnTo>
                  <a:lnTo>
                    <a:pt x="51816" y="64770"/>
                  </a:lnTo>
                  <a:close/>
                </a:path>
                <a:path w="78104" h="359409">
                  <a:moveTo>
                    <a:pt x="38862" y="0"/>
                  </a:moveTo>
                  <a:lnTo>
                    <a:pt x="0" y="77724"/>
                  </a:lnTo>
                  <a:lnTo>
                    <a:pt x="25908" y="77724"/>
                  </a:lnTo>
                  <a:lnTo>
                    <a:pt x="25908" y="64770"/>
                  </a:lnTo>
                  <a:lnTo>
                    <a:pt x="71247" y="64770"/>
                  </a:lnTo>
                  <a:lnTo>
                    <a:pt x="38862" y="0"/>
                  </a:lnTo>
                  <a:close/>
                </a:path>
                <a:path w="78104" h="359409">
                  <a:moveTo>
                    <a:pt x="71247" y="64770"/>
                  </a:moveTo>
                  <a:lnTo>
                    <a:pt x="51816" y="64770"/>
                  </a:lnTo>
                  <a:lnTo>
                    <a:pt x="51816" y="77724"/>
                  </a:lnTo>
                  <a:lnTo>
                    <a:pt x="77724" y="77724"/>
                  </a:lnTo>
                  <a:lnTo>
                    <a:pt x="71247" y="6477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5983985" y="4491990"/>
            <a:ext cx="2016760" cy="502920"/>
          </a:xfrm>
          <a:prstGeom prst="rect">
            <a:avLst/>
          </a:prstGeom>
          <a:solidFill>
            <a:srgbClr val="E6B8B8"/>
          </a:solidFill>
          <a:ln w="25907">
            <a:solidFill>
              <a:srgbClr val="385D89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650"/>
              </a:spcBef>
            </a:pPr>
            <a:r>
              <a:rPr sz="2000" b="1" spc="-10" dirty="0">
                <a:latin typeface="Calibri"/>
                <a:cs typeface="Calibri"/>
              </a:rPr>
              <a:t>Dropout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83" name="object 83"/>
          <p:cNvSpPr txBox="1"/>
          <p:nvPr/>
        </p:nvSpPr>
        <p:spPr>
          <a:xfrm>
            <a:off x="5623686" y="5854700"/>
            <a:ext cx="2711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Randomly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switched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033777" y="5847384"/>
            <a:ext cx="15982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Gaussian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noise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111" y="254507"/>
            <a:ext cx="4651247" cy="902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7770">
              <a:lnSpc>
                <a:spcPct val="100000"/>
              </a:lnSpc>
              <a:spcBef>
                <a:spcPts val="105"/>
              </a:spcBef>
            </a:pPr>
            <a:r>
              <a:rPr dirty="0"/>
              <a:t>Sparse</a:t>
            </a:r>
            <a:r>
              <a:rPr spc="-140" dirty="0"/>
              <a:t> </a:t>
            </a:r>
            <a:r>
              <a:rPr dirty="0"/>
              <a:t>Auto</a:t>
            </a:r>
            <a:r>
              <a:rPr spc="-30" dirty="0"/>
              <a:t> </a:t>
            </a:r>
            <a:r>
              <a:rPr spc="-10" dirty="0"/>
              <a:t>Encoder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Reduce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number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active</a:t>
            </a:r>
            <a:r>
              <a:rPr spc="-40" dirty="0"/>
              <a:t> </a:t>
            </a:r>
            <a:r>
              <a:rPr dirty="0"/>
              <a:t>neurons</a:t>
            </a:r>
            <a:r>
              <a:rPr spc="-5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coding</a:t>
            </a:r>
            <a:r>
              <a:rPr spc="-45" dirty="0"/>
              <a:t> </a:t>
            </a:r>
            <a:r>
              <a:rPr spc="-10" dirty="0"/>
              <a:t>layer.</a:t>
            </a:r>
          </a:p>
          <a:p>
            <a:pPr marL="756285" lvl="1" indent="-286385">
              <a:lnSpc>
                <a:spcPct val="100000"/>
              </a:lnSpc>
              <a:spcBef>
                <a:spcPts val="545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Add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sparsity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loss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cost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function.</a:t>
            </a: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19"/>
              </a:spcBef>
              <a:buFont typeface="Arial MT"/>
              <a:buChar char="–"/>
            </a:pPr>
            <a:endParaRPr sz="2200"/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/>
              <a:t>Sparsity</a:t>
            </a:r>
            <a:r>
              <a:rPr spc="-45" dirty="0"/>
              <a:t> </a:t>
            </a:r>
            <a:r>
              <a:rPr spc="-10" dirty="0"/>
              <a:t>loss:</a:t>
            </a:r>
          </a:p>
          <a:p>
            <a:pPr marL="756285" lvl="1" indent="-286385">
              <a:lnSpc>
                <a:spcPct val="100000"/>
              </a:lnSpc>
              <a:spcBef>
                <a:spcPts val="545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spc="-10" dirty="0">
                <a:latin typeface="Calibri"/>
                <a:cs typeface="Calibri"/>
              </a:rPr>
              <a:t>Kullback-</a:t>
            </a:r>
            <a:r>
              <a:rPr sz="2200" dirty="0">
                <a:latin typeface="Calibri"/>
                <a:cs typeface="Calibri"/>
              </a:rPr>
              <a:t>Leibler(KL)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divergence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commonly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used.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219" y="6472426"/>
            <a:ext cx="365760" cy="3474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0192" y="3308603"/>
            <a:ext cx="3816096" cy="302514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728</Words>
  <Application>Microsoft Office PowerPoint</Application>
  <PresentationFormat>On-screen Show (4:3)</PresentationFormat>
  <Paragraphs>297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MT</vt:lpstr>
      <vt:lpstr>Calibri</vt:lpstr>
      <vt:lpstr>Cambria Math</vt:lpstr>
      <vt:lpstr>Times New Roman</vt:lpstr>
      <vt:lpstr>Office Theme</vt:lpstr>
      <vt:lpstr>In the name of God</vt:lpstr>
      <vt:lpstr>PowerPoint Presentation</vt:lpstr>
      <vt:lpstr>Auto Encoders</vt:lpstr>
      <vt:lpstr>Undercomplete AE</vt:lpstr>
      <vt:lpstr>Overcomplete AE</vt:lpstr>
      <vt:lpstr>Deep Auto Encoders</vt:lpstr>
      <vt:lpstr>Training Deep Auto Encoder</vt:lpstr>
      <vt:lpstr>Training Deep Auto Encoder</vt:lpstr>
      <vt:lpstr>Training Deep Auto Encoder</vt:lpstr>
      <vt:lpstr>Training Deep Auto Encoder</vt:lpstr>
      <vt:lpstr>Using Deep Auto Encoder</vt:lpstr>
      <vt:lpstr>Using Deep Auto Encoder</vt:lpstr>
      <vt:lpstr>Using AE</vt:lpstr>
      <vt:lpstr>Types of Auto Encoder</vt:lpstr>
      <vt:lpstr>Generative Models</vt:lpstr>
      <vt:lpstr>Variational Auto Encoder</vt:lpstr>
      <vt:lpstr>Variational Auto Encoder</vt:lpstr>
      <vt:lpstr>Training Variational Auto Encoder</vt:lpstr>
      <vt:lpstr>Training Variational Auto Encoder</vt:lpstr>
      <vt:lpstr>Generative Adversarial Network</vt:lpstr>
      <vt:lpstr>GAN’s Architecture</vt:lpstr>
      <vt:lpstr>Using GAN</vt:lpstr>
      <vt:lpstr>Using GAN</vt:lpstr>
      <vt:lpstr>Denoising Auto Encoder</vt:lpstr>
      <vt:lpstr>Denoising Auto Encoder</vt:lpstr>
      <vt:lpstr>Sparse Auto Encoder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the name of God</dc:title>
  <cp:lastModifiedBy>Ahmed Yousry</cp:lastModifiedBy>
  <cp:revision>1</cp:revision>
  <dcterms:created xsi:type="dcterms:W3CDTF">2023-11-18T08:40:36Z</dcterms:created>
  <dcterms:modified xsi:type="dcterms:W3CDTF">2023-11-18T08:42:13Z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2023-11-18T00:00:00Z</vt:filetime>
  </property>
  <property fmtid="{D5CDD505-2E9C-101B-9397-08002B2CF9AE}" pid="5" name="Producer">
    <vt:lpwstr>Microsoft® PowerPoint® 2013</vt:lpwstr>
  </property>
</Properties>
</file>