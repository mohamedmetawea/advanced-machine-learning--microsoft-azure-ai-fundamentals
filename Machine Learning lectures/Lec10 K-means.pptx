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8546" y="380746"/>
            <a:ext cx="1147490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6340" y="2982849"/>
            <a:ext cx="9999319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 u="sng">
                <a:solidFill>
                  <a:srgbClr val="252525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324" y="1563470"/>
            <a:ext cx="10495915" cy="392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3124200"/>
            <a:ext cx="6189980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6FC0"/>
                </a:solidFill>
                <a:latin typeface="Times New Roman"/>
                <a:cs typeface="Times New Roman"/>
              </a:rPr>
              <a:t>K-MEANS</a:t>
            </a:r>
            <a:r>
              <a:rPr sz="4400" spc="-9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006FC0"/>
                </a:solidFill>
                <a:latin typeface="Times New Roman"/>
                <a:cs typeface="Times New Roman"/>
              </a:rPr>
              <a:t>CLUSTERING</a:t>
            </a:r>
            <a:endParaRPr sz="6650" dirty="0">
              <a:latin typeface="Times New Roman"/>
              <a:cs typeface="Times New Roman"/>
            </a:endParaRPr>
          </a:p>
          <a:p>
            <a:pPr marR="142240" algn="ctr">
              <a:lnSpc>
                <a:spcPct val="100000"/>
              </a:lnSpc>
            </a:pPr>
            <a:r>
              <a:rPr sz="3200" spc="-210" dirty="0">
                <a:latin typeface="Times New Roman"/>
                <a:cs typeface="Times New Roman"/>
              </a:rPr>
              <a:t>AHMED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YOUSRY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8657" y="621538"/>
            <a:ext cx="79273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u="none" spc="-5" dirty="0">
                <a:solidFill>
                  <a:srgbClr val="90C224"/>
                </a:solidFill>
                <a:latin typeface="Times New Roman"/>
                <a:cs typeface="Times New Roman"/>
              </a:rPr>
              <a:t>Machine</a:t>
            </a:r>
            <a:r>
              <a:rPr sz="4800" b="1" u="none" spc="40" dirty="0">
                <a:solidFill>
                  <a:srgbClr val="90C224"/>
                </a:solidFill>
                <a:latin typeface="Times New Roman"/>
                <a:cs typeface="Times New Roman"/>
              </a:rPr>
              <a:t> </a:t>
            </a:r>
            <a:r>
              <a:rPr sz="4800" b="1" u="none" spc="-5" dirty="0">
                <a:solidFill>
                  <a:srgbClr val="90C224"/>
                </a:solidFill>
                <a:latin typeface="Times New Roman"/>
                <a:cs typeface="Times New Roman"/>
              </a:rPr>
              <a:t>Learning</a:t>
            </a:r>
            <a:r>
              <a:rPr sz="4800" b="1" u="none" spc="-215" dirty="0">
                <a:solidFill>
                  <a:srgbClr val="90C224"/>
                </a:solidFill>
                <a:latin typeface="Times New Roman"/>
                <a:cs typeface="Times New Roman"/>
              </a:rPr>
              <a:t> </a:t>
            </a:r>
            <a:r>
              <a:rPr sz="4800" b="1" u="none" spc="-5" dirty="0">
                <a:solidFill>
                  <a:srgbClr val="90C224"/>
                </a:solidFill>
                <a:latin typeface="Times New Roman"/>
                <a:cs typeface="Times New Roman"/>
              </a:rPr>
              <a:t>Algorithms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529" y="609346"/>
            <a:ext cx="6850380" cy="11277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5"/>
              </a:spcBef>
            </a:pPr>
            <a:r>
              <a:rPr sz="3600" u="none" spc="-40" dirty="0">
                <a:solidFill>
                  <a:srgbClr val="90C224"/>
                </a:solidFill>
              </a:rPr>
              <a:t>How</a:t>
            </a:r>
            <a:r>
              <a:rPr sz="3600" u="none" spc="-125" dirty="0">
                <a:solidFill>
                  <a:srgbClr val="90C224"/>
                </a:solidFill>
              </a:rPr>
              <a:t> </a:t>
            </a:r>
            <a:r>
              <a:rPr sz="3600" u="none" dirty="0">
                <a:solidFill>
                  <a:srgbClr val="90C224"/>
                </a:solidFill>
              </a:rPr>
              <a:t>the</a:t>
            </a:r>
            <a:r>
              <a:rPr sz="3600" u="none" spc="-25" dirty="0">
                <a:solidFill>
                  <a:srgbClr val="90C224"/>
                </a:solidFill>
              </a:rPr>
              <a:t> </a:t>
            </a:r>
            <a:r>
              <a:rPr sz="3600" u="none" spc="-5" dirty="0">
                <a:solidFill>
                  <a:srgbClr val="90C224"/>
                </a:solidFill>
              </a:rPr>
              <a:t>K-Mean</a:t>
            </a:r>
            <a:r>
              <a:rPr sz="3600" u="none" spc="-35" dirty="0">
                <a:solidFill>
                  <a:srgbClr val="90C224"/>
                </a:solidFill>
              </a:rPr>
              <a:t> </a:t>
            </a:r>
            <a:r>
              <a:rPr sz="3600" u="none" spc="-15" dirty="0">
                <a:solidFill>
                  <a:srgbClr val="90C224"/>
                </a:solidFill>
              </a:rPr>
              <a:t>Clustering</a:t>
            </a:r>
            <a:r>
              <a:rPr sz="3600" u="none" spc="-45" dirty="0">
                <a:solidFill>
                  <a:srgbClr val="90C224"/>
                </a:solidFill>
              </a:rPr>
              <a:t> </a:t>
            </a:r>
            <a:r>
              <a:rPr sz="3600" u="none" spc="-50" dirty="0">
                <a:solidFill>
                  <a:srgbClr val="90C224"/>
                </a:solidFill>
              </a:rPr>
              <a:t>algorithm </a:t>
            </a:r>
            <a:r>
              <a:rPr sz="3600" u="none" spc="-800" dirty="0">
                <a:solidFill>
                  <a:srgbClr val="90C224"/>
                </a:solidFill>
              </a:rPr>
              <a:t> </a:t>
            </a:r>
            <a:r>
              <a:rPr sz="3600" u="none" spc="-55" dirty="0">
                <a:solidFill>
                  <a:srgbClr val="90C224"/>
                </a:solidFill>
              </a:rPr>
              <a:t>works?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1295400"/>
            <a:ext cx="5029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691" y="602437"/>
            <a:ext cx="8545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4000" u="none" spc="-3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u="none" spc="-55" dirty="0">
                <a:solidFill>
                  <a:srgbClr val="000000"/>
                </a:solidFill>
                <a:latin typeface="Trebuchet MS"/>
                <a:cs typeface="Trebuchet MS"/>
              </a:rPr>
              <a:t>Si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sz="4000" u="none" spc="-50" dirty="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sz="4000" u="none" spc="-1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u="none" spc="-50" dirty="0">
                <a:solidFill>
                  <a:srgbClr val="000000"/>
                </a:solidFill>
                <a:latin typeface="Trebuchet MS"/>
                <a:cs typeface="Trebuchet MS"/>
              </a:rPr>
              <a:t>ex</a:t>
            </a:r>
            <a:r>
              <a:rPr sz="4000" u="none" spc="-55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sz="4000" u="none" spc="-50" dirty="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sz="4000" u="none" spc="-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u="none" spc="-80" dirty="0">
                <a:solidFill>
                  <a:srgbClr val="000000"/>
                </a:solidFill>
                <a:latin typeface="Trebuchet MS"/>
                <a:cs typeface="Trebuchet MS"/>
              </a:rPr>
              <a:t>k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-</a:t>
            </a:r>
            <a:r>
              <a:rPr sz="4000" u="none" spc="-65" dirty="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sz="4000" u="none" spc="-55" dirty="0">
                <a:solidFill>
                  <a:srgbClr val="000000"/>
                </a:solidFill>
                <a:latin typeface="Trebuchet MS"/>
                <a:cs typeface="Trebuchet MS"/>
              </a:rPr>
              <a:t>ean</a:t>
            </a: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sz="4000" u="none" spc="-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u="none" spc="-60" dirty="0">
                <a:solidFill>
                  <a:srgbClr val="000000"/>
                </a:solidFill>
                <a:latin typeface="Trebuchet MS"/>
                <a:cs typeface="Trebuchet MS"/>
              </a:rPr>
              <a:t>(</a:t>
            </a:r>
            <a:r>
              <a:rPr sz="4000" u="none" spc="-55" dirty="0">
                <a:solidFill>
                  <a:srgbClr val="000000"/>
                </a:solidFill>
                <a:latin typeface="Trebuchet MS"/>
                <a:cs typeface="Trebuchet MS"/>
              </a:rPr>
              <a:t>usin</a:t>
            </a: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sz="4000" u="none" spc="-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000" u="none" spc="-55" dirty="0">
                <a:solidFill>
                  <a:srgbClr val="000000"/>
                </a:solidFill>
                <a:latin typeface="Trebuchet MS"/>
                <a:cs typeface="Trebuchet MS"/>
              </a:rPr>
              <a:t>K=2</a:t>
            </a:r>
            <a:r>
              <a:rPr sz="4000" u="none" spc="-5" dirty="0">
                <a:solidFill>
                  <a:srgbClr val="000000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905000"/>
            <a:ext cx="8601456" cy="4198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0" y="6400799"/>
              <a:ext cx="12192000" cy="457200"/>
            </a:xfrm>
            <a:custGeom>
              <a:avLst/>
              <a:gdLst/>
              <a:ahLst/>
              <a:cxnLst/>
              <a:rect l="l" t="t" r="r" b="b"/>
              <a:pathLst>
                <a:path w="12192000" h="457200">
                  <a:moveTo>
                    <a:pt x="121920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92000" y="45719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055"/>
                  </a:lnTo>
                  <a:lnTo>
                    <a:pt x="12192000" y="6705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339084" y="4756403"/>
            <a:ext cx="417830" cy="417830"/>
            <a:chOff x="3339084" y="4756403"/>
            <a:chExt cx="417830" cy="4178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9084" y="4756403"/>
              <a:ext cx="417575" cy="4175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900" y="4757927"/>
              <a:ext cx="313944" cy="31394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891016" y="2785872"/>
            <a:ext cx="417830" cy="417830"/>
            <a:chOff x="8891016" y="2785872"/>
            <a:chExt cx="417830" cy="4178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1016" y="2785872"/>
              <a:ext cx="417575" cy="4175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2832" y="2787396"/>
              <a:ext cx="313944" cy="31394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520440" y="4887467"/>
            <a:ext cx="59055" cy="59055"/>
            <a:chOff x="3520440" y="4887467"/>
            <a:chExt cx="59055" cy="59055"/>
          </a:xfrm>
        </p:grpSpPr>
        <p:sp>
          <p:nvSpPr>
            <p:cNvPr id="13" name="object 13"/>
            <p:cNvSpPr/>
            <p:nvPr/>
          </p:nvSpPr>
          <p:spPr>
            <a:xfrm>
              <a:off x="3525012" y="4892039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24891" y="0"/>
                  </a:moveTo>
                  <a:lnTo>
                    <a:pt x="15239" y="1905"/>
                  </a:lnTo>
                  <a:lnTo>
                    <a:pt x="7365" y="7366"/>
                  </a:lnTo>
                  <a:lnTo>
                    <a:pt x="1904" y="15240"/>
                  </a:lnTo>
                  <a:lnTo>
                    <a:pt x="0" y="24892"/>
                  </a:lnTo>
                  <a:lnTo>
                    <a:pt x="1904" y="34543"/>
                  </a:lnTo>
                  <a:lnTo>
                    <a:pt x="7365" y="42418"/>
                  </a:lnTo>
                  <a:lnTo>
                    <a:pt x="15239" y="47879"/>
                  </a:lnTo>
                  <a:lnTo>
                    <a:pt x="24891" y="49784"/>
                  </a:lnTo>
                  <a:lnTo>
                    <a:pt x="34543" y="47879"/>
                  </a:lnTo>
                  <a:lnTo>
                    <a:pt x="42417" y="42418"/>
                  </a:lnTo>
                  <a:lnTo>
                    <a:pt x="47878" y="34543"/>
                  </a:lnTo>
                  <a:lnTo>
                    <a:pt x="49784" y="24892"/>
                  </a:lnTo>
                  <a:lnTo>
                    <a:pt x="47878" y="15240"/>
                  </a:lnTo>
                  <a:lnTo>
                    <a:pt x="42417" y="7366"/>
                  </a:lnTo>
                  <a:lnTo>
                    <a:pt x="34543" y="1905"/>
                  </a:lnTo>
                  <a:lnTo>
                    <a:pt x="24891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25012" y="4892039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49784" y="24892"/>
                  </a:moveTo>
                  <a:lnTo>
                    <a:pt x="47878" y="34543"/>
                  </a:lnTo>
                  <a:lnTo>
                    <a:pt x="42417" y="42418"/>
                  </a:lnTo>
                  <a:lnTo>
                    <a:pt x="34543" y="47879"/>
                  </a:lnTo>
                  <a:lnTo>
                    <a:pt x="24891" y="49784"/>
                  </a:lnTo>
                  <a:lnTo>
                    <a:pt x="15239" y="47879"/>
                  </a:lnTo>
                  <a:lnTo>
                    <a:pt x="7365" y="42418"/>
                  </a:lnTo>
                  <a:lnTo>
                    <a:pt x="1904" y="34543"/>
                  </a:lnTo>
                  <a:lnTo>
                    <a:pt x="0" y="24892"/>
                  </a:lnTo>
                  <a:lnTo>
                    <a:pt x="1904" y="15240"/>
                  </a:lnTo>
                  <a:lnTo>
                    <a:pt x="7365" y="7366"/>
                  </a:lnTo>
                  <a:lnTo>
                    <a:pt x="15239" y="1905"/>
                  </a:lnTo>
                  <a:lnTo>
                    <a:pt x="24891" y="0"/>
                  </a:lnTo>
                  <a:lnTo>
                    <a:pt x="34543" y="1905"/>
                  </a:lnTo>
                  <a:lnTo>
                    <a:pt x="42417" y="7366"/>
                  </a:lnTo>
                  <a:lnTo>
                    <a:pt x="47878" y="15240"/>
                  </a:lnTo>
                  <a:lnTo>
                    <a:pt x="49784" y="24892"/>
                  </a:lnTo>
                  <a:close/>
                </a:path>
              </a:pathLst>
            </a:custGeom>
            <a:ln w="9144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315967" y="4511040"/>
            <a:ext cx="314325" cy="314325"/>
            <a:chOff x="4315967" y="4511040"/>
            <a:chExt cx="314325" cy="31432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5967" y="4511040"/>
              <a:ext cx="313943" cy="3139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50079" y="4645152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24892" y="0"/>
                  </a:moveTo>
                  <a:lnTo>
                    <a:pt x="15240" y="1905"/>
                  </a:lnTo>
                  <a:lnTo>
                    <a:pt x="7366" y="7366"/>
                  </a:lnTo>
                  <a:lnTo>
                    <a:pt x="1905" y="15240"/>
                  </a:lnTo>
                  <a:lnTo>
                    <a:pt x="0" y="24892"/>
                  </a:lnTo>
                  <a:lnTo>
                    <a:pt x="1905" y="34543"/>
                  </a:lnTo>
                  <a:lnTo>
                    <a:pt x="7366" y="42418"/>
                  </a:lnTo>
                  <a:lnTo>
                    <a:pt x="15240" y="47879"/>
                  </a:lnTo>
                  <a:lnTo>
                    <a:pt x="24892" y="49784"/>
                  </a:lnTo>
                  <a:lnTo>
                    <a:pt x="34544" y="47879"/>
                  </a:lnTo>
                  <a:lnTo>
                    <a:pt x="42418" y="42418"/>
                  </a:lnTo>
                  <a:lnTo>
                    <a:pt x="47879" y="34543"/>
                  </a:lnTo>
                  <a:lnTo>
                    <a:pt x="49784" y="24892"/>
                  </a:lnTo>
                  <a:lnTo>
                    <a:pt x="47879" y="15240"/>
                  </a:lnTo>
                  <a:lnTo>
                    <a:pt x="42418" y="7366"/>
                  </a:lnTo>
                  <a:lnTo>
                    <a:pt x="34544" y="1905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50079" y="4645152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49784" y="24892"/>
                  </a:moveTo>
                  <a:lnTo>
                    <a:pt x="47879" y="34543"/>
                  </a:lnTo>
                  <a:lnTo>
                    <a:pt x="42418" y="42418"/>
                  </a:lnTo>
                  <a:lnTo>
                    <a:pt x="34544" y="47879"/>
                  </a:lnTo>
                  <a:lnTo>
                    <a:pt x="24892" y="49784"/>
                  </a:lnTo>
                  <a:lnTo>
                    <a:pt x="15240" y="47879"/>
                  </a:lnTo>
                  <a:lnTo>
                    <a:pt x="7366" y="42418"/>
                  </a:lnTo>
                  <a:lnTo>
                    <a:pt x="1905" y="34543"/>
                  </a:lnTo>
                  <a:lnTo>
                    <a:pt x="0" y="24892"/>
                  </a:lnTo>
                  <a:lnTo>
                    <a:pt x="1905" y="15240"/>
                  </a:lnTo>
                  <a:lnTo>
                    <a:pt x="7366" y="7366"/>
                  </a:lnTo>
                  <a:lnTo>
                    <a:pt x="15240" y="1905"/>
                  </a:lnTo>
                  <a:lnTo>
                    <a:pt x="24892" y="0"/>
                  </a:lnTo>
                  <a:lnTo>
                    <a:pt x="34544" y="1905"/>
                  </a:lnTo>
                  <a:lnTo>
                    <a:pt x="42418" y="7366"/>
                  </a:lnTo>
                  <a:lnTo>
                    <a:pt x="47879" y="15240"/>
                  </a:lnTo>
                  <a:lnTo>
                    <a:pt x="49784" y="24892"/>
                  </a:lnTo>
                  <a:close/>
                </a:path>
              </a:pathLst>
            </a:custGeom>
            <a:ln w="9144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166103" y="3773423"/>
            <a:ext cx="314325" cy="314325"/>
            <a:chOff x="6166103" y="3773423"/>
            <a:chExt cx="314325" cy="3143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6103" y="3773423"/>
              <a:ext cx="313944" cy="3139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300215" y="3907535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24892" y="0"/>
                  </a:moveTo>
                  <a:lnTo>
                    <a:pt x="15239" y="1905"/>
                  </a:lnTo>
                  <a:lnTo>
                    <a:pt x="7366" y="7365"/>
                  </a:lnTo>
                  <a:lnTo>
                    <a:pt x="1905" y="15239"/>
                  </a:lnTo>
                  <a:lnTo>
                    <a:pt x="0" y="24891"/>
                  </a:lnTo>
                  <a:lnTo>
                    <a:pt x="1905" y="34543"/>
                  </a:lnTo>
                  <a:lnTo>
                    <a:pt x="7366" y="42418"/>
                  </a:lnTo>
                  <a:lnTo>
                    <a:pt x="15239" y="47878"/>
                  </a:lnTo>
                  <a:lnTo>
                    <a:pt x="24892" y="49783"/>
                  </a:lnTo>
                  <a:lnTo>
                    <a:pt x="34544" y="47878"/>
                  </a:lnTo>
                  <a:lnTo>
                    <a:pt x="42418" y="42418"/>
                  </a:lnTo>
                  <a:lnTo>
                    <a:pt x="47879" y="34543"/>
                  </a:lnTo>
                  <a:lnTo>
                    <a:pt x="49784" y="24891"/>
                  </a:lnTo>
                  <a:lnTo>
                    <a:pt x="47879" y="15239"/>
                  </a:lnTo>
                  <a:lnTo>
                    <a:pt x="42418" y="7365"/>
                  </a:lnTo>
                  <a:lnTo>
                    <a:pt x="34544" y="1905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00215" y="3907535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49784" y="24891"/>
                  </a:moveTo>
                  <a:lnTo>
                    <a:pt x="47879" y="34543"/>
                  </a:lnTo>
                  <a:lnTo>
                    <a:pt x="42418" y="42418"/>
                  </a:lnTo>
                  <a:lnTo>
                    <a:pt x="34544" y="47878"/>
                  </a:lnTo>
                  <a:lnTo>
                    <a:pt x="24892" y="49783"/>
                  </a:lnTo>
                  <a:lnTo>
                    <a:pt x="15239" y="47878"/>
                  </a:lnTo>
                  <a:lnTo>
                    <a:pt x="7366" y="42418"/>
                  </a:lnTo>
                  <a:lnTo>
                    <a:pt x="1905" y="34543"/>
                  </a:lnTo>
                  <a:lnTo>
                    <a:pt x="0" y="24891"/>
                  </a:lnTo>
                  <a:lnTo>
                    <a:pt x="1905" y="15239"/>
                  </a:lnTo>
                  <a:lnTo>
                    <a:pt x="7366" y="7365"/>
                  </a:lnTo>
                  <a:lnTo>
                    <a:pt x="15239" y="1905"/>
                  </a:lnTo>
                  <a:lnTo>
                    <a:pt x="24892" y="0"/>
                  </a:lnTo>
                  <a:lnTo>
                    <a:pt x="34544" y="1905"/>
                  </a:lnTo>
                  <a:lnTo>
                    <a:pt x="42418" y="7365"/>
                  </a:lnTo>
                  <a:lnTo>
                    <a:pt x="47879" y="15239"/>
                  </a:lnTo>
                  <a:lnTo>
                    <a:pt x="49784" y="24891"/>
                  </a:lnTo>
                  <a:close/>
                </a:path>
              </a:pathLst>
            </a:custGeom>
            <a:ln w="9142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072371" y="2916935"/>
            <a:ext cx="59055" cy="59055"/>
            <a:chOff x="9072371" y="2916935"/>
            <a:chExt cx="59055" cy="59055"/>
          </a:xfrm>
        </p:grpSpPr>
        <p:sp>
          <p:nvSpPr>
            <p:cNvPr id="24" name="object 24"/>
            <p:cNvSpPr/>
            <p:nvPr/>
          </p:nvSpPr>
          <p:spPr>
            <a:xfrm>
              <a:off x="9076943" y="292150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24891" y="0"/>
                  </a:moveTo>
                  <a:lnTo>
                    <a:pt x="15239" y="1904"/>
                  </a:lnTo>
                  <a:lnTo>
                    <a:pt x="7365" y="7365"/>
                  </a:lnTo>
                  <a:lnTo>
                    <a:pt x="1904" y="15239"/>
                  </a:lnTo>
                  <a:lnTo>
                    <a:pt x="0" y="24891"/>
                  </a:lnTo>
                  <a:lnTo>
                    <a:pt x="1904" y="34543"/>
                  </a:lnTo>
                  <a:lnTo>
                    <a:pt x="7365" y="42417"/>
                  </a:lnTo>
                  <a:lnTo>
                    <a:pt x="15239" y="47878"/>
                  </a:lnTo>
                  <a:lnTo>
                    <a:pt x="24891" y="49783"/>
                  </a:lnTo>
                  <a:lnTo>
                    <a:pt x="34544" y="47878"/>
                  </a:lnTo>
                  <a:lnTo>
                    <a:pt x="42417" y="42417"/>
                  </a:lnTo>
                  <a:lnTo>
                    <a:pt x="47878" y="34543"/>
                  </a:lnTo>
                  <a:lnTo>
                    <a:pt x="49783" y="24891"/>
                  </a:lnTo>
                  <a:lnTo>
                    <a:pt x="47878" y="15239"/>
                  </a:lnTo>
                  <a:lnTo>
                    <a:pt x="42417" y="7365"/>
                  </a:lnTo>
                  <a:lnTo>
                    <a:pt x="34544" y="1904"/>
                  </a:lnTo>
                  <a:lnTo>
                    <a:pt x="24891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76943" y="292150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49783" y="24891"/>
                  </a:moveTo>
                  <a:lnTo>
                    <a:pt x="47878" y="34543"/>
                  </a:lnTo>
                  <a:lnTo>
                    <a:pt x="42417" y="42417"/>
                  </a:lnTo>
                  <a:lnTo>
                    <a:pt x="34544" y="47878"/>
                  </a:lnTo>
                  <a:lnTo>
                    <a:pt x="24891" y="49783"/>
                  </a:lnTo>
                  <a:lnTo>
                    <a:pt x="15239" y="47878"/>
                  </a:lnTo>
                  <a:lnTo>
                    <a:pt x="7365" y="42417"/>
                  </a:lnTo>
                  <a:lnTo>
                    <a:pt x="1904" y="34543"/>
                  </a:lnTo>
                  <a:lnTo>
                    <a:pt x="0" y="24891"/>
                  </a:lnTo>
                  <a:lnTo>
                    <a:pt x="1904" y="15239"/>
                  </a:lnTo>
                  <a:lnTo>
                    <a:pt x="7365" y="7365"/>
                  </a:lnTo>
                  <a:lnTo>
                    <a:pt x="15239" y="1904"/>
                  </a:lnTo>
                  <a:lnTo>
                    <a:pt x="24891" y="0"/>
                  </a:lnTo>
                  <a:lnTo>
                    <a:pt x="34544" y="1904"/>
                  </a:lnTo>
                  <a:lnTo>
                    <a:pt x="42417" y="7365"/>
                  </a:lnTo>
                  <a:lnTo>
                    <a:pt x="47878" y="15239"/>
                  </a:lnTo>
                  <a:lnTo>
                    <a:pt x="49783" y="24891"/>
                  </a:lnTo>
                  <a:close/>
                </a:path>
              </a:pathLst>
            </a:custGeom>
            <a:ln w="9144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092695" y="3526535"/>
            <a:ext cx="314325" cy="314325"/>
            <a:chOff x="7092695" y="3526535"/>
            <a:chExt cx="314325" cy="31432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2695" y="3526535"/>
              <a:ext cx="313944" cy="3139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26807" y="366064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24892" y="0"/>
                  </a:moveTo>
                  <a:lnTo>
                    <a:pt x="15240" y="1904"/>
                  </a:lnTo>
                  <a:lnTo>
                    <a:pt x="7366" y="7365"/>
                  </a:lnTo>
                  <a:lnTo>
                    <a:pt x="1905" y="15239"/>
                  </a:lnTo>
                  <a:lnTo>
                    <a:pt x="0" y="24891"/>
                  </a:lnTo>
                  <a:lnTo>
                    <a:pt x="1905" y="34543"/>
                  </a:lnTo>
                  <a:lnTo>
                    <a:pt x="7366" y="42418"/>
                  </a:lnTo>
                  <a:lnTo>
                    <a:pt x="15240" y="47878"/>
                  </a:lnTo>
                  <a:lnTo>
                    <a:pt x="24892" y="49783"/>
                  </a:lnTo>
                  <a:lnTo>
                    <a:pt x="34544" y="47878"/>
                  </a:lnTo>
                  <a:lnTo>
                    <a:pt x="42418" y="42418"/>
                  </a:lnTo>
                  <a:lnTo>
                    <a:pt x="47878" y="34543"/>
                  </a:lnTo>
                  <a:lnTo>
                    <a:pt x="49784" y="24891"/>
                  </a:lnTo>
                  <a:lnTo>
                    <a:pt x="47878" y="15239"/>
                  </a:lnTo>
                  <a:lnTo>
                    <a:pt x="42418" y="7365"/>
                  </a:lnTo>
                  <a:lnTo>
                    <a:pt x="34544" y="1904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26807" y="366064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49784" y="24891"/>
                  </a:moveTo>
                  <a:lnTo>
                    <a:pt x="47878" y="34543"/>
                  </a:lnTo>
                  <a:lnTo>
                    <a:pt x="42418" y="42418"/>
                  </a:lnTo>
                  <a:lnTo>
                    <a:pt x="34544" y="47878"/>
                  </a:lnTo>
                  <a:lnTo>
                    <a:pt x="24892" y="49783"/>
                  </a:lnTo>
                  <a:lnTo>
                    <a:pt x="15240" y="47878"/>
                  </a:lnTo>
                  <a:lnTo>
                    <a:pt x="7366" y="42418"/>
                  </a:lnTo>
                  <a:lnTo>
                    <a:pt x="1905" y="34543"/>
                  </a:lnTo>
                  <a:lnTo>
                    <a:pt x="0" y="24891"/>
                  </a:lnTo>
                  <a:lnTo>
                    <a:pt x="1905" y="15239"/>
                  </a:lnTo>
                  <a:lnTo>
                    <a:pt x="7366" y="7365"/>
                  </a:lnTo>
                  <a:lnTo>
                    <a:pt x="15240" y="1904"/>
                  </a:lnTo>
                  <a:lnTo>
                    <a:pt x="24892" y="0"/>
                  </a:lnTo>
                  <a:lnTo>
                    <a:pt x="34544" y="1904"/>
                  </a:lnTo>
                  <a:lnTo>
                    <a:pt x="42418" y="7365"/>
                  </a:lnTo>
                  <a:lnTo>
                    <a:pt x="47878" y="15239"/>
                  </a:lnTo>
                  <a:lnTo>
                    <a:pt x="49784" y="24891"/>
                  </a:lnTo>
                  <a:close/>
                </a:path>
              </a:pathLst>
            </a:custGeom>
            <a:ln w="9142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092695" y="3034283"/>
            <a:ext cx="314325" cy="314325"/>
            <a:chOff x="7092695" y="3034283"/>
            <a:chExt cx="314325" cy="31432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2695" y="3034283"/>
              <a:ext cx="313944" cy="3139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26807" y="3168395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24892" y="0"/>
                  </a:moveTo>
                  <a:lnTo>
                    <a:pt x="15240" y="1904"/>
                  </a:lnTo>
                  <a:lnTo>
                    <a:pt x="7366" y="7365"/>
                  </a:lnTo>
                  <a:lnTo>
                    <a:pt x="1905" y="15239"/>
                  </a:lnTo>
                  <a:lnTo>
                    <a:pt x="0" y="24891"/>
                  </a:lnTo>
                  <a:lnTo>
                    <a:pt x="1905" y="34543"/>
                  </a:lnTo>
                  <a:lnTo>
                    <a:pt x="7366" y="42417"/>
                  </a:lnTo>
                  <a:lnTo>
                    <a:pt x="15240" y="47878"/>
                  </a:lnTo>
                  <a:lnTo>
                    <a:pt x="24892" y="49783"/>
                  </a:lnTo>
                  <a:lnTo>
                    <a:pt x="34544" y="47878"/>
                  </a:lnTo>
                  <a:lnTo>
                    <a:pt x="42418" y="42417"/>
                  </a:lnTo>
                  <a:lnTo>
                    <a:pt x="47878" y="34543"/>
                  </a:lnTo>
                  <a:lnTo>
                    <a:pt x="49784" y="24891"/>
                  </a:lnTo>
                  <a:lnTo>
                    <a:pt x="47878" y="15239"/>
                  </a:lnTo>
                  <a:lnTo>
                    <a:pt x="42418" y="7365"/>
                  </a:lnTo>
                  <a:lnTo>
                    <a:pt x="34544" y="1904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26807" y="3168395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4">
                  <a:moveTo>
                    <a:pt x="49784" y="24891"/>
                  </a:moveTo>
                  <a:lnTo>
                    <a:pt x="47878" y="34543"/>
                  </a:lnTo>
                  <a:lnTo>
                    <a:pt x="42418" y="42417"/>
                  </a:lnTo>
                  <a:lnTo>
                    <a:pt x="34544" y="47878"/>
                  </a:lnTo>
                  <a:lnTo>
                    <a:pt x="24892" y="49783"/>
                  </a:lnTo>
                  <a:lnTo>
                    <a:pt x="15240" y="47878"/>
                  </a:lnTo>
                  <a:lnTo>
                    <a:pt x="7366" y="42417"/>
                  </a:lnTo>
                  <a:lnTo>
                    <a:pt x="1905" y="34543"/>
                  </a:lnTo>
                  <a:lnTo>
                    <a:pt x="0" y="24891"/>
                  </a:lnTo>
                  <a:lnTo>
                    <a:pt x="1905" y="15239"/>
                  </a:lnTo>
                  <a:lnTo>
                    <a:pt x="7366" y="7365"/>
                  </a:lnTo>
                  <a:lnTo>
                    <a:pt x="15240" y="1904"/>
                  </a:lnTo>
                  <a:lnTo>
                    <a:pt x="24892" y="0"/>
                  </a:lnTo>
                  <a:lnTo>
                    <a:pt x="34544" y="1904"/>
                  </a:lnTo>
                  <a:lnTo>
                    <a:pt x="42418" y="7365"/>
                  </a:lnTo>
                  <a:lnTo>
                    <a:pt x="47878" y="15239"/>
                  </a:lnTo>
                  <a:lnTo>
                    <a:pt x="49784" y="24891"/>
                  </a:lnTo>
                  <a:close/>
                </a:path>
              </a:pathLst>
            </a:custGeom>
            <a:ln w="9142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180969" y="2251329"/>
            <a:ext cx="6447155" cy="3124835"/>
            <a:chOff x="3180969" y="2251329"/>
            <a:chExt cx="6447155" cy="312483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6104" y="3526536"/>
              <a:ext cx="313944" cy="3139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00216" y="3660648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24892" y="0"/>
                  </a:moveTo>
                  <a:lnTo>
                    <a:pt x="15239" y="1904"/>
                  </a:lnTo>
                  <a:lnTo>
                    <a:pt x="7366" y="7365"/>
                  </a:lnTo>
                  <a:lnTo>
                    <a:pt x="1905" y="15239"/>
                  </a:lnTo>
                  <a:lnTo>
                    <a:pt x="0" y="24891"/>
                  </a:lnTo>
                  <a:lnTo>
                    <a:pt x="1905" y="34543"/>
                  </a:lnTo>
                  <a:lnTo>
                    <a:pt x="7366" y="42418"/>
                  </a:lnTo>
                  <a:lnTo>
                    <a:pt x="15239" y="47878"/>
                  </a:lnTo>
                  <a:lnTo>
                    <a:pt x="24892" y="49783"/>
                  </a:lnTo>
                  <a:lnTo>
                    <a:pt x="34544" y="47878"/>
                  </a:lnTo>
                  <a:lnTo>
                    <a:pt x="42418" y="42418"/>
                  </a:lnTo>
                  <a:lnTo>
                    <a:pt x="47879" y="34543"/>
                  </a:lnTo>
                  <a:lnTo>
                    <a:pt x="49784" y="24891"/>
                  </a:lnTo>
                  <a:lnTo>
                    <a:pt x="47879" y="15239"/>
                  </a:lnTo>
                  <a:lnTo>
                    <a:pt x="42418" y="7365"/>
                  </a:lnTo>
                  <a:lnTo>
                    <a:pt x="34544" y="1904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00216" y="3660648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4" h="50164">
                  <a:moveTo>
                    <a:pt x="49784" y="24891"/>
                  </a:moveTo>
                  <a:lnTo>
                    <a:pt x="47879" y="34543"/>
                  </a:lnTo>
                  <a:lnTo>
                    <a:pt x="42418" y="42418"/>
                  </a:lnTo>
                  <a:lnTo>
                    <a:pt x="34544" y="47878"/>
                  </a:lnTo>
                  <a:lnTo>
                    <a:pt x="24892" y="49783"/>
                  </a:lnTo>
                  <a:lnTo>
                    <a:pt x="15239" y="47878"/>
                  </a:lnTo>
                  <a:lnTo>
                    <a:pt x="7366" y="42418"/>
                  </a:lnTo>
                  <a:lnTo>
                    <a:pt x="1905" y="34543"/>
                  </a:lnTo>
                  <a:lnTo>
                    <a:pt x="0" y="24891"/>
                  </a:lnTo>
                  <a:lnTo>
                    <a:pt x="1905" y="15239"/>
                  </a:lnTo>
                  <a:lnTo>
                    <a:pt x="7366" y="7365"/>
                  </a:lnTo>
                  <a:lnTo>
                    <a:pt x="15239" y="1904"/>
                  </a:lnTo>
                  <a:lnTo>
                    <a:pt x="24892" y="0"/>
                  </a:lnTo>
                  <a:lnTo>
                    <a:pt x="34544" y="1904"/>
                  </a:lnTo>
                  <a:lnTo>
                    <a:pt x="42418" y="7365"/>
                  </a:lnTo>
                  <a:lnTo>
                    <a:pt x="47879" y="15239"/>
                  </a:lnTo>
                  <a:lnTo>
                    <a:pt x="49784" y="24891"/>
                  </a:lnTo>
                  <a:close/>
                </a:path>
              </a:pathLst>
            </a:custGeom>
            <a:ln w="9142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90494" y="3589782"/>
              <a:ext cx="3305810" cy="1776730"/>
            </a:xfrm>
            <a:custGeom>
              <a:avLst/>
              <a:gdLst/>
              <a:ahLst/>
              <a:cxnLst/>
              <a:rect l="l" t="t" r="r" b="b"/>
              <a:pathLst>
                <a:path w="3305810" h="1776729">
                  <a:moveTo>
                    <a:pt x="15748" y="1398523"/>
                  </a:moveTo>
                  <a:lnTo>
                    <a:pt x="8128" y="1370202"/>
                  </a:lnTo>
                  <a:lnTo>
                    <a:pt x="3048" y="1341500"/>
                  </a:lnTo>
                  <a:lnTo>
                    <a:pt x="381" y="1312417"/>
                  </a:lnTo>
                  <a:lnTo>
                    <a:pt x="0" y="1282826"/>
                  </a:lnTo>
                  <a:lnTo>
                    <a:pt x="1905" y="1252854"/>
                  </a:lnTo>
                  <a:lnTo>
                    <a:pt x="12573" y="1192021"/>
                  </a:lnTo>
                  <a:lnTo>
                    <a:pt x="32004" y="1130172"/>
                  </a:lnTo>
                  <a:lnTo>
                    <a:pt x="60070" y="1067434"/>
                  </a:lnTo>
                  <a:lnTo>
                    <a:pt x="96139" y="1004188"/>
                  </a:lnTo>
                  <a:lnTo>
                    <a:pt x="117220" y="972311"/>
                  </a:lnTo>
                  <a:lnTo>
                    <a:pt x="140334" y="940561"/>
                  </a:lnTo>
                  <a:lnTo>
                    <a:pt x="165227" y="908684"/>
                  </a:lnTo>
                  <a:lnTo>
                    <a:pt x="192023" y="876934"/>
                  </a:lnTo>
                  <a:lnTo>
                    <a:pt x="220598" y="845184"/>
                  </a:lnTo>
                  <a:lnTo>
                    <a:pt x="251079" y="813434"/>
                  </a:lnTo>
                  <a:lnTo>
                    <a:pt x="283209" y="781811"/>
                  </a:lnTo>
                  <a:lnTo>
                    <a:pt x="317119" y="750442"/>
                  </a:lnTo>
                  <a:lnTo>
                    <a:pt x="352806" y="719200"/>
                  </a:lnTo>
                  <a:lnTo>
                    <a:pt x="390017" y="688212"/>
                  </a:lnTo>
                  <a:lnTo>
                    <a:pt x="428879" y="657351"/>
                  </a:lnTo>
                  <a:lnTo>
                    <a:pt x="469392" y="626871"/>
                  </a:lnTo>
                  <a:lnTo>
                    <a:pt x="511302" y="596645"/>
                  </a:lnTo>
                  <a:lnTo>
                    <a:pt x="554863" y="566800"/>
                  </a:lnTo>
                  <a:lnTo>
                    <a:pt x="599820" y="537336"/>
                  </a:lnTo>
                  <a:lnTo>
                    <a:pt x="646176" y="508126"/>
                  </a:lnTo>
                  <a:lnTo>
                    <a:pt x="694055" y="479551"/>
                  </a:lnTo>
                  <a:lnTo>
                    <a:pt x="743204" y="451357"/>
                  </a:lnTo>
                  <a:lnTo>
                    <a:pt x="793622" y="423671"/>
                  </a:lnTo>
                  <a:lnTo>
                    <a:pt x="845439" y="396493"/>
                  </a:lnTo>
                  <a:lnTo>
                    <a:pt x="898397" y="369823"/>
                  </a:lnTo>
                  <a:lnTo>
                    <a:pt x="952627" y="343788"/>
                  </a:lnTo>
                  <a:lnTo>
                    <a:pt x="1007998" y="318515"/>
                  </a:lnTo>
                  <a:lnTo>
                    <a:pt x="1064641" y="293750"/>
                  </a:lnTo>
                  <a:lnTo>
                    <a:pt x="1122298" y="269747"/>
                  </a:lnTo>
                  <a:lnTo>
                    <a:pt x="1180972" y="246379"/>
                  </a:lnTo>
                  <a:lnTo>
                    <a:pt x="1240790" y="223900"/>
                  </a:lnTo>
                  <a:lnTo>
                    <a:pt x="1301495" y="202056"/>
                  </a:lnTo>
                  <a:lnTo>
                    <a:pt x="1363218" y="181101"/>
                  </a:lnTo>
                  <a:lnTo>
                    <a:pt x="1425829" y="161035"/>
                  </a:lnTo>
                  <a:lnTo>
                    <a:pt x="1488820" y="141985"/>
                  </a:lnTo>
                  <a:lnTo>
                    <a:pt x="1551432" y="124205"/>
                  </a:lnTo>
                  <a:lnTo>
                    <a:pt x="1613789" y="107568"/>
                  </a:lnTo>
                  <a:lnTo>
                    <a:pt x="1675765" y="92201"/>
                  </a:lnTo>
                  <a:lnTo>
                    <a:pt x="1737359" y="77977"/>
                  </a:lnTo>
                  <a:lnTo>
                    <a:pt x="1798446" y="65023"/>
                  </a:lnTo>
                  <a:lnTo>
                    <a:pt x="1859026" y="53212"/>
                  </a:lnTo>
                  <a:lnTo>
                    <a:pt x="1919096" y="42671"/>
                  </a:lnTo>
                  <a:lnTo>
                    <a:pt x="1978533" y="33273"/>
                  </a:lnTo>
                  <a:lnTo>
                    <a:pt x="2037207" y="25018"/>
                  </a:lnTo>
                  <a:lnTo>
                    <a:pt x="2095245" y="18033"/>
                  </a:lnTo>
                  <a:lnTo>
                    <a:pt x="2152522" y="12064"/>
                  </a:lnTo>
                  <a:lnTo>
                    <a:pt x="2209038" y="7365"/>
                  </a:lnTo>
                  <a:lnTo>
                    <a:pt x="2264664" y="3809"/>
                  </a:lnTo>
                  <a:lnTo>
                    <a:pt x="2319401" y="1396"/>
                  </a:lnTo>
                  <a:lnTo>
                    <a:pt x="2373122" y="126"/>
                  </a:lnTo>
                  <a:lnTo>
                    <a:pt x="2425954" y="0"/>
                  </a:lnTo>
                  <a:lnTo>
                    <a:pt x="2477643" y="1015"/>
                  </a:lnTo>
                  <a:lnTo>
                    <a:pt x="2528316" y="3175"/>
                  </a:lnTo>
                  <a:lnTo>
                    <a:pt x="2577846" y="6350"/>
                  </a:lnTo>
                  <a:lnTo>
                    <a:pt x="2626106" y="10794"/>
                  </a:lnTo>
                  <a:lnTo>
                    <a:pt x="2673222" y="16255"/>
                  </a:lnTo>
                  <a:lnTo>
                    <a:pt x="2718943" y="22859"/>
                  </a:lnTo>
                  <a:lnTo>
                    <a:pt x="2763393" y="30479"/>
                  </a:lnTo>
                  <a:lnTo>
                    <a:pt x="2806446" y="39369"/>
                  </a:lnTo>
                  <a:lnTo>
                    <a:pt x="2848102" y="49148"/>
                  </a:lnTo>
                  <a:lnTo>
                    <a:pt x="2888234" y="60197"/>
                  </a:lnTo>
                  <a:lnTo>
                    <a:pt x="2926842" y="72135"/>
                  </a:lnTo>
                  <a:lnTo>
                    <a:pt x="2963798" y="85343"/>
                  </a:lnTo>
                  <a:lnTo>
                    <a:pt x="2999232" y="99440"/>
                  </a:lnTo>
                  <a:lnTo>
                    <a:pt x="3065018" y="131063"/>
                  </a:lnTo>
                  <a:lnTo>
                    <a:pt x="3123692" y="166750"/>
                  </a:lnTo>
                  <a:lnTo>
                    <a:pt x="3174872" y="206628"/>
                  </a:lnTo>
                  <a:lnTo>
                    <a:pt x="3218180" y="250570"/>
                  </a:lnTo>
                  <a:lnTo>
                    <a:pt x="3253231" y="298703"/>
                  </a:lnTo>
                  <a:lnTo>
                    <a:pt x="3279775" y="350773"/>
                  </a:lnTo>
                  <a:lnTo>
                    <a:pt x="3297174" y="406526"/>
                  </a:lnTo>
                  <a:lnTo>
                    <a:pt x="3304921" y="464438"/>
                  </a:lnTo>
                  <a:lnTo>
                    <a:pt x="3305302" y="494029"/>
                  </a:lnTo>
                  <a:lnTo>
                    <a:pt x="3303397" y="523874"/>
                  </a:lnTo>
                  <a:lnTo>
                    <a:pt x="3292729" y="584707"/>
                  </a:lnTo>
                  <a:lnTo>
                    <a:pt x="3273298" y="646556"/>
                  </a:lnTo>
                  <a:lnTo>
                    <a:pt x="3245358" y="709294"/>
                  </a:lnTo>
                  <a:lnTo>
                    <a:pt x="3209163" y="772667"/>
                  </a:lnTo>
                  <a:lnTo>
                    <a:pt x="3188081" y="804417"/>
                  </a:lnTo>
                  <a:lnTo>
                    <a:pt x="3165094" y="836167"/>
                  </a:lnTo>
                  <a:lnTo>
                    <a:pt x="3140202" y="868044"/>
                  </a:lnTo>
                  <a:lnTo>
                    <a:pt x="3113405" y="899794"/>
                  </a:lnTo>
                  <a:lnTo>
                    <a:pt x="3084703" y="931671"/>
                  </a:lnTo>
                  <a:lnTo>
                    <a:pt x="3054350" y="963294"/>
                  </a:lnTo>
                  <a:lnTo>
                    <a:pt x="3022092" y="994917"/>
                  </a:lnTo>
                  <a:lnTo>
                    <a:pt x="2988183" y="1026286"/>
                  </a:lnTo>
                  <a:lnTo>
                    <a:pt x="2952622" y="1057528"/>
                  </a:lnTo>
                  <a:lnTo>
                    <a:pt x="2915285" y="1088516"/>
                  </a:lnTo>
                  <a:lnTo>
                    <a:pt x="2876422" y="1119377"/>
                  </a:lnTo>
                  <a:lnTo>
                    <a:pt x="2836036" y="1149857"/>
                  </a:lnTo>
                  <a:lnTo>
                    <a:pt x="2794000" y="1180083"/>
                  </a:lnTo>
                  <a:lnTo>
                    <a:pt x="2750566" y="1209928"/>
                  </a:lnTo>
                  <a:lnTo>
                    <a:pt x="2705608" y="1239392"/>
                  </a:lnTo>
                  <a:lnTo>
                    <a:pt x="2659126" y="1268475"/>
                  </a:lnTo>
                  <a:lnTo>
                    <a:pt x="2611373" y="1297177"/>
                  </a:lnTo>
                  <a:lnTo>
                    <a:pt x="2562225" y="1325371"/>
                  </a:lnTo>
                  <a:lnTo>
                    <a:pt x="2511679" y="1353057"/>
                  </a:lnTo>
                  <a:lnTo>
                    <a:pt x="2459990" y="1380235"/>
                  </a:lnTo>
                  <a:lnTo>
                    <a:pt x="2406904" y="1406905"/>
                  </a:lnTo>
                  <a:lnTo>
                    <a:pt x="2352675" y="1432813"/>
                  </a:lnTo>
                  <a:lnTo>
                    <a:pt x="2297303" y="1458213"/>
                  </a:lnTo>
                  <a:lnTo>
                    <a:pt x="2240788" y="1482978"/>
                  </a:lnTo>
                  <a:lnTo>
                    <a:pt x="2183130" y="1506981"/>
                  </a:lnTo>
                  <a:lnTo>
                    <a:pt x="2124329" y="1530349"/>
                  </a:lnTo>
                  <a:lnTo>
                    <a:pt x="2064639" y="1552828"/>
                  </a:lnTo>
                  <a:lnTo>
                    <a:pt x="2003806" y="1574672"/>
                  </a:lnTo>
                  <a:lnTo>
                    <a:pt x="1942083" y="1595500"/>
                  </a:lnTo>
                  <a:lnTo>
                    <a:pt x="1879472" y="1615693"/>
                  </a:lnTo>
                  <a:lnTo>
                    <a:pt x="1816608" y="1634743"/>
                  </a:lnTo>
                  <a:lnTo>
                    <a:pt x="1753870" y="1652523"/>
                  </a:lnTo>
                  <a:lnTo>
                    <a:pt x="1691513" y="1669160"/>
                  </a:lnTo>
                  <a:lnTo>
                    <a:pt x="1629536" y="1684527"/>
                  </a:lnTo>
                  <a:lnTo>
                    <a:pt x="1567942" y="1698624"/>
                  </a:lnTo>
                  <a:lnTo>
                    <a:pt x="1506855" y="1711705"/>
                  </a:lnTo>
                  <a:lnTo>
                    <a:pt x="1446276" y="1723389"/>
                  </a:lnTo>
                  <a:lnTo>
                    <a:pt x="1386205" y="1734057"/>
                  </a:lnTo>
                  <a:lnTo>
                    <a:pt x="1326895" y="1743455"/>
                  </a:lnTo>
                  <a:lnTo>
                    <a:pt x="1268095" y="1751710"/>
                  </a:lnTo>
                  <a:lnTo>
                    <a:pt x="1210056" y="1758695"/>
                  </a:lnTo>
                  <a:lnTo>
                    <a:pt x="1152779" y="1764664"/>
                  </a:lnTo>
                  <a:lnTo>
                    <a:pt x="1096264" y="1769364"/>
                  </a:lnTo>
                  <a:lnTo>
                    <a:pt x="1040638" y="1772919"/>
                  </a:lnTo>
                  <a:lnTo>
                    <a:pt x="985901" y="1775332"/>
                  </a:lnTo>
                  <a:lnTo>
                    <a:pt x="932180" y="1776602"/>
                  </a:lnTo>
                  <a:lnTo>
                    <a:pt x="879347" y="1776729"/>
                  </a:lnTo>
                  <a:lnTo>
                    <a:pt x="827658" y="1775714"/>
                  </a:lnTo>
                  <a:lnTo>
                    <a:pt x="776985" y="1773554"/>
                  </a:lnTo>
                  <a:lnTo>
                    <a:pt x="727582" y="1770379"/>
                  </a:lnTo>
                  <a:lnTo>
                    <a:pt x="679195" y="1765934"/>
                  </a:lnTo>
                  <a:lnTo>
                    <a:pt x="632206" y="1760473"/>
                  </a:lnTo>
                  <a:lnTo>
                    <a:pt x="586358" y="1753869"/>
                  </a:lnTo>
                  <a:lnTo>
                    <a:pt x="541908" y="1746249"/>
                  </a:lnTo>
                  <a:lnTo>
                    <a:pt x="498856" y="1737359"/>
                  </a:lnTo>
                  <a:lnTo>
                    <a:pt x="457327" y="1727580"/>
                  </a:lnTo>
                  <a:lnTo>
                    <a:pt x="417194" y="1716531"/>
                  </a:lnTo>
                  <a:lnTo>
                    <a:pt x="378586" y="1704593"/>
                  </a:lnTo>
                  <a:lnTo>
                    <a:pt x="341503" y="1691385"/>
                  </a:lnTo>
                  <a:lnTo>
                    <a:pt x="306069" y="1677289"/>
                  </a:lnTo>
                  <a:lnTo>
                    <a:pt x="240283" y="1645792"/>
                  </a:lnTo>
                  <a:lnTo>
                    <a:pt x="181736" y="1609978"/>
                  </a:lnTo>
                  <a:lnTo>
                    <a:pt x="130429" y="1570100"/>
                  </a:lnTo>
                  <a:lnTo>
                    <a:pt x="87121" y="1526158"/>
                  </a:lnTo>
                  <a:lnTo>
                    <a:pt x="52069" y="1478152"/>
                  </a:lnTo>
                  <a:lnTo>
                    <a:pt x="25526" y="1426082"/>
                  </a:lnTo>
                  <a:lnTo>
                    <a:pt x="15748" y="1398523"/>
                  </a:lnTo>
                  <a:close/>
                </a:path>
              </a:pathLst>
            </a:custGeom>
            <a:ln w="19050">
              <a:solidFill>
                <a:srgbClr val="EB8A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35801" y="2260854"/>
              <a:ext cx="3582670" cy="1589405"/>
            </a:xfrm>
            <a:custGeom>
              <a:avLst/>
              <a:gdLst/>
              <a:ahLst/>
              <a:cxnLst/>
              <a:rect l="l" t="t" r="r" b="b"/>
              <a:pathLst>
                <a:path w="3582670" h="1589404">
                  <a:moveTo>
                    <a:pt x="7620" y="1246759"/>
                  </a:moveTo>
                  <a:lnTo>
                    <a:pt x="2667" y="1222502"/>
                  </a:lnTo>
                  <a:lnTo>
                    <a:pt x="126" y="1197864"/>
                  </a:lnTo>
                  <a:lnTo>
                    <a:pt x="0" y="1172845"/>
                  </a:lnTo>
                  <a:lnTo>
                    <a:pt x="2159" y="1147572"/>
                  </a:lnTo>
                  <a:lnTo>
                    <a:pt x="13208" y="1096137"/>
                  </a:lnTo>
                  <a:lnTo>
                    <a:pt x="33020" y="1043686"/>
                  </a:lnTo>
                  <a:lnTo>
                    <a:pt x="61340" y="990473"/>
                  </a:lnTo>
                  <a:lnTo>
                    <a:pt x="97917" y="936625"/>
                  </a:lnTo>
                  <a:lnTo>
                    <a:pt x="142367" y="882396"/>
                  </a:lnTo>
                  <a:lnTo>
                    <a:pt x="194563" y="828040"/>
                  </a:lnTo>
                  <a:lnTo>
                    <a:pt x="223265" y="800862"/>
                  </a:lnTo>
                  <a:lnTo>
                    <a:pt x="253873" y="773684"/>
                  </a:lnTo>
                  <a:lnTo>
                    <a:pt x="286258" y="746506"/>
                  </a:lnTo>
                  <a:lnTo>
                    <a:pt x="320421" y="719455"/>
                  </a:lnTo>
                  <a:lnTo>
                    <a:pt x="356235" y="692531"/>
                  </a:lnTo>
                  <a:lnTo>
                    <a:pt x="393573" y="665734"/>
                  </a:lnTo>
                  <a:lnTo>
                    <a:pt x="432688" y="639063"/>
                  </a:lnTo>
                  <a:lnTo>
                    <a:pt x="473201" y="612521"/>
                  </a:lnTo>
                  <a:lnTo>
                    <a:pt x="515366" y="586232"/>
                  </a:lnTo>
                  <a:lnTo>
                    <a:pt x="559053" y="560197"/>
                  </a:lnTo>
                  <a:lnTo>
                    <a:pt x="604266" y="534416"/>
                  </a:lnTo>
                  <a:lnTo>
                    <a:pt x="650748" y="508888"/>
                  </a:lnTo>
                  <a:lnTo>
                    <a:pt x="698753" y="483616"/>
                  </a:lnTo>
                  <a:lnTo>
                    <a:pt x="748029" y="458724"/>
                  </a:lnTo>
                  <a:lnTo>
                    <a:pt x="798702" y="434086"/>
                  </a:lnTo>
                  <a:lnTo>
                    <a:pt x="850519" y="409956"/>
                  </a:lnTo>
                  <a:lnTo>
                    <a:pt x="903731" y="386207"/>
                  </a:lnTo>
                  <a:lnTo>
                    <a:pt x="958088" y="362838"/>
                  </a:lnTo>
                  <a:lnTo>
                    <a:pt x="1013714" y="339979"/>
                  </a:lnTo>
                  <a:lnTo>
                    <a:pt x="1070355" y="317500"/>
                  </a:lnTo>
                  <a:lnTo>
                    <a:pt x="1128141" y="295656"/>
                  </a:lnTo>
                  <a:lnTo>
                    <a:pt x="1186942" y="274193"/>
                  </a:lnTo>
                  <a:lnTo>
                    <a:pt x="1246886" y="253365"/>
                  </a:lnTo>
                  <a:lnTo>
                    <a:pt x="1307719" y="233045"/>
                  </a:lnTo>
                  <a:lnTo>
                    <a:pt x="1369568" y="213487"/>
                  </a:lnTo>
                  <a:lnTo>
                    <a:pt x="1432305" y="194437"/>
                  </a:lnTo>
                  <a:lnTo>
                    <a:pt x="1495932" y="176022"/>
                  </a:lnTo>
                  <a:lnTo>
                    <a:pt x="1560449" y="158369"/>
                  </a:lnTo>
                  <a:lnTo>
                    <a:pt x="1625727" y="141350"/>
                  </a:lnTo>
                  <a:lnTo>
                    <a:pt x="1691131" y="125222"/>
                  </a:lnTo>
                  <a:lnTo>
                    <a:pt x="1756282" y="109982"/>
                  </a:lnTo>
                  <a:lnTo>
                    <a:pt x="1820926" y="95885"/>
                  </a:lnTo>
                  <a:lnTo>
                    <a:pt x="1885188" y="82676"/>
                  </a:lnTo>
                  <a:lnTo>
                    <a:pt x="1948942" y="70485"/>
                  </a:lnTo>
                  <a:lnTo>
                    <a:pt x="2012061" y="59309"/>
                  </a:lnTo>
                  <a:lnTo>
                    <a:pt x="2074672" y="49149"/>
                  </a:lnTo>
                  <a:lnTo>
                    <a:pt x="2136648" y="39878"/>
                  </a:lnTo>
                  <a:lnTo>
                    <a:pt x="2197862" y="31623"/>
                  </a:lnTo>
                  <a:lnTo>
                    <a:pt x="2258441" y="24384"/>
                  </a:lnTo>
                  <a:lnTo>
                    <a:pt x="2318130" y="18034"/>
                  </a:lnTo>
                  <a:lnTo>
                    <a:pt x="2377058" y="12700"/>
                  </a:lnTo>
                  <a:lnTo>
                    <a:pt x="2435098" y="8255"/>
                  </a:lnTo>
                  <a:lnTo>
                    <a:pt x="2492248" y="4825"/>
                  </a:lnTo>
                  <a:lnTo>
                    <a:pt x="2548508" y="2286"/>
                  </a:lnTo>
                  <a:lnTo>
                    <a:pt x="2603754" y="635"/>
                  </a:lnTo>
                  <a:lnTo>
                    <a:pt x="2657855" y="0"/>
                  </a:lnTo>
                  <a:lnTo>
                    <a:pt x="2710942" y="254"/>
                  </a:lnTo>
                  <a:lnTo>
                    <a:pt x="2763012" y="1524"/>
                  </a:lnTo>
                  <a:lnTo>
                    <a:pt x="2813812" y="3556"/>
                  </a:lnTo>
                  <a:lnTo>
                    <a:pt x="2863342" y="6604"/>
                  </a:lnTo>
                  <a:lnTo>
                    <a:pt x="2911729" y="10541"/>
                  </a:lnTo>
                  <a:lnTo>
                    <a:pt x="2958719" y="15367"/>
                  </a:lnTo>
                  <a:lnTo>
                    <a:pt x="3004439" y="21209"/>
                  </a:lnTo>
                  <a:lnTo>
                    <a:pt x="3048634" y="27812"/>
                  </a:lnTo>
                  <a:lnTo>
                    <a:pt x="3091561" y="35306"/>
                  </a:lnTo>
                  <a:lnTo>
                    <a:pt x="3132963" y="43815"/>
                  </a:lnTo>
                  <a:lnTo>
                    <a:pt x="3172841" y="53086"/>
                  </a:lnTo>
                  <a:lnTo>
                    <a:pt x="3211068" y="63373"/>
                  </a:lnTo>
                  <a:lnTo>
                    <a:pt x="3247771" y="74422"/>
                  </a:lnTo>
                  <a:lnTo>
                    <a:pt x="3316097" y="99187"/>
                  </a:lnTo>
                  <a:lnTo>
                    <a:pt x="3377438" y="127381"/>
                  </a:lnTo>
                  <a:lnTo>
                    <a:pt x="3431540" y="158876"/>
                  </a:lnTo>
                  <a:lnTo>
                    <a:pt x="3477895" y="193929"/>
                  </a:lnTo>
                  <a:lnTo>
                    <a:pt x="3516249" y="232156"/>
                  </a:lnTo>
                  <a:lnTo>
                    <a:pt x="3546221" y="273812"/>
                  </a:lnTo>
                  <a:lnTo>
                    <a:pt x="3567556" y="318643"/>
                  </a:lnTo>
                  <a:lnTo>
                    <a:pt x="3579622" y="366522"/>
                  </a:lnTo>
                  <a:lnTo>
                    <a:pt x="3582289" y="416179"/>
                  </a:lnTo>
                  <a:lnTo>
                    <a:pt x="3580129" y="441451"/>
                  </a:lnTo>
                  <a:lnTo>
                    <a:pt x="3569080" y="492887"/>
                  </a:lnTo>
                  <a:lnTo>
                    <a:pt x="3549269" y="545338"/>
                  </a:lnTo>
                  <a:lnTo>
                    <a:pt x="3520948" y="598551"/>
                  </a:lnTo>
                  <a:lnTo>
                    <a:pt x="3484372" y="652399"/>
                  </a:lnTo>
                  <a:lnTo>
                    <a:pt x="3439922" y="706628"/>
                  </a:lnTo>
                  <a:lnTo>
                    <a:pt x="3387852" y="760984"/>
                  </a:lnTo>
                  <a:lnTo>
                    <a:pt x="3359023" y="788288"/>
                  </a:lnTo>
                  <a:lnTo>
                    <a:pt x="3328416" y="815467"/>
                  </a:lnTo>
                  <a:lnTo>
                    <a:pt x="3296030" y="842518"/>
                  </a:lnTo>
                  <a:lnTo>
                    <a:pt x="3261868" y="869569"/>
                  </a:lnTo>
                  <a:lnTo>
                    <a:pt x="3226180" y="896493"/>
                  </a:lnTo>
                  <a:lnTo>
                    <a:pt x="3188716" y="923417"/>
                  </a:lnTo>
                  <a:lnTo>
                    <a:pt x="3149727" y="950087"/>
                  </a:lnTo>
                  <a:lnTo>
                    <a:pt x="3109087" y="976503"/>
                  </a:lnTo>
                  <a:lnTo>
                    <a:pt x="3066923" y="1002792"/>
                  </a:lnTo>
                  <a:lnTo>
                    <a:pt x="3023234" y="1028954"/>
                  </a:lnTo>
                  <a:lnTo>
                    <a:pt x="2978150" y="1054735"/>
                  </a:lnTo>
                  <a:lnTo>
                    <a:pt x="2931541" y="1080262"/>
                  </a:lnTo>
                  <a:lnTo>
                    <a:pt x="2883662" y="1105535"/>
                  </a:lnTo>
                  <a:lnTo>
                    <a:pt x="2834258" y="1130427"/>
                  </a:lnTo>
                  <a:lnTo>
                    <a:pt x="2783713" y="1154938"/>
                  </a:lnTo>
                  <a:lnTo>
                    <a:pt x="2731770" y="1179068"/>
                  </a:lnTo>
                  <a:lnTo>
                    <a:pt x="2678556" y="1202944"/>
                  </a:lnTo>
                  <a:lnTo>
                    <a:pt x="2624201" y="1226185"/>
                  </a:lnTo>
                  <a:lnTo>
                    <a:pt x="2568702" y="1249172"/>
                  </a:lnTo>
                  <a:lnTo>
                    <a:pt x="2511932" y="1271524"/>
                  </a:lnTo>
                  <a:lnTo>
                    <a:pt x="2454148" y="1293495"/>
                  </a:lnTo>
                  <a:lnTo>
                    <a:pt x="2395347" y="1314831"/>
                  </a:lnTo>
                  <a:lnTo>
                    <a:pt x="2335529" y="1335659"/>
                  </a:lnTo>
                  <a:lnTo>
                    <a:pt x="2274570" y="1355979"/>
                  </a:lnTo>
                  <a:lnTo>
                    <a:pt x="2212721" y="1375664"/>
                  </a:lnTo>
                  <a:lnTo>
                    <a:pt x="2149982" y="1394714"/>
                  </a:lnTo>
                  <a:lnTo>
                    <a:pt x="2086355" y="1413002"/>
                  </a:lnTo>
                  <a:lnTo>
                    <a:pt x="2021967" y="1430782"/>
                  </a:lnTo>
                  <a:lnTo>
                    <a:pt x="1956689" y="1447800"/>
                  </a:lnTo>
                  <a:lnTo>
                    <a:pt x="1891156" y="1463929"/>
                  </a:lnTo>
                  <a:lnTo>
                    <a:pt x="1826005" y="1479042"/>
                  </a:lnTo>
                  <a:lnTo>
                    <a:pt x="1761363" y="1493266"/>
                  </a:lnTo>
                  <a:lnTo>
                    <a:pt x="1697101" y="1506347"/>
                  </a:lnTo>
                  <a:lnTo>
                    <a:pt x="1633347" y="1518539"/>
                  </a:lnTo>
                  <a:lnTo>
                    <a:pt x="1570227" y="1529715"/>
                  </a:lnTo>
                  <a:lnTo>
                    <a:pt x="1507617" y="1539875"/>
                  </a:lnTo>
                  <a:lnTo>
                    <a:pt x="1445641" y="1549146"/>
                  </a:lnTo>
                  <a:lnTo>
                    <a:pt x="1384427" y="1557401"/>
                  </a:lnTo>
                  <a:lnTo>
                    <a:pt x="1323975" y="1564640"/>
                  </a:lnTo>
                  <a:lnTo>
                    <a:pt x="1264157" y="1570990"/>
                  </a:lnTo>
                  <a:lnTo>
                    <a:pt x="1205229" y="1576451"/>
                  </a:lnTo>
                  <a:lnTo>
                    <a:pt x="1147191" y="1580769"/>
                  </a:lnTo>
                  <a:lnTo>
                    <a:pt x="1090041" y="1584325"/>
                  </a:lnTo>
                  <a:lnTo>
                    <a:pt x="1033779" y="1586865"/>
                  </a:lnTo>
                  <a:lnTo>
                    <a:pt x="978662" y="1588389"/>
                  </a:lnTo>
                  <a:lnTo>
                    <a:pt x="924432" y="1589024"/>
                  </a:lnTo>
                  <a:lnTo>
                    <a:pt x="871347" y="1588770"/>
                  </a:lnTo>
                  <a:lnTo>
                    <a:pt x="819403" y="1587627"/>
                  </a:lnTo>
                  <a:lnTo>
                    <a:pt x="768603" y="1585468"/>
                  </a:lnTo>
                  <a:lnTo>
                    <a:pt x="718947" y="1582420"/>
                  </a:lnTo>
                  <a:lnTo>
                    <a:pt x="670687" y="1578483"/>
                  </a:lnTo>
                  <a:lnTo>
                    <a:pt x="623570" y="1573657"/>
                  </a:lnTo>
                  <a:lnTo>
                    <a:pt x="577976" y="1567942"/>
                  </a:lnTo>
                  <a:lnTo>
                    <a:pt x="533653" y="1561211"/>
                  </a:lnTo>
                  <a:lnTo>
                    <a:pt x="490727" y="1553718"/>
                  </a:lnTo>
                  <a:lnTo>
                    <a:pt x="449452" y="1545336"/>
                  </a:lnTo>
                  <a:lnTo>
                    <a:pt x="409575" y="1535938"/>
                  </a:lnTo>
                  <a:lnTo>
                    <a:pt x="371221" y="1525778"/>
                  </a:lnTo>
                  <a:lnTo>
                    <a:pt x="334518" y="1514729"/>
                  </a:lnTo>
                  <a:lnTo>
                    <a:pt x="266192" y="1489964"/>
                  </a:lnTo>
                  <a:lnTo>
                    <a:pt x="204850" y="1461770"/>
                  </a:lnTo>
                  <a:lnTo>
                    <a:pt x="150749" y="1430147"/>
                  </a:lnTo>
                  <a:lnTo>
                    <a:pt x="104394" y="1395222"/>
                  </a:lnTo>
                  <a:lnTo>
                    <a:pt x="66039" y="1356868"/>
                  </a:lnTo>
                  <a:lnTo>
                    <a:pt x="36068" y="1315212"/>
                  </a:lnTo>
                  <a:lnTo>
                    <a:pt x="14859" y="1270381"/>
                  </a:lnTo>
                  <a:lnTo>
                    <a:pt x="7620" y="1246759"/>
                  </a:lnTo>
                  <a:close/>
                </a:path>
              </a:pathLst>
            </a:custGeom>
            <a:ln w="19050">
              <a:solidFill>
                <a:srgbClr val="6D91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2621279" y="2452116"/>
          <a:ext cx="7489820" cy="29547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7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2251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30"/>
                        </a:lnSpc>
                        <a:spcBef>
                          <a:spcPts val="1745"/>
                        </a:spcBef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161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50"/>
                        </a:lnSpc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251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980"/>
                        </a:lnSpc>
                        <a:spcBef>
                          <a:spcPts val="1795"/>
                        </a:spcBef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796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6895">
                        <a:lnSpc>
                          <a:spcPts val="2045"/>
                        </a:lnSpc>
                        <a:spcBef>
                          <a:spcPts val="173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971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b="1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5895">
                        <a:lnSpc>
                          <a:spcPts val="1205"/>
                        </a:lnSpc>
                      </a:pPr>
                      <a:r>
                        <a:rPr sz="1500" spc="-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C2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251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995"/>
                        </a:lnSpc>
                        <a:spcBef>
                          <a:spcPts val="178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2606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r">
                        <a:lnSpc>
                          <a:spcPts val="179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500" spc="-5" dirty="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C1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997"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DBDBD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2398522" y="2335148"/>
            <a:ext cx="105410" cy="317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200" dirty="0">
                <a:solidFill>
                  <a:srgbClr val="575757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71750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97071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22775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48096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95009" y="5463470"/>
            <a:ext cx="1067435" cy="51498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800" b="1" spc="-110" dirty="0">
                <a:solidFill>
                  <a:srgbClr val="333333"/>
                </a:solidFill>
                <a:latin typeface="Arial"/>
                <a:cs typeface="Arial"/>
              </a:rPr>
              <a:t>V</a:t>
            </a:r>
            <a:r>
              <a:rPr sz="1800" b="1" spc="-25" dirty="0">
                <a:solidFill>
                  <a:srgbClr val="333333"/>
                </a:solidFill>
                <a:latin typeface="Arial"/>
                <a:cs typeface="Arial"/>
              </a:rPr>
              <a:t>ar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bl</a:t>
            </a:r>
            <a:r>
              <a:rPr sz="1800" b="1" spc="-5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33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99503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5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25206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6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50528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7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976231" y="5478271"/>
            <a:ext cx="107314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333333"/>
                </a:solidFill>
                <a:latin typeface="Arial MT"/>
                <a:cs typeface="Arial MT"/>
              </a:rPr>
              <a:t>8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33750" y="3472513"/>
            <a:ext cx="252095" cy="9505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spc="-95" dirty="0">
                <a:solidFill>
                  <a:srgbClr val="333333"/>
                </a:solidFill>
                <a:latin typeface="Arial"/>
                <a:cs typeface="Arial"/>
              </a:rPr>
              <a:t>V</a:t>
            </a:r>
            <a:r>
              <a:rPr sz="1600" b="1" spc="-15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600" b="1" spc="-10" dirty="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sz="1600" b="1" spc="-15" dirty="0">
                <a:solidFill>
                  <a:srgbClr val="333333"/>
                </a:solidFill>
                <a:latin typeface="Arial"/>
                <a:cs typeface="Arial"/>
              </a:rPr>
              <a:t>iabl</a:t>
            </a:r>
            <a:r>
              <a:rPr sz="1600" b="1" dirty="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sz="1600" b="1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99819" y="953465"/>
            <a:ext cx="10693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404040"/>
                </a:solidFill>
                <a:latin typeface="Calibri Light"/>
                <a:cs typeface="Calibri Light"/>
              </a:rPr>
              <a:t>K=</a:t>
            </a:r>
            <a:r>
              <a:rPr sz="4800" spc="-2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404040"/>
                </a:solidFill>
                <a:latin typeface="Calibri Light"/>
                <a:cs typeface="Calibri Light"/>
              </a:rPr>
              <a:t>2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39029" y="5788558"/>
            <a:ext cx="1035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546" y="380746"/>
            <a:ext cx="1462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Step</a:t>
            </a:r>
            <a:r>
              <a:rPr sz="3600" u="heavy" spc="-20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 </a:t>
            </a:r>
            <a:r>
              <a:rPr sz="3600" u="heavy" spc="-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1: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022" y="1047369"/>
            <a:ext cx="11704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Initialization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Randomly we choose following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two centroids 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(k=2)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two clusters. </a:t>
            </a:r>
            <a:r>
              <a:rPr sz="2400" b="1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case</a:t>
            </a:r>
            <a:r>
              <a:rPr sz="24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2400" b="1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centroid</a:t>
            </a:r>
            <a:r>
              <a:rPr sz="24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are: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m1=(1.0,1.0)</a:t>
            </a:r>
            <a:r>
              <a:rPr sz="2400" b="1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b="1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m2=(5.0,7.0).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532" y="2849879"/>
            <a:ext cx="5855208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64944" y="2127250"/>
          <a:ext cx="9244325" cy="3805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7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6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35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21856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75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7.21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6.10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3.61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3.61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38E83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7.21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4.72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2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5.31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2.06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41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4.30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2.92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757" y="241553"/>
            <a:ext cx="1437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S</a:t>
            </a:r>
            <a:r>
              <a:rPr sz="3600" u="heavy" spc="-5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t</a:t>
            </a:r>
            <a:r>
              <a:rPr sz="3600" u="heavy" spc="-4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e</a:t>
            </a:r>
            <a:r>
              <a:rPr sz="3600" u="heavy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p</a:t>
            </a:r>
            <a:r>
              <a:rPr sz="3600" u="heavy" spc="-16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 </a:t>
            </a:r>
            <a:r>
              <a:rPr sz="3600" u="heavy" spc="-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2: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83529" y="2489454"/>
            <a:ext cx="767715" cy="1539240"/>
          </a:xfrm>
          <a:custGeom>
            <a:avLst/>
            <a:gdLst/>
            <a:ahLst/>
            <a:cxnLst/>
            <a:rect l="l" t="t" r="r" b="b"/>
            <a:pathLst>
              <a:path w="767714" h="1539239">
                <a:moveTo>
                  <a:pt x="0" y="769620"/>
                </a:moveTo>
                <a:lnTo>
                  <a:pt x="1270" y="706501"/>
                </a:lnTo>
                <a:lnTo>
                  <a:pt x="5080" y="644779"/>
                </a:lnTo>
                <a:lnTo>
                  <a:pt x="11175" y="584708"/>
                </a:lnTo>
                <a:lnTo>
                  <a:pt x="19558" y="526415"/>
                </a:lnTo>
                <a:lnTo>
                  <a:pt x="30099" y="470026"/>
                </a:lnTo>
                <a:lnTo>
                  <a:pt x="42799" y="415925"/>
                </a:lnTo>
                <a:lnTo>
                  <a:pt x="57531" y="364236"/>
                </a:lnTo>
                <a:lnTo>
                  <a:pt x="74041" y="315087"/>
                </a:lnTo>
                <a:lnTo>
                  <a:pt x="92329" y="268732"/>
                </a:lnTo>
                <a:lnTo>
                  <a:pt x="112395" y="225425"/>
                </a:lnTo>
                <a:lnTo>
                  <a:pt x="133985" y="185293"/>
                </a:lnTo>
                <a:lnTo>
                  <a:pt x="157099" y="148462"/>
                </a:lnTo>
                <a:lnTo>
                  <a:pt x="181610" y="115316"/>
                </a:lnTo>
                <a:lnTo>
                  <a:pt x="207391" y="85851"/>
                </a:lnTo>
                <a:lnTo>
                  <a:pt x="262509" y="39243"/>
                </a:lnTo>
                <a:lnTo>
                  <a:pt x="321564" y="10033"/>
                </a:lnTo>
                <a:lnTo>
                  <a:pt x="383794" y="0"/>
                </a:lnTo>
                <a:lnTo>
                  <a:pt x="415290" y="2540"/>
                </a:lnTo>
                <a:lnTo>
                  <a:pt x="475996" y="22351"/>
                </a:lnTo>
                <a:lnTo>
                  <a:pt x="533146" y="60451"/>
                </a:lnTo>
                <a:lnTo>
                  <a:pt x="585978" y="115316"/>
                </a:lnTo>
                <a:lnTo>
                  <a:pt x="610489" y="148462"/>
                </a:lnTo>
                <a:lnTo>
                  <a:pt x="633603" y="185293"/>
                </a:lnTo>
                <a:lnTo>
                  <a:pt x="655193" y="225425"/>
                </a:lnTo>
                <a:lnTo>
                  <a:pt x="675259" y="268732"/>
                </a:lnTo>
                <a:lnTo>
                  <a:pt x="693547" y="315087"/>
                </a:lnTo>
                <a:lnTo>
                  <a:pt x="710057" y="364236"/>
                </a:lnTo>
                <a:lnTo>
                  <a:pt x="724789" y="415925"/>
                </a:lnTo>
                <a:lnTo>
                  <a:pt x="737489" y="470026"/>
                </a:lnTo>
                <a:lnTo>
                  <a:pt x="748030" y="526415"/>
                </a:lnTo>
                <a:lnTo>
                  <a:pt x="756412" y="584708"/>
                </a:lnTo>
                <a:lnTo>
                  <a:pt x="762508" y="644779"/>
                </a:lnTo>
                <a:lnTo>
                  <a:pt x="766318" y="706501"/>
                </a:lnTo>
                <a:lnTo>
                  <a:pt x="767588" y="769620"/>
                </a:lnTo>
                <a:lnTo>
                  <a:pt x="766318" y="832738"/>
                </a:lnTo>
                <a:lnTo>
                  <a:pt x="762508" y="894461"/>
                </a:lnTo>
                <a:lnTo>
                  <a:pt x="756412" y="954532"/>
                </a:lnTo>
                <a:lnTo>
                  <a:pt x="748030" y="1012825"/>
                </a:lnTo>
                <a:lnTo>
                  <a:pt x="737489" y="1069213"/>
                </a:lnTo>
                <a:lnTo>
                  <a:pt x="724789" y="1123315"/>
                </a:lnTo>
                <a:lnTo>
                  <a:pt x="710057" y="1175004"/>
                </a:lnTo>
                <a:lnTo>
                  <a:pt x="693547" y="1224153"/>
                </a:lnTo>
                <a:lnTo>
                  <a:pt x="675259" y="1270508"/>
                </a:lnTo>
                <a:lnTo>
                  <a:pt x="655193" y="1313815"/>
                </a:lnTo>
                <a:lnTo>
                  <a:pt x="633603" y="1353947"/>
                </a:lnTo>
                <a:lnTo>
                  <a:pt x="610489" y="1390777"/>
                </a:lnTo>
                <a:lnTo>
                  <a:pt x="585978" y="1423924"/>
                </a:lnTo>
                <a:lnTo>
                  <a:pt x="560197" y="1453388"/>
                </a:lnTo>
                <a:lnTo>
                  <a:pt x="505079" y="1499997"/>
                </a:lnTo>
                <a:lnTo>
                  <a:pt x="446024" y="1529207"/>
                </a:lnTo>
                <a:lnTo>
                  <a:pt x="383794" y="1539240"/>
                </a:lnTo>
                <a:lnTo>
                  <a:pt x="352298" y="1536700"/>
                </a:lnTo>
                <a:lnTo>
                  <a:pt x="291592" y="1516888"/>
                </a:lnTo>
                <a:lnTo>
                  <a:pt x="234442" y="1478788"/>
                </a:lnTo>
                <a:lnTo>
                  <a:pt x="181610" y="1423924"/>
                </a:lnTo>
                <a:lnTo>
                  <a:pt x="157099" y="1390777"/>
                </a:lnTo>
                <a:lnTo>
                  <a:pt x="133985" y="1353947"/>
                </a:lnTo>
                <a:lnTo>
                  <a:pt x="112395" y="1313815"/>
                </a:lnTo>
                <a:lnTo>
                  <a:pt x="92329" y="1270508"/>
                </a:lnTo>
                <a:lnTo>
                  <a:pt x="74041" y="1224153"/>
                </a:lnTo>
                <a:lnTo>
                  <a:pt x="57531" y="1175004"/>
                </a:lnTo>
                <a:lnTo>
                  <a:pt x="42799" y="1123315"/>
                </a:lnTo>
                <a:lnTo>
                  <a:pt x="30099" y="1069213"/>
                </a:lnTo>
                <a:lnTo>
                  <a:pt x="19558" y="1012825"/>
                </a:lnTo>
                <a:lnTo>
                  <a:pt x="11175" y="954532"/>
                </a:lnTo>
                <a:lnTo>
                  <a:pt x="5080" y="894461"/>
                </a:lnTo>
                <a:lnTo>
                  <a:pt x="1270" y="832738"/>
                </a:lnTo>
                <a:lnTo>
                  <a:pt x="0" y="769620"/>
                </a:lnTo>
                <a:close/>
              </a:path>
            </a:pathLst>
          </a:custGeom>
          <a:ln w="19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761" y="3976878"/>
            <a:ext cx="965835" cy="1965960"/>
          </a:xfrm>
          <a:custGeom>
            <a:avLst/>
            <a:gdLst/>
            <a:ahLst/>
            <a:cxnLst/>
            <a:rect l="l" t="t" r="r" b="b"/>
            <a:pathLst>
              <a:path w="965834" h="1965960">
                <a:moveTo>
                  <a:pt x="0" y="982853"/>
                </a:moveTo>
                <a:lnTo>
                  <a:pt x="889" y="920750"/>
                </a:lnTo>
                <a:lnTo>
                  <a:pt x="3810" y="859536"/>
                </a:lnTo>
                <a:lnTo>
                  <a:pt x="8382" y="799592"/>
                </a:lnTo>
                <a:lnTo>
                  <a:pt x="14732" y="740918"/>
                </a:lnTo>
                <a:lnTo>
                  <a:pt x="22860" y="683514"/>
                </a:lnTo>
                <a:lnTo>
                  <a:pt x="32512" y="627634"/>
                </a:lnTo>
                <a:lnTo>
                  <a:pt x="43815" y="573405"/>
                </a:lnTo>
                <a:lnTo>
                  <a:pt x="56515" y="520827"/>
                </a:lnTo>
                <a:lnTo>
                  <a:pt x="70866" y="470154"/>
                </a:lnTo>
                <a:lnTo>
                  <a:pt x="86487" y="421386"/>
                </a:lnTo>
                <a:lnTo>
                  <a:pt x="103505" y="374650"/>
                </a:lnTo>
                <a:lnTo>
                  <a:pt x="121793" y="330073"/>
                </a:lnTo>
                <a:lnTo>
                  <a:pt x="141351" y="287909"/>
                </a:lnTo>
                <a:lnTo>
                  <a:pt x="162179" y="248031"/>
                </a:lnTo>
                <a:lnTo>
                  <a:pt x="184023" y="210820"/>
                </a:lnTo>
                <a:lnTo>
                  <a:pt x="207010" y="176149"/>
                </a:lnTo>
                <a:lnTo>
                  <a:pt x="230886" y="144145"/>
                </a:lnTo>
                <a:lnTo>
                  <a:pt x="255778" y="115189"/>
                </a:lnTo>
                <a:lnTo>
                  <a:pt x="308356" y="66167"/>
                </a:lnTo>
                <a:lnTo>
                  <a:pt x="363982" y="29972"/>
                </a:lnTo>
                <a:lnTo>
                  <a:pt x="422275" y="7620"/>
                </a:lnTo>
                <a:lnTo>
                  <a:pt x="482854" y="0"/>
                </a:lnTo>
                <a:lnTo>
                  <a:pt x="513334" y="1905"/>
                </a:lnTo>
                <a:lnTo>
                  <a:pt x="572897" y="17018"/>
                </a:lnTo>
                <a:lnTo>
                  <a:pt x="629920" y="46482"/>
                </a:lnTo>
                <a:lnTo>
                  <a:pt x="684022" y="89154"/>
                </a:lnTo>
                <a:lnTo>
                  <a:pt x="734822" y="144145"/>
                </a:lnTo>
                <a:lnTo>
                  <a:pt x="758698" y="176149"/>
                </a:lnTo>
                <a:lnTo>
                  <a:pt x="781685" y="210820"/>
                </a:lnTo>
                <a:lnTo>
                  <a:pt x="803529" y="248031"/>
                </a:lnTo>
                <a:lnTo>
                  <a:pt x="824357" y="287909"/>
                </a:lnTo>
                <a:lnTo>
                  <a:pt x="843915" y="330073"/>
                </a:lnTo>
                <a:lnTo>
                  <a:pt x="862203" y="374650"/>
                </a:lnTo>
                <a:lnTo>
                  <a:pt x="879221" y="421386"/>
                </a:lnTo>
                <a:lnTo>
                  <a:pt x="894842" y="470154"/>
                </a:lnTo>
                <a:lnTo>
                  <a:pt x="909193" y="520827"/>
                </a:lnTo>
                <a:lnTo>
                  <a:pt x="921893" y="573405"/>
                </a:lnTo>
                <a:lnTo>
                  <a:pt x="933196" y="627634"/>
                </a:lnTo>
                <a:lnTo>
                  <a:pt x="942848" y="683514"/>
                </a:lnTo>
                <a:lnTo>
                  <a:pt x="950976" y="740918"/>
                </a:lnTo>
                <a:lnTo>
                  <a:pt x="957326" y="799592"/>
                </a:lnTo>
                <a:lnTo>
                  <a:pt x="961898" y="859536"/>
                </a:lnTo>
                <a:lnTo>
                  <a:pt x="964819" y="920750"/>
                </a:lnTo>
                <a:lnTo>
                  <a:pt x="965708" y="982853"/>
                </a:lnTo>
                <a:lnTo>
                  <a:pt x="964819" y="1044956"/>
                </a:lnTo>
                <a:lnTo>
                  <a:pt x="961898" y="1106170"/>
                </a:lnTo>
                <a:lnTo>
                  <a:pt x="957326" y="1166114"/>
                </a:lnTo>
                <a:lnTo>
                  <a:pt x="950976" y="1224788"/>
                </a:lnTo>
                <a:lnTo>
                  <a:pt x="942848" y="1282192"/>
                </a:lnTo>
                <a:lnTo>
                  <a:pt x="933196" y="1338072"/>
                </a:lnTo>
                <a:lnTo>
                  <a:pt x="921893" y="1392301"/>
                </a:lnTo>
                <a:lnTo>
                  <a:pt x="909193" y="1444879"/>
                </a:lnTo>
                <a:lnTo>
                  <a:pt x="894842" y="1495552"/>
                </a:lnTo>
                <a:lnTo>
                  <a:pt x="879221" y="1544320"/>
                </a:lnTo>
                <a:lnTo>
                  <a:pt x="862203" y="1591056"/>
                </a:lnTo>
                <a:lnTo>
                  <a:pt x="843915" y="1635582"/>
                </a:lnTo>
                <a:lnTo>
                  <a:pt x="824357" y="1677822"/>
                </a:lnTo>
                <a:lnTo>
                  <a:pt x="803529" y="1717636"/>
                </a:lnTo>
                <a:lnTo>
                  <a:pt x="781685" y="1754936"/>
                </a:lnTo>
                <a:lnTo>
                  <a:pt x="758698" y="1789595"/>
                </a:lnTo>
                <a:lnTo>
                  <a:pt x="734822" y="1821510"/>
                </a:lnTo>
                <a:lnTo>
                  <a:pt x="709930" y="1850542"/>
                </a:lnTo>
                <a:lnTo>
                  <a:pt x="657352" y="1899539"/>
                </a:lnTo>
                <a:lnTo>
                  <a:pt x="601726" y="1935683"/>
                </a:lnTo>
                <a:lnTo>
                  <a:pt x="543433" y="1958047"/>
                </a:lnTo>
                <a:lnTo>
                  <a:pt x="482854" y="1965706"/>
                </a:lnTo>
                <a:lnTo>
                  <a:pt x="452247" y="1963775"/>
                </a:lnTo>
                <a:lnTo>
                  <a:pt x="392811" y="1948649"/>
                </a:lnTo>
                <a:lnTo>
                  <a:pt x="335788" y="1919274"/>
                </a:lnTo>
                <a:lnTo>
                  <a:pt x="281686" y="1876590"/>
                </a:lnTo>
                <a:lnTo>
                  <a:pt x="230886" y="1821510"/>
                </a:lnTo>
                <a:lnTo>
                  <a:pt x="207010" y="1789595"/>
                </a:lnTo>
                <a:lnTo>
                  <a:pt x="184023" y="1754936"/>
                </a:lnTo>
                <a:lnTo>
                  <a:pt x="162179" y="1717636"/>
                </a:lnTo>
                <a:lnTo>
                  <a:pt x="141351" y="1677822"/>
                </a:lnTo>
                <a:lnTo>
                  <a:pt x="121793" y="1635582"/>
                </a:lnTo>
                <a:lnTo>
                  <a:pt x="103505" y="1591056"/>
                </a:lnTo>
                <a:lnTo>
                  <a:pt x="86487" y="1544320"/>
                </a:lnTo>
                <a:lnTo>
                  <a:pt x="70866" y="1495552"/>
                </a:lnTo>
                <a:lnTo>
                  <a:pt x="56515" y="1444879"/>
                </a:lnTo>
                <a:lnTo>
                  <a:pt x="43815" y="1392301"/>
                </a:lnTo>
                <a:lnTo>
                  <a:pt x="32512" y="1338072"/>
                </a:lnTo>
                <a:lnTo>
                  <a:pt x="22860" y="1282192"/>
                </a:lnTo>
                <a:lnTo>
                  <a:pt x="14732" y="1224788"/>
                </a:lnTo>
                <a:lnTo>
                  <a:pt x="8382" y="1166114"/>
                </a:lnTo>
                <a:lnTo>
                  <a:pt x="3810" y="1106170"/>
                </a:lnTo>
                <a:lnTo>
                  <a:pt x="889" y="1044956"/>
                </a:lnTo>
                <a:lnTo>
                  <a:pt x="0" y="98285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40358" y="2437638"/>
            <a:ext cx="765175" cy="3505200"/>
          </a:xfrm>
          <a:custGeom>
            <a:avLst/>
            <a:gdLst/>
            <a:ahLst/>
            <a:cxnLst/>
            <a:rect l="l" t="t" r="r" b="b"/>
            <a:pathLst>
              <a:path w="765175" h="3505200">
                <a:moveTo>
                  <a:pt x="0" y="769874"/>
                </a:moveTo>
                <a:lnTo>
                  <a:pt x="1269" y="706754"/>
                </a:lnTo>
                <a:lnTo>
                  <a:pt x="4953" y="645033"/>
                </a:lnTo>
                <a:lnTo>
                  <a:pt x="11175" y="584835"/>
                </a:lnTo>
                <a:lnTo>
                  <a:pt x="19557" y="526541"/>
                </a:lnTo>
                <a:lnTo>
                  <a:pt x="30098" y="470153"/>
                </a:lnTo>
                <a:lnTo>
                  <a:pt x="42671" y="416051"/>
                </a:lnTo>
                <a:lnTo>
                  <a:pt x="57276" y="364363"/>
                </a:lnTo>
                <a:lnTo>
                  <a:pt x="73786" y="315213"/>
                </a:lnTo>
                <a:lnTo>
                  <a:pt x="92075" y="268859"/>
                </a:lnTo>
                <a:lnTo>
                  <a:pt x="112013" y="225551"/>
                </a:lnTo>
                <a:lnTo>
                  <a:pt x="133603" y="185292"/>
                </a:lnTo>
                <a:lnTo>
                  <a:pt x="156590" y="148589"/>
                </a:lnTo>
                <a:lnTo>
                  <a:pt x="180975" y="115315"/>
                </a:lnTo>
                <a:lnTo>
                  <a:pt x="206755" y="85978"/>
                </a:lnTo>
                <a:lnTo>
                  <a:pt x="261619" y="39242"/>
                </a:lnTo>
                <a:lnTo>
                  <a:pt x="320421" y="10033"/>
                </a:lnTo>
                <a:lnTo>
                  <a:pt x="382397" y="0"/>
                </a:lnTo>
                <a:lnTo>
                  <a:pt x="413766" y="2539"/>
                </a:lnTo>
                <a:lnTo>
                  <a:pt x="474344" y="22351"/>
                </a:lnTo>
                <a:lnTo>
                  <a:pt x="531367" y="60451"/>
                </a:lnTo>
                <a:lnTo>
                  <a:pt x="583946" y="115315"/>
                </a:lnTo>
                <a:lnTo>
                  <a:pt x="608329" y="148589"/>
                </a:lnTo>
                <a:lnTo>
                  <a:pt x="631316" y="185292"/>
                </a:lnTo>
                <a:lnTo>
                  <a:pt x="652906" y="225551"/>
                </a:lnTo>
                <a:lnTo>
                  <a:pt x="672846" y="268859"/>
                </a:lnTo>
                <a:lnTo>
                  <a:pt x="691134" y="315213"/>
                </a:lnTo>
                <a:lnTo>
                  <a:pt x="707643" y="364363"/>
                </a:lnTo>
                <a:lnTo>
                  <a:pt x="722248" y="416051"/>
                </a:lnTo>
                <a:lnTo>
                  <a:pt x="734822" y="470153"/>
                </a:lnTo>
                <a:lnTo>
                  <a:pt x="745362" y="526541"/>
                </a:lnTo>
                <a:lnTo>
                  <a:pt x="753744" y="584835"/>
                </a:lnTo>
                <a:lnTo>
                  <a:pt x="759967" y="645033"/>
                </a:lnTo>
                <a:lnTo>
                  <a:pt x="763650" y="706754"/>
                </a:lnTo>
                <a:lnTo>
                  <a:pt x="764921" y="769874"/>
                </a:lnTo>
                <a:lnTo>
                  <a:pt x="763650" y="832992"/>
                </a:lnTo>
                <a:lnTo>
                  <a:pt x="759967" y="894841"/>
                </a:lnTo>
                <a:lnTo>
                  <a:pt x="753744" y="954913"/>
                </a:lnTo>
                <a:lnTo>
                  <a:pt x="745362" y="1013206"/>
                </a:lnTo>
                <a:lnTo>
                  <a:pt x="734822" y="1069594"/>
                </a:lnTo>
                <a:lnTo>
                  <a:pt x="722248" y="1123696"/>
                </a:lnTo>
                <a:lnTo>
                  <a:pt x="707643" y="1175512"/>
                </a:lnTo>
                <a:lnTo>
                  <a:pt x="691134" y="1224661"/>
                </a:lnTo>
                <a:lnTo>
                  <a:pt x="672846" y="1270889"/>
                </a:lnTo>
                <a:lnTo>
                  <a:pt x="652906" y="1314323"/>
                </a:lnTo>
                <a:lnTo>
                  <a:pt x="631316" y="1354455"/>
                </a:lnTo>
                <a:lnTo>
                  <a:pt x="608329" y="1391285"/>
                </a:lnTo>
                <a:lnTo>
                  <a:pt x="583946" y="1424432"/>
                </a:lnTo>
                <a:lnTo>
                  <a:pt x="558165" y="1453895"/>
                </a:lnTo>
                <a:lnTo>
                  <a:pt x="503300" y="1500505"/>
                </a:lnTo>
                <a:lnTo>
                  <a:pt x="444499" y="1529714"/>
                </a:lnTo>
                <a:lnTo>
                  <a:pt x="382397" y="1539748"/>
                </a:lnTo>
                <a:lnTo>
                  <a:pt x="351154" y="1537208"/>
                </a:lnTo>
                <a:lnTo>
                  <a:pt x="290575" y="1517395"/>
                </a:lnTo>
                <a:lnTo>
                  <a:pt x="233553" y="1479295"/>
                </a:lnTo>
                <a:lnTo>
                  <a:pt x="180975" y="1424432"/>
                </a:lnTo>
                <a:lnTo>
                  <a:pt x="156590" y="1391285"/>
                </a:lnTo>
                <a:lnTo>
                  <a:pt x="133603" y="1354455"/>
                </a:lnTo>
                <a:lnTo>
                  <a:pt x="112013" y="1314323"/>
                </a:lnTo>
                <a:lnTo>
                  <a:pt x="92075" y="1270889"/>
                </a:lnTo>
                <a:lnTo>
                  <a:pt x="73786" y="1224661"/>
                </a:lnTo>
                <a:lnTo>
                  <a:pt x="57276" y="1175512"/>
                </a:lnTo>
                <a:lnTo>
                  <a:pt x="42671" y="1123696"/>
                </a:lnTo>
                <a:lnTo>
                  <a:pt x="30098" y="1069594"/>
                </a:lnTo>
                <a:lnTo>
                  <a:pt x="19557" y="1013206"/>
                </a:lnTo>
                <a:lnTo>
                  <a:pt x="11175" y="954913"/>
                </a:lnTo>
                <a:lnTo>
                  <a:pt x="4953" y="894841"/>
                </a:lnTo>
                <a:lnTo>
                  <a:pt x="1269" y="832992"/>
                </a:lnTo>
                <a:lnTo>
                  <a:pt x="0" y="769874"/>
                </a:lnTo>
                <a:close/>
              </a:path>
              <a:path w="765175" h="3505200">
                <a:moveTo>
                  <a:pt x="0" y="2548255"/>
                </a:moveTo>
                <a:lnTo>
                  <a:pt x="888" y="2482723"/>
                </a:lnTo>
                <a:lnTo>
                  <a:pt x="3428" y="2418461"/>
                </a:lnTo>
                <a:lnTo>
                  <a:pt x="7746" y="2355469"/>
                </a:lnTo>
                <a:lnTo>
                  <a:pt x="13715" y="2294001"/>
                </a:lnTo>
                <a:lnTo>
                  <a:pt x="21081" y="2234057"/>
                </a:lnTo>
                <a:lnTo>
                  <a:pt x="30098" y="2175891"/>
                </a:lnTo>
                <a:lnTo>
                  <a:pt x="40385" y="2119630"/>
                </a:lnTo>
                <a:lnTo>
                  <a:pt x="52196" y="2065401"/>
                </a:lnTo>
                <a:lnTo>
                  <a:pt x="65278" y="2013458"/>
                </a:lnTo>
                <a:lnTo>
                  <a:pt x="79628" y="1963674"/>
                </a:lnTo>
                <a:lnTo>
                  <a:pt x="95250" y="1916430"/>
                </a:lnTo>
                <a:lnTo>
                  <a:pt x="112013" y="1871853"/>
                </a:lnTo>
                <a:lnTo>
                  <a:pt x="129920" y="1829943"/>
                </a:lnTo>
                <a:lnTo>
                  <a:pt x="148716" y="1790954"/>
                </a:lnTo>
                <a:lnTo>
                  <a:pt x="168655" y="1755013"/>
                </a:lnTo>
                <a:lnTo>
                  <a:pt x="189483" y="1722247"/>
                </a:lnTo>
                <a:lnTo>
                  <a:pt x="233553" y="1666748"/>
                </a:lnTo>
                <a:lnTo>
                  <a:pt x="280797" y="1625854"/>
                </a:lnTo>
                <a:lnTo>
                  <a:pt x="330580" y="1600327"/>
                </a:lnTo>
                <a:lnTo>
                  <a:pt x="382397" y="1591691"/>
                </a:lnTo>
                <a:lnTo>
                  <a:pt x="408685" y="1593850"/>
                </a:lnTo>
                <a:lnTo>
                  <a:pt x="459485" y="1611122"/>
                </a:lnTo>
                <a:lnTo>
                  <a:pt x="508127" y="1644395"/>
                </a:lnTo>
                <a:lnTo>
                  <a:pt x="553847" y="1692783"/>
                </a:lnTo>
                <a:lnTo>
                  <a:pt x="596265" y="1755013"/>
                </a:lnTo>
                <a:lnTo>
                  <a:pt x="616204" y="1790954"/>
                </a:lnTo>
                <a:lnTo>
                  <a:pt x="634999" y="1829943"/>
                </a:lnTo>
                <a:lnTo>
                  <a:pt x="652906" y="1871853"/>
                </a:lnTo>
                <a:lnTo>
                  <a:pt x="669671" y="1916430"/>
                </a:lnTo>
                <a:lnTo>
                  <a:pt x="685291" y="1963674"/>
                </a:lnTo>
                <a:lnTo>
                  <a:pt x="699642" y="2013458"/>
                </a:lnTo>
                <a:lnTo>
                  <a:pt x="712723" y="2065401"/>
                </a:lnTo>
                <a:lnTo>
                  <a:pt x="724535" y="2119630"/>
                </a:lnTo>
                <a:lnTo>
                  <a:pt x="734822" y="2175891"/>
                </a:lnTo>
                <a:lnTo>
                  <a:pt x="743839" y="2234057"/>
                </a:lnTo>
                <a:lnTo>
                  <a:pt x="751204" y="2294001"/>
                </a:lnTo>
                <a:lnTo>
                  <a:pt x="757173" y="2355469"/>
                </a:lnTo>
                <a:lnTo>
                  <a:pt x="761491" y="2418461"/>
                </a:lnTo>
                <a:lnTo>
                  <a:pt x="764031" y="2482723"/>
                </a:lnTo>
                <a:lnTo>
                  <a:pt x="764921" y="2548255"/>
                </a:lnTo>
                <a:lnTo>
                  <a:pt x="764031" y="2613787"/>
                </a:lnTo>
                <a:lnTo>
                  <a:pt x="761491" y="2678049"/>
                </a:lnTo>
                <a:lnTo>
                  <a:pt x="757173" y="2741041"/>
                </a:lnTo>
                <a:lnTo>
                  <a:pt x="751204" y="2802636"/>
                </a:lnTo>
                <a:lnTo>
                  <a:pt x="743839" y="2862580"/>
                </a:lnTo>
                <a:lnTo>
                  <a:pt x="734822" y="2920619"/>
                </a:lnTo>
                <a:lnTo>
                  <a:pt x="724535" y="2976880"/>
                </a:lnTo>
                <a:lnTo>
                  <a:pt x="712723" y="3031109"/>
                </a:lnTo>
                <a:lnTo>
                  <a:pt x="699642" y="3083179"/>
                </a:lnTo>
                <a:lnTo>
                  <a:pt x="685291" y="3132836"/>
                </a:lnTo>
                <a:lnTo>
                  <a:pt x="669671" y="3180130"/>
                </a:lnTo>
                <a:lnTo>
                  <a:pt x="652906" y="3224758"/>
                </a:lnTo>
                <a:lnTo>
                  <a:pt x="634999" y="3266643"/>
                </a:lnTo>
                <a:lnTo>
                  <a:pt x="616204" y="3305632"/>
                </a:lnTo>
                <a:lnTo>
                  <a:pt x="596265" y="3341573"/>
                </a:lnTo>
                <a:lnTo>
                  <a:pt x="575436" y="3374339"/>
                </a:lnTo>
                <a:lnTo>
                  <a:pt x="531367" y="3429774"/>
                </a:lnTo>
                <a:lnTo>
                  <a:pt x="484123" y="3470770"/>
                </a:lnTo>
                <a:lnTo>
                  <a:pt x="434340" y="3496208"/>
                </a:lnTo>
                <a:lnTo>
                  <a:pt x="382397" y="3504946"/>
                </a:lnTo>
                <a:lnTo>
                  <a:pt x="356234" y="3502736"/>
                </a:lnTo>
                <a:lnTo>
                  <a:pt x="305434" y="3485515"/>
                </a:lnTo>
                <a:lnTo>
                  <a:pt x="256794" y="3452152"/>
                </a:lnTo>
                <a:lnTo>
                  <a:pt x="211073" y="3403790"/>
                </a:lnTo>
                <a:lnTo>
                  <a:pt x="168655" y="3341573"/>
                </a:lnTo>
                <a:lnTo>
                  <a:pt x="148716" y="3305632"/>
                </a:lnTo>
                <a:lnTo>
                  <a:pt x="129920" y="3266643"/>
                </a:lnTo>
                <a:lnTo>
                  <a:pt x="112013" y="3224758"/>
                </a:lnTo>
                <a:lnTo>
                  <a:pt x="95250" y="3180130"/>
                </a:lnTo>
                <a:lnTo>
                  <a:pt x="79628" y="3132836"/>
                </a:lnTo>
                <a:lnTo>
                  <a:pt x="65278" y="3083179"/>
                </a:lnTo>
                <a:lnTo>
                  <a:pt x="52196" y="3031109"/>
                </a:lnTo>
                <a:lnTo>
                  <a:pt x="40385" y="2976880"/>
                </a:lnTo>
                <a:lnTo>
                  <a:pt x="30098" y="2920619"/>
                </a:lnTo>
                <a:lnTo>
                  <a:pt x="21081" y="2862580"/>
                </a:lnTo>
                <a:lnTo>
                  <a:pt x="13715" y="2802636"/>
                </a:lnTo>
                <a:lnTo>
                  <a:pt x="7746" y="2741041"/>
                </a:lnTo>
                <a:lnTo>
                  <a:pt x="3428" y="2678049"/>
                </a:lnTo>
                <a:lnTo>
                  <a:pt x="888" y="2613787"/>
                </a:lnTo>
                <a:lnTo>
                  <a:pt x="0" y="2548255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9002" y="536905"/>
            <a:ext cx="1438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4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Step</a:t>
            </a:r>
            <a:r>
              <a:rPr sz="3600" u="heavy" spc="-229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 </a:t>
            </a:r>
            <a:r>
              <a:rPr sz="3600" u="heavy" spc="-1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2: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981200"/>
            <a:ext cx="8572500" cy="3352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529" y="631012"/>
            <a:ext cx="1436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S</a:t>
            </a:r>
            <a:r>
              <a:rPr sz="3600" u="heavy" spc="-5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t</a:t>
            </a:r>
            <a:r>
              <a:rPr sz="3600" u="heavy" spc="-4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e</a:t>
            </a:r>
            <a:r>
              <a:rPr sz="3600" u="heavy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p</a:t>
            </a:r>
            <a:r>
              <a:rPr sz="3600" u="heavy" spc="-165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 </a:t>
            </a:r>
            <a:r>
              <a:rPr sz="3600" u="heavy" spc="-1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3: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86828" y="1974850"/>
          <a:ext cx="10276835" cy="3805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7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5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95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598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75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</a:t>
                      </a:r>
                      <a:r>
                        <a:rPr sz="1800" spc="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1.57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0.47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4.29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2.04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1.78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38E83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5.64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1.84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0.73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3.78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0.54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83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2.33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2.74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4.12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5.38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1.08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624321" y="2372105"/>
            <a:ext cx="766445" cy="1126490"/>
          </a:xfrm>
          <a:custGeom>
            <a:avLst/>
            <a:gdLst/>
            <a:ahLst/>
            <a:cxnLst/>
            <a:rect l="l" t="t" r="r" b="b"/>
            <a:pathLst>
              <a:path w="766445" h="1126489">
                <a:moveTo>
                  <a:pt x="0" y="562991"/>
                </a:moveTo>
                <a:lnTo>
                  <a:pt x="2031" y="505460"/>
                </a:lnTo>
                <a:lnTo>
                  <a:pt x="7747" y="449580"/>
                </a:lnTo>
                <a:lnTo>
                  <a:pt x="17272" y="395605"/>
                </a:lnTo>
                <a:lnTo>
                  <a:pt x="30099" y="343789"/>
                </a:lnTo>
                <a:lnTo>
                  <a:pt x="46227" y="294640"/>
                </a:lnTo>
                <a:lnTo>
                  <a:pt x="65404" y="248158"/>
                </a:lnTo>
                <a:lnTo>
                  <a:pt x="87502" y="204851"/>
                </a:lnTo>
                <a:lnTo>
                  <a:pt x="112140" y="164846"/>
                </a:lnTo>
                <a:lnTo>
                  <a:pt x="139318" y="128524"/>
                </a:lnTo>
                <a:lnTo>
                  <a:pt x="168910" y="96139"/>
                </a:lnTo>
                <a:lnTo>
                  <a:pt x="200405" y="67945"/>
                </a:lnTo>
                <a:lnTo>
                  <a:pt x="233933" y="44196"/>
                </a:lnTo>
                <a:lnTo>
                  <a:pt x="269113" y="25273"/>
                </a:lnTo>
                <a:lnTo>
                  <a:pt x="305815" y="11430"/>
                </a:lnTo>
                <a:lnTo>
                  <a:pt x="343915" y="2921"/>
                </a:lnTo>
                <a:lnTo>
                  <a:pt x="383031" y="0"/>
                </a:lnTo>
                <a:lnTo>
                  <a:pt x="422148" y="2921"/>
                </a:lnTo>
                <a:lnTo>
                  <a:pt x="460248" y="11430"/>
                </a:lnTo>
                <a:lnTo>
                  <a:pt x="496950" y="25273"/>
                </a:lnTo>
                <a:lnTo>
                  <a:pt x="532129" y="44196"/>
                </a:lnTo>
                <a:lnTo>
                  <a:pt x="565657" y="67945"/>
                </a:lnTo>
                <a:lnTo>
                  <a:pt x="597153" y="96139"/>
                </a:lnTo>
                <a:lnTo>
                  <a:pt x="626744" y="128524"/>
                </a:lnTo>
                <a:lnTo>
                  <a:pt x="653923" y="164846"/>
                </a:lnTo>
                <a:lnTo>
                  <a:pt x="678561" y="204851"/>
                </a:lnTo>
                <a:lnTo>
                  <a:pt x="700658" y="248158"/>
                </a:lnTo>
                <a:lnTo>
                  <a:pt x="719836" y="294640"/>
                </a:lnTo>
                <a:lnTo>
                  <a:pt x="735964" y="343789"/>
                </a:lnTo>
                <a:lnTo>
                  <a:pt x="748791" y="395605"/>
                </a:lnTo>
                <a:lnTo>
                  <a:pt x="758316" y="449580"/>
                </a:lnTo>
                <a:lnTo>
                  <a:pt x="764031" y="505460"/>
                </a:lnTo>
                <a:lnTo>
                  <a:pt x="766063" y="562991"/>
                </a:lnTo>
                <a:lnTo>
                  <a:pt x="764031" y="620522"/>
                </a:lnTo>
                <a:lnTo>
                  <a:pt x="758316" y="676402"/>
                </a:lnTo>
                <a:lnTo>
                  <a:pt x="748791" y="730377"/>
                </a:lnTo>
                <a:lnTo>
                  <a:pt x="735964" y="782193"/>
                </a:lnTo>
                <a:lnTo>
                  <a:pt x="719836" y="831342"/>
                </a:lnTo>
                <a:lnTo>
                  <a:pt x="700658" y="877824"/>
                </a:lnTo>
                <a:lnTo>
                  <a:pt x="678561" y="921131"/>
                </a:lnTo>
                <a:lnTo>
                  <a:pt x="653923" y="961136"/>
                </a:lnTo>
                <a:lnTo>
                  <a:pt x="626744" y="997458"/>
                </a:lnTo>
                <a:lnTo>
                  <a:pt x="597153" y="1029843"/>
                </a:lnTo>
                <a:lnTo>
                  <a:pt x="565657" y="1058037"/>
                </a:lnTo>
                <a:lnTo>
                  <a:pt x="532129" y="1081786"/>
                </a:lnTo>
                <a:lnTo>
                  <a:pt x="496950" y="1100709"/>
                </a:lnTo>
                <a:lnTo>
                  <a:pt x="460248" y="1114552"/>
                </a:lnTo>
                <a:lnTo>
                  <a:pt x="422148" y="1123061"/>
                </a:lnTo>
                <a:lnTo>
                  <a:pt x="383031" y="1125982"/>
                </a:lnTo>
                <a:lnTo>
                  <a:pt x="343915" y="1123061"/>
                </a:lnTo>
                <a:lnTo>
                  <a:pt x="305815" y="1114552"/>
                </a:lnTo>
                <a:lnTo>
                  <a:pt x="269113" y="1100709"/>
                </a:lnTo>
                <a:lnTo>
                  <a:pt x="233933" y="1081786"/>
                </a:lnTo>
                <a:lnTo>
                  <a:pt x="200405" y="1058037"/>
                </a:lnTo>
                <a:lnTo>
                  <a:pt x="168910" y="1029843"/>
                </a:lnTo>
                <a:lnTo>
                  <a:pt x="139318" y="997458"/>
                </a:lnTo>
                <a:lnTo>
                  <a:pt x="112140" y="961136"/>
                </a:lnTo>
                <a:lnTo>
                  <a:pt x="87502" y="921131"/>
                </a:lnTo>
                <a:lnTo>
                  <a:pt x="65404" y="877824"/>
                </a:lnTo>
                <a:lnTo>
                  <a:pt x="46227" y="831342"/>
                </a:lnTo>
                <a:lnTo>
                  <a:pt x="30099" y="782193"/>
                </a:lnTo>
                <a:lnTo>
                  <a:pt x="17272" y="730377"/>
                </a:lnTo>
                <a:lnTo>
                  <a:pt x="7747" y="676402"/>
                </a:lnTo>
                <a:lnTo>
                  <a:pt x="2031" y="620522"/>
                </a:lnTo>
                <a:lnTo>
                  <a:pt x="0" y="56299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1258" y="2343150"/>
            <a:ext cx="766445" cy="3715385"/>
          </a:xfrm>
          <a:custGeom>
            <a:avLst/>
            <a:gdLst/>
            <a:ahLst/>
            <a:cxnLst/>
            <a:rect l="l" t="t" r="r" b="b"/>
            <a:pathLst>
              <a:path w="766444" h="3715385">
                <a:moveTo>
                  <a:pt x="0" y="2420493"/>
                </a:moveTo>
                <a:lnTo>
                  <a:pt x="571" y="2349500"/>
                </a:lnTo>
                <a:lnTo>
                  <a:pt x="2247" y="2279523"/>
                </a:lnTo>
                <a:lnTo>
                  <a:pt x="5016" y="2210562"/>
                </a:lnTo>
                <a:lnTo>
                  <a:pt x="8839" y="2142871"/>
                </a:lnTo>
                <a:lnTo>
                  <a:pt x="13677" y="2076450"/>
                </a:lnTo>
                <a:lnTo>
                  <a:pt x="19532" y="2011426"/>
                </a:lnTo>
                <a:lnTo>
                  <a:pt x="26339" y="1947799"/>
                </a:lnTo>
                <a:lnTo>
                  <a:pt x="34086" y="1885950"/>
                </a:lnTo>
                <a:lnTo>
                  <a:pt x="42748" y="1825625"/>
                </a:lnTo>
                <a:lnTo>
                  <a:pt x="52298" y="1767205"/>
                </a:lnTo>
                <a:lnTo>
                  <a:pt x="62687" y="1710689"/>
                </a:lnTo>
                <a:lnTo>
                  <a:pt x="73901" y="1656080"/>
                </a:lnTo>
                <a:lnTo>
                  <a:pt x="85915" y="1603502"/>
                </a:lnTo>
                <a:lnTo>
                  <a:pt x="98678" y="1553210"/>
                </a:lnTo>
                <a:lnTo>
                  <a:pt x="112191" y="1505204"/>
                </a:lnTo>
                <a:lnTo>
                  <a:pt x="126403" y="1459611"/>
                </a:lnTo>
                <a:lnTo>
                  <a:pt x="141287" y="1416431"/>
                </a:lnTo>
                <a:lnTo>
                  <a:pt x="156819" y="1375791"/>
                </a:lnTo>
                <a:lnTo>
                  <a:pt x="172973" y="1337945"/>
                </a:lnTo>
                <a:lnTo>
                  <a:pt x="189712" y="1302766"/>
                </a:lnTo>
                <a:lnTo>
                  <a:pt x="224828" y="1241298"/>
                </a:lnTo>
                <a:lnTo>
                  <a:pt x="261962" y="1192022"/>
                </a:lnTo>
                <a:lnTo>
                  <a:pt x="300863" y="1155953"/>
                </a:lnTo>
                <a:lnTo>
                  <a:pt x="341299" y="1133728"/>
                </a:lnTo>
                <a:lnTo>
                  <a:pt x="383031" y="1126109"/>
                </a:lnTo>
                <a:lnTo>
                  <a:pt x="403986" y="1128014"/>
                </a:lnTo>
                <a:lnTo>
                  <a:pt x="445134" y="1143000"/>
                </a:lnTo>
                <a:lnTo>
                  <a:pt x="484885" y="1172337"/>
                </a:lnTo>
                <a:lnTo>
                  <a:pt x="522858" y="1215136"/>
                </a:lnTo>
                <a:lnTo>
                  <a:pt x="559054" y="1270508"/>
                </a:lnTo>
                <a:lnTo>
                  <a:pt x="593089" y="1337945"/>
                </a:lnTo>
                <a:lnTo>
                  <a:pt x="609219" y="1375791"/>
                </a:lnTo>
                <a:lnTo>
                  <a:pt x="624839" y="1416431"/>
                </a:lnTo>
                <a:lnTo>
                  <a:pt x="639698" y="1459611"/>
                </a:lnTo>
                <a:lnTo>
                  <a:pt x="653922" y="1505204"/>
                </a:lnTo>
                <a:lnTo>
                  <a:pt x="667385" y="1553210"/>
                </a:lnTo>
                <a:lnTo>
                  <a:pt x="680211" y="1603502"/>
                </a:lnTo>
                <a:lnTo>
                  <a:pt x="692150" y="1656080"/>
                </a:lnTo>
                <a:lnTo>
                  <a:pt x="703326" y="1710689"/>
                </a:lnTo>
                <a:lnTo>
                  <a:pt x="713740" y="1767205"/>
                </a:lnTo>
                <a:lnTo>
                  <a:pt x="723265" y="1825625"/>
                </a:lnTo>
                <a:lnTo>
                  <a:pt x="732028" y="1885950"/>
                </a:lnTo>
                <a:lnTo>
                  <a:pt x="739774" y="1947799"/>
                </a:lnTo>
                <a:lnTo>
                  <a:pt x="746505" y="2011426"/>
                </a:lnTo>
                <a:lnTo>
                  <a:pt x="752347" y="2076450"/>
                </a:lnTo>
                <a:lnTo>
                  <a:pt x="757173" y="2142871"/>
                </a:lnTo>
                <a:lnTo>
                  <a:pt x="761110" y="2210562"/>
                </a:lnTo>
                <a:lnTo>
                  <a:pt x="763778" y="2279523"/>
                </a:lnTo>
                <a:lnTo>
                  <a:pt x="765555" y="2349500"/>
                </a:lnTo>
                <a:lnTo>
                  <a:pt x="766064" y="2420493"/>
                </a:lnTo>
                <a:lnTo>
                  <a:pt x="765555" y="2491613"/>
                </a:lnTo>
                <a:lnTo>
                  <a:pt x="763778" y="2561590"/>
                </a:lnTo>
                <a:lnTo>
                  <a:pt x="761110" y="2630551"/>
                </a:lnTo>
                <a:lnTo>
                  <a:pt x="757173" y="2698242"/>
                </a:lnTo>
                <a:lnTo>
                  <a:pt x="752347" y="2764663"/>
                </a:lnTo>
                <a:lnTo>
                  <a:pt x="746505" y="2829687"/>
                </a:lnTo>
                <a:lnTo>
                  <a:pt x="739774" y="2893187"/>
                </a:lnTo>
                <a:lnTo>
                  <a:pt x="732028" y="2955163"/>
                </a:lnTo>
                <a:lnTo>
                  <a:pt x="723265" y="3015361"/>
                </a:lnTo>
                <a:lnTo>
                  <a:pt x="713740" y="3073908"/>
                </a:lnTo>
                <a:lnTo>
                  <a:pt x="703326" y="3130423"/>
                </a:lnTo>
                <a:lnTo>
                  <a:pt x="692150" y="3185033"/>
                </a:lnTo>
                <a:lnTo>
                  <a:pt x="680211" y="3237484"/>
                </a:lnTo>
                <a:lnTo>
                  <a:pt x="667385" y="3287839"/>
                </a:lnTo>
                <a:lnTo>
                  <a:pt x="653922" y="3335870"/>
                </a:lnTo>
                <a:lnTo>
                  <a:pt x="639698" y="3381502"/>
                </a:lnTo>
                <a:lnTo>
                  <a:pt x="624839" y="3424669"/>
                </a:lnTo>
                <a:lnTo>
                  <a:pt x="609219" y="3465245"/>
                </a:lnTo>
                <a:lnTo>
                  <a:pt x="593089" y="3503142"/>
                </a:lnTo>
                <a:lnTo>
                  <a:pt x="576326" y="3538270"/>
                </a:lnTo>
                <a:lnTo>
                  <a:pt x="541273" y="3599789"/>
                </a:lnTo>
                <a:lnTo>
                  <a:pt x="504063" y="3649014"/>
                </a:lnTo>
                <a:lnTo>
                  <a:pt x="465200" y="3685146"/>
                </a:lnTo>
                <a:lnTo>
                  <a:pt x="424814" y="3707409"/>
                </a:lnTo>
                <a:lnTo>
                  <a:pt x="383031" y="3715004"/>
                </a:lnTo>
                <a:lnTo>
                  <a:pt x="362076" y="3713086"/>
                </a:lnTo>
                <a:lnTo>
                  <a:pt x="320903" y="3698062"/>
                </a:lnTo>
                <a:lnTo>
                  <a:pt x="281203" y="3668763"/>
                </a:lnTo>
                <a:lnTo>
                  <a:pt x="243166" y="3625989"/>
                </a:lnTo>
                <a:lnTo>
                  <a:pt x="207009" y="3570516"/>
                </a:lnTo>
                <a:lnTo>
                  <a:pt x="172973" y="3503142"/>
                </a:lnTo>
                <a:lnTo>
                  <a:pt x="156819" y="3465245"/>
                </a:lnTo>
                <a:lnTo>
                  <a:pt x="141287" y="3424669"/>
                </a:lnTo>
                <a:lnTo>
                  <a:pt x="126403" y="3381502"/>
                </a:lnTo>
                <a:lnTo>
                  <a:pt x="112191" y="3335870"/>
                </a:lnTo>
                <a:lnTo>
                  <a:pt x="98678" y="3287839"/>
                </a:lnTo>
                <a:lnTo>
                  <a:pt x="85915" y="3237484"/>
                </a:lnTo>
                <a:lnTo>
                  <a:pt x="73901" y="3185033"/>
                </a:lnTo>
                <a:lnTo>
                  <a:pt x="62687" y="3130423"/>
                </a:lnTo>
                <a:lnTo>
                  <a:pt x="52298" y="3073908"/>
                </a:lnTo>
                <a:lnTo>
                  <a:pt x="42748" y="3015361"/>
                </a:lnTo>
                <a:lnTo>
                  <a:pt x="34086" y="2955163"/>
                </a:lnTo>
                <a:lnTo>
                  <a:pt x="26339" y="2893187"/>
                </a:lnTo>
                <a:lnTo>
                  <a:pt x="19532" y="2829687"/>
                </a:lnTo>
                <a:lnTo>
                  <a:pt x="13677" y="2764663"/>
                </a:lnTo>
                <a:lnTo>
                  <a:pt x="8839" y="2698242"/>
                </a:lnTo>
                <a:lnTo>
                  <a:pt x="5016" y="2630551"/>
                </a:lnTo>
                <a:lnTo>
                  <a:pt x="2247" y="2561590"/>
                </a:lnTo>
                <a:lnTo>
                  <a:pt x="571" y="2491613"/>
                </a:lnTo>
                <a:lnTo>
                  <a:pt x="0" y="2420493"/>
                </a:lnTo>
                <a:close/>
              </a:path>
              <a:path w="766444" h="3715385">
                <a:moveTo>
                  <a:pt x="0" y="562990"/>
                </a:moveTo>
                <a:lnTo>
                  <a:pt x="1981" y="505460"/>
                </a:lnTo>
                <a:lnTo>
                  <a:pt x="7785" y="449579"/>
                </a:lnTo>
                <a:lnTo>
                  <a:pt x="17221" y="395604"/>
                </a:lnTo>
                <a:lnTo>
                  <a:pt x="30098" y="343915"/>
                </a:lnTo>
                <a:lnTo>
                  <a:pt x="46228" y="294639"/>
                </a:lnTo>
                <a:lnTo>
                  <a:pt x="65417" y="248285"/>
                </a:lnTo>
                <a:lnTo>
                  <a:pt x="87464" y="204850"/>
                </a:lnTo>
                <a:lnTo>
                  <a:pt x="112191" y="164846"/>
                </a:lnTo>
                <a:lnTo>
                  <a:pt x="139382" y="128524"/>
                </a:lnTo>
                <a:lnTo>
                  <a:pt x="168871" y="96138"/>
                </a:lnTo>
                <a:lnTo>
                  <a:pt x="200456" y="67945"/>
                </a:lnTo>
                <a:lnTo>
                  <a:pt x="233933" y="44196"/>
                </a:lnTo>
                <a:lnTo>
                  <a:pt x="269125" y="25273"/>
                </a:lnTo>
                <a:lnTo>
                  <a:pt x="305841" y="11429"/>
                </a:lnTo>
                <a:lnTo>
                  <a:pt x="343865" y="2921"/>
                </a:lnTo>
                <a:lnTo>
                  <a:pt x="383031" y="0"/>
                </a:lnTo>
                <a:lnTo>
                  <a:pt x="422147" y="2921"/>
                </a:lnTo>
                <a:lnTo>
                  <a:pt x="460247" y="11429"/>
                </a:lnTo>
                <a:lnTo>
                  <a:pt x="496950" y="25273"/>
                </a:lnTo>
                <a:lnTo>
                  <a:pt x="532129" y="44196"/>
                </a:lnTo>
                <a:lnTo>
                  <a:pt x="565657" y="67945"/>
                </a:lnTo>
                <a:lnTo>
                  <a:pt x="597154" y="96138"/>
                </a:lnTo>
                <a:lnTo>
                  <a:pt x="626617" y="128524"/>
                </a:lnTo>
                <a:lnTo>
                  <a:pt x="653922" y="164846"/>
                </a:lnTo>
                <a:lnTo>
                  <a:pt x="678560" y="204850"/>
                </a:lnTo>
                <a:lnTo>
                  <a:pt x="700658" y="248285"/>
                </a:lnTo>
                <a:lnTo>
                  <a:pt x="719835" y="294639"/>
                </a:lnTo>
                <a:lnTo>
                  <a:pt x="735965" y="343915"/>
                </a:lnTo>
                <a:lnTo>
                  <a:pt x="748791" y="395604"/>
                </a:lnTo>
                <a:lnTo>
                  <a:pt x="758316" y="449579"/>
                </a:lnTo>
                <a:lnTo>
                  <a:pt x="764031" y="505460"/>
                </a:lnTo>
                <a:lnTo>
                  <a:pt x="766064" y="562990"/>
                </a:lnTo>
                <a:lnTo>
                  <a:pt x="764031" y="620649"/>
                </a:lnTo>
                <a:lnTo>
                  <a:pt x="758316" y="676528"/>
                </a:lnTo>
                <a:lnTo>
                  <a:pt x="748791" y="730503"/>
                </a:lnTo>
                <a:lnTo>
                  <a:pt x="735965" y="782192"/>
                </a:lnTo>
                <a:lnTo>
                  <a:pt x="719835" y="831469"/>
                </a:lnTo>
                <a:lnTo>
                  <a:pt x="700658" y="877824"/>
                </a:lnTo>
                <a:lnTo>
                  <a:pt x="678560" y="921258"/>
                </a:lnTo>
                <a:lnTo>
                  <a:pt x="653922" y="961136"/>
                </a:lnTo>
                <a:lnTo>
                  <a:pt x="626617" y="997458"/>
                </a:lnTo>
                <a:lnTo>
                  <a:pt x="597154" y="1029970"/>
                </a:lnTo>
                <a:lnTo>
                  <a:pt x="565657" y="1058164"/>
                </a:lnTo>
                <a:lnTo>
                  <a:pt x="532129" y="1081786"/>
                </a:lnTo>
                <a:lnTo>
                  <a:pt x="496950" y="1100709"/>
                </a:lnTo>
                <a:lnTo>
                  <a:pt x="460247" y="1114678"/>
                </a:lnTo>
                <a:lnTo>
                  <a:pt x="422147" y="1123188"/>
                </a:lnTo>
                <a:lnTo>
                  <a:pt x="383031" y="1126109"/>
                </a:lnTo>
                <a:lnTo>
                  <a:pt x="343865" y="1123188"/>
                </a:lnTo>
                <a:lnTo>
                  <a:pt x="305841" y="1114678"/>
                </a:lnTo>
                <a:lnTo>
                  <a:pt x="269125" y="1100709"/>
                </a:lnTo>
                <a:lnTo>
                  <a:pt x="233933" y="1081786"/>
                </a:lnTo>
                <a:lnTo>
                  <a:pt x="200456" y="1058164"/>
                </a:lnTo>
                <a:lnTo>
                  <a:pt x="168871" y="1029970"/>
                </a:lnTo>
                <a:lnTo>
                  <a:pt x="139382" y="997458"/>
                </a:lnTo>
                <a:lnTo>
                  <a:pt x="112191" y="961136"/>
                </a:lnTo>
                <a:lnTo>
                  <a:pt x="87464" y="921258"/>
                </a:lnTo>
                <a:lnTo>
                  <a:pt x="65417" y="877824"/>
                </a:lnTo>
                <a:lnTo>
                  <a:pt x="46228" y="831469"/>
                </a:lnTo>
                <a:lnTo>
                  <a:pt x="30098" y="782192"/>
                </a:lnTo>
                <a:lnTo>
                  <a:pt x="17221" y="730503"/>
                </a:lnTo>
                <a:lnTo>
                  <a:pt x="7785" y="676528"/>
                </a:lnTo>
                <a:lnTo>
                  <a:pt x="1981" y="620649"/>
                </a:lnTo>
                <a:lnTo>
                  <a:pt x="0" y="56299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814" y="781049"/>
            <a:ext cx="44507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10" dirty="0">
                <a:solidFill>
                  <a:srgbClr val="404040"/>
                </a:solidFill>
              </a:rPr>
              <a:t>T</a:t>
            </a:r>
            <a:r>
              <a:rPr sz="2800" u="none" spc="-35" dirty="0">
                <a:solidFill>
                  <a:srgbClr val="404040"/>
                </a:solidFill>
              </a:rPr>
              <a:t>h</a:t>
            </a:r>
            <a:r>
              <a:rPr sz="2800" u="none" spc="-30" dirty="0">
                <a:solidFill>
                  <a:srgbClr val="404040"/>
                </a:solidFill>
              </a:rPr>
              <a:t>e</a:t>
            </a:r>
            <a:r>
              <a:rPr sz="2800" u="none" spc="-55" dirty="0">
                <a:solidFill>
                  <a:srgbClr val="404040"/>
                </a:solidFill>
              </a:rPr>
              <a:t>re</a:t>
            </a:r>
            <a:r>
              <a:rPr sz="2800" u="none" spc="-95" dirty="0">
                <a:solidFill>
                  <a:srgbClr val="404040"/>
                </a:solidFill>
              </a:rPr>
              <a:t>f</a:t>
            </a:r>
            <a:r>
              <a:rPr sz="2800" u="none" spc="-35" dirty="0">
                <a:solidFill>
                  <a:srgbClr val="404040"/>
                </a:solidFill>
              </a:rPr>
              <a:t>o</a:t>
            </a:r>
            <a:r>
              <a:rPr sz="2800" u="none" spc="-55" dirty="0">
                <a:solidFill>
                  <a:srgbClr val="404040"/>
                </a:solidFill>
              </a:rPr>
              <a:t>r</a:t>
            </a:r>
            <a:r>
              <a:rPr sz="2800" u="none" spc="-30" dirty="0">
                <a:solidFill>
                  <a:srgbClr val="404040"/>
                </a:solidFill>
              </a:rPr>
              <a:t>e</a:t>
            </a:r>
            <a:r>
              <a:rPr sz="2800" u="none" spc="-5" dirty="0">
                <a:solidFill>
                  <a:srgbClr val="404040"/>
                </a:solidFill>
              </a:rPr>
              <a:t>,</a:t>
            </a:r>
            <a:r>
              <a:rPr sz="2800" u="none" spc="-60" dirty="0">
                <a:solidFill>
                  <a:srgbClr val="404040"/>
                </a:solidFill>
              </a:rPr>
              <a:t> </a:t>
            </a:r>
            <a:r>
              <a:rPr sz="2800" u="none" spc="-5" dirty="0">
                <a:solidFill>
                  <a:srgbClr val="404040"/>
                </a:solidFill>
              </a:rPr>
              <a:t>t</a:t>
            </a:r>
            <a:r>
              <a:rPr sz="2800" u="none" spc="-25" dirty="0">
                <a:solidFill>
                  <a:srgbClr val="404040"/>
                </a:solidFill>
              </a:rPr>
              <a:t>h</a:t>
            </a:r>
            <a:r>
              <a:rPr sz="2800" u="none" spc="-5" dirty="0">
                <a:solidFill>
                  <a:srgbClr val="404040"/>
                </a:solidFill>
              </a:rPr>
              <a:t>e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spc="-15" dirty="0">
                <a:solidFill>
                  <a:srgbClr val="404040"/>
                </a:solidFill>
              </a:rPr>
              <a:t>n</a:t>
            </a:r>
            <a:r>
              <a:rPr sz="2800" u="none" spc="-30" dirty="0">
                <a:solidFill>
                  <a:srgbClr val="404040"/>
                </a:solidFill>
              </a:rPr>
              <a:t>e</a:t>
            </a:r>
            <a:r>
              <a:rPr sz="2800" u="none" spc="-5" dirty="0">
                <a:solidFill>
                  <a:srgbClr val="404040"/>
                </a:solidFill>
              </a:rPr>
              <a:t>w</a:t>
            </a:r>
            <a:r>
              <a:rPr sz="2800" u="none" spc="-80" dirty="0">
                <a:solidFill>
                  <a:srgbClr val="404040"/>
                </a:solidFill>
              </a:rPr>
              <a:t> </a:t>
            </a:r>
            <a:r>
              <a:rPr sz="2800" u="none" spc="-20" dirty="0">
                <a:solidFill>
                  <a:srgbClr val="404040"/>
                </a:solidFill>
              </a:rPr>
              <a:t>c</a:t>
            </a:r>
            <a:r>
              <a:rPr sz="2800" u="none" dirty="0">
                <a:solidFill>
                  <a:srgbClr val="404040"/>
                </a:solidFill>
              </a:rPr>
              <a:t>l</a:t>
            </a:r>
            <a:r>
              <a:rPr sz="2800" u="none" spc="-30" dirty="0">
                <a:solidFill>
                  <a:srgbClr val="404040"/>
                </a:solidFill>
              </a:rPr>
              <a:t>u</a:t>
            </a:r>
            <a:r>
              <a:rPr sz="2800" u="none" spc="-55" dirty="0">
                <a:solidFill>
                  <a:srgbClr val="404040"/>
                </a:solidFill>
              </a:rPr>
              <a:t>s</a:t>
            </a:r>
            <a:r>
              <a:rPr sz="2800" u="none" spc="-60" dirty="0">
                <a:solidFill>
                  <a:srgbClr val="404040"/>
                </a:solidFill>
              </a:rPr>
              <a:t>t</a:t>
            </a:r>
            <a:r>
              <a:rPr sz="2800" u="none" spc="-30" dirty="0">
                <a:solidFill>
                  <a:srgbClr val="404040"/>
                </a:solidFill>
              </a:rPr>
              <a:t>e</a:t>
            </a:r>
            <a:r>
              <a:rPr sz="2800" u="none" spc="-80" dirty="0">
                <a:solidFill>
                  <a:srgbClr val="404040"/>
                </a:solidFill>
              </a:rPr>
              <a:t>r</a:t>
            </a:r>
            <a:r>
              <a:rPr sz="2800" u="none" spc="-5" dirty="0">
                <a:solidFill>
                  <a:srgbClr val="404040"/>
                </a:solidFill>
              </a:rPr>
              <a:t>s</a:t>
            </a:r>
            <a:r>
              <a:rPr sz="2800" u="none" spc="-130" dirty="0">
                <a:solidFill>
                  <a:srgbClr val="404040"/>
                </a:solidFill>
              </a:rPr>
              <a:t> </a:t>
            </a:r>
            <a:r>
              <a:rPr sz="2800" u="none" spc="-65" dirty="0">
                <a:solidFill>
                  <a:srgbClr val="404040"/>
                </a:solidFill>
              </a:rPr>
              <a:t>a</a:t>
            </a:r>
            <a:r>
              <a:rPr sz="2800" u="none" spc="-95" dirty="0">
                <a:solidFill>
                  <a:srgbClr val="404040"/>
                </a:solidFill>
              </a:rPr>
              <a:t>r</a:t>
            </a:r>
            <a:r>
              <a:rPr sz="2800" u="none" spc="-80" dirty="0">
                <a:solidFill>
                  <a:srgbClr val="404040"/>
                </a:solidFill>
              </a:rPr>
              <a:t>e</a:t>
            </a:r>
            <a:r>
              <a:rPr sz="2800" u="none" spc="-5" dirty="0">
                <a:solidFill>
                  <a:srgbClr val="404040"/>
                </a:solidFill>
              </a:rPr>
              <a:t>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82776" y="2276347"/>
            <a:ext cx="3053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{1,2}</a:t>
            </a:r>
            <a:r>
              <a:rPr sz="24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b="1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{3,4,5,6,7}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1895" y="3269107"/>
            <a:ext cx="18408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=(1.25</a:t>
            </a:r>
            <a:r>
              <a:rPr sz="24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1.5)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681" y="3208146"/>
            <a:ext cx="5634355" cy="166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ts val="264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Group</a:t>
            </a:r>
            <a:r>
              <a:rPr sz="24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=(</a:t>
            </a:r>
            <a:r>
              <a:rPr sz="2625" u="heavy" spc="-7" baseline="36507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mbria Math"/>
                <a:cs typeface="Cambria Math"/>
              </a:rPr>
              <a:t>𝟏+𝟏.𝟓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b="1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625" u="heavy" spc="-22" baseline="36507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mbria Math"/>
                <a:cs typeface="Cambria Math"/>
              </a:rPr>
              <a:t>𝟏+𝟐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2400">
              <a:latin typeface="Trebuchet MS"/>
              <a:cs typeface="Trebuchet MS"/>
            </a:endParaRPr>
          </a:p>
          <a:p>
            <a:pPr marL="1830070">
              <a:lnSpc>
                <a:spcPts val="1860"/>
              </a:lnSpc>
              <a:tabLst>
                <a:tab pos="2872740" algn="l"/>
              </a:tabLst>
            </a:pPr>
            <a:r>
              <a:rPr sz="1750" dirty="0">
                <a:solidFill>
                  <a:srgbClr val="404040"/>
                </a:solidFill>
                <a:latin typeface="Cambria Math"/>
                <a:cs typeface="Cambria Math"/>
              </a:rPr>
              <a:t>𝟐	𝟐</a:t>
            </a:r>
            <a:endParaRPr sz="17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700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1025"/>
              </a:spcBef>
            </a:pPr>
            <a:r>
              <a:rPr sz="3600" b="1" spc="-7" baseline="-26620" dirty="0">
                <a:solidFill>
                  <a:srgbClr val="404040"/>
                </a:solidFill>
                <a:latin typeface="Trebuchet MS"/>
                <a:cs typeface="Trebuchet MS"/>
              </a:rPr>
              <a:t>Group</a:t>
            </a:r>
            <a:r>
              <a:rPr sz="3600" b="1" spc="-37" baseline="-266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600" b="1" baseline="-2662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3600" b="1" spc="-7" baseline="-266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600" b="1" spc="-15" baseline="-26620" dirty="0">
                <a:solidFill>
                  <a:srgbClr val="404040"/>
                </a:solidFill>
                <a:latin typeface="Trebuchet MS"/>
                <a:cs typeface="Trebuchet MS"/>
              </a:rPr>
              <a:t>=(</a:t>
            </a:r>
            <a:r>
              <a:rPr sz="175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mbria Math"/>
                <a:cs typeface="Cambria Math"/>
              </a:rPr>
              <a:t>𝟑+𝟓+𝟑.𝟓+𝟒.𝟓+𝟑.𝟓</a:t>
            </a:r>
            <a:r>
              <a:rPr sz="3600" b="1" spc="-15" baseline="-2662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3600" b="1" spc="22" baseline="-266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600" b="1" baseline="-2662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3600" b="1" spc="22" baseline="-266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600" b="1" spc="-22" baseline="-26620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175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mbria Math"/>
                <a:cs typeface="Cambria Math"/>
              </a:rPr>
              <a:t>𝟒+𝟕+𝟓+𝟓+𝟒.𝟓</a:t>
            </a:r>
            <a:r>
              <a:rPr sz="3600" b="1" spc="-22" baseline="-2662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3600" baseline="-26620">
              <a:latin typeface="Trebuchet MS"/>
              <a:cs typeface="Trebuchet MS"/>
            </a:endParaRPr>
          </a:p>
          <a:p>
            <a:pPr marL="2453640">
              <a:lnSpc>
                <a:spcPct val="100000"/>
              </a:lnSpc>
              <a:spcBef>
                <a:spcPts val="425"/>
              </a:spcBef>
              <a:tabLst>
                <a:tab pos="4651375" algn="l"/>
              </a:tabLst>
            </a:pPr>
            <a:r>
              <a:rPr sz="1750" dirty="0">
                <a:solidFill>
                  <a:srgbClr val="404040"/>
                </a:solidFill>
                <a:latin typeface="Cambria Math"/>
                <a:cs typeface="Cambria Math"/>
              </a:rPr>
              <a:t>𝟓	𝟓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1895" y="4331589"/>
            <a:ext cx="1659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=(3.9</a:t>
            </a:r>
            <a:r>
              <a:rPr sz="24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5.1)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726" y="413461"/>
            <a:ext cx="1438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4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Step</a:t>
            </a:r>
            <a:r>
              <a:rPr sz="3600" u="heavy" spc="-229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 </a:t>
            </a:r>
            <a:r>
              <a:rPr sz="3600" u="heavy" spc="-10" dirty="0">
                <a:solidFill>
                  <a:srgbClr val="90C224"/>
                </a:solidFill>
                <a:uFill>
                  <a:solidFill>
                    <a:srgbClr val="90C224"/>
                  </a:solidFill>
                </a:uFill>
                <a:latin typeface="Trebuchet MS"/>
                <a:cs typeface="Trebuchet MS"/>
              </a:rPr>
              <a:t>4: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36650" y="2103754"/>
          <a:ext cx="10297154" cy="380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7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98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915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03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84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630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0525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8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Centroid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28575">
                      <a:solidFill>
                        <a:srgbClr val="C42D1A"/>
                      </a:solidFill>
                      <a:prstDash val="solid"/>
                    </a:lnB>
                    <a:solidFill>
                      <a:srgbClr val="6C911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74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0.58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4724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5.02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28575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0.56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3.92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3.05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 cap="flat" cmpd="sng" algn="ctr">
                      <a:solidFill>
                        <a:srgbClr val="C42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2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47244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1.42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4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38E83A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6.66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2.20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4.16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0.41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61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4.78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0.61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6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540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1.5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3.75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√(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3.9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C42D1A"/>
                      </a:solidFill>
                      <a:prstDash val="solid"/>
                    </a:lnL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+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6D919F"/>
                          </a:solidFill>
                          <a:latin typeface="Trebuchet MS"/>
                          <a:cs typeface="Trebuchet MS"/>
                        </a:rPr>
                        <a:t>5.1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solidFill>
                            <a:srgbClr val="92D050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)²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0.72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R w="12700">
                      <a:solidFill>
                        <a:srgbClr val="C42D1A"/>
                      </a:solidFill>
                      <a:prstDash val="solid"/>
                    </a:lnR>
                    <a:lnT w="12700">
                      <a:solidFill>
                        <a:srgbClr val="C42D1A"/>
                      </a:solidFill>
                      <a:prstDash val="solid"/>
                    </a:lnT>
                    <a:lnB w="12700">
                      <a:solidFill>
                        <a:srgbClr val="C42D1A"/>
                      </a:solidFill>
                      <a:prstDash val="solid"/>
                    </a:lnB>
                    <a:solidFill>
                      <a:srgbClr val="F3D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134600" y="3352800"/>
            <a:ext cx="1143000" cy="2438400"/>
          </a:xfrm>
          <a:custGeom>
            <a:avLst/>
            <a:gdLst/>
            <a:ahLst/>
            <a:cxnLst/>
            <a:rect l="l" t="t" r="r" b="b"/>
            <a:pathLst>
              <a:path w="1143000" h="2438400">
                <a:moveTo>
                  <a:pt x="0" y="1219200"/>
                </a:moveTo>
                <a:lnTo>
                  <a:pt x="792" y="1154448"/>
                </a:lnTo>
                <a:lnTo>
                  <a:pt x="3142" y="1090577"/>
                </a:lnTo>
                <a:lnTo>
                  <a:pt x="7012" y="1027671"/>
                </a:lnTo>
                <a:lnTo>
                  <a:pt x="12360" y="965814"/>
                </a:lnTo>
                <a:lnTo>
                  <a:pt x="19148" y="905090"/>
                </a:lnTo>
                <a:lnTo>
                  <a:pt x="27336" y="845583"/>
                </a:lnTo>
                <a:lnTo>
                  <a:pt x="36885" y="787377"/>
                </a:lnTo>
                <a:lnTo>
                  <a:pt x="47755" y="730558"/>
                </a:lnTo>
                <a:lnTo>
                  <a:pt x="59907" y="675209"/>
                </a:lnTo>
                <a:lnTo>
                  <a:pt x="73300" y="621414"/>
                </a:lnTo>
                <a:lnTo>
                  <a:pt x="87896" y="569258"/>
                </a:lnTo>
                <a:lnTo>
                  <a:pt x="103656" y="518824"/>
                </a:lnTo>
                <a:lnTo>
                  <a:pt x="120538" y="470198"/>
                </a:lnTo>
                <a:lnTo>
                  <a:pt x="138505" y="423463"/>
                </a:lnTo>
                <a:lnTo>
                  <a:pt x="157516" y="378704"/>
                </a:lnTo>
                <a:lnTo>
                  <a:pt x="177533" y="336005"/>
                </a:lnTo>
                <a:lnTo>
                  <a:pt x="198514" y="295450"/>
                </a:lnTo>
                <a:lnTo>
                  <a:pt x="220422" y="257123"/>
                </a:lnTo>
                <a:lnTo>
                  <a:pt x="243216" y="221109"/>
                </a:lnTo>
                <a:lnTo>
                  <a:pt x="266857" y="187492"/>
                </a:lnTo>
                <a:lnTo>
                  <a:pt x="291305" y="156356"/>
                </a:lnTo>
                <a:lnTo>
                  <a:pt x="316521" y="127786"/>
                </a:lnTo>
                <a:lnTo>
                  <a:pt x="369099" y="78679"/>
                </a:lnTo>
                <a:lnTo>
                  <a:pt x="424274" y="40844"/>
                </a:lnTo>
                <a:lnTo>
                  <a:pt x="481730" y="14956"/>
                </a:lnTo>
                <a:lnTo>
                  <a:pt x="541151" y="1689"/>
                </a:lnTo>
                <a:lnTo>
                  <a:pt x="571500" y="0"/>
                </a:lnTo>
                <a:lnTo>
                  <a:pt x="601848" y="1689"/>
                </a:lnTo>
                <a:lnTo>
                  <a:pt x="661269" y="14956"/>
                </a:lnTo>
                <a:lnTo>
                  <a:pt x="718725" y="40844"/>
                </a:lnTo>
                <a:lnTo>
                  <a:pt x="773900" y="78679"/>
                </a:lnTo>
                <a:lnTo>
                  <a:pt x="826478" y="127786"/>
                </a:lnTo>
                <a:lnTo>
                  <a:pt x="851694" y="156356"/>
                </a:lnTo>
                <a:lnTo>
                  <a:pt x="876142" y="187492"/>
                </a:lnTo>
                <a:lnTo>
                  <a:pt x="899783" y="221109"/>
                </a:lnTo>
                <a:lnTo>
                  <a:pt x="922577" y="257123"/>
                </a:lnTo>
                <a:lnTo>
                  <a:pt x="944485" y="295450"/>
                </a:lnTo>
                <a:lnTo>
                  <a:pt x="965466" y="336005"/>
                </a:lnTo>
                <a:lnTo>
                  <a:pt x="985483" y="378704"/>
                </a:lnTo>
                <a:lnTo>
                  <a:pt x="1004494" y="423463"/>
                </a:lnTo>
                <a:lnTo>
                  <a:pt x="1022461" y="470198"/>
                </a:lnTo>
                <a:lnTo>
                  <a:pt x="1039343" y="518824"/>
                </a:lnTo>
                <a:lnTo>
                  <a:pt x="1055103" y="569258"/>
                </a:lnTo>
                <a:lnTo>
                  <a:pt x="1069699" y="621414"/>
                </a:lnTo>
                <a:lnTo>
                  <a:pt x="1083092" y="675209"/>
                </a:lnTo>
                <a:lnTo>
                  <a:pt x="1095244" y="730558"/>
                </a:lnTo>
                <a:lnTo>
                  <a:pt x="1106114" y="787377"/>
                </a:lnTo>
                <a:lnTo>
                  <a:pt x="1115663" y="845583"/>
                </a:lnTo>
                <a:lnTo>
                  <a:pt x="1123851" y="905090"/>
                </a:lnTo>
                <a:lnTo>
                  <a:pt x="1130639" y="965814"/>
                </a:lnTo>
                <a:lnTo>
                  <a:pt x="1135987" y="1027671"/>
                </a:lnTo>
                <a:lnTo>
                  <a:pt x="1139857" y="1090577"/>
                </a:lnTo>
                <a:lnTo>
                  <a:pt x="1142207" y="1154448"/>
                </a:lnTo>
                <a:lnTo>
                  <a:pt x="1143000" y="1219200"/>
                </a:lnTo>
                <a:lnTo>
                  <a:pt x="1142207" y="1283951"/>
                </a:lnTo>
                <a:lnTo>
                  <a:pt x="1139857" y="1347822"/>
                </a:lnTo>
                <a:lnTo>
                  <a:pt x="1135987" y="1410728"/>
                </a:lnTo>
                <a:lnTo>
                  <a:pt x="1130639" y="1472585"/>
                </a:lnTo>
                <a:lnTo>
                  <a:pt x="1123851" y="1533309"/>
                </a:lnTo>
                <a:lnTo>
                  <a:pt x="1115663" y="1592816"/>
                </a:lnTo>
                <a:lnTo>
                  <a:pt x="1106114" y="1651022"/>
                </a:lnTo>
                <a:lnTo>
                  <a:pt x="1095244" y="1707841"/>
                </a:lnTo>
                <a:lnTo>
                  <a:pt x="1083092" y="1763190"/>
                </a:lnTo>
                <a:lnTo>
                  <a:pt x="1069699" y="1816985"/>
                </a:lnTo>
                <a:lnTo>
                  <a:pt x="1055103" y="1869141"/>
                </a:lnTo>
                <a:lnTo>
                  <a:pt x="1039343" y="1919575"/>
                </a:lnTo>
                <a:lnTo>
                  <a:pt x="1022461" y="1968201"/>
                </a:lnTo>
                <a:lnTo>
                  <a:pt x="1004494" y="2014936"/>
                </a:lnTo>
                <a:lnTo>
                  <a:pt x="985483" y="2059695"/>
                </a:lnTo>
                <a:lnTo>
                  <a:pt x="965466" y="2102394"/>
                </a:lnTo>
                <a:lnTo>
                  <a:pt x="944485" y="2142949"/>
                </a:lnTo>
                <a:lnTo>
                  <a:pt x="922577" y="2181276"/>
                </a:lnTo>
                <a:lnTo>
                  <a:pt x="899783" y="2217290"/>
                </a:lnTo>
                <a:lnTo>
                  <a:pt x="876142" y="2250907"/>
                </a:lnTo>
                <a:lnTo>
                  <a:pt x="851694" y="2282043"/>
                </a:lnTo>
                <a:lnTo>
                  <a:pt x="826478" y="2310613"/>
                </a:lnTo>
                <a:lnTo>
                  <a:pt x="773900" y="2359720"/>
                </a:lnTo>
                <a:lnTo>
                  <a:pt x="718725" y="2397555"/>
                </a:lnTo>
                <a:lnTo>
                  <a:pt x="661269" y="2423443"/>
                </a:lnTo>
                <a:lnTo>
                  <a:pt x="601848" y="2436710"/>
                </a:lnTo>
                <a:lnTo>
                  <a:pt x="571500" y="2438400"/>
                </a:lnTo>
                <a:lnTo>
                  <a:pt x="541151" y="2436710"/>
                </a:lnTo>
                <a:lnTo>
                  <a:pt x="481730" y="2423443"/>
                </a:lnTo>
                <a:lnTo>
                  <a:pt x="424274" y="2397555"/>
                </a:lnTo>
                <a:lnTo>
                  <a:pt x="369099" y="2359720"/>
                </a:lnTo>
                <a:lnTo>
                  <a:pt x="316521" y="2310613"/>
                </a:lnTo>
                <a:lnTo>
                  <a:pt x="291305" y="2282043"/>
                </a:lnTo>
                <a:lnTo>
                  <a:pt x="266857" y="2250907"/>
                </a:lnTo>
                <a:lnTo>
                  <a:pt x="243216" y="2217290"/>
                </a:lnTo>
                <a:lnTo>
                  <a:pt x="220422" y="2181276"/>
                </a:lnTo>
                <a:lnTo>
                  <a:pt x="198514" y="2142949"/>
                </a:lnTo>
                <a:lnTo>
                  <a:pt x="177533" y="2102394"/>
                </a:lnTo>
                <a:lnTo>
                  <a:pt x="157516" y="2059695"/>
                </a:lnTo>
                <a:lnTo>
                  <a:pt x="138505" y="2014936"/>
                </a:lnTo>
                <a:lnTo>
                  <a:pt x="120538" y="1968201"/>
                </a:lnTo>
                <a:lnTo>
                  <a:pt x="103656" y="1919575"/>
                </a:lnTo>
                <a:lnTo>
                  <a:pt x="87896" y="1869141"/>
                </a:lnTo>
                <a:lnTo>
                  <a:pt x="73300" y="1816985"/>
                </a:lnTo>
                <a:lnTo>
                  <a:pt x="59907" y="1763190"/>
                </a:lnTo>
                <a:lnTo>
                  <a:pt x="47755" y="1707841"/>
                </a:lnTo>
                <a:lnTo>
                  <a:pt x="36885" y="1651022"/>
                </a:lnTo>
                <a:lnTo>
                  <a:pt x="27336" y="1592816"/>
                </a:lnTo>
                <a:lnTo>
                  <a:pt x="19148" y="1533309"/>
                </a:lnTo>
                <a:lnTo>
                  <a:pt x="12360" y="1472585"/>
                </a:lnTo>
                <a:lnTo>
                  <a:pt x="7012" y="1410728"/>
                </a:lnTo>
                <a:lnTo>
                  <a:pt x="3142" y="1347822"/>
                </a:lnTo>
                <a:lnTo>
                  <a:pt x="792" y="1283951"/>
                </a:lnTo>
                <a:lnTo>
                  <a:pt x="0" y="1219200"/>
                </a:lnTo>
                <a:close/>
              </a:path>
            </a:pathLst>
          </a:custGeom>
          <a:ln w="15875">
            <a:solidFill>
              <a:srgbClr val="A7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005" y="2043227"/>
            <a:ext cx="11130280" cy="198945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250" spc="-22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1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Therefore,</a:t>
            </a:r>
            <a:r>
              <a:rPr sz="2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404040"/>
                </a:solidFill>
                <a:latin typeface="Trebuchet MS"/>
                <a:cs typeface="Trebuchet MS"/>
              </a:rPr>
              <a:t>th</a:t>
            </a:r>
            <a:r>
              <a:rPr sz="2800" b="1" spc="-2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b="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ch</a:t>
            </a:r>
            <a:r>
              <a:rPr sz="2800" b="1" spc="-2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ng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n </a:t>
            </a:r>
            <a:r>
              <a:rPr sz="2800" b="1" spc="-25" dirty="0">
                <a:solidFill>
                  <a:srgbClr val="404040"/>
                </a:solidFill>
                <a:latin typeface="Trebuchet MS"/>
                <a:cs typeface="Trebuchet MS"/>
              </a:rPr>
              <a:t>th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b="1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6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800" b="1" spc="-50" dirty="0">
                <a:solidFill>
                  <a:srgbClr val="404040"/>
                </a:solidFill>
                <a:latin typeface="Trebuchet MS"/>
                <a:cs typeface="Trebuchet MS"/>
              </a:rPr>
              <a:t>lu</a:t>
            </a:r>
            <a:r>
              <a:rPr sz="2800" b="1" spc="-60" dirty="0">
                <a:solidFill>
                  <a:srgbClr val="404040"/>
                </a:solidFill>
                <a:latin typeface="Trebuchet MS"/>
                <a:cs typeface="Trebuchet MS"/>
              </a:rPr>
              <a:t>st</a:t>
            </a:r>
            <a:r>
              <a:rPr sz="2800" b="1" spc="-5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b="1" spc="-38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  <a:tabLst>
                <a:tab pos="8061959" algn="l"/>
              </a:tabLst>
            </a:pPr>
            <a:r>
              <a:rPr sz="2250" spc="-22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Thus,</a:t>
            </a:r>
            <a:r>
              <a:rPr sz="28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1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800" b="1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algorithm</a:t>
            </a:r>
            <a:r>
              <a:rPr sz="2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comes</a:t>
            </a:r>
            <a:r>
              <a:rPr sz="2800" b="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8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halt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here</a:t>
            </a:r>
            <a:r>
              <a:rPr sz="2800" b="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and	final</a:t>
            </a:r>
            <a:r>
              <a:rPr sz="2800" b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result</a:t>
            </a:r>
            <a:r>
              <a:rPr sz="28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consist </a:t>
            </a:r>
            <a:r>
              <a:rPr sz="2800" b="1" spc="-8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8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2 clusters</a:t>
            </a:r>
            <a:r>
              <a:rPr sz="2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{1,2}</a:t>
            </a:r>
            <a:r>
              <a:rPr sz="2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endParaRPr sz="2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800" b="1" spc="-10" dirty="0">
                <a:solidFill>
                  <a:srgbClr val="404040"/>
                </a:solidFill>
                <a:latin typeface="Trebuchet MS"/>
                <a:cs typeface="Trebuchet MS"/>
              </a:rPr>
              <a:t>{3,4,5,6,7}.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08380"/>
            <a:ext cx="33274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-75" dirty="0">
                <a:solidFill>
                  <a:srgbClr val="404040"/>
                </a:solidFill>
              </a:rPr>
              <a:t>Pros</a:t>
            </a:r>
            <a:r>
              <a:rPr sz="4800" u="none" spc="-155" dirty="0">
                <a:solidFill>
                  <a:srgbClr val="404040"/>
                </a:solidFill>
              </a:rPr>
              <a:t> </a:t>
            </a:r>
            <a:r>
              <a:rPr sz="4800" u="none" spc="-35" dirty="0">
                <a:solidFill>
                  <a:srgbClr val="404040"/>
                </a:solidFill>
              </a:rPr>
              <a:t>and</a:t>
            </a:r>
            <a:r>
              <a:rPr sz="4800" u="none" spc="-130" dirty="0">
                <a:solidFill>
                  <a:srgbClr val="404040"/>
                </a:solidFill>
              </a:rPr>
              <a:t> </a:t>
            </a:r>
            <a:r>
              <a:rPr sz="4800" u="none" spc="-50" dirty="0">
                <a:solidFill>
                  <a:srgbClr val="404040"/>
                </a:solidFill>
              </a:rPr>
              <a:t>cons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176324" y="1795325"/>
            <a:ext cx="4596130" cy="30670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Advantages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k-means</a:t>
            </a:r>
            <a:endParaRPr sz="2000">
              <a:latin typeface="Calibri"/>
              <a:cs typeface="Calibri"/>
            </a:endParaRPr>
          </a:p>
          <a:p>
            <a:pPr marL="464820" indent="-343535">
              <a:lnSpc>
                <a:spcPct val="100000"/>
              </a:lnSpc>
              <a:spcBef>
                <a:spcPts val="260"/>
              </a:spcBef>
              <a:buClr>
                <a:srgbClr val="E38312"/>
              </a:buClr>
              <a:buAutoNum type="arabicPeriod"/>
              <a:tabLst>
                <a:tab pos="464820" algn="l"/>
                <a:tab pos="465455" algn="l"/>
              </a:tabLst>
            </a:pP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Relatively</a:t>
            </a:r>
            <a:r>
              <a:rPr sz="1800" b="1" spc="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simple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implement.</a:t>
            </a:r>
            <a:endParaRPr sz="1800">
              <a:latin typeface="Arial"/>
              <a:cs typeface="Arial"/>
            </a:endParaRPr>
          </a:p>
          <a:p>
            <a:pPr marL="464820" indent="-34353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AutoNum type="arabicPeriod"/>
              <a:tabLst>
                <a:tab pos="464820" algn="l"/>
                <a:tab pos="465455" algn="l"/>
              </a:tabLst>
            </a:pP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Scales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large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data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sets.</a:t>
            </a:r>
            <a:endParaRPr sz="1800">
              <a:latin typeface="Arial"/>
              <a:cs typeface="Arial"/>
            </a:endParaRPr>
          </a:p>
          <a:p>
            <a:pPr marL="464820" indent="-34353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AutoNum type="arabicPeriod"/>
              <a:tabLst>
                <a:tab pos="464820" algn="l"/>
                <a:tab pos="465455" algn="l"/>
              </a:tabLst>
            </a:pP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Guarantees</a:t>
            </a:r>
            <a:r>
              <a:rPr sz="1800" b="1" spc="-3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convergence.</a:t>
            </a:r>
            <a:endParaRPr sz="1800">
              <a:latin typeface="Arial"/>
              <a:cs typeface="Arial"/>
            </a:endParaRPr>
          </a:p>
          <a:p>
            <a:pPr marL="464820" indent="-343535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AutoNum type="arabicPeriod"/>
              <a:tabLst>
                <a:tab pos="464820" algn="l"/>
                <a:tab pos="465455" algn="l"/>
              </a:tabLst>
            </a:pP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Easily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adapts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new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 examples.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Disadvantages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k-means</a:t>
            </a:r>
            <a:endParaRPr sz="2000">
              <a:latin typeface="Calibri"/>
              <a:cs typeface="Calibri"/>
            </a:endParaRPr>
          </a:p>
          <a:p>
            <a:pPr marL="670560" lvl="1" indent="-457834">
              <a:lnSpc>
                <a:spcPct val="100000"/>
              </a:lnSpc>
              <a:spcBef>
                <a:spcPts val="259"/>
              </a:spcBef>
              <a:buClr>
                <a:srgbClr val="E38312"/>
              </a:buClr>
              <a:buAutoNum type="arabicPeriod"/>
              <a:tabLst>
                <a:tab pos="670560" algn="l"/>
                <a:tab pos="671195" algn="l"/>
              </a:tabLst>
            </a:pP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Choosing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\(k\)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F2023"/>
                </a:solidFill>
                <a:latin typeface="Arial"/>
                <a:cs typeface="Arial"/>
              </a:rPr>
              <a:t>manually.</a:t>
            </a:r>
            <a:endParaRPr sz="1800">
              <a:latin typeface="Arial"/>
              <a:cs typeface="Arial"/>
            </a:endParaRPr>
          </a:p>
          <a:p>
            <a:pPr marL="670560" lvl="1" indent="-457834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AutoNum type="arabicPeriod"/>
              <a:tabLst>
                <a:tab pos="670560" algn="l"/>
                <a:tab pos="671195" algn="l"/>
              </a:tabLst>
            </a:pP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Being dependent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on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initial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values.</a:t>
            </a:r>
            <a:endParaRPr sz="1800">
              <a:latin typeface="Arial"/>
              <a:cs typeface="Arial"/>
            </a:endParaRPr>
          </a:p>
          <a:p>
            <a:pPr marL="670560" lvl="1" indent="-457834">
              <a:lnSpc>
                <a:spcPct val="100000"/>
              </a:lnSpc>
              <a:spcBef>
                <a:spcPts val="385"/>
              </a:spcBef>
              <a:buClr>
                <a:srgbClr val="E38312"/>
              </a:buClr>
              <a:buAutoNum type="arabicPeriod"/>
              <a:tabLst>
                <a:tab pos="670560" algn="l"/>
                <a:tab pos="671195" algn="l"/>
              </a:tabLst>
            </a:pPr>
            <a:r>
              <a:rPr sz="1800" b="1" spc="-5" dirty="0">
                <a:solidFill>
                  <a:srgbClr val="1F2023"/>
                </a:solidFill>
                <a:latin typeface="Arial"/>
                <a:cs typeface="Arial"/>
              </a:rPr>
              <a:t>Scaling</a:t>
            </a:r>
            <a:r>
              <a:rPr sz="18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1F2023"/>
                </a:solidFill>
                <a:latin typeface="Arial"/>
                <a:cs typeface="Arial"/>
              </a:rPr>
              <a:t>with</a:t>
            </a:r>
            <a:r>
              <a:rPr sz="1800" b="1" spc="-4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number</a:t>
            </a:r>
            <a:r>
              <a:rPr sz="18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18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F2023"/>
                </a:solidFill>
                <a:latin typeface="Arial"/>
                <a:cs typeface="Arial"/>
              </a:rPr>
              <a:t>dimensions.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972</Words>
  <Application>Microsoft Office PowerPoint</Application>
  <PresentationFormat>Widescreen</PresentationFormat>
  <Paragraphs>426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MT</vt:lpstr>
      <vt:lpstr>Calibri</vt:lpstr>
      <vt:lpstr>Calibri Light</vt:lpstr>
      <vt:lpstr>Cambria Math</vt:lpstr>
      <vt:lpstr>Lucida Sans Unicode</vt:lpstr>
      <vt:lpstr>Tahoma</vt:lpstr>
      <vt:lpstr>Times New Roman</vt:lpstr>
      <vt:lpstr>Trebuchet MS</vt:lpstr>
      <vt:lpstr>Office Theme</vt:lpstr>
      <vt:lpstr>Machine Learning Algorithms</vt:lpstr>
      <vt:lpstr>How the K-Mean Clustering algorithm  works?</vt:lpstr>
      <vt:lpstr>A Simple example k-means (using K=2)</vt:lpstr>
      <vt:lpstr>PowerPoint Presentation</vt:lpstr>
      <vt:lpstr>PowerPoint Presentation</vt:lpstr>
      <vt:lpstr>Step 2:</vt:lpstr>
      <vt:lpstr>Step 2:</vt:lpstr>
      <vt:lpstr>Step 3:</vt:lpstr>
      <vt:lpstr>Therefore, the new clusters are:</vt:lpstr>
      <vt:lpstr>Step 4:</vt:lpstr>
      <vt:lpstr>PowerPoint Presentation</vt:lpstr>
      <vt:lpstr>Pros and 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</dc:title>
  <dc:creator>Mohamed Ramadan</dc:creator>
  <cp:lastModifiedBy>ahmed.abdelsatar@fci.bu.edu.eg</cp:lastModifiedBy>
  <cp:revision>1</cp:revision>
  <dcterms:created xsi:type="dcterms:W3CDTF">2024-07-11T12:11:54Z</dcterms:created>
  <dcterms:modified xsi:type="dcterms:W3CDTF">2024-07-11T12:12:58Z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2024-07-11T00:00:00Z</vt:filetime>
  </property>
</Properties>
</file>