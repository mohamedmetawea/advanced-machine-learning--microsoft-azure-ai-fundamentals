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2.xml" ContentType="application/vnd.openxmlformats-officedocument.theme+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3.xml" ContentType="application/vnd.openxmlformats-officedocument.theme+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theme/theme4.xml" ContentType="application/vnd.openxmlformats-officedocument.theme+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theme/theme5.xml" ContentType="application/vnd.openxmlformats-officedocument.theme+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theme/theme6.xml" ContentType="application/vnd.openxmlformats-officedocument.theme+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4229" r:id="rId4"/>
    <p:sldMasterId id="2147484642" r:id="rId5"/>
    <p:sldMasterId id="2147484743" r:id="rId6"/>
    <p:sldMasterId id="2147484749" r:id="rId7"/>
    <p:sldMasterId id="2147484780" r:id="rId8"/>
    <p:sldMasterId id="2147484813" r:id="rId9"/>
    <p:sldMasterId id="2147484551" r:id="rId10"/>
  </p:sldMasterIdLst>
  <p:notesMasterIdLst>
    <p:notesMasterId r:id="rId26"/>
  </p:notesMasterIdLst>
  <p:handoutMasterIdLst>
    <p:handoutMasterId r:id="rId27"/>
  </p:handoutMasterIdLst>
  <p:sldIdLst>
    <p:sldId id="1627" r:id="rId11"/>
    <p:sldId id="1778" r:id="rId12"/>
    <p:sldId id="1684" r:id="rId13"/>
    <p:sldId id="1885" r:id="rId14"/>
    <p:sldId id="1896" r:id="rId15"/>
    <p:sldId id="1893" r:id="rId16"/>
    <p:sldId id="1910" r:id="rId17"/>
    <p:sldId id="1890" r:id="rId18"/>
    <p:sldId id="1906" r:id="rId19"/>
    <p:sldId id="1908" r:id="rId20"/>
    <p:sldId id="1875" r:id="rId21"/>
    <p:sldId id="1895" r:id="rId22"/>
    <p:sldId id="1912" r:id="rId23"/>
    <p:sldId id="1913" r:id="rId24"/>
    <p:sldId id="1911" r:id="rId25"/>
  </p:sldIdLst>
  <p:sldSz cx="12192000" cy="6858000"/>
  <p:notesSz cx="6858000" cy="9144000"/>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521415D9-36F7-43E2-AB2F-B90AF26B5E84}">
      <p14:sectionLst xmlns:p14="http://schemas.microsoft.com/office/powerpoint/2010/main">
        <p14:section name="Module Content" id="{A073DAE3-B461-442F-A3D3-6642BD875E45}">
          <p14:sldIdLst>
            <p14:sldId id="1627"/>
            <p14:sldId id="1778"/>
            <p14:sldId id="1684"/>
            <p14:sldId id="1885"/>
            <p14:sldId id="1896"/>
            <p14:sldId id="1893"/>
            <p14:sldId id="1910"/>
            <p14:sldId id="1890"/>
            <p14:sldId id="1906"/>
            <p14:sldId id="1908"/>
            <p14:sldId id="1875"/>
            <p14:sldId id="1895"/>
            <p14:sldId id="1912"/>
            <p14:sldId id="1913"/>
            <p14:sldId id="1911"/>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4" name="Author" initials="A" lastIdx="5" clrIdx="4"/>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8D4"/>
    <a:srgbClr val="00B0E3"/>
    <a:srgbClr val="00BCF2"/>
    <a:srgbClr val="40CDF5"/>
    <a:srgbClr val="CBD6EF"/>
    <a:srgbClr val="1A1A1A"/>
    <a:srgbClr val="FFFFFF"/>
    <a:srgbClr val="40587C"/>
    <a:srgbClr val="00188F"/>
    <a:srgbClr val="00529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AAC6358-FB5B-E47F-6BF8-196733AF3B8B}" v="373" dt="2022-03-17T22:33:44.915"/>
    <p1510:client id="{21979FC9-A399-605D-7861-7A6D0A7FF3F7}" v="8" dt="2022-04-03T01:24:10.760"/>
    <p1510:client id="{2E7D4EB2-BC97-F1BD-5FA5-8F1582337EC3}" v="2" dt="2022-03-20T01:37:59.901"/>
    <p1510:client id="{6026747E-7AF5-A3D3-F6C5-631880BE0EBA}" v="42" dt="2022-03-16T16:45:13.814"/>
    <p1510:client id="{9D7A4E7C-1BF7-D5CF-9317-159E5393B4B7}" v="166" dt="2022-03-23T17:21:31.135"/>
    <p1510:client id="{9F6BF2B5-6288-FE46-C307-CC1ED3F78204}" v="48" dt="2022-03-23T04:28:02.103"/>
    <p1510:client id="{A34A3491-BD64-E1C1-F1F7-74E1A63ABD94}" v="7" dt="2022-03-23T04:34:33.830"/>
    <p1510:client id="{FD51E837-D23C-D471-5A42-AC0C5A4D6C04}" v="43" dt="2022-04-05T18:16:17.69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52" autoAdjust="0"/>
    <p:restoredTop sz="65382" autoAdjust="0"/>
  </p:normalViewPr>
  <p:slideViewPr>
    <p:cSldViewPr snapToGrid="0">
      <p:cViewPr varScale="1">
        <p:scale>
          <a:sx n="63" d="100"/>
          <a:sy n="63" d="100"/>
        </p:scale>
        <p:origin x="1173" y="55"/>
      </p:cViewPr>
      <p:guideLst/>
    </p:cSldViewPr>
  </p:slideViewPr>
  <p:outlineViewPr>
    <p:cViewPr>
      <p:scale>
        <a:sx n="33" d="100"/>
        <a:sy n="33" d="100"/>
      </p:scale>
      <p:origin x="0" y="-39363"/>
    </p:cViewPr>
  </p:outlineViewPr>
  <p:notesTextViewPr>
    <p:cViewPr>
      <p:scale>
        <a:sx n="3" d="2"/>
        <a:sy n="3" d="2"/>
      </p:scale>
      <p:origin x="0" y="0"/>
    </p:cViewPr>
  </p:notesTextViewPr>
  <p:sorterViewPr>
    <p:cViewPr varScale="1">
      <p:scale>
        <a:sx n="1" d="1"/>
        <a:sy n="1" d="1"/>
      </p:scale>
      <p:origin x="0" y="0"/>
    </p:cViewPr>
  </p:sorterViewPr>
  <p:notesViewPr>
    <p:cSldViewPr snapToGrid="0" showGuides="1">
      <p:cViewPr varScale="1">
        <p:scale>
          <a:sx n="84" d="100"/>
          <a:sy n="84" d="100"/>
        </p:scale>
        <p:origin x="2934" y="3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3.xml"/><Relationship Id="rId18" Type="http://schemas.openxmlformats.org/officeDocument/2006/relationships/slide" Target="slides/slide8.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1.xml"/><Relationship Id="rId7" Type="http://schemas.openxmlformats.org/officeDocument/2006/relationships/slideMaster" Target="slideMasters/slideMaster4.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6.xml"/><Relationship Id="rId20" Type="http://schemas.openxmlformats.org/officeDocument/2006/relationships/slide" Target="slides/slide10.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commentAuthors" Target="commentAuthors.xml"/><Relationship Id="rId10" Type="http://schemas.openxmlformats.org/officeDocument/2006/relationships/slideMaster" Target="slideMasters/slideMaster7.xml"/><Relationship Id="rId19" Type="http://schemas.openxmlformats.org/officeDocument/2006/relationships/slide" Target="slides/slide9.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handoutMaster" Target="handoutMasters/handoutMaster1.xml"/><Relationship Id="rId30" Type="http://schemas.openxmlformats.org/officeDocument/2006/relationships/viewProps" Target="viewProps.xml"/><Relationship Id="rId8" Type="http://schemas.openxmlformats.org/officeDocument/2006/relationships/slideMaster" Target="slideMasters/slideMaster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dirty="0">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60F9EC6-89FF-47E1-8594-1A32E3B45134}" type="datetime8">
              <a:rPr lang="en-US" smtClean="0">
                <a:latin typeface="Segoe UI" pitchFamily="34" charset="0"/>
              </a:rPr>
              <a:t>1/24/2023 12:25 PM</a:t>
            </a:fld>
            <a:endParaRPr lang="en-US" dirty="0">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dirty="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dirty="0">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dirty="0"/>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386CE63F-9E7F-4C04-9D0D-FCA25A8E9E86}" type="datetime8">
              <a:rPr lang="en-US" smtClean="0"/>
              <a:t>1/24/2023 8:47 AM</a:t>
            </a:fld>
            <a:endParaRPr lang="en-US" dirty="0"/>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dirty="0"/>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14367" rtl="0" eaLnBrk="1" latinLnBrk="0" hangingPunct="1">
      <a:lnSpc>
        <a:spcPct val="90000"/>
      </a:lnSpc>
      <a:spcAft>
        <a:spcPts val="333"/>
      </a:spcAft>
      <a:defRPr sz="882" kern="1200">
        <a:solidFill>
          <a:schemeClr val="tx1"/>
        </a:solidFill>
        <a:latin typeface="Segoe UI Light" pitchFamily="34" charset="0"/>
        <a:ea typeface="+mn-ea"/>
        <a:cs typeface="+mn-cs"/>
      </a:defRPr>
    </a:lvl1pPr>
    <a:lvl2pPr marL="212982" indent="-105829"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2pPr>
    <a:lvl3pPr marL="328071"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3pPr>
    <a:lvl4pPr marL="482848" indent="-146838"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4pPr>
    <a:lvl5pPr marL="615134"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5pPr>
    <a:lvl6pPr marL="2285918" algn="l" defTabSz="914367" rtl="0" eaLnBrk="1" latinLnBrk="0" hangingPunct="1">
      <a:defRPr sz="1176" kern="1200">
        <a:solidFill>
          <a:schemeClr val="tx1"/>
        </a:solidFill>
        <a:latin typeface="+mn-lt"/>
        <a:ea typeface="+mn-ea"/>
        <a:cs typeface="+mn-cs"/>
      </a:defRPr>
    </a:lvl6pPr>
    <a:lvl7pPr marL="2743101" algn="l" defTabSz="914367" rtl="0" eaLnBrk="1" latinLnBrk="0" hangingPunct="1">
      <a:defRPr sz="1176" kern="1200">
        <a:solidFill>
          <a:schemeClr val="tx1"/>
        </a:solidFill>
        <a:latin typeface="+mn-lt"/>
        <a:ea typeface="+mn-ea"/>
        <a:cs typeface="+mn-cs"/>
      </a:defRPr>
    </a:lvl7pPr>
    <a:lvl8pPr marL="3200284" algn="l" defTabSz="914367" rtl="0" eaLnBrk="1" latinLnBrk="0" hangingPunct="1">
      <a:defRPr sz="1176" kern="1200">
        <a:solidFill>
          <a:schemeClr val="tx1"/>
        </a:solidFill>
        <a:latin typeface="+mn-lt"/>
        <a:ea typeface="+mn-ea"/>
        <a:cs typeface="+mn-cs"/>
      </a:defRPr>
    </a:lvl8pPr>
    <a:lvl9pPr marL="3657469" algn="l" defTabSz="914367" rtl="0" eaLnBrk="1" latinLnBrk="0" hangingPunct="1">
      <a:defRPr sz="117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aka.ms/api-infographic"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endParaRPr lang="en-US" b="0" i="1" dirty="0"/>
          </a:p>
          <a:p>
            <a:pPr marL="171450" indent="-171450" defTabSz="932742">
              <a:spcAft>
                <a:spcPts val="340"/>
              </a:spcAft>
              <a:buFont typeface="Arial" panose="020B0604020202020204" pitchFamily="34" charset="0"/>
              <a:buChar char="•"/>
              <a:defRPr/>
            </a:pPr>
            <a:endParaRPr lang="en-US" sz="850" dirty="0">
              <a:cs typeface="Segoe UI Light"/>
            </a:endParaRPr>
          </a:p>
        </p:txBody>
      </p:sp>
      <p:sp>
        <p:nvSpPr>
          <p:cNvPr id="4" name="Header Placeholder 3"/>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a:t>
            </a:r>
          </a:p>
        </p:txBody>
      </p:sp>
      <p:sp>
        <p:nvSpPr>
          <p:cNvPr id="7" name="Slide Number Placeholder 6"/>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3732019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50" dirty="0">
                <a:latin typeface="Segoe UI Light"/>
                <a:cs typeface="Segoe UI Light"/>
              </a:rPr>
              <a:t>The topics should take approximately 50 minutes total to deliver. The lab exercise should take an additional 25-30 minutes. </a:t>
            </a:r>
          </a:p>
        </p:txBody>
      </p:sp>
      <p:sp>
        <p:nvSpPr>
          <p:cNvPr id="4" name="Header Placeholder 3"/>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C9F26854-F9AE-4E32-B2A5-59EE421C280D}"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1/24/2023 8:47 AM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8625781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2742">
              <a:spcAft>
                <a:spcPts val="340"/>
              </a:spcAft>
              <a:defRPr/>
            </a:pPr>
            <a:r>
              <a:rPr lang="en-US" sz="850" dirty="0">
                <a:latin typeface="Segoe UI Light"/>
                <a:cs typeface="Segoe UI Light"/>
              </a:rPr>
              <a:t>The goal of this topic is to introduce some fundamental, high-level concepts; which we'll explore in greater depth later in the course. Don’t spend too much time getting into the details here.</a:t>
            </a:r>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2098689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all things that most humans do on a day-to-day basis, often subconsciously:</a:t>
            </a:r>
          </a:p>
          <a:p>
            <a:pPr marL="171450" indent="-171450">
              <a:buFont typeface="Arial" panose="020B0604020202020204" pitchFamily="34" charset="0"/>
              <a:buChar char="•"/>
            </a:pPr>
            <a:r>
              <a:rPr lang="en-US" dirty="0"/>
              <a:t>We make predictions or recognize patterns using the information we have available and our past experience to guide us.</a:t>
            </a:r>
          </a:p>
          <a:p>
            <a:pPr marL="171450" marR="0" lvl="0" indent="-171450" algn="l" defTabSz="914367" rtl="0" eaLnBrk="1" fontAlgn="auto" latinLnBrk="0" hangingPunct="1">
              <a:lnSpc>
                <a:spcPct val="90000"/>
              </a:lnSpc>
              <a:spcBef>
                <a:spcPts val="0"/>
              </a:spcBef>
              <a:spcAft>
                <a:spcPts val="333"/>
              </a:spcAft>
              <a:buClrTx/>
              <a:buSzTx/>
              <a:buFont typeface="Arial" panose="020B0604020202020204" pitchFamily="34" charset="0"/>
              <a:buChar char="•"/>
              <a:tabLst/>
              <a:defRPr/>
            </a:pPr>
            <a:r>
              <a:rPr lang="en-US" dirty="0"/>
              <a:t>We can intuitively know when something isn’t quite right or doesn't fit an expected pattern.</a:t>
            </a:r>
          </a:p>
          <a:p>
            <a:pPr marL="171450" indent="-171450">
              <a:buFont typeface="Arial" panose="020B0604020202020204" pitchFamily="34" charset="0"/>
              <a:buChar char="•"/>
            </a:pPr>
            <a:r>
              <a:rPr lang="en-US" dirty="0"/>
              <a:t>We use sight to experience the world visually.</a:t>
            </a:r>
          </a:p>
          <a:p>
            <a:pPr marL="171450" indent="-171450">
              <a:buFont typeface="Arial" panose="020B0604020202020204" pitchFamily="34" charset="0"/>
              <a:buChar char="•"/>
            </a:pPr>
            <a:r>
              <a:rPr lang="en-US" dirty="0"/>
              <a:t>We communicate by writing and speaking, and engage in dynamic conversations, responding appropriately.</a:t>
            </a:r>
          </a:p>
          <a:p>
            <a:pPr marL="171450" marR="0" lvl="0" indent="-171450" algn="l" defTabSz="914367" rtl="0" eaLnBrk="1" fontAlgn="auto" latinLnBrk="0" hangingPunct="1">
              <a:lnSpc>
                <a:spcPct val="90000"/>
              </a:lnSpc>
              <a:spcBef>
                <a:spcPts val="0"/>
              </a:spcBef>
              <a:spcAft>
                <a:spcPts val="333"/>
              </a:spcAft>
              <a:buClrTx/>
              <a:buSzTx/>
              <a:buFont typeface="Arial" panose="020B0604020202020204" pitchFamily="34" charset="0"/>
              <a:buChar char="•"/>
              <a:tabLst/>
              <a:defRPr/>
            </a:pPr>
            <a:r>
              <a:rPr lang="en-US" dirty="0"/>
              <a:t>We can extract information from multiple sources to extend our knowledge</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1/24/2023 8:47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4</a:t>
            </a:fld>
            <a:endParaRPr lang="en-US" dirty="0"/>
          </a:p>
        </p:txBody>
      </p:sp>
    </p:spTree>
    <p:extLst>
      <p:ext uri="{BB962C8B-B14F-4D97-AF65-F5344CB8AC3E}">
        <p14:creationId xmlns:p14="http://schemas.microsoft.com/office/powerpoint/2010/main" val="28076216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slide lists common workloads or "areas" of AI, which correspond to the human traits on the previous slide.</a:t>
            </a:r>
          </a:p>
          <a:p>
            <a:r>
              <a:rPr lang="en-US" dirty="0"/>
              <a:t>We'll explore each of these workloads in detail, but for now just point out that in many solutions, the workloads may overlap.</a:t>
            </a:r>
          </a:p>
          <a:p>
            <a:endParaRPr lang="en-US" dirty="0"/>
          </a:p>
          <a:p>
            <a:r>
              <a:rPr lang="en-US" dirty="0"/>
              <a:t>For example, imagine a conversational AI solution that uses a bot to process an auto insurance claim. The bot relies on some natural language processing capabilities to make sense of input such as "I want to submit a claim". It may allow users to send a photograph of a damaged vehicle, use computer vision to assess the damage, and apply a machine learning model to predict likely repair costs. The bot might also use anomaly detection to identify potentially fraudulent claims. Finally, the claims data, including forms, photographs, and other artefacts might be indexed to extract insights and create a searchable knowledge store to help manage future claims.</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1/24/2023 8:47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5</a:t>
            </a:fld>
            <a:endParaRPr lang="en-US" dirty="0"/>
          </a:p>
        </p:txBody>
      </p:sp>
    </p:spTree>
    <p:extLst>
      <p:ext uri="{BB962C8B-B14F-4D97-AF65-F5344CB8AC3E}">
        <p14:creationId xmlns:p14="http://schemas.microsoft.com/office/powerpoint/2010/main" val="15531784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solidFill>
                  <a:srgbClr val="000000"/>
                </a:solidFill>
                <a:effectLst/>
                <a:latin typeface="Consolas" panose="020B0609020204030204" pitchFamily="49" charset="0"/>
              </a:rPr>
              <a:t>At Microsoft, AI software development is guided by a set of six principles for responsible AI.</a:t>
            </a:r>
            <a:endParaRPr lang="en-US" sz="850" b="0" dirty="0">
              <a:solidFill>
                <a:srgbClr val="000000"/>
              </a:solidFill>
              <a:effectLst/>
              <a:latin typeface="Consolas" panose="020B0609020204030204" pitchFamily="49" charset="0"/>
            </a:endParaRPr>
          </a:p>
          <a:p>
            <a:endParaRPr lang="en-US" b="0" dirty="0">
              <a:solidFill>
                <a:srgbClr val="000000"/>
              </a:solidFill>
              <a:effectLst/>
              <a:latin typeface="Consolas" panose="020B0609020204030204" pitchFamily="49" charset="0"/>
            </a:endParaRPr>
          </a:p>
          <a:p>
            <a:r>
              <a:rPr lang="en-US" sz="850" b="0" dirty="0">
                <a:solidFill>
                  <a:srgbClr val="000000"/>
                </a:solidFill>
                <a:effectLst/>
                <a:latin typeface="Consolas"/>
              </a:rPr>
              <a:t>Use the summaries below to relate these to the challenges and risks on the previous slide.</a:t>
            </a:r>
          </a:p>
          <a:p>
            <a:br>
              <a:rPr lang="en-US" sz="850" b="0" dirty="0">
                <a:effectLst/>
                <a:latin typeface="Consolas" panose="020B0609020204030204" pitchFamily="49" charset="0"/>
              </a:rPr>
            </a:br>
            <a:r>
              <a:rPr lang="en-US" sz="850" b="1" dirty="0">
                <a:solidFill>
                  <a:srgbClr val="800000"/>
                </a:solidFill>
                <a:effectLst/>
                <a:latin typeface="Consolas"/>
              </a:rPr>
              <a:t>Fairness</a:t>
            </a:r>
            <a:br>
              <a:rPr lang="en-US" sz="850" b="0" dirty="0">
                <a:effectLst/>
                <a:latin typeface="Consolas" panose="020B0609020204030204" pitchFamily="49" charset="0"/>
              </a:rPr>
            </a:br>
            <a:r>
              <a:rPr lang="en-US" sz="850" b="0" dirty="0">
                <a:solidFill>
                  <a:srgbClr val="000000"/>
                </a:solidFill>
                <a:effectLst/>
                <a:latin typeface="Consolas"/>
              </a:rPr>
              <a:t>AI systems should treat all people fairly. For example, suppose you create a machine learning model to support a loan approval application for a bank. The model should make predictions of whether or not the loan should be approved without incorporating any bias based on gender, ethnicity, or other factors that might result in an unfair advantage or disadvantage to specific groups of applicants.</a:t>
            </a:r>
            <a:endParaRPr lang="en-US" sz="850" dirty="0">
              <a:latin typeface="Consolas"/>
            </a:endParaRPr>
          </a:p>
          <a:p>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Azure Machine Learning includes the capability to interpret models and quantify the extent to which each feature of the data influences the model's prediction. This capability helps data scientists and developers identify and mitigate bias in the model.</a:t>
            </a:r>
            <a:endParaRPr lang="en-US" sz="850" b="0" dirty="0">
              <a:solidFill>
                <a:srgbClr val="000000"/>
              </a:solidFill>
              <a:effectLst/>
              <a:latin typeface="Consolas" panose="020B0609020204030204" pitchFamily="49" charset="0"/>
            </a:endParaRPr>
          </a:p>
          <a:p>
            <a:br>
              <a:rPr lang="en-US" b="0" dirty="0">
                <a:solidFill>
                  <a:srgbClr val="000000"/>
                </a:solidFill>
                <a:effectLst/>
                <a:latin typeface="Consolas" panose="020B0609020204030204" pitchFamily="49" charset="0"/>
              </a:rPr>
            </a:br>
            <a:r>
              <a:rPr lang="en-US" b="1" dirty="0">
                <a:solidFill>
                  <a:srgbClr val="800000"/>
                </a:solidFill>
                <a:effectLst/>
                <a:latin typeface="Consolas" panose="020B0609020204030204" pitchFamily="49" charset="0"/>
              </a:rPr>
              <a:t>Reliability and safety</a:t>
            </a:r>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AI systems should perform reliably and safely. For example, consider an AI-based software system for an autonomous vehicle; or a machine learning model that diagnoses patient symptoms and recommends prescriptions. Unreliability in these kinds of system can result in substantial risk to human life.</a:t>
            </a:r>
            <a:endParaRPr lang="en-US" sz="850" b="0" dirty="0">
              <a:solidFill>
                <a:srgbClr val="000000"/>
              </a:solidFill>
              <a:effectLst/>
              <a:latin typeface="Consolas" panose="020B0609020204030204" pitchFamily="49" charset="0"/>
            </a:endParaRPr>
          </a:p>
          <a:p>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AI-based software application development must be subjected to rigorous testing and deployment management processes to ensure that they work as expected before release.</a:t>
            </a:r>
            <a:endParaRPr lang="en-US" sz="850" b="0" dirty="0">
              <a:solidFill>
                <a:srgbClr val="000000"/>
              </a:solidFill>
              <a:effectLst/>
              <a:latin typeface="Consolas" panose="020B0609020204030204" pitchFamily="49" charset="0"/>
            </a:endParaRPr>
          </a:p>
          <a:p>
            <a:br>
              <a:rPr lang="en-US" b="0" dirty="0">
                <a:solidFill>
                  <a:srgbClr val="000000"/>
                </a:solidFill>
                <a:effectLst/>
                <a:latin typeface="Consolas" panose="020B0609020204030204" pitchFamily="49" charset="0"/>
              </a:rPr>
            </a:br>
            <a:r>
              <a:rPr lang="en-US" b="1" dirty="0">
                <a:solidFill>
                  <a:srgbClr val="800000"/>
                </a:solidFill>
                <a:effectLst/>
                <a:latin typeface="Consolas" panose="020B0609020204030204" pitchFamily="49" charset="0"/>
              </a:rPr>
              <a:t>Privacy and security</a:t>
            </a:r>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AI systems should be secure and respect privacy. The machine learning models on which AI systems are based rely on large volumes of data, which may contain personal details that must be kept private. Even after the models are trained and the system is in production, it uses new data to make predictions or take action that may be subject to privacy or security concerns.</a:t>
            </a:r>
            <a:endParaRPr lang="en-US" sz="850" b="0" dirty="0">
              <a:solidFill>
                <a:srgbClr val="000000"/>
              </a:solidFill>
              <a:effectLst/>
              <a:latin typeface="Consolas" panose="020B0609020204030204" pitchFamily="49" charset="0"/>
            </a:endParaRPr>
          </a:p>
          <a:p>
            <a:br>
              <a:rPr lang="en-US" b="0" dirty="0">
                <a:solidFill>
                  <a:srgbClr val="000000"/>
                </a:solidFill>
                <a:effectLst/>
                <a:latin typeface="Consolas" panose="020B0609020204030204" pitchFamily="49" charset="0"/>
              </a:rPr>
            </a:br>
            <a:r>
              <a:rPr lang="en-US" b="1" dirty="0">
                <a:solidFill>
                  <a:srgbClr val="800000"/>
                </a:solidFill>
                <a:effectLst/>
                <a:latin typeface="Consolas" panose="020B0609020204030204" pitchFamily="49" charset="0"/>
              </a:rPr>
              <a:t>Inclusiveness</a:t>
            </a:r>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AI systems should empower everyone and engage people. AI should bring benefits to all parts of society, regardless of physical ability, gender, sexual orientation, ethnicity, or other factors.</a:t>
            </a:r>
            <a:endParaRPr lang="en-US" sz="850" b="0" dirty="0">
              <a:solidFill>
                <a:srgbClr val="000000"/>
              </a:solidFill>
              <a:effectLst/>
              <a:latin typeface="Consolas" panose="020B0609020204030204" pitchFamily="49" charset="0"/>
            </a:endParaRPr>
          </a:p>
          <a:p>
            <a:br>
              <a:rPr lang="en-US" b="0" dirty="0">
                <a:solidFill>
                  <a:srgbClr val="000000"/>
                </a:solidFill>
                <a:effectLst/>
                <a:latin typeface="Consolas" panose="020B0609020204030204" pitchFamily="49" charset="0"/>
              </a:rPr>
            </a:br>
            <a:r>
              <a:rPr lang="en-US" b="1" dirty="0">
                <a:solidFill>
                  <a:srgbClr val="800000"/>
                </a:solidFill>
                <a:effectLst/>
                <a:latin typeface="Consolas" panose="020B0609020204030204" pitchFamily="49" charset="0"/>
              </a:rPr>
              <a:t>Transparency</a:t>
            </a:r>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AI systems should be understandable. Users should be made fully aware of the purpose of the system, how it works, and what limitations may be expected.</a:t>
            </a:r>
            <a:endParaRPr lang="en-US" sz="850" b="0" dirty="0">
              <a:solidFill>
                <a:srgbClr val="000000"/>
              </a:solidFill>
              <a:effectLst/>
              <a:latin typeface="Consolas" panose="020B0609020204030204" pitchFamily="49" charset="0"/>
            </a:endParaRPr>
          </a:p>
          <a:p>
            <a:br>
              <a:rPr lang="en-US" b="0" dirty="0">
                <a:solidFill>
                  <a:srgbClr val="000000"/>
                </a:solidFill>
                <a:effectLst/>
                <a:latin typeface="Consolas" panose="020B0609020204030204" pitchFamily="49" charset="0"/>
              </a:rPr>
            </a:br>
            <a:r>
              <a:rPr lang="en-US" b="1" dirty="0">
                <a:solidFill>
                  <a:srgbClr val="800000"/>
                </a:solidFill>
                <a:effectLst/>
                <a:latin typeface="Consolas" panose="020B0609020204030204" pitchFamily="49" charset="0"/>
              </a:rPr>
              <a:t>Accountability</a:t>
            </a:r>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People should be accountable for AI systems. Designers and developers of AI-based solution should work within a framework of governance and organizational principles that ensure the solution meets ethical and legal standards that are clearly defined.</a:t>
            </a:r>
            <a:endParaRPr lang="en-US" sz="850" b="0" dirty="0">
              <a:solidFill>
                <a:srgbClr val="000000"/>
              </a:solidFill>
              <a:effectLst/>
              <a:latin typeface="Consolas" panose="020B0609020204030204" pitchFamily="49" charset="0"/>
            </a:endParaRPr>
          </a:p>
          <a:p>
            <a:endParaRPr lang="en-US" b="0" dirty="0">
              <a:solidFill>
                <a:srgbClr val="000000"/>
              </a:solidFill>
              <a:effectLst/>
              <a:latin typeface="Consolas" panose="020B0609020204030204" pitchFamily="49" charset="0"/>
            </a:endParaRPr>
          </a:p>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1/24/2023 8:47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6</a:t>
            </a:fld>
            <a:endParaRPr lang="en-US" dirty="0"/>
          </a:p>
        </p:txBody>
      </p:sp>
    </p:spTree>
    <p:extLst>
      <p:ext uri="{BB962C8B-B14F-4D97-AF65-F5344CB8AC3E}">
        <p14:creationId xmlns:p14="http://schemas.microsoft.com/office/powerpoint/2010/main" val="38423414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2742">
              <a:spcAft>
                <a:spcPts val="340"/>
              </a:spcAft>
              <a:defRPr/>
            </a:pPr>
            <a:r>
              <a:rPr lang="en-US" dirty="0"/>
              <a:t>The goal of this topic is to introduce some fundamental, high-level concepts; which we'll explore in greater depth later in the course. Don’t spend too much time getting into the details here.</a:t>
            </a:r>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5680273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about their existing level experience with Azure and cloud services in general, and if appropriate provide a quick demonstration of navigating the Azure portal at https://portal.azure.com.</a:t>
            </a:r>
          </a:p>
          <a:p>
            <a:endParaRPr lang="en-US" dirty="0"/>
          </a:p>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1/24/2023 8:47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8</a:t>
            </a:fld>
            <a:endParaRPr lang="en-US" dirty="0"/>
          </a:p>
        </p:txBody>
      </p:sp>
    </p:spTree>
    <p:extLst>
      <p:ext uri="{BB962C8B-B14F-4D97-AF65-F5344CB8AC3E}">
        <p14:creationId xmlns:p14="http://schemas.microsoft.com/office/powerpoint/2010/main" val="37082357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50" dirty="0">
                <a:latin typeface="Segoe UI Light"/>
                <a:cs typeface="Segoe UI Light"/>
              </a:rPr>
              <a:t>The Azure AI services that we'll explore in this course are:</a:t>
            </a:r>
            <a:endParaRPr lang="en-US" sz="850" dirty="0">
              <a:cs typeface="Segoe UI Light"/>
            </a:endParaRPr>
          </a:p>
          <a:p>
            <a:pPr marL="171450" indent="-171450">
              <a:buFont typeface="Arial" panose="020B0604020202020204" pitchFamily="34" charset="0"/>
              <a:buChar char="•"/>
            </a:pPr>
            <a:r>
              <a:rPr lang="en-US" dirty="0"/>
              <a:t>Azure Machine Learning</a:t>
            </a:r>
          </a:p>
          <a:p>
            <a:pPr marL="171450" indent="-171450">
              <a:buFont typeface="Arial" panose="020B0604020202020204" pitchFamily="34" charset="0"/>
              <a:buChar char="•"/>
            </a:pPr>
            <a:r>
              <a:rPr lang="en-US" dirty="0"/>
              <a:t>Cognitive Services</a:t>
            </a:r>
          </a:p>
          <a:p>
            <a:pPr marL="171450" indent="-171450">
              <a:buFont typeface="Arial" panose="020B0604020202020204" pitchFamily="34" charset="0"/>
              <a:buChar char="•"/>
            </a:pPr>
            <a:r>
              <a:rPr lang="en-US" dirty="0"/>
              <a:t>Azure Bot Service</a:t>
            </a:r>
          </a:p>
          <a:p>
            <a:pPr marL="171450" indent="-171450">
              <a:buFont typeface="Arial" panose="020B0604020202020204" pitchFamily="34" charset="0"/>
              <a:buChar char="•"/>
            </a:pPr>
            <a:r>
              <a:rPr lang="en-US" dirty="0"/>
              <a:t>Azure Cognitive Search</a:t>
            </a:r>
          </a:p>
          <a:p>
            <a:endParaRPr lang="en-US" dirty="0"/>
          </a:p>
          <a:p>
            <a:r>
              <a:rPr lang="en-US" sz="850" dirty="0">
                <a:latin typeface="Segoe UI Light"/>
                <a:cs typeface="Segoe UI Light"/>
              </a:rPr>
              <a:t>Highlight: Cognitive Services can be categorized into four main pillars: Vision, Speech, Language, Decision </a:t>
            </a:r>
          </a:p>
          <a:p>
            <a:br>
              <a:rPr lang="en-US" dirty="0"/>
            </a:br>
            <a:endParaRPr lang="en-US" dirty="0"/>
          </a:p>
          <a:p>
            <a:endParaRPr lang="en-US" sz="850" dirty="0">
              <a:cs typeface="Segoe UI Light"/>
            </a:endParaRPr>
          </a:p>
          <a:p>
            <a:endParaRPr lang="en-US" dirty="0">
              <a:cs typeface="Segoe UI Light" pitchFamily="34" charset="0"/>
            </a:endParaRP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1/24/2023 8:47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9</a:t>
            </a:fld>
            <a:endParaRPr lang="en-US" dirty="0"/>
          </a:p>
        </p:txBody>
      </p:sp>
    </p:spTree>
    <p:extLst>
      <p:ext uri="{BB962C8B-B14F-4D97-AF65-F5344CB8AC3E}">
        <p14:creationId xmlns:p14="http://schemas.microsoft.com/office/powerpoint/2010/main" val="7721414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latin typeface="Segoe UI Semilight"/>
                <a:cs typeface="Segoe UI Semilight"/>
              </a:rPr>
              <a:t>(If students would like more information on how an API like the Cognitive Services API works, they can review this additional material: </a:t>
            </a:r>
            <a:r>
              <a:rPr lang="en-US" sz="800" dirty="0">
                <a:solidFill>
                  <a:schemeClr val="tx1"/>
                </a:solidFill>
                <a:hlinkClick r:id="rId3"/>
              </a:rPr>
              <a:t>https://aka.ms/api-infographic</a:t>
            </a:r>
            <a:r>
              <a:rPr lang="en-US" sz="800" dirty="0">
                <a:solidFill>
                  <a:schemeClr val="tx1"/>
                </a:solidFill>
              </a:rPr>
              <a:t>)</a:t>
            </a:r>
            <a:endParaRPr lang="en-US" dirty="0"/>
          </a:p>
          <a:p>
            <a:pPr marL="0" marR="0" lvl="0" indent="0" algn="l" defTabSz="914367" rtl="0" eaLnBrk="1" fontAlgn="auto" latinLnBrk="0" hangingPunct="1">
              <a:lnSpc>
                <a:spcPct val="90000"/>
              </a:lnSpc>
              <a:spcBef>
                <a:spcPts val="0"/>
              </a:spcBef>
              <a:spcAft>
                <a:spcPts val="333"/>
              </a:spcAft>
              <a:buClrTx/>
              <a:buSzTx/>
              <a:buFontTx/>
              <a:buNone/>
              <a:tabLst/>
              <a:defRPr/>
            </a:pPr>
            <a:endParaRPr lang="en-US" dirty="0"/>
          </a:p>
          <a:p>
            <a:pPr marL="0" marR="0" lvl="0" indent="0" algn="l" defTabSz="914367" rtl="0" eaLnBrk="1" fontAlgn="auto" latinLnBrk="0" hangingPunct="1">
              <a:lnSpc>
                <a:spcPct val="90000"/>
              </a:lnSpc>
              <a:spcBef>
                <a:spcPts val="0"/>
              </a:spcBef>
              <a:spcAft>
                <a:spcPts val="333"/>
              </a:spcAft>
              <a:buClrTx/>
              <a:buSzTx/>
              <a:buFontTx/>
              <a:buNone/>
              <a:tabLst/>
              <a:defRPr/>
            </a:pPr>
            <a:r>
              <a:rPr lang="en-US" dirty="0"/>
              <a:t>It's worth spending a little more time examining </a:t>
            </a:r>
            <a:r>
              <a:rPr lang="en-US" i="1" dirty="0"/>
              <a:t>cognitive services</a:t>
            </a:r>
            <a:r>
              <a:rPr lang="en-US" i="0" dirty="0"/>
              <a:t>, as they illustrate a pattern that is common for many AI app scenarios on Azure.</a:t>
            </a:r>
            <a:endParaRPr lang="en-US" i="1" dirty="0"/>
          </a:p>
          <a:p>
            <a:pPr marL="0" marR="0" lvl="0" indent="0" algn="l" defTabSz="914367" rtl="0" eaLnBrk="1" fontAlgn="auto" latinLnBrk="0" hangingPunct="1">
              <a:lnSpc>
                <a:spcPct val="90000"/>
              </a:lnSpc>
              <a:spcBef>
                <a:spcPts val="0"/>
              </a:spcBef>
              <a:spcAft>
                <a:spcPts val="333"/>
              </a:spcAft>
              <a:buClrTx/>
              <a:buSzTx/>
              <a:buFontTx/>
              <a:buNone/>
              <a:tabLst/>
              <a:defRPr/>
            </a:pPr>
            <a:endParaRPr lang="en-US" i="1" dirty="0"/>
          </a:p>
          <a:p>
            <a:pPr marL="0" marR="0" lvl="0" indent="0" algn="l" defTabSz="914367" rtl="0" eaLnBrk="1" fontAlgn="auto" latinLnBrk="0" hangingPunct="1">
              <a:lnSpc>
                <a:spcPct val="90000"/>
              </a:lnSpc>
              <a:spcBef>
                <a:spcPts val="0"/>
              </a:spcBef>
              <a:spcAft>
                <a:spcPts val="333"/>
              </a:spcAft>
              <a:buClrTx/>
              <a:buSzTx/>
              <a:buFontTx/>
              <a:buNone/>
              <a:tabLst/>
              <a:defRPr/>
            </a:pPr>
            <a:r>
              <a:rPr lang="en-US" dirty="0"/>
              <a:t>To use cognitive services, you must provision a resource in your Azure subscription. This can be a standalone, service-specific resource (for example, an Computer Vision resource) or a general Cognitive Services resource that encapsulates multiple services. Using a standalone service-specific resource enables you to manage costs and access to that service independently of other services you may be using, while a general Cognitive Services resource enables you to combine all of your AI services in a single Azure resource for centralized management.</a:t>
            </a:r>
          </a:p>
          <a:p>
            <a:endParaRPr lang="en-US" dirty="0"/>
          </a:p>
          <a:p>
            <a:r>
              <a:rPr lang="en-US" dirty="0"/>
              <a:t>Regardless of the type of resource you use, client applications will consume the services it provides by connecting to a REST endpoint (an HTTPS address to which they can submit requests) using a resource-specific key for authentication.</a:t>
            </a:r>
          </a:p>
          <a:p>
            <a:endParaRPr lang="en-US" sz="850" dirty="0">
              <a:cs typeface="Segoe UI Light"/>
            </a:endParaRP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1/24/2023 12:25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10</a:t>
            </a:fld>
            <a:endParaRPr lang="en-US" dirty="0"/>
          </a:p>
        </p:txBody>
      </p:sp>
    </p:spTree>
    <p:extLst>
      <p:ext uri="{BB962C8B-B14F-4D97-AF65-F5344CB8AC3E}">
        <p14:creationId xmlns:p14="http://schemas.microsoft.com/office/powerpoint/2010/main" val="39773915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50" dirty="0">
                <a:latin typeface="Segoe UI Light"/>
                <a:cs typeface="Segoe UI Light"/>
              </a:rPr>
              <a:t>If necessary, demonstrate how to sign into the lab virtual machine and follow the instructions there. If you’re not using a lab VM, students can follow the instructions in the GitHub exercise page for this lab. </a:t>
            </a:r>
          </a:p>
          <a:p>
            <a:endParaRPr lang="en-US" dirty="0"/>
          </a:p>
          <a:p>
            <a:r>
              <a:rPr lang="en-US" sz="850" dirty="0">
                <a:latin typeface="Segoe UI Light"/>
                <a:cs typeface="Segoe UI Light"/>
              </a:rPr>
              <a:t>Students should generally use the Azure subscription credentials provided to them. </a:t>
            </a:r>
          </a:p>
          <a:p>
            <a:endParaRPr lang="en-US" dirty="0"/>
          </a:p>
          <a:p>
            <a:r>
              <a:rPr lang="en-US" sz="850" dirty="0">
                <a:latin typeface="Segoe UI Light"/>
                <a:cs typeface="Segoe UI Light"/>
              </a:rPr>
              <a:t>The important aspect of this lab: </a:t>
            </a:r>
            <a:endParaRPr lang="en-US" dirty="0">
              <a:cs typeface="Segoe UI Light" pitchFamily="34" charset="0"/>
            </a:endParaRPr>
          </a:p>
          <a:p>
            <a:r>
              <a:rPr lang="en-US" sz="850" dirty="0">
                <a:latin typeface="Segoe UI Light"/>
                <a:cs typeface="Segoe UI Light"/>
              </a:rPr>
              <a:t>- Students get a sense of how to use the portal to create a resource </a:t>
            </a:r>
          </a:p>
          <a:p>
            <a:r>
              <a:rPr lang="en-US" sz="850" dirty="0">
                <a:latin typeface="Segoe UI Light"/>
                <a:cs typeface="Segoe UI Light"/>
              </a:rPr>
              <a:t>- Students can differentiate resource creation from service creation </a:t>
            </a:r>
          </a:p>
          <a:p>
            <a:r>
              <a:rPr lang="en-US" sz="850" dirty="0">
                <a:latin typeface="Segoe UI Light"/>
                <a:cs typeface="Segoe UI Light"/>
              </a:rPr>
              <a:t>- Students see how to use the resource key and endpoint to run an application </a:t>
            </a:r>
          </a:p>
          <a:p>
            <a:endParaRPr lang="en-US" sz="850" dirty="0">
              <a:cs typeface="Segoe UI Light"/>
            </a:endParaRPr>
          </a:p>
          <a:p>
            <a:r>
              <a:rPr lang="en-US" sz="850" dirty="0">
                <a:latin typeface="Segoe UI Light"/>
                <a:cs typeface="Segoe UI Light"/>
              </a:rPr>
              <a:t>Students do not need to focus on specific capabilities of the Anomaly Detector service </a:t>
            </a:r>
            <a:endParaRPr lang="en-US" sz="850" dirty="0">
              <a:cs typeface="Segoe UI Light"/>
            </a:endParaRP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1/24/2023 8:47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11</a:t>
            </a:fld>
            <a:endParaRPr lang="en-US" dirty="0"/>
          </a:p>
        </p:txBody>
      </p:sp>
    </p:spTree>
    <p:extLst>
      <p:ext uri="{BB962C8B-B14F-4D97-AF65-F5344CB8AC3E}">
        <p14:creationId xmlns:p14="http://schemas.microsoft.com/office/powerpoint/2010/main" val="18545609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50" i="1" dirty="0">
                <a:latin typeface="Segoe UI Light"/>
                <a:cs typeface="Segoe UI Light"/>
              </a:rPr>
              <a:t>Allow students a few minutes to think about the questions, and then use the animated slide to reveal the correct answers.</a:t>
            </a:r>
          </a:p>
          <a:p>
            <a:endParaRPr lang="en-US" dirty="0"/>
          </a:p>
        </p:txBody>
      </p:sp>
      <p:sp>
        <p:nvSpPr>
          <p:cNvPr id="4" name="Slide Number Placeholder 3"/>
          <p:cNvSpPr>
            <a:spLocks noGrp="1"/>
          </p:cNvSpPr>
          <p:nvPr>
            <p:ph type="sldNum" sz="quarter" idx="5"/>
          </p:nvPr>
        </p:nvSpPr>
        <p:spPr/>
        <p:txBody>
          <a:bodyPr/>
          <a:lstStyle/>
          <a:p>
            <a:fld id="{97E04F8E-88E9-481C-A2B3-C92BCE611EF5}" type="slidenum">
              <a:rPr lang="en-US" smtClean="0"/>
              <a:t>12</a:t>
            </a:fld>
            <a:endParaRPr lang="en-US"/>
          </a:p>
        </p:txBody>
      </p:sp>
    </p:spTree>
    <p:extLst>
      <p:ext uri="{BB962C8B-B14F-4D97-AF65-F5344CB8AC3E}">
        <p14:creationId xmlns:p14="http://schemas.microsoft.com/office/powerpoint/2010/main" val="3419811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900" dirty="0"/>
          </a:p>
        </p:txBody>
      </p:sp>
      <p:sp>
        <p:nvSpPr>
          <p:cNvPr id="4" name="Header Placeholder 3"/>
          <p:cNvSpPr>
            <a:spLocks noGrp="1"/>
          </p:cNvSpPr>
          <p:nvPr>
            <p:ph type="hdr" sz="quarter"/>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9127162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900" dirty="0"/>
              <a:t>Encourage students to review the content on Learn for more information.</a:t>
            </a:r>
          </a:p>
        </p:txBody>
      </p:sp>
      <p:sp>
        <p:nvSpPr>
          <p:cNvPr id="4" name="Header Placeholder 3"/>
          <p:cNvSpPr>
            <a:spLocks noGrp="1"/>
          </p:cNvSpPr>
          <p:nvPr>
            <p:ph type="hdr" sz="quarter"/>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8089964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15</a:t>
            </a:fld>
            <a:endParaRPr lang="en-US" dirty="0"/>
          </a:p>
        </p:txBody>
      </p:sp>
    </p:spTree>
    <p:extLst>
      <p:ext uri="{BB962C8B-B14F-4D97-AF65-F5344CB8AC3E}">
        <p14:creationId xmlns:p14="http://schemas.microsoft.com/office/powerpoint/2010/main" val="148551014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emf"/><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emf"/><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Master" Target="../slideMasters/slideMaster3.xml"/><Relationship Id="rId4" Type="http://schemas.openxmlformats.org/officeDocument/2006/relationships/image" Target="../media/image9.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Master" Target="../slideMasters/slideMaster4.xml"/><Relationship Id="rId4" Type="http://schemas.openxmlformats.org/officeDocument/2006/relationships/image" Target="../media/image20.jpeg"/></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png"/><Relationship Id="rId1" Type="http://schemas.openxmlformats.org/officeDocument/2006/relationships/slideMaster" Target="../slideMasters/slideMaster4.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slideMaster" Target="../slideMasters/slideMaster4.xml"/><Relationship Id="rId4" Type="http://schemas.openxmlformats.org/officeDocument/2006/relationships/image" Target="../media/image31.jpeg"/></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Master" Target="../slideMasters/slideMaster5.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5.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5.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Master" Target="../slideMasters/slideMaster5.xml"/><Relationship Id="rId4" Type="http://schemas.openxmlformats.org/officeDocument/2006/relationships/image" Target="../media/image20.jpeg"/></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png"/><Relationship Id="rId1" Type="http://schemas.openxmlformats.org/officeDocument/2006/relationships/slideMaster" Target="../slideMasters/slideMaster5.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8.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Master" Target="../slideMasters/slideMaster5.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Master" Target="../slideMasters/slideMaster5.xml"/></Relationships>
</file>

<file path=ppt/slideLayouts/_rels/slideLayout110.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slideMaster" Target="../slideMasters/slideMaster5.xml"/><Relationship Id="rId4" Type="http://schemas.openxmlformats.org/officeDocument/2006/relationships/image" Target="../media/image31.jpeg"/></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Master" Target="../slideMasters/slideMaster5.xml"/></Relationships>
</file>

<file path=ppt/slideLayouts/_rels/slideLayout11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Master" Target="../slideMasters/slideMaster5.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Master" Target="../slideMasters/slideMaster5.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5.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6.xml"/></Relationships>
</file>

<file path=ppt/slideLayouts/_rels/slideLayout12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6.xml"/></Relationships>
</file>

<file path=ppt/slideLayouts/_rels/slideLayout1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4.png"/><Relationship Id="rId1" Type="http://schemas.openxmlformats.org/officeDocument/2006/relationships/slideMaster" Target="../slideMasters/slideMaster6.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6.xml"/></Relationships>
</file>

<file path=ppt/slideLayouts/_rels/slideLayout1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4.png"/><Relationship Id="rId1" Type="http://schemas.openxmlformats.org/officeDocument/2006/relationships/slideMaster" Target="../slideMasters/slideMaster6.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8.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Master" Target="../slideMasters/slideMaster6.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0.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Master" Target="../slideMasters/slideMaster6.xml"/></Relationships>
</file>

<file path=ppt/slideLayouts/_rels/slideLayout141.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Master" Target="../slideMasters/slideMaster6.xml"/></Relationships>
</file>

<file path=ppt/slideLayouts/_rels/slideLayout142.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Master" Target="../slideMasters/slideMaster6.xml"/></Relationships>
</file>

<file path=ppt/slideLayouts/_rels/slideLayout143.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Master" Target="../slideMasters/slideMaster6.xml"/></Relationships>
</file>

<file path=ppt/slideLayouts/_rels/slideLayout144.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Master" Target="../slideMasters/slideMaster6.xml"/></Relationships>
</file>

<file path=ppt/slideLayouts/_rels/slideLayout14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Master" Target="../slideMasters/slideMaster6.xml"/></Relationships>
</file>

<file path=ppt/slideLayouts/_rels/slideLayout14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Master" Target="../slideMasters/slideMaster6.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3.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Master" Target="../slideMasters/slideMaster6.xml"/></Relationships>
</file>

<file path=ppt/slideLayouts/_rels/slideLayout16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7.xml"/></Relationships>
</file>

<file path=ppt/slideLayouts/_rels/slideLayout16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7.xml"/></Relationships>
</file>

<file path=ppt/slideLayouts/_rels/slideLayout16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4.png"/><Relationship Id="rId1" Type="http://schemas.openxmlformats.org/officeDocument/2006/relationships/slideMaster" Target="../slideMasters/slideMaster7.xml"/></Relationships>
</file>

<file path=ppt/slideLayouts/_rels/slideLayout16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7.xml"/></Relationships>
</file>

<file path=ppt/slideLayouts/_rels/slideLayout16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4.png"/><Relationship Id="rId1" Type="http://schemas.openxmlformats.org/officeDocument/2006/relationships/slideMaster" Target="../slideMasters/slideMaster7.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4.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Master" Target="../slideMasters/slideMaster7.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6.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Master" Target="../slideMasters/slideMaster7.xml"/></Relationships>
</file>

<file path=ppt/slideLayouts/_rels/slideLayout187.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Master" Target="../slideMasters/slideMaster7.xml"/></Relationships>
</file>

<file path=ppt/slideLayouts/_rels/slideLayout188.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Master" Target="../slideMasters/slideMaster7.xml"/></Relationships>
</file>

<file path=ppt/slideLayouts/_rels/slideLayout189.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Master" Target="../slideMasters/slideMaster7.xml"/></Relationships>
</file>

<file path=ppt/slideLayouts/_rels/slideLayout190.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Master" Target="../slideMasters/slideMaster7.xml"/></Relationships>
</file>

<file path=ppt/slideLayouts/_rels/slideLayout191.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Master" Target="../slideMasters/slideMaster7.xml"/></Relationships>
</file>

<file path=ppt/slideLayouts/_rels/slideLayout192.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Master" Target="../slideMasters/slideMaster7.xml"/></Relationships>
</file>

<file path=ppt/slideLayouts/_rels/slideLayout193.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Master" Target="../slideMasters/slideMaster7.xml"/></Relationships>
</file>

<file path=ppt/slideLayouts/_rels/slideLayout19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Master" Target="../slideMasters/slideMaster7.xml"/></Relationships>
</file>

<file path=ppt/slideLayouts/_rels/slideLayout19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Master" Target="../slideMasters/slideMaster7.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Master" Target="../slideMasters/slideMaster7.xml"/></Relationships>
</file>

<file path=ppt/slideLayouts/_rels/slideLayout22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Master" Target="../slideMasters/slideMaster7.xml"/></Relationships>
</file>

<file path=ppt/slideLayouts/_rels/slideLayout22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Master" Target="../slideMasters/slideMaster7.xml"/></Relationships>
</file>

<file path=ppt/slideLayouts/_rels/slideLayout22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Master" Target="../slideMasters/slideMaster7.xml"/></Relationships>
</file>

<file path=ppt/slideLayouts/_rels/slideLayout22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Master" Target="../slideMasters/slideMaster7.xml"/></Relationships>
</file>

<file path=ppt/slideLayouts/_rels/slideLayout22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Master" Target="../slideMasters/slideMaster7.xml"/></Relationships>
</file>

<file path=ppt/slideLayouts/_rels/slideLayout23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Master" Target="../slideMasters/slideMaster7.xml"/></Relationships>
</file>

<file path=ppt/slideLayouts/_rels/slideLayout23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Master" Target="../slideMasters/slideMaster7.xml"/></Relationships>
</file>

<file path=ppt/slideLayouts/_rels/slideLayout23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Master" Target="../slideMasters/slideMaster7.xml"/></Relationships>
</file>

<file path=ppt/slideLayouts/_rels/slideLayout23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Master" Target="../slideMasters/slideMaster7.xml"/></Relationships>
</file>

<file path=ppt/slideLayouts/_rels/slideLayout23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Master" Target="../slideMasters/slideMaster7.xml"/></Relationships>
</file>

<file path=ppt/slideLayouts/_rels/slideLayout23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2"/>
      </p:bgRef>
    </p:bg>
    <p:spTree>
      <p:nvGrpSpPr>
        <p:cNvPr id="1" name=""/>
        <p:cNvGrpSpPr/>
        <p:nvPr/>
      </p:nvGrpSpPr>
      <p:grpSpPr>
        <a:xfrm>
          <a:off x="0" y="0"/>
          <a:ext cx="0" cy="0"/>
          <a:chOff x="0" y="0"/>
          <a:chExt cx="0" cy="0"/>
        </a:xfrm>
      </p:grpSpPr>
      <p:pic>
        <p:nvPicPr>
          <p:cNvPr id="6" name="MS logo gray - EMF" descr="Microsoft logo, gray text version">
            <a:extLst>
              <a:ext uri="{FF2B5EF4-FFF2-40B4-BE49-F238E27FC236}">
                <a16:creationId xmlns:a16="http://schemas.microsoft.com/office/drawing/2014/main" id="{D3453B0B-33DE-4ED0-A610-D76D0E610F6F}"/>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9" name="Title 1"/>
          <p:cNvSpPr>
            <a:spLocks noGrp="1"/>
          </p:cNvSpPr>
          <p:nvPr>
            <p:ph type="title" hasCustomPrompt="1"/>
          </p:nvPr>
        </p:nvSpPr>
        <p:spPr>
          <a:xfrm>
            <a:off x="584200" y="2979778"/>
            <a:ext cx="4572000" cy="553998"/>
          </a:xfrm>
          <a:noFill/>
        </p:spPr>
        <p:txBody>
          <a:bodyPr lIns="0" tIns="0" rIns="0" bIns="0" anchor="b" anchorCtr="0">
            <a:spAutoFit/>
          </a:bodyPr>
          <a:lstStyle>
            <a:lvl1pPr>
              <a:defRPr sz="3600" spc="-50" baseline="0">
                <a:gradFill>
                  <a:gsLst>
                    <a:gs pos="62564">
                      <a:schemeClr val="tx1"/>
                    </a:gs>
                    <a:gs pos="55000">
                      <a:schemeClr val="tx1"/>
                    </a:gs>
                  </a:gsLst>
                  <a:lin ang="5400000" scaled="0"/>
                </a:gra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4572000" cy="307777"/>
          </a:xfrm>
          <a:noFill/>
        </p:spPr>
        <p:txBody>
          <a:bodyPr wrap="square" lIns="0" tIns="0" rIns="0" bIns="0">
            <a:spAutoFit/>
          </a:bodyPr>
          <a:lstStyle>
            <a:lvl1pPr marL="0" indent="0">
              <a:spcBef>
                <a:spcPts val="0"/>
              </a:spcBef>
              <a:buNone/>
              <a:defRPr sz="20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dirty="0"/>
              <a:t>Speaker name or subtitle text</a:t>
            </a:r>
          </a:p>
        </p:txBody>
      </p:sp>
      <p:pic>
        <p:nvPicPr>
          <p:cNvPr id="12" name="Picture 11">
            <a:extLst>
              <a:ext uri="{FF2B5EF4-FFF2-40B4-BE49-F238E27FC236}">
                <a16:creationId xmlns:a16="http://schemas.microsoft.com/office/drawing/2014/main" id="{99F328AE-26F0-42B9-988D-535B1145C96D}"/>
              </a:ext>
            </a:extLst>
          </p:cNvPr>
          <p:cNvPicPr>
            <a:picLocks noChangeAspect="1"/>
          </p:cNvPicPr>
          <p:nvPr userDrawn="1"/>
        </p:nvPicPr>
        <p:blipFill>
          <a:blip r:embed="rId3"/>
          <a:stretch>
            <a:fillRect/>
          </a:stretch>
        </p:blipFill>
        <p:spPr>
          <a:xfrm>
            <a:off x="6250758" y="800100"/>
            <a:ext cx="5024485" cy="5257800"/>
          </a:xfrm>
          <a:prstGeom prst="rect">
            <a:avLst/>
          </a:prstGeom>
        </p:spPr>
      </p:pic>
    </p:spTree>
    <p:extLst>
      <p:ext uri="{BB962C8B-B14F-4D97-AF65-F5344CB8AC3E}">
        <p14:creationId xmlns:p14="http://schemas.microsoft.com/office/powerpoint/2010/main" val="184959812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quare photo">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2270E26-89BA-4369-9EF4-1B9EBAA3D00B}"/>
              </a:ext>
            </a:extLst>
          </p:cNvPr>
          <p:cNvSpPr/>
          <p:nvPr userDrawn="1"/>
        </p:nvSpPr>
        <p:spPr bwMode="auto">
          <a:xfrm>
            <a:off x="5334000" y="0"/>
            <a:ext cx="6858000" cy="6858000"/>
          </a:xfrm>
          <a:prstGeom prst="rect">
            <a:avLst/>
          </a:prstGeom>
          <a:solidFill>
            <a:srgbClr val="D2D2D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07777"/>
          </a:xfrm>
          <a:noFill/>
        </p:spPr>
        <p:txBody>
          <a:bodyPr wrap="square" lIns="0" tIns="0" rIns="0" bIns="0">
            <a:spAutoFit/>
          </a:bodyPr>
          <a:lstStyle>
            <a:lvl1pPr marL="0" indent="0">
              <a:spcBef>
                <a:spcPts val="0"/>
              </a:spcBef>
              <a:buNone/>
              <a:defRPr sz="20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dirty="0"/>
              <a:t>Speaker name or subtitle</a:t>
            </a:r>
          </a:p>
        </p:txBody>
      </p:sp>
      <p:pic>
        <p:nvPicPr>
          <p:cNvPr id="9" name="MS logo gray - EMF" descr="Microsoft logo, gray text version">
            <a:extLst>
              <a:ext uri="{FF2B5EF4-FFF2-40B4-BE49-F238E27FC236}">
                <a16:creationId xmlns:a16="http://schemas.microsoft.com/office/drawing/2014/main" id="{D03FE64B-525F-4B73-8C45-B4BC3BAD6A2D}"/>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pic>
        <p:nvPicPr>
          <p:cNvPr id="10" name="Picture 9">
            <a:extLst>
              <a:ext uri="{FF2B5EF4-FFF2-40B4-BE49-F238E27FC236}">
                <a16:creationId xmlns:a16="http://schemas.microsoft.com/office/drawing/2014/main" id="{95964678-FE6C-4226-A11B-8D452DA7808C}"/>
              </a:ext>
            </a:extLst>
          </p:cNvPr>
          <p:cNvPicPr>
            <a:picLocks noChangeAspect="1"/>
          </p:cNvPicPr>
          <p:nvPr userDrawn="1"/>
        </p:nvPicPr>
        <p:blipFill>
          <a:blip r:embed="rId3"/>
          <a:stretch>
            <a:fillRect/>
          </a:stretch>
        </p:blipFill>
        <p:spPr>
          <a:xfrm>
            <a:off x="6250758" y="800100"/>
            <a:ext cx="5024485" cy="5257800"/>
          </a:xfrm>
          <a:prstGeom prst="rect">
            <a:avLst/>
          </a:prstGeom>
        </p:spPr>
      </p:pic>
    </p:spTree>
    <p:extLst>
      <p:ext uri="{BB962C8B-B14F-4D97-AF65-F5344CB8AC3E}">
        <p14:creationId xmlns:p14="http://schemas.microsoft.com/office/powerpoint/2010/main" val="301743094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userDrawn="1">
          <p15:clr>
            <a:srgbClr val="5ACBF0"/>
          </p15:clr>
        </p15:guide>
        <p15:guide id="3" pos="3355" userDrawn="1">
          <p15:clr>
            <a:srgbClr val="FBAE40"/>
          </p15:clr>
        </p15:guide>
        <p15:guide id="5" orient="horz" pos="2160" userDrawn="1">
          <p15:clr>
            <a:srgbClr val="FBAE40"/>
          </p15:clr>
        </p15:guide>
        <p15:guide id="6" orient="horz" pos="2229" userDrawn="1">
          <p15:clr>
            <a:srgbClr val="5ACBF0"/>
          </p15:clr>
        </p15:guide>
        <p15:guide id="7" pos="2996" userDrawn="1">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quare photo 2">
    <p:spTree>
      <p:nvGrpSpPr>
        <p:cNvPr id="1" name=""/>
        <p:cNvGrpSpPr/>
        <p:nvPr/>
      </p:nvGrpSpPr>
      <p:grpSpPr>
        <a:xfrm>
          <a:off x="0" y="0"/>
          <a:ext cx="0" cy="0"/>
          <a:chOff x="0" y="0"/>
          <a:chExt cx="0" cy="0"/>
        </a:xfrm>
      </p:grpSpPr>
      <p:pic>
        <p:nvPicPr>
          <p:cNvPr id="7" name="MS logo gray - EMF" descr="Microsoft logo, gray text version">
            <a:extLst>
              <a:ext uri="{FF2B5EF4-FFF2-40B4-BE49-F238E27FC236}">
                <a16:creationId xmlns:a16="http://schemas.microsoft.com/office/drawing/2014/main" id="{DDC08157-A48C-4ACA-A5BB-EE2A866E103C}"/>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07777"/>
          </a:xfrm>
          <a:noFill/>
        </p:spPr>
        <p:txBody>
          <a:bodyPr wrap="square" lIns="0" tIns="0" rIns="0" bIns="0">
            <a:spAutoFit/>
          </a:bodyPr>
          <a:lstStyle>
            <a:lvl1pPr marL="0" indent="0">
              <a:spcBef>
                <a:spcPts val="0"/>
              </a:spcBef>
              <a:buNone/>
              <a:defRPr sz="20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dirty="0"/>
              <a:t>Speaker name or subtitle</a:t>
            </a:r>
          </a:p>
        </p:txBody>
      </p:sp>
    </p:spTree>
    <p:extLst>
      <p:ext uri="{BB962C8B-B14F-4D97-AF65-F5344CB8AC3E}">
        <p14:creationId xmlns:p14="http://schemas.microsoft.com/office/powerpoint/2010/main" val="16054354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userDrawn="1">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2">
    <p:bg>
      <p:bgRef idx="1001">
        <a:schemeClr val="bg2"/>
      </p:bgRef>
    </p:bg>
    <p:spTree>
      <p:nvGrpSpPr>
        <p:cNvPr id="1" name=""/>
        <p:cNvGrpSpPr/>
        <p:nvPr/>
      </p:nvGrpSpPr>
      <p:grpSpPr>
        <a:xfrm>
          <a:off x="0" y="0"/>
          <a:ext cx="0" cy="0"/>
          <a:chOff x="0" y="0"/>
          <a:chExt cx="0" cy="0"/>
        </a:xfrm>
      </p:grpSpPr>
      <p:pic>
        <p:nvPicPr>
          <p:cNvPr id="6" name="MS logo gray - EMF" descr="Microsoft logo, gray text version">
            <a:extLst>
              <a:ext uri="{FF2B5EF4-FFF2-40B4-BE49-F238E27FC236}">
                <a16:creationId xmlns:a16="http://schemas.microsoft.com/office/drawing/2014/main" id="{D3453B0B-33DE-4ED0-A610-D76D0E610F6F}"/>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gradFill>
                  <a:gsLst>
                    <a:gs pos="62564">
                      <a:schemeClr val="tx1"/>
                    </a:gs>
                    <a:gs pos="55000">
                      <a:schemeClr val="tx1"/>
                    </a:gs>
                  </a:gsLst>
                  <a:lin ang="5400000" scaled="0"/>
                </a:gra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9144000" cy="307777"/>
          </a:xfrm>
          <a:noFill/>
        </p:spPr>
        <p:txBody>
          <a:bodyPr wrap="square" lIns="0" tIns="0" rIns="0" bIns="0">
            <a:spAutoFit/>
          </a:bodyPr>
          <a:lstStyle>
            <a:lvl1pPr marL="0" indent="0">
              <a:spcBef>
                <a:spcPts val="0"/>
              </a:spcBef>
              <a:buNone/>
              <a:defRPr sz="20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dirty="0"/>
              <a:t>Speaker name or subtitle text</a:t>
            </a:r>
          </a:p>
        </p:txBody>
      </p:sp>
    </p:spTree>
    <p:extLst>
      <p:ext uri="{BB962C8B-B14F-4D97-AF65-F5344CB8AC3E}">
        <p14:creationId xmlns:p14="http://schemas.microsoft.com/office/powerpoint/2010/main" val="428127511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31337368"/>
      </p:ext>
    </p:extLst>
  </p:cSld>
  <p:clrMapOvr>
    <a:masterClrMapping/>
  </p:clrMapOvr>
  <p:transition>
    <p:fade/>
  </p:transition>
  <p:extLst>
    <p:ext uri="{DCECCB84-F9BA-43D5-87BE-67443E8EF086}">
      <p15:sldGuideLst xmlns:p15="http://schemas.microsoft.com/office/powerpoint/2012/main">
        <p15:guide id="1" orient="horz" pos="288" userDrawn="1">
          <p15:clr>
            <a:srgbClr val="5ACBF0"/>
          </p15:clr>
        </p15:guide>
        <p15:guide id="2" orient="horz" pos="905" userDrawn="1">
          <p15:clr>
            <a:srgbClr val="5ACBF0"/>
          </p15:clr>
        </p15:guide>
        <p15:guide id="4" orient="horz" pos="1272" userDrawn="1">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sz="quarter" idx="10"/>
          </p:nvPr>
        </p:nvSpPr>
        <p:spPr>
          <a:xfrm>
            <a:off x="584200" y="1435497"/>
            <a:ext cx="11018520" cy="2308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03268474"/>
      </p:ext>
    </p:extLst>
  </p:cSld>
  <p:clrMapOvr>
    <a:masterClrMapping/>
  </p:clrMapOvr>
  <p:transition>
    <p:fade/>
  </p:transition>
  <p:extLst>
    <p:ext uri="{DCECCB84-F9BA-43D5-87BE-67443E8EF086}">
      <p15:sldGuideLst xmlns:p15="http://schemas.microsoft.com/office/powerpoint/2012/main">
        <p15:guide id="2" orient="horz" pos="1272" userDrawn="1">
          <p15:clr>
            <a:srgbClr val="5ACBF0"/>
          </p15:clr>
        </p15:guide>
        <p15:guide id="3" orient="horz" pos="288" userDrawn="1">
          <p15:clr>
            <a:srgbClr val="5ACBF0"/>
          </p15:clr>
        </p15:guide>
        <p15:guide id="5" orient="horz" pos="904" userDrawn="1">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Semilight" panose="020B0402040204020203" pitchFamily="34" charset="0"/>
                <a:cs typeface="Segoe UI Semilight" panose="020B04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Semilight" panose="020B0402040204020203" pitchFamily="34" charset="0"/>
                <a:cs typeface="Segoe UI Semilight" panose="020B04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192018982"/>
      </p:ext>
    </p:extLst>
  </p:cSld>
  <p:clrMapOvr>
    <a:masterClrMapping/>
  </p:clrMapOvr>
  <p:transition>
    <p:fade/>
  </p:transition>
  <p:extLst>
    <p:ext uri="{DCECCB84-F9BA-43D5-87BE-67443E8EF086}">
      <p15:sldGuideLst xmlns:p15="http://schemas.microsoft.com/office/powerpoint/2012/main">
        <p15:guide id="1" orient="horz" pos="288" userDrawn="1">
          <p15:clr>
            <a:srgbClr val="5ACBF0"/>
          </p15:clr>
        </p15:guide>
        <p15:guide id="2" orient="horz" pos="1272" userDrawn="1">
          <p15:clr>
            <a:srgbClr val="5ACBF0"/>
          </p15:clr>
        </p15:guide>
        <p15:guide id="3" orient="horz" pos="904" userDrawn="1">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4200" y="1437481"/>
            <a:ext cx="5212080" cy="1649682"/>
          </a:xfrm>
        </p:spPr>
        <p:txBody>
          <a:bodyPr wrap="square">
            <a:spAutoFit/>
          </a:bodyPr>
          <a:lstStyle>
            <a:lvl1pPr marL="231775" indent="-231775">
              <a:spcBef>
                <a:spcPts val="1224"/>
              </a:spcBef>
              <a:buClr>
                <a:schemeClr val="tx1"/>
              </a:buClr>
              <a:buFont typeface="Wingdings" panose="05000000000000000000" pitchFamily="2" charset="2"/>
              <a:buChar char=""/>
              <a:defRPr sz="2800" b="0">
                <a:latin typeface="Segoe UI Semilight" panose="020B0402040204020203" pitchFamily="34" charset="0"/>
                <a:cs typeface="Segoe UI Semilight" panose="020B0402040204020203" pitchFamily="34" charset="0"/>
              </a:defRPr>
            </a:lvl1pPr>
            <a:lvl2pPr marL="427038" indent="-171450">
              <a:buFont typeface="Wingdings" panose="05000000000000000000" pitchFamily="2" charset="2"/>
              <a:buChar char=""/>
              <a:defRPr sz="2000" b="0"/>
            </a:lvl2pPr>
            <a:lvl3pPr marL="639763" indent="-188913">
              <a:buFont typeface="Wingdings" panose="05000000000000000000" pitchFamily="2" charset="2"/>
              <a:buChar char=""/>
              <a:tabLst/>
              <a:defRPr sz="1600" b="0"/>
            </a:lvl3pPr>
            <a:lvl4pPr marL="828675" indent="-176213">
              <a:buFont typeface="Wingdings" panose="05000000000000000000" pitchFamily="2" charset="2"/>
              <a:buChar char=""/>
              <a:defRPr sz="1400" b="0"/>
            </a:lvl4pPr>
            <a:lvl5pPr marL="1023938" indent="-169863">
              <a:buFont typeface="Wingdings" panose="05000000000000000000" pitchFamily="2" charset="2"/>
              <a:buChar char=""/>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a:extLst>
              <a:ext uri="{FF2B5EF4-FFF2-40B4-BE49-F238E27FC236}">
                <a16:creationId xmlns:a16="http://schemas.microsoft.com/office/drawing/2014/main" id="{85278796-7B84-4D67-88CD-BF78BB06D214}"/>
              </a:ext>
            </a:extLst>
          </p:cNvPr>
          <p:cNvSpPr>
            <a:spLocks noGrp="1"/>
          </p:cNvSpPr>
          <p:nvPr>
            <p:ph type="body" sz="quarter" idx="11"/>
          </p:nvPr>
        </p:nvSpPr>
        <p:spPr>
          <a:xfrm>
            <a:off x="6389914" y="1437481"/>
            <a:ext cx="5212080" cy="1649682"/>
          </a:xfrm>
        </p:spPr>
        <p:txBody>
          <a:bodyPr wrap="square">
            <a:spAutoFit/>
          </a:bodyPr>
          <a:lstStyle>
            <a:lvl1pPr marL="231775" indent="-231775">
              <a:spcBef>
                <a:spcPts val="1224"/>
              </a:spcBef>
              <a:buClr>
                <a:schemeClr val="tx1"/>
              </a:buClr>
              <a:buFont typeface="Wingdings" panose="05000000000000000000" pitchFamily="2" charset="2"/>
              <a:buChar char=""/>
              <a:defRPr sz="2800" b="0">
                <a:latin typeface="Segoe UI Semilight" panose="020B0402040204020203" pitchFamily="34" charset="0"/>
                <a:cs typeface="Segoe UI Semilight" panose="020B0402040204020203" pitchFamily="34" charset="0"/>
              </a:defRPr>
            </a:lvl1pPr>
            <a:lvl2pPr marL="427038" indent="-171450">
              <a:buFont typeface="Wingdings" panose="05000000000000000000" pitchFamily="2" charset="2"/>
              <a:buChar char=""/>
              <a:defRPr sz="2000" b="0"/>
            </a:lvl2pPr>
            <a:lvl3pPr marL="639763" indent="-188913">
              <a:buFont typeface="Wingdings" panose="05000000000000000000" pitchFamily="2" charset="2"/>
              <a:buChar char=""/>
              <a:tabLst/>
              <a:defRPr sz="1600" b="0"/>
            </a:lvl3pPr>
            <a:lvl4pPr marL="828675" indent="-176213">
              <a:buFont typeface="Wingdings" panose="05000000000000000000" pitchFamily="2" charset="2"/>
              <a:buChar char=""/>
              <a:defRPr sz="1400" b="0"/>
            </a:lvl4pPr>
            <a:lvl5pPr marL="1023938" indent="-169863">
              <a:buFont typeface="Wingdings" panose="05000000000000000000" pitchFamily="2" charset="2"/>
              <a:buChar char=""/>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179946700"/>
      </p:ext>
    </p:extLst>
  </p:cSld>
  <p:clrMapOvr>
    <a:masterClrMapping/>
  </p:clrMapOvr>
  <p:transition>
    <p:fade/>
  </p:transition>
  <p:extLst>
    <p:ext uri="{DCECCB84-F9BA-43D5-87BE-67443E8EF086}">
      <p15:sldGuideLst xmlns:p15="http://schemas.microsoft.com/office/powerpoint/2012/main">
        <p15:guide id="1" orient="horz" pos="288" userDrawn="1">
          <p15:clr>
            <a:srgbClr val="5ACBF0"/>
          </p15:clr>
        </p15:guide>
        <p15:guide id="2" orient="horz" pos="1276" userDrawn="1">
          <p15:clr>
            <a:srgbClr val="5ACBF0"/>
          </p15:clr>
        </p15:guide>
        <p15:guide id="3" orient="horz" pos="904" userDrawn="1">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754DF-CB0E-46F9-AA3C-00BC673EBDF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89335521"/>
      </p:ext>
    </p:extLst>
  </p:cSld>
  <p:clrMapOvr>
    <a:masterClrMapping/>
  </p:clrMapOvr>
  <p:transition>
    <p:fade/>
  </p:transition>
  <p:extLst>
    <p:ext uri="{DCECCB84-F9BA-43D5-87BE-67443E8EF086}">
      <p15:sldGuideLst xmlns:p15="http://schemas.microsoft.com/office/powerpoint/2012/main">
        <p15:guide id="3" orient="horz" pos="900" userDrawn="1">
          <p15:clr>
            <a:srgbClr val="5ACBF0"/>
          </p15:clr>
        </p15:guide>
        <p15:guide id="4" orient="horz" pos="1276" userDrawn="1">
          <p15:clr>
            <a:srgbClr val="5ACBF0"/>
          </p15:clr>
        </p15:guide>
        <p15:guide id="5" orient="horz" pos="288" userDrawn="1">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Only with gri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D31026A-4A74-439D-A8F5-DB82A03E713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30798454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324385852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userDrawn="1">
          <p15:clr>
            <a:srgbClr val="5ACBF0"/>
          </p15:clr>
        </p15:guide>
        <p15:guide id="29" orient="horz" pos="1271" userDrawn="1">
          <p15:clr>
            <a:srgbClr val="5ACBF0"/>
          </p15:clr>
        </p15:guide>
        <p15:guide id="30" orient="horz" pos="288" userDrawn="1">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 Square Photo ">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4200" y="2025650"/>
            <a:ext cx="4161981" cy="1107996"/>
          </a:xfrm>
        </p:spPr>
        <p:txBody>
          <a:bodyPr wrap="square" rIns="0" anchor="b">
            <a:spAutoFit/>
          </a:bodyPr>
          <a:lstStyle>
            <a:lvl1pPr>
              <a:lnSpc>
                <a:spcPct val="100000"/>
              </a:lnSpc>
              <a:defRPr sz="3600" b="0" spc="-49" baseline="0">
                <a:gradFill>
                  <a:gsLst>
                    <a:gs pos="1250">
                      <a:schemeClr val="tx1"/>
                    </a:gs>
                    <a:gs pos="100000">
                      <a:schemeClr val="tx1"/>
                    </a:gs>
                  </a:gsLst>
                  <a:lin ang="5400000" scaled="0"/>
                </a:gradFill>
                <a:latin typeface="+mj-lt"/>
                <a:cs typeface="Segoe UI Semilight" panose="020B0402040204020203" pitchFamily="34" charset="0"/>
              </a:defRPr>
            </a:lvl1pPr>
          </a:lstStyle>
          <a:p>
            <a:r>
              <a:rPr lang="en-US" dirty="0"/>
              <a:t>Title format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1"/>
            <a:ext cx="4162425" cy="307777"/>
          </a:xfrm>
        </p:spPr>
        <p:txBody>
          <a:bodyPr/>
          <a:lstStyle>
            <a:lvl1pPr marL="0" indent="0">
              <a:buNone/>
              <a:defRPr sz="20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a:extLst>
              <a:ext uri="{FF2B5EF4-FFF2-40B4-BE49-F238E27FC236}">
                <a16:creationId xmlns:a16="http://schemas.microsoft.com/office/drawing/2014/main" id="{6178F5D2-7CA2-4202-8FD2-95D8F7A2E98D}"/>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01168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728665027"/>
      </p:ext>
    </p:extLst>
  </p:cSld>
  <p:clrMapOvr>
    <a:masterClrMapping/>
  </p:clrMapOvr>
  <p:transition>
    <p:fade/>
  </p:transition>
  <p:extLst>
    <p:ext uri="{DCECCB84-F9BA-43D5-87BE-67443E8EF086}">
      <p15:sldGuideLst xmlns:p15="http://schemas.microsoft.com/office/powerpoint/2012/main">
        <p15:guide id="2" pos="3360" userDrawn="1">
          <p15:clr>
            <a:srgbClr val="FBAE40"/>
          </p15:clr>
        </p15:guide>
        <p15:guide id="6" orient="horz" pos="904">
          <p15:clr>
            <a:srgbClr val="5ACBF0"/>
          </p15:clr>
        </p15:guide>
        <p15:guide id="7" orient="horz" pos="1276">
          <p15:clr>
            <a:srgbClr val="5ACBF0"/>
          </p15:clr>
        </p15:guide>
        <p15:guide id="8" orient="horz" pos="2226">
          <p15:clr>
            <a:srgbClr val="5ACBF0"/>
          </p15:clr>
        </p15:guide>
        <p15:guide id="10" pos="3729" userDrawn="1">
          <p15:clr>
            <a:srgbClr val="C35EA4"/>
          </p15:clr>
        </p15:guide>
        <p15:guide id="11" pos="2993">
          <p15:clr>
            <a:srgbClr val="5ACBF0"/>
          </p15:clr>
        </p15:guide>
        <p15:guide id="12" pos="3543" userDrawn="1">
          <p15:clr>
            <a:srgbClr val="A4A3A4"/>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quare Photo ">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4025" y="2875002"/>
            <a:ext cx="4161981" cy="1107996"/>
          </a:xfrm>
        </p:spPr>
        <p:txBody>
          <a:bodyPr wrap="square" rIns="0" anchor="ctr" anchorCtr="0">
            <a:spAutoFit/>
          </a:bodyPr>
          <a:lstStyle>
            <a:lvl1pPr>
              <a:lnSpc>
                <a:spcPct val="100000"/>
              </a:lnSpc>
              <a:defRPr sz="3600" b="0" spc="-49" baseline="0">
                <a:gradFill>
                  <a:gsLst>
                    <a:gs pos="1250">
                      <a:schemeClr val="tx1"/>
                    </a:gs>
                    <a:gs pos="100000">
                      <a:schemeClr val="tx1"/>
                    </a:gs>
                  </a:gsLst>
                  <a:lin ang="5400000" scaled="0"/>
                </a:gradFill>
                <a:latin typeface="+mj-lt"/>
                <a:cs typeface="Segoe UI Semilight" panose="020B0402040204020203" pitchFamily="34" charset="0"/>
              </a:defRPr>
            </a:lvl1pPr>
          </a:lstStyle>
          <a:p>
            <a:r>
              <a:rPr lang="en-US" dirty="0"/>
              <a:t>Square photo layout with Title  </a:t>
            </a:r>
          </a:p>
        </p:txBody>
      </p:sp>
      <p:sp>
        <p:nvSpPr>
          <p:cNvPr id="4" name="Picture Placeholder">
            <a:extLst>
              <a:ext uri="{FF2B5EF4-FFF2-40B4-BE49-F238E27FC236}">
                <a16:creationId xmlns:a16="http://schemas.microsoft.com/office/drawing/2014/main" id="{3956AAB8-C2DF-40F3-A72B-0FA6F47702E6}"/>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01168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2689229390"/>
      </p:ext>
    </p:extLst>
  </p:cSld>
  <p:clrMapOvr>
    <a:masterClrMapping/>
  </p:clrMapOvr>
  <p:transition>
    <p:fade/>
  </p:transition>
  <p:extLst>
    <p:ext uri="{DCECCB84-F9BA-43D5-87BE-67443E8EF086}">
      <p15:sldGuideLst xmlns:p15="http://schemas.microsoft.com/office/powerpoint/2012/main">
        <p15:guide id="2" pos="3360" userDrawn="1">
          <p15:clr>
            <a:srgbClr val="FBAE40"/>
          </p15:clr>
        </p15:guide>
        <p15:guide id="5" orient="horz" pos="2160">
          <p15:clr>
            <a:srgbClr val="FBAE40"/>
          </p15:clr>
        </p15:guide>
        <p15:guide id="6" pos="2991">
          <p15:clr>
            <a:srgbClr val="5ACBF0"/>
          </p15:clr>
        </p15:guide>
        <p15:guide id="7" pos="3728" userDrawn="1">
          <p15:clr>
            <a:srgbClr val="C35EA4"/>
          </p15:clr>
        </p15:guide>
        <p15:guide id="8" pos="3544" userDrawn="1">
          <p15:clr>
            <a:srgbClr val="A4A3A4"/>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quare Photo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4200" y="2981637"/>
            <a:ext cx="4160520" cy="861774"/>
          </a:xfrm>
        </p:spPr>
        <p:txBody>
          <a:bodyPr wrap="square" anchor="t">
            <a:spAutoFit/>
          </a:bodyPr>
          <a:lstStyle>
            <a:lvl1pPr>
              <a:lnSpc>
                <a:spcPct val="100000"/>
              </a:lnSpc>
              <a:defRPr sz="2800" b="0" spc="0" baseline="0">
                <a:gradFill>
                  <a:gsLst>
                    <a:gs pos="1250">
                      <a:schemeClr val="tx1"/>
                    </a:gs>
                    <a:gs pos="100000">
                      <a:schemeClr val="tx1"/>
                    </a:gs>
                  </a:gsLst>
                  <a:lin ang="5400000" scaled="0"/>
                </a:gradFill>
                <a:latin typeface="+mj-lt"/>
                <a:cs typeface="Segoe UI Semilight" panose="020B0402040204020203" pitchFamily="34" charset="0"/>
              </a:defRPr>
            </a:lvl1pPr>
          </a:lstStyle>
          <a:p>
            <a:r>
              <a:rPr lang="en-US" dirty="0"/>
              <a:t>Square photo layout with smaller text</a:t>
            </a:r>
          </a:p>
        </p:txBody>
      </p:sp>
      <p:sp>
        <p:nvSpPr>
          <p:cNvPr id="4" name="Picture Placeholder">
            <a:extLst>
              <a:ext uri="{FF2B5EF4-FFF2-40B4-BE49-F238E27FC236}">
                <a16:creationId xmlns:a16="http://schemas.microsoft.com/office/drawing/2014/main" id="{18102CFD-D7DD-461F-B675-FAE01404E555}"/>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01168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2429512451"/>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3" orient="horz" pos="1877">
          <p15:clr>
            <a:srgbClr val="5ACBF0"/>
          </p15:clr>
        </p15:guide>
        <p15:guide id="4" pos="3731" userDrawn="1">
          <p15:clr>
            <a:srgbClr val="C35EA4"/>
          </p15:clr>
        </p15:guide>
        <p15:guide id="5" pos="2993">
          <p15:clr>
            <a:srgbClr val="5ACBF0"/>
          </p15:clr>
        </p15:guide>
        <p15:guide id="6" pos="3547" userDrawn="1">
          <p15:clr>
            <a:srgbClr val="A4A3A4"/>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emo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Demo title</a:t>
            </a:r>
          </a:p>
        </p:txBody>
      </p:sp>
      <p:sp>
        <p:nvSpPr>
          <p:cNvPr id="5" name="Text Placeholder 4"/>
          <p:cNvSpPr>
            <a:spLocks noGrp="1"/>
          </p:cNvSpPr>
          <p:nvPr>
            <p:ph type="body" sz="quarter" idx="12" hasCustomPrompt="1"/>
          </p:nvPr>
        </p:nvSpPr>
        <p:spPr>
          <a:xfrm>
            <a:off x="585216" y="3977319"/>
            <a:ext cx="9144000" cy="307777"/>
          </a:xfrm>
          <a:noFill/>
        </p:spPr>
        <p:txBody>
          <a:bodyPr lIns="0" tIns="0" rIns="0" bIns="0">
            <a:spAutoFit/>
          </a:bodyPr>
          <a:lstStyle>
            <a:lvl1pPr marL="0" indent="0">
              <a:spcBef>
                <a:spcPts val="0"/>
              </a:spcBef>
              <a:spcAft>
                <a:spcPts val="0"/>
              </a:spcAft>
              <a:buFont typeface="Arial" panose="020B0604020202020204" pitchFamily="34" charset="0"/>
              <a:buNone/>
              <a:defRPr sz="2000" spc="0" baseline="0">
                <a:gradFill>
                  <a:gsLst>
                    <a:gs pos="0">
                      <a:schemeClr val="tx1"/>
                    </a:gs>
                    <a:gs pos="100000">
                      <a:schemeClr val="tx1"/>
                    </a:gs>
                  </a:gsLst>
                  <a:lin ang="5400000" scaled="0"/>
                </a:gradFill>
                <a:latin typeface="+mn-lt"/>
              </a:defRPr>
            </a:lvl1pPr>
          </a:lstStyle>
          <a:p>
            <a:pPr lvl="0"/>
            <a:r>
              <a:rPr lang="en-US" dirty="0"/>
              <a:t>Speaker name</a:t>
            </a:r>
          </a:p>
        </p:txBody>
      </p:sp>
      <p:pic>
        <p:nvPicPr>
          <p:cNvPr id="9" name="Picture 8">
            <a:extLst>
              <a:ext uri="{FF2B5EF4-FFF2-40B4-BE49-F238E27FC236}">
                <a16:creationId xmlns:a16="http://schemas.microsoft.com/office/drawing/2014/main" id="{E631573B-58F8-43B4-8E3E-6F895442CB9B}"/>
              </a:ext>
            </a:extLst>
          </p:cNvPr>
          <p:cNvPicPr>
            <a:picLocks noChangeAspect="1"/>
          </p:cNvPicPr>
          <p:nvPr userDrawn="1"/>
        </p:nvPicPr>
        <p:blipFill>
          <a:blip r:embed="rId2"/>
          <a:stretch>
            <a:fillRect/>
          </a:stretch>
        </p:blipFill>
        <p:spPr>
          <a:xfrm>
            <a:off x="9344025" y="3898483"/>
            <a:ext cx="2265363" cy="2370555"/>
          </a:xfrm>
          <a:prstGeom prst="rect">
            <a:avLst/>
          </a:prstGeom>
        </p:spPr>
      </p:pic>
    </p:spTree>
    <p:extLst>
      <p:ext uri="{BB962C8B-B14F-4D97-AF65-F5344CB8AC3E}">
        <p14:creationId xmlns:p14="http://schemas.microsoft.com/office/powerpoint/2010/main" val="389760253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35" userDrawn="1">
          <p15:clr>
            <a:srgbClr val="5ACBF0"/>
          </p15:clr>
        </p15:guide>
        <p15:guide id="3" orient="horz" pos="1910" userDrawn="1">
          <p15:clr>
            <a:srgbClr val="5ACBF0"/>
          </p15:clr>
        </p15:guide>
        <p15:guide id="4" orient="horz" pos="2505" userDrawn="1">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emo slide 2">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Demo title</a:t>
            </a:r>
          </a:p>
        </p:txBody>
      </p:sp>
      <p:sp>
        <p:nvSpPr>
          <p:cNvPr id="5" name="Text Placeholder 4"/>
          <p:cNvSpPr>
            <a:spLocks noGrp="1"/>
          </p:cNvSpPr>
          <p:nvPr>
            <p:ph type="body" sz="quarter" idx="12" hasCustomPrompt="1"/>
          </p:nvPr>
        </p:nvSpPr>
        <p:spPr>
          <a:xfrm>
            <a:off x="585216" y="3977319"/>
            <a:ext cx="9144000" cy="307777"/>
          </a:xfrm>
          <a:noFill/>
        </p:spPr>
        <p:txBody>
          <a:bodyPr lIns="0" tIns="0" rIns="0" bIns="0">
            <a:spAutoFit/>
          </a:bodyPr>
          <a:lstStyle>
            <a:lvl1pPr marL="0" indent="0">
              <a:spcBef>
                <a:spcPts val="0"/>
              </a:spcBef>
              <a:spcAft>
                <a:spcPts val="0"/>
              </a:spcAft>
              <a:buFont typeface="Arial" panose="020B0604020202020204" pitchFamily="34" charset="0"/>
              <a:buNone/>
              <a:defRPr sz="2000" spc="0" baseline="0">
                <a:gradFill>
                  <a:gsLst>
                    <a:gs pos="0">
                      <a:schemeClr val="tx1"/>
                    </a:gs>
                    <a:gs pos="100000">
                      <a:schemeClr val="tx1"/>
                    </a:gs>
                  </a:gsLst>
                  <a:lin ang="5400000" scaled="0"/>
                </a:gradFill>
                <a:latin typeface="+mn-lt"/>
              </a:defRPr>
            </a:lvl1pPr>
          </a:lstStyle>
          <a:p>
            <a:pPr lvl="0"/>
            <a:r>
              <a:rPr lang="en-US" dirty="0"/>
              <a:t>Speaker name</a:t>
            </a:r>
          </a:p>
        </p:txBody>
      </p:sp>
    </p:spTree>
    <p:extLst>
      <p:ext uri="{BB962C8B-B14F-4D97-AF65-F5344CB8AC3E}">
        <p14:creationId xmlns:p14="http://schemas.microsoft.com/office/powerpoint/2010/main" val="77440555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Video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Video</a:t>
            </a:r>
          </a:p>
        </p:txBody>
      </p:sp>
      <p:pic>
        <p:nvPicPr>
          <p:cNvPr id="6" name="Picture 5">
            <a:extLst>
              <a:ext uri="{FF2B5EF4-FFF2-40B4-BE49-F238E27FC236}">
                <a16:creationId xmlns:a16="http://schemas.microsoft.com/office/drawing/2014/main" id="{C381C0FB-0396-463F-9527-BACCE968684E}"/>
              </a:ext>
            </a:extLst>
          </p:cNvPr>
          <p:cNvPicPr>
            <a:picLocks noChangeAspect="1"/>
          </p:cNvPicPr>
          <p:nvPr userDrawn="1"/>
        </p:nvPicPr>
        <p:blipFill>
          <a:blip r:embed="rId2"/>
          <a:stretch>
            <a:fillRect/>
          </a:stretch>
        </p:blipFill>
        <p:spPr>
          <a:xfrm>
            <a:off x="9344025" y="3898483"/>
            <a:ext cx="2265363" cy="2370555"/>
          </a:xfrm>
          <a:prstGeom prst="rect">
            <a:avLst/>
          </a:prstGeom>
        </p:spPr>
      </p:pic>
    </p:spTree>
    <p:extLst>
      <p:ext uri="{BB962C8B-B14F-4D97-AF65-F5344CB8AC3E}">
        <p14:creationId xmlns:p14="http://schemas.microsoft.com/office/powerpoint/2010/main" val="55551082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1" userDrawn="1">
          <p15:clr>
            <a:srgbClr val="5ACBF0"/>
          </p15:clr>
        </p15:guide>
        <p15:guide id="3" orient="horz" pos="1914" userDrawn="1">
          <p15:clr>
            <a:srgbClr val="5ACBF0"/>
          </p15:clr>
        </p15:guide>
        <p15:guide id="4" orient="horz" pos="2505" userDrawn="1">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Video slide 2">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Video</a:t>
            </a:r>
          </a:p>
        </p:txBody>
      </p:sp>
    </p:spTree>
    <p:extLst>
      <p:ext uri="{BB962C8B-B14F-4D97-AF65-F5344CB8AC3E}">
        <p14:creationId xmlns:p14="http://schemas.microsoft.com/office/powerpoint/2010/main" val="172114844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1">
          <p15:clr>
            <a:srgbClr val="5ACBF0"/>
          </p15:clr>
        </p15:guide>
        <p15:guide id="3" orient="horz" pos="1914">
          <p15:clr>
            <a:srgbClr val="5ACBF0"/>
          </p15:clr>
        </p15:guide>
        <p15:guide id="4" orient="horz" pos="2505">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ection Tit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365035823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27" userDrawn="1">
          <p15:clr>
            <a:srgbClr val="5ACBF0"/>
          </p15:clr>
        </p15:guide>
        <p15:guide id="3" orient="horz" pos="1911" userDrawn="1">
          <p15:clr>
            <a:srgbClr val="5ACBF0"/>
          </p15:clr>
        </p15:guide>
        <p15:guide id="4" orient="horz" pos="2505" userDrawn="1">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Titl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4278299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userDrawn="1">
          <p15:clr>
            <a:srgbClr val="5ACBF0"/>
          </p15:clr>
        </p15:guide>
        <p15:guide id="3" orient="horz" pos="1910" userDrawn="1">
          <p15:clr>
            <a:srgbClr val="5ACBF0"/>
          </p15:clr>
        </p15:guide>
        <p15:guide id="4" orient="horz" pos="2505" userDrawn="1">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1556723"/>
      </p:ext>
    </p:extLst>
  </p:cSld>
  <p:clrMapOvr>
    <a:masterClrMapping/>
  </p:clrMapOvr>
  <p:transition>
    <p:fade/>
  </p:transition>
  <p:extLst>
    <p:ext uri="{DCECCB84-F9BA-43D5-87BE-67443E8EF086}">
      <p15:sldGuideLst xmlns:p15="http://schemas.microsoft.com/office/powerpoint/2012/main">
        <p15:guide id="1" orient="horz" pos="1272" userDrawn="1">
          <p15:clr>
            <a:srgbClr val="5ACBF0"/>
          </p15:clr>
        </p15:guide>
        <p15:guide id="2" orient="horz" pos="904" userDrawn="1">
          <p15:clr>
            <a:srgbClr val="5ACBF0"/>
          </p15:clr>
        </p15:guide>
        <p15:guide id="3" orient="horz" pos="288" userDrawn="1">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567534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userDrawn="1">
          <p15:clr>
            <a:srgbClr val="5ACBF0"/>
          </p15:clr>
        </p15:guide>
        <p15:guide id="2" orient="horz" pos="1272" userDrawn="1">
          <p15:clr>
            <a:srgbClr val="5ACBF0"/>
          </p15:clr>
        </p15:guide>
        <p15:guide id="3" orient="horz" pos="288" userDrawn="1">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0DF2A6-26A8-4810-95DF-F65F123C6660}"/>
              </a:ext>
            </a:extLst>
          </p:cNvPr>
          <p:cNvSpPr>
            <a:spLocks noGrp="1"/>
          </p:cNvSpPr>
          <p:nvPr>
            <p:ph type="title" hasCustomPrompt="1"/>
          </p:nvPr>
        </p:nvSpPr>
        <p:spPr/>
        <p:txBody>
          <a:bodyPr/>
          <a:lstStyle>
            <a:lvl1pPr>
              <a:defRPr/>
            </a:lvl1pPr>
          </a:lstStyle>
          <a:p>
            <a:r>
              <a:rPr lang="en-US" dirty="0"/>
              <a:t>Software code slide</a:t>
            </a:r>
          </a:p>
        </p:txBody>
      </p:sp>
      <p:sp>
        <p:nvSpPr>
          <p:cNvPr id="5" name="Text Placeholder 4">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1436688"/>
            <a:ext cx="11018520" cy="1908215"/>
          </a:xfrm>
        </p:spPr>
        <p:txBody>
          <a:bodyPr/>
          <a:lstStyle>
            <a:lvl1pPr marL="0" indent="0">
              <a:buNone/>
              <a:defRPr sz="2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1pPr>
            <a:lvl2pPr marL="346553" indent="0">
              <a:buNone/>
              <a:defRPr sz="24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607" indent="0">
              <a:buNone/>
              <a:defRPr sz="20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563"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997"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343058790"/>
      </p:ext>
    </p:extLst>
  </p:cSld>
  <p:clrMapOvr>
    <a:masterClrMapping/>
  </p:clrMapOvr>
  <p:transition>
    <p:fade/>
  </p:transition>
  <p:extLst>
    <p:ext uri="{DCECCB84-F9BA-43D5-87BE-67443E8EF086}">
      <p15:sldGuideLst xmlns:p15="http://schemas.microsoft.com/office/powerpoint/2012/main">
        <p15:guide id="1" orient="horz" pos="1272" userDrawn="1">
          <p15:clr>
            <a:srgbClr val="5ACBF0"/>
          </p15:clr>
        </p15:guide>
        <p15:guide id="2" orient="horz" pos="905" userDrawn="1">
          <p15:clr>
            <a:srgbClr val="5ACBF0"/>
          </p15:clr>
        </p15:guide>
        <p15:guide id="3" orient="horz" pos="288" userDrawn="1">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losing logo slide">
    <p:bg>
      <p:bgRef idx="1001">
        <a:schemeClr val="bg2"/>
      </p:bgRef>
    </p:bg>
    <p:spTree>
      <p:nvGrpSpPr>
        <p:cNvPr id="1" name=""/>
        <p:cNvGrpSpPr/>
        <p:nvPr/>
      </p:nvGrpSpPr>
      <p:grpSpPr>
        <a:xfrm>
          <a:off x="0" y="0"/>
          <a:ext cx="0" cy="0"/>
          <a:chOff x="0" y="0"/>
          <a:chExt cx="0" cy="0"/>
        </a:xfrm>
      </p:grpSpPr>
      <p:sp>
        <p:nvSpPr>
          <p:cNvPr id="2" name="Text Box 3"/>
          <p:cNvSpPr txBox="1">
            <a:spLocks noChangeArrowheads="1"/>
          </p:cNvSpPr>
          <p:nvPr userDrawn="1"/>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dirty="0">
                <a:gradFill>
                  <a:gsLst>
                    <a:gs pos="0">
                      <a:schemeClr val="tx1"/>
                    </a:gs>
                    <a:gs pos="100000">
                      <a:schemeClr val="tx1"/>
                    </a:gs>
                  </a:gsLst>
                  <a:lin ang="5400000" scaled="0"/>
                </a:gradFill>
                <a:cs typeface="Segoe UI" pitchFamily="34" charset="0"/>
              </a:rPr>
              <a:t>© Copyright Microsoft Corporation. All rights reserved. </a:t>
            </a:r>
          </a:p>
        </p:txBody>
      </p:sp>
      <p:pic>
        <p:nvPicPr>
          <p:cNvPr id="4" name="MS logo gray - EMF" descr="Microsoft logo, gray text version">
            <a:extLst>
              <a:ext uri="{FF2B5EF4-FFF2-40B4-BE49-F238E27FC236}">
                <a16:creationId xmlns:a16="http://schemas.microsoft.com/office/drawing/2014/main" id="{59104CAE-91B8-4A7E-9F8E-214C5F880932}"/>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925069136"/>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Tree>
    <p:extLst>
      <p:ext uri="{BB962C8B-B14F-4D97-AF65-F5344CB8AC3E}">
        <p14:creationId xmlns:p14="http://schemas.microsoft.com/office/powerpoint/2010/main" val="348296964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userDrawn="1">
          <p15:clr>
            <a:srgbClr val="5ACBF0"/>
          </p15:clr>
        </p15:guide>
        <p15:guide id="2" orient="horz" pos="288" userDrawn="1">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0" y="0"/>
            <a:ext cx="12192000" cy="1000664"/>
          </a:xfrm>
          <a:solidFill>
            <a:srgbClr val="0070C0"/>
          </a:solidFill>
        </p:spPr>
        <p:txBody>
          <a:bodyPr anchor="b"/>
          <a:lstStyle>
            <a:lvl1pPr algn="l">
              <a:defRPr sz="6000">
                <a:solidFill>
                  <a:schemeClr val="bg1"/>
                </a:solidFill>
              </a:defRPr>
            </a:lvl1pPr>
          </a:lstStyle>
          <a:p>
            <a:r>
              <a:rPr lang="en-US" dirty="0"/>
              <a:t> Click to edit Master title style</a:t>
            </a:r>
          </a:p>
        </p:txBody>
      </p:sp>
    </p:spTree>
    <p:extLst>
      <p:ext uri="{BB962C8B-B14F-4D97-AF65-F5344CB8AC3E}">
        <p14:creationId xmlns:p14="http://schemas.microsoft.com/office/powerpoint/2010/main" val="53488234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_Text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dirty="0"/>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9100" y="1456897"/>
            <a:ext cx="11340811" cy="2051844"/>
          </a:xfrm>
        </p:spPr>
        <p:txBody>
          <a:bodyPr/>
          <a:lstStyle>
            <a:lvl1pPr>
              <a:spcBef>
                <a:spcPts val="392"/>
              </a:spcBef>
              <a:spcAft>
                <a:spcPts val="588"/>
              </a:spcAft>
              <a:defRPr sz="2400"/>
            </a:lvl1pPr>
            <a:lvl2pPr>
              <a:spcBef>
                <a:spcPts val="392"/>
              </a:spcBef>
              <a:spcAft>
                <a:spcPts val="588"/>
              </a:spcAft>
              <a:defRPr/>
            </a:lvl2pPr>
            <a:lvl3pPr>
              <a:spcBef>
                <a:spcPts val="392"/>
              </a:spcBef>
              <a:spcAft>
                <a:spcPts val="588"/>
              </a:spcAft>
              <a:defRPr/>
            </a:lvl3pPr>
            <a:lvl4pPr>
              <a:spcBef>
                <a:spcPts val="392"/>
              </a:spcBef>
              <a:spcAft>
                <a:spcPts val="588"/>
              </a:spcAft>
              <a:defRPr/>
            </a:lvl4pPr>
            <a:lvl5pPr>
              <a:spcBef>
                <a:spcPts val="392"/>
              </a:spcBef>
              <a:spcAft>
                <a:spcPts val="588"/>
              </a:spcAf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Footer Placeholder 1">
            <a:extLst>
              <a:ext uri="{FF2B5EF4-FFF2-40B4-BE49-F238E27FC236}">
                <a16:creationId xmlns:a16="http://schemas.microsoft.com/office/drawing/2014/main" id="{F415B60E-29D3-45EF-9FD0-D9924E0B78BB}"/>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4084402519"/>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4572000" cy="553998"/>
          </a:xfrm>
          <a:noFill/>
        </p:spPr>
        <p:txBody>
          <a:bodyPr lIns="0" tIns="0" rIns="0" bIns="0" anchor="b" anchorCtr="0">
            <a:spAutoFit/>
          </a:bodyPr>
          <a:lstStyle>
            <a:lvl1pPr>
              <a:defRPr sz="3600" spc="-50" baseline="0">
                <a:gradFill>
                  <a:gsLst>
                    <a:gs pos="62564">
                      <a:schemeClr val="tx1"/>
                    </a:gs>
                    <a:gs pos="55000">
                      <a:schemeClr val="tx1"/>
                    </a:gs>
                  </a:gsLst>
                  <a:lin ang="5400000" scaled="0"/>
                </a:gra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4572000" cy="307777"/>
          </a:xfrm>
          <a:noFill/>
        </p:spPr>
        <p:txBody>
          <a:bodyPr wrap="square" lIns="0" tIns="0" rIns="0" bIns="0">
            <a:spAutoFit/>
          </a:bodyPr>
          <a:lstStyle>
            <a:lvl1pPr marL="0" indent="0">
              <a:spcBef>
                <a:spcPts val="0"/>
              </a:spcBef>
              <a:buNone/>
              <a:defRPr sz="20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dirty="0"/>
              <a:t>Speaker name or subtitle text</a:t>
            </a:r>
          </a:p>
        </p:txBody>
      </p:sp>
      <p:pic>
        <p:nvPicPr>
          <p:cNvPr id="6" name="MS logo gray - EMF" descr="Microsoft logo, gray text version">
            <a:extLst>
              <a:ext uri="{FF2B5EF4-FFF2-40B4-BE49-F238E27FC236}">
                <a16:creationId xmlns:a16="http://schemas.microsoft.com/office/drawing/2014/main" id="{11527229-DBED-4F7D-9D9A-03EC2258F269}"/>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pic>
        <p:nvPicPr>
          <p:cNvPr id="7" name="Picture 6">
            <a:extLst>
              <a:ext uri="{FF2B5EF4-FFF2-40B4-BE49-F238E27FC236}">
                <a16:creationId xmlns:a16="http://schemas.microsoft.com/office/drawing/2014/main" id="{77B5DF3C-6C8F-43BE-92C2-BE4537BFD6E7}"/>
              </a:ext>
            </a:extLst>
          </p:cNvPr>
          <p:cNvPicPr>
            <a:picLocks noChangeAspect="1"/>
          </p:cNvPicPr>
          <p:nvPr userDrawn="1"/>
        </p:nvPicPr>
        <p:blipFill>
          <a:blip r:embed="rId3"/>
          <a:stretch>
            <a:fillRect/>
          </a:stretch>
        </p:blipFill>
        <p:spPr>
          <a:xfrm>
            <a:off x="6250758" y="800100"/>
            <a:ext cx="5024485" cy="5257800"/>
          </a:xfrm>
          <a:prstGeom prst="rect">
            <a:avLst/>
          </a:prstGeom>
        </p:spPr>
      </p:pic>
    </p:spTree>
    <p:extLst>
      <p:ext uri="{BB962C8B-B14F-4D97-AF65-F5344CB8AC3E}">
        <p14:creationId xmlns:p14="http://schemas.microsoft.com/office/powerpoint/2010/main" val="24117372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square photo">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07777"/>
          </a:xfrm>
          <a:noFill/>
        </p:spPr>
        <p:txBody>
          <a:bodyPr wrap="square" lIns="0" tIns="0" rIns="0" bIns="0">
            <a:spAutoFit/>
          </a:bodyPr>
          <a:lstStyle>
            <a:lvl1pPr marL="0" indent="0">
              <a:spcBef>
                <a:spcPts val="0"/>
              </a:spcBef>
              <a:buNone/>
              <a:defRPr sz="20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dirty="0"/>
              <a:t>Speaker name or subtitle</a:t>
            </a:r>
          </a:p>
        </p:txBody>
      </p:sp>
      <p:pic>
        <p:nvPicPr>
          <p:cNvPr id="12" name="MS logo white - EMF" descr="Microsoft logo white text version">
            <a:extLst>
              <a:ext uri="{FF2B5EF4-FFF2-40B4-BE49-F238E27FC236}">
                <a16:creationId xmlns:a16="http://schemas.microsoft.com/office/drawing/2014/main" id="{788172BF-1F8C-429F-A472-2CEAB6929203}"/>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
        <p:nvSpPr>
          <p:cNvPr id="8" name="Rectangle 7">
            <a:extLst>
              <a:ext uri="{FF2B5EF4-FFF2-40B4-BE49-F238E27FC236}">
                <a16:creationId xmlns:a16="http://schemas.microsoft.com/office/drawing/2014/main" id="{8C397809-3ACE-4D4E-AD46-9C3195293B59}"/>
              </a:ext>
            </a:extLst>
          </p:cNvPr>
          <p:cNvSpPr/>
          <p:nvPr userDrawn="1"/>
        </p:nvSpPr>
        <p:spPr bwMode="auto">
          <a:xfrm>
            <a:off x="5334000" y="0"/>
            <a:ext cx="6858000" cy="6858000"/>
          </a:xfrm>
          <a:prstGeom prst="rect">
            <a:avLst/>
          </a:prstGeom>
          <a:solidFill>
            <a:srgbClr val="D2D2D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00240D"/>
              </a:solidFill>
              <a:ea typeface="Segoe UI" pitchFamily="34" charset="0"/>
              <a:cs typeface="Segoe UI" pitchFamily="34" charset="0"/>
            </a:endParaRPr>
          </a:p>
        </p:txBody>
      </p:sp>
      <p:pic>
        <p:nvPicPr>
          <p:cNvPr id="11" name="Picture 10">
            <a:extLst>
              <a:ext uri="{FF2B5EF4-FFF2-40B4-BE49-F238E27FC236}">
                <a16:creationId xmlns:a16="http://schemas.microsoft.com/office/drawing/2014/main" id="{589166D5-15A2-4B98-8331-AD06974AE2E8}"/>
              </a:ext>
            </a:extLst>
          </p:cNvPr>
          <p:cNvPicPr>
            <a:picLocks noChangeAspect="1"/>
          </p:cNvPicPr>
          <p:nvPr userDrawn="1"/>
        </p:nvPicPr>
        <p:blipFill>
          <a:blip r:embed="rId3"/>
          <a:stretch>
            <a:fillRect/>
          </a:stretch>
        </p:blipFill>
        <p:spPr>
          <a:xfrm>
            <a:off x="6250758" y="800100"/>
            <a:ext cx="5024485" cy="5257800"/>
          </a:xfrm>
          <a:prstGeom prst="rect">
            <a:avLst/>
          </a:prstGeom>
        </p:spPr>
      </p:pic>
    </p:spTree>
    <p:extLst>
      <p:ext uri="{BB962C8B-B14F-4D97-AF65-F5344CB8AC3E}">
        <p14:creationId xmlns:p14="http://schemas.microsoft.com/office/powerpoint/2010/main" val="240914893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square photo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07777"/>
          </a:xfrm>
          <a:noFill/>
        </p:spPr>
        <p:txBody>
          <a:bodyPr wrap="square" lIns="0" tIns="0" rIns="0" bIns="0">
            <a:spAutoFit/>
          </a:bodyPr>
          <a:lstStyle>
            <a:lvl1pPr marL="0" indent="0">
              <a:spcBef>
                <a:spcPts val="0"/>
              </a:spcBef>
              <a:buNone/>
              <a:defRPr sz="20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dirty="0"/>
              <a:t>Speaker name or subtitle</a:t>
            </a:r>
          </a:p>
        </p:txBody>
      </p:sp>
      <p:pic>
        <p:nvPicPr>
          <p:cNvPr id="10" name="MS logo white - EMF" descr="Microsoft logo white text version">
            <a:extLst>
              <a:ext uri="{FF2B5EF4-FFF2-40B4-BE49-F238E27FC236}">
                <a16:creationId xmlns:a16="http://schemas.microsoft.com/office/drawing/2014/main" id="{CA27734F-A502-4B5B-8EC7-6E115B31C6C6}"/>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
        <p:nvSpPr>
          <p:cNvPr id="8" name="Rectangle 7">
            <a:extLst>
              <a:ext uri="{FF2B5EF4-FFF2-40B4-BE49-F238E27FC236}">
                <a16:creationId xmlns:a16="http://schemas.microsoft.com/office/drawing/2014/main" id="{2D0C4B04-9C9F-465F-9951-6B4E6D55422A}"/>
              </a:ext>
            </a:extLst>
          </p:cNvPr>
          <p:cNvSpPr/>
          <p:nvPr userDrawn="1"/>
        </p:nvSpPr>
        <p:spPr bwMode="auto">
          <a:xfrm>
            <a:off x="5334000" y="0"/>
            <a:ext cx="6858000" cy="6858000"/>
          </a:xfrm>
          <a:prstGeom prst="rect">
            <a:avLst/>
          </a:prstGeom>
          <a:solidFill>
            <a:srgbClr val="00BC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00240D"/>
              </a:solidFill>
              <a:ea typeface="Segoe UI" pitchFamily="34" charset="0"/>
              <a:cs typeface="Segoe UI" pitchFamily="34" charset="0"/>
            </a:endParaRPr>
          </a:p>
        </p:txBody>
      </p:sp>
      <p:pic>
        <p:nvPicPr>
          <p:cNvPr id="12" name="Picture 11">
            <a:extLst>
              <a:ext uri="{FF2B5EF4-FFF2-40B4-BE49-F238E27FC236}">
                <a16:creationId xmlns:a16="http://schemas.microsoft.com/office/drawing/2014/main" id="{BFBA0094-BABD-45E8-8EA6-9DA003B4CDB7}"/>
              </a:ext>
            </a:extLst>
          </p:cNvPr>
          <p:cNvPicPr>
            <a:picLocks noChangeAspect="1"/>
          </p:cNvPicPr>
          <p:nvPr userDrawn="1"/>
        </p:nvPicPr>
        <p:blipFill>
          <a:blip r:embed="rId3"/>
          <a:stretch>
            <a:fillRect/>
          </a:stretch>
        </p:blipFill>
        <p:spPr>
          <a:xfrm>
            <a:off x="6250758" y="800100"/>
            <a:ext cx="5024485" cy="5257800"/>
          </a:xfrm>
          <a:prstGeom prst="rect">
            <a:avLst/>
          </a:prstGeom>
        </p:spPr>
      </p:pic>
    </p:spTree>
    <p:extLst>
      <p:ext uri="{BB962C8B-B14F-4D97-AF65-F5344CB8AC3E}">
        <p14:creationId xmlns:p14="http://schemas.microsoft.com/office/powerpoint/2010/main" val="15936131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Slide 2">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gradFill>
                  <a:gsLst>
                    <a:gs pos="62564">
                      <a:schemeClr val="tx1"/>
                    </a:gs>
                    <a:gs pos="55000">
                      <a:schemeClr val="tx1"/>
                    </a:gs>
                  </a:gsLst>
                  <a:lin ang="5400000" scaled="0"/>
                </a:gra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9144000" cy="307777"/>
          </a:xfrm>
          <a:noFill/>
        </p:spPr>
        <p:txBody>
          <a:bodyPr wrap="square" lIns="0" tIns="0" rIns="0" bIns="0">
            <a:spAutoFit/>
          </a:bodyPr>
          <a:lstStyle>
            <a:lvl1pPr marL="0" indent="0">
              <a:spcBef>
                <a:spcPts val="0"/>
              </a:spcBef>
              <a:buNone/>
              <a:defRPr sz="20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dirty="0"/>
              <a:t>Speaker name or subtitle text</a:t>
            </a:r>
          </a:p>
        </p:txBody>
      </p:sp>
      <p:pic>
        <p:nvPicPr>
          <p:cNvPr id="10" name="MS logo white - EMF" descr="Microsoft logo white text version">
            <a:extLst>
              <a:ext uri="{FF2B5EF4-FFF2-40B4-BE49-F238E27FC236}">
                <a16:creationId xmlns:a16="http://schemas.microsoft.com/office/drawing/2014/main" id="{CC434C0E-1C79-42AF-9F32-26BBBFEF9023}"/>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168683694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74528113"/>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sz="quarter" idx="10"/>
          </p:nvPr>
        </p:nvSpPr>
        <p:spPr>
          <a:xfrm>
            <a:off x="584200" y="1435497"/>
            <a:ext cx="11018520" cy="23083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94706078"/>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Semilight" panose="020B0402040204020203" pitchFamily="34" charset="0"/>
                <a:cs typeface="Segoe UI Semilight" panose="020B04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Semilight" panose="020B0402040204020203" pitchFamily="34" charset="0"/>
                <a:cs typeface="Segoe UI Semilight" panose="020B04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86077340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4200" y="1437481"/>
            <a:ext cx="5212080" cy="1649682"/>
          </a:xfrm>
        </p:spPr>
        <p:txBody>
          <a:bodyPr wrap="square">
            <a:spAutoFit/>
          </a:bodyPr>
          <a:lstStyle>
            <a:lvl1pPr marL="231775" indent="-231775">
              <a:spcBef>
                <a:spcPts val="1224"/>
              </a:spcBef>
              <a:buClr>
                <a:schemeClr val="tx1"/>
              </a:buClr>
              <a:buFont typeface="Wingdings" panose="05000000000000000000" pitchFamily="2" charset="2"/>
              <a:buChar char=""/>
              <a:defRPr sz="2800" b="0">
                <a:latin typeface="Segoe UI Semilight" panose="020B0402040204020203" pitchFamily="34" charset="0"/>
                <a:cs typeface="Segoe UI Semilight" panose="020B0402040204020203" pitchFamily="34" charset="0"/>
              </a:defRPr>
            </a:lvl1pPr>
            <a:lvl2pPr marL="427038" indent="-171450">
              <a:buFont typeface="Wingdings" panose="05000000000000000000" pitchFamily="2" charset="2"/>
              <a:buChar char=""/>
              <a:defRPr sz="2000" b="0"/>
            </a:lvl2pPr>
            <a:lvl3pPr marL="639763" indent="-188913">
              <a:buFont typeface="Wingdings" panose="05000000000000000000" pitchFamily="2" charset="2"/>
              <a:buChar char=""/>
              <a:tabLst/>
              <a:defRPr sz="1600" b="0"/>
            </a:lvl3pPr>
            <a:lvl4pPr marL="828675" indent="-176213">
              <a:buFont typeface="Wingdings" panose="05000000000000000000" pitchFamily="2" charset="2"/>
              <a:buChar char=""/>
              <a:defRPr sz="1400" b="0"/>
            </a:lvl4pPr>
            <a:lvl5pPr marL="1023938" indent="-169863">
              <a:buFont typeface="Wingdings" panose="05000000000000000000" pitchFamily="2" charset="2"/>
              <a:buChar char=""/>
              <a:tabLst/>
              <a:defRPr sz="14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a:extLst>
              <a:ext uri="{FF2B5EF4-FFF2-40B4-BE49-F238E27FC236}">
                <a16:creationId xmlns:a16="http://schemas.microsoft.com/office/drawing/2014/main" id="{85278796-7B84-4D67-88CD-BF78BB06D214}"/>
              </a:ext>
            </a:extLst>
          </p:cNvPr>
          <p:cNvSpPr>
            <a:spLocks noGrp="1"/>
          </p:cNvSpPr>
          <p:nvPr>
            <p:ph type="body" sz="quarter" idx="11"/>
          </p:nvPr>
        </p:nvSpPr>
        <p:spPr>
          <a:xfrm>
            <a:off x="6389914" y="1437481"/>
            <a:ext cx="5212080" cy="1649682"/>
          </a:xfrm>
        </p:spPr>
        <p:txBody>
          <a:bodyPr wrap="square">
            <a:spAutoFit/>
          </a:bodyPr>
          <a:lstStyle>
            <a:lvl1pPr marL="231775" indent="-231775">
              <a:spcBef>
                <a:spcPts val="1224"/>
              </a:spcBef>
              <a:buClr>
                <a:schemeClr val="tx1"/>
              </a:buClr>
              <a:buFont typeface="Wingdings" panose="05000000000000000000" pitchFamily="2" charset="2"/>
              <a:buChar char=""/>
              <a:defRPr sz="2800" b="0">
                <a:latin typeface="Segoe UI Semilight" panose="020B0402040204020203" pitchFamily="34" charset="0"/>
                <a:cs typeface="Segoe UI Semilight" panose="020B0402040204020203" pitchFamily="34" charset="0"/>
              </a:defRPr>
            </a:lvl1pPr>
            <a:lvl2pPr marL="427038" indent="-171450">
              <a:buFont typeface="Wingdings" panose="05000000000000000000" pitchFamily="2" charset="2"/>
              <a:buChar char=""/>
              <a:defRPr sz="2000" b="0"/>
            </a:lvl2pPr>
            <a:lvl3pPr marL="639763" indent="-188913">
              <a:buFont typeface="Wingdings" panose="05000000000000000000" pitchFamily="2" charset="2"/>
              <a:buChar char=""/>
              <a:tabLst/>
              <a:defRPr sz="1600" b="0"/>
            </a:lvl3pPr>
            <a:lvl4pPr marL="828675" indent="-176213">
              <a:buFont typeface="Wingdings" panose="05000000000000000000" pitchFamily="2" charset="2"/>
              <a:buChar char=""/>
              <a:defRPr sz="1400" b="0"/>
            </a:lvl4pPr>
            <a:lvl5pPr marL="1023938" indent="-169863">
              <a:buFont typeface="Wingdings" panose="05000000000000000000" pitchFamily="2" charset="2"/>
              <a:buChar char=""/>
              <a:tabLst/>
              <a:defRPr sz="14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8435004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754DF-CB0E-46F9-AA3C-00BC673EBDF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145885457"/>
      </p:ext>
    </p:extLst>
  </p:cSld>
  <p:clrMapOvr>
    <a:masterClrMapping/>
  </p:clrMapOvr>
  <p:transition>
    <p:fade/>
  </p:transition>
  <p:extLst>
    <p:ext uri="{DCECCB84-F9BA-43D5-87BE-67443E8EF086}">
      <p15:sldGuideLst xmlns:p15="http://schemas.microsoft.com/office/powerpoint/2012/main">
        <p15:guide id="3" orient="horz" pos="900">
          <p15:clr>
            <a:srgbClr val="5ACBF0"/>
          </p15:clr>
        </p15:guide>
        <p15:guide id="4" orient="horz" pos="1276">
          <p15:clr>
            <a:srgbClr val="5ACBF0"/>
          </p15:clr>
        </p15:guide>
        <p15:guide id="5" orient="horz" pos="288">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Only with gri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D31026A-4A74-439D-A8F5-DB82A03E713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4014188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293148141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 Square Photo ">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4200" y="2025650"/>
            <a:ext cx="4161981" cy="1107996"/>
          </a:xfrm>
        </p:spPr>
        <p:txBody>
          <a:bodyPr wrap="square" rIns="0" anchor="b">
            <a:spAutoFit/>
          </a:bodyPr>
          <a:lstStyle>
            <a:lvl1pPr>
              <a:lnSpc>
                <a:spcPct val="100000"/>
              </a:lnSpc>
              <a:defRPr sz="3600" b="0" spc="-49" baseline="0">
                <a:gradFill>
                  <a:gsLst>
                    <a:gs pos="1250">
                      <a:schemeClr val="tx1"/>
                    </a:gs>
                    <a:gs pos="100000">
                      <a:schemeClr val="tx1"/>
                    </a:gs>
                  </a:gsLst>
                  <a:lin ang="5400000" scaled="0"/>
                </a:gradFill>
                <a:latin typeface="+mj-lt"/>
                <a:cs typeface="Segoe UI Semilight" panose="020B0402040204020203" pitchFamily="34" charset="0"/>
              </a:defRPr>
            </a:lvl1pPr>
          </a:lstStyle>
          <a:p>
            <a:r>
              <a:rPr lang="en-US" dirty="0"/>
              <a:t>Title format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1"/>
            <a:ext cx="4162425" cy="307777"/>
          </a:xfrm>
        </p:spPr>
        <p:txBody>
          <a:bodyPr/>
          <a:lstStyle>
            <a:lvl1pPr marL="0" indent="0">
              <a:buNone/>
              <a:defRPr sz="20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Edit Master text styles</a:t>
            </a:r>
          </a:p>
        </p:txBody>
      </p:sp>
      <p:sp>
        <p:nvSpPr>
          <p:cNvPr id="5" name="Picture Placeholder">
            <a:extLst>
              <a:ext uri="{FF2B5EF4-FFF2-40B4-BE49-F238E27FC236}">
                <a16:creationId xmlns:a16="http://schemas.microsoft.com/office/drawing/2014/main" id="{6178F5D2-7CA2-4202-8FD2-95D8F7A2E98D}"/>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01168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1952163360"/>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6" orient="horz" pos="904">
          <p15:clr>
            <a:srgbClr val="5ACBF0"/>
          </p15:clr>
        </p15:guide>
        <p15:guide id="7" orient="horz" pos="1276">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quare Photo ">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4025" y="2875002"/>
            <a:ext cx="4161981" cy="1107996"/>
          </a:xfrm>
        </p:spPr>
        <p:txBody>
          <a:bodyPr wrap="square" rIns="0" anchor="ctr" anchorCtr="0">
            <a:spAutoFit/>
          </a:bodyPr>
          <a:lstStyle>
            <a:lvl1pPr>
              <a:lnSpc>
                <a:spcPct val="100000"/>
              </a:lnSpc>
              <a:defRPr sz="3600" b="0" spc="-49" baseline="0">
                <a:gradFill>
                  <a:gsLst>
                    <a:gs pos="1250">
                      <a:schemeClr val="tx1"/>
                    </a:gs>
                    <a:gs pos="100000">
                      <a:schemeClr val="tx1"/>
                    </a:gs>
                  </a:gsLst>
                  <a:lin ang="5400000" scaled="0"/>
                </a:gradFill>
                <a:latin typeface="+mj-lt"/>
                <a:cs typeface="Segoe UI Semilight" panose="020B0402040204020203" pitchFamily="34" charset="0"/>
              </a:defRPr>
            </a:lvl1pPr>
          </a:lstStyle>
          <a:p>
            <a:r>
              <a:rPr lang="en-US" dirty="0"/>
              <a:t>Square photo layout with Title  </a:t>
            </a:r>
          </a:p>
        </p:txBody>
      </p:sp>
      <p:sp>
        <p:nvSpPr>
          <p:cNvPr id="4" name="Picture Placeholder">
            <a:extLst>
              <a:ext uri="{FF2B5EF4-FFF2-40B4-BE49-F238E27FC236}">
                <a16:creationId xmlns:a16="http://schemas.microsoft.com/office/drawing/2014/main" id="{3956AAB8-C2DF-40F3-A72B-0FA6F47702E6}"/>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01168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4208981506"/>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5" orient="horz" pos="2160">
          <p15:clr>
            <a:srgbClr val="FBAE4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quare Photo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4200" y="2981637"/>
            <a:ext cx="4160520" cy="861774"/>
          </a:xfrm>
        </p:spPr>
        <p:txBody>
          <a:bodyPr wrap="square" anchor="t">
            <a:spAutoFit/>
          </a:bodyPr>
          <a:lstStyle>
            <a:lvl1pPr>
              <a:lnSpc>
                <a:spcPct val="100000"/>
              </a:lnSpc>
              <a:defRPr sz="2800" b="0" spc="0" baseline="0">
                <a:gradFill>
                  <a:gsLst>
                    <a:gs pos="1250">
                      <a:schemeClr val="tx1"/>
                    </a:gs>
                    <a:gs pos="100000">
                      <a:schemeClr val="tx1"/>
                    </a:gs>
                  </a:gsLst>
                  <a:lin ang="5400000" scaled="0"/>
                </a:gradFill>
                <a:latin typeface="+mj-lt"/>
                <a:cs typeface="Segoe UI Semilight" panose="020B0402040204020203" pitchFamily="34" charset="0"/>
              </a:defRPr>
            </a:lvl1pPr>
          </a:lstStyle>
          <a:p>
            <a:r>
              <a:rPr lang="en-US" dirty="0"/>
              <a:t>Square photo layout with smaller text</a:t>
            </a:r>
          </a:p>
        </p:txBody>
      </p:sp>
      <p:sp>
        <p:nvSpPr>
          <p:cNvPr id="4" name="Picture Placeholder">
            <a:extLst>
              <a:ext uri="{FF2B5EF4-FFF2-40B4-BE49-F238E27FC236}">
                <a16:creationId xmlns:a16="http://schemas.microsoft.com/office/drawing/2014/main" id="{18102CFD-D7DD-461F-B675-FAE01404E555}"/>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01168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3373083827"/>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Demo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Demo title</a:t>
            </a:r>
          </a:p>
        </p:txBody>
      </p:sp>
      <p:sp>
        <p:nvSpPr>
          <p:cNvPr id="5" name="Text Placeholder 4"/>
          <p:cNvSpPr>
            <a:spLocks noGrp="1"/>
          </p:cNvSpPr>
          <p:nvPr>
            <p:ph type="body" sz="quarter" idx="12" hasCustomPrompt="1"/>
          </p:nvPr>
        </p:nvSpPr>
        <p:spPr>
          <a:xfrm>
            <a:off x="585216" y="3977319"/>
            <a:ext cx="9144000" cy="307777"/>
          </a:xfrm>
          <a:noFill/>
        </p:spPr>
        <p:txBody>
          <a:bodyPr lIns="0" tIns="0" rIns="0" bIns="0">
            <a:spAutoFit/>
          </a:bodyPr>
          <a:lstStyle>
            <a:lvl1pPr marL="0" indent="0">
              <a:spcBef>
                <a:spcPts val="0"/>
              </a:spcBef>
              <a:spcAft>
                <a:spcPts val="0"/>
              </a:spcAft>
              <a:buFont typeface="Arial" panose="020B0604020202020204" pitchFamily="34" charset="0"/>
              <a:buNone/>
              <a:defRPr sz="2000" spc="0" baseline="0">
                <a:gradFill>
                  <a:gsLst>
                    <a:gs pos="0">
                      <a:schemeClr val="tx1"/>
                    </a:gs>
                    <a:gs pos="100000">
                      <a:schemeClr val="tx1"/>
                    </a:gs>
                  </a:gsLst>
                  <a:lin ang="5400000" scaled="0"/>
                </a:gradFill>
                <a:latin typeface="+mn-lt"/>
              </a:defRPr>
            </a:lvl1pPr>
          </a:lstStyle>
          <a:p>
            <a:pPr lvl="0"/>
            <a:r>
              <a:rPr lang="en-US" dirty="0"/>
              <a:t>Speaker name</a:t>
            </a:r>
          </a:p>
        </p:txBody>
      </p:sp>
      <p:pic>
        <p:nvPicPr>
          <p:cNvPr id="7" name="Picture 6">
            <a:extLst>
              <a:ext uri="{FF2B5EF4-FFF2-40B4-BE49-F238E27FC236}">
                <a16:creationId xmlns:a16="http://schemas.microsoft.com/office/drawing/2014/main" id="{EBA4B0D9-E738-4241-851E-02087D63F02F}"/>
              </a:ext>
            </a:extLst>
          </p:cNvPr>
          <p:cNvPicPr>
            <a:picLocks noChangeAspect="1"/>
          </p:cNvPicPr>
          <p:nvPr userDrawn="1"/>
        </p:nvPicPr>
        <p:blipFill>
          <a:blip r:embed="rId2"/>
          <a:stretch>
            <a:fillRect/>
          </a:stretch>
        </p:blipFill>
        <p:spPr>
          <a:xfrm>
            <a:off x="9344025" y="3898483"/>
            <a:ext cx="2265363" cy="2370555"/>
          </a:xfrm>
          <a:prstGeom prst="rect">
            <a:avLst/>
          </a:prstGeom>
        </p:spPr>
      </p:pic>
    </p:spTree>
    <p:extLst>
      <p:ext uri="{BB962C8B-B14F-4D97-AF65-F5344CB8AC3E}">
        <p14:creationId xmlns:p14="http://schemas.microsoft.com/office/powerpoint/2010/main" val="173998807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Demo slid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Demo title</a:t>
            </a:r>
          </a:p>
        </p:txBody>
      </p:sp>
      <p:sp>
        <p:nvSpPr>
          <p:cNvPr id="5" name="Text Placeholder 4"/>
          <p:cNvSpPr>
            <a:spLocks noGrp="1"/>
          </p:cNvSpPr>
          <p:nvPr>
            <p:ph type="body" sz="quarter" idx="12" hasCustomPrompt="1"/>
          </p:nvPr>
        </p:nvSpPr>
        <p:spPr>
          <a:xfrm>
            <a:off x="585216" y="3977319"/>
            <a:ext cx="9144000" cy="307777"/>
          </a:xfrm>
          <a:noFill/>
        </p:spPr>
        <p:txBody>
          <a:bodyPr lIns="0" tIns="0" rIns="0" bIns="0">
            <a:spAutoFit/>
          </a:bodyPr>
          <a:lstStyle>
            <a:lvl1pPr marL="0" indent="0">
              <a:spcBef>
                <a:spcPts val="0"/>
              </a:spcBef>
              <a:spcAft>
                <a:spcPts val="0"/>
              </a:spcAft>
              <a:buFont typeface="Arial" panose="020B0604020202020204" pitchFamily="34" charset="0"/>
              <a:buNone/>
              <a:defRPr sz="2000" spc="0" baseline="0">
                <a:gradFill>
                  <a:gsLst>
                    <a:gs pos="0">
                      <a:schemeClr val="tx1"/>
                    </a:gs>
                    <a:gs pos="100000">
                      <a:schemeClr val="tx1"/>
                    </a:gs>
                  </a:gsLst>
                  <a:lin ang="5400000" scaled="0"/>
                </a:gradFill>
                <a:latin typeface="+mn-lt"/>
              </a:defRPr>
            </a:lvl1pPr>
          </a:lstStyle>
          <a:p>
            <a:pPr lvl="0"/>
            <a:r>
              <a:rPr lang="en-US" dirty="0"/>
              <a:t>Speaker name</a:t>
            </a:r>
          </a:p>
        </p:txBody>
      </p:sp>
    </p:spTree>
    <p:extLst>
      <p:ext uri="{BB962C8B-B14F-4D97-AF65-F5344CB8AC3E}">
        <p14:creationId xmlns:p14="http://schemas.microsoft.com/office/powerpoint/2010/main" val="3688632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Video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Video</a:t>
            </a:r>
          </a:p>
        </p:txBody>
      </p:sp>
      <p:pic>
        <p:nvPicPr>
          <p:cNvPr id="6" name="Picture 5">
            <a:extLst>
              <a:ext uri="{FF2B5EF4-FFF2-40B4-BE49-F238E27FC236}">
                <a16:creationId xmlns:a16="http://schemas.microsoft.com/office/drawing/2014/main" id="{8E4B8222-5199-4513-8941-5675C42113A9}"/>
              </a:ext>
            </a:extLst>
          </p:cNvPr>
          <p:cNvPicPr>
            <a:picLocks noChangeAspect="1"/>
          </p:cNvPicPr>
          <p:nvPr userDrawn="1"/>
        </p:nvPicPr>
        <p:blipFill>
          <a:blip r:embed="rId2"/>
          <a:stretch>
            <a:fillRect/>
          </a:stretch>
        </p:blipFill>
        <p:spPr>
          <a:xfrm>
            <a:off x="9344025" y="3898483"/>
            <a:ext cx="2265363" cy="2370555"/>
          </a:xfrm>
          <a:prstGeom prst="rect">
            <a:avLst/>
          </a:prstGeom>
        </p:spPr>
      </p:pic>
    </p:spTree>
    <p:extLst>
      <p:ext uri="{BB962C8B-B14F-4D97-AF65-F5344CB8AC3E}">
        <p14:creationId xmlns:p14="http://schemas.microsoft.com/office/powerpoint/2010/main" val="146138085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1">
          <p15:clr>
            <a:srgbClr val="5ACBF0"/>
          </p15:clr>
        </p15:guide>
        <p15:guide id="3" orient="horz" pos="1914">
          <p15:clr>
            <a:srgbClr val="5ACBF0"/>
          </p15:clr>
        </p15:guide>
        <p15:guide id="4" orient="horz" pos="2505">
          <p15:clr>
            <a:srgbClr val="5ACBF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Video slid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Video</a:t>
            </a:r>
          </a:p>
        </p:txBody>
      </p:sp>
    </p:spTree>
    <p:extLst>
      <p:ext uri="{BB962C8B-B14F-4D97-AF65-F5344CB8AC3E}">
        <p14:creationId xmlns:p14="http://schemas.microsoft.com/office/powerpoint/2010/main" val="2417125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1">
          <p15:clr>
            <a:srgbClr val="5ACBF0"/>
          </p15:clr>
        </p15:guide>
        <p15:guide id="3" orient="horz" pos="1914">
          <p15:clr>
            <a:srgbClr val="5ACBF0"/>
          </p15:clr>
        </p15:guide>
        <p15:guide id="4" orient="horz" pos="2505">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Section Tit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Section title</a:t>
            </a:r>
          </a:p>
        </p:txBody>
      </p:sp>
      <p:pic>
        <p:nvPicPr>
          <p:cNvPr id="6" name="Picture 5">
            <a:extLst>
              <a:ext uri="{FF2B5EF4-FFF2-40B4-BE49-F238E27FC236}">
                <a16:creationId xmlns:a16="http://schemas.microsoft.com/office/drawing/2014/main" id="{5A27FA71-E6D6-496C-95C6-956CF28B81A5}"/>
              </a:ext>
            </a:extLst>
          </p:cNvPr>
          <p:cNvPicPr>
            <a:picLocks noChangeAspect="1"/>
          </p:cNvPicPr>
          <p:nvPr userDrawn="1"/>
        </p:nvPicPr>
        <p:blipFill>
          <a:blip r:embed="rId2"/>
          <a:stretch>
            <a:fillRect/>
          </a:stretch>
        </p:blipFill>
        <p:spPr>
          <a:xfrm>
            <a:off x="9344025" y="3898483"/>
            <a:ext cx="2265363" cy="2370555"/>
          </a:xfrm>
          <a:prstGeom prst="rect">
            <a:avLst/>
          </a:prstGeom>
        </p:spPr>
      </p:pic>
    </p:spTree>
    <p:extLst>
      <p:ext uri="{BB962C8B-B14F-4D97-AF65-F5344CB8AC3E}">
        <p14:creationId xmlns:p14="http://schemas.microsoft.com/office/powerpoint/2010/main" val="165027561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guide id="4" orient="horz" pos="2505">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Section Titl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27165740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2093403"/>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4">
          <p15:clr>
            <a:srgbClr val="5ACBF0"/>
          </p15:clr>
        </p15:guide>
        <p15:guide id="3" orient="horz" pos="288">
          <p15:clr>
            <a:srgbClr val="5ACBF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068010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1272">
          <p15:clr>
            <a:srgbClr val="5ACBF0"/>
          </p15:clr>
        </p15:guide>
        <p15:guide id="3" orient="horz" pos="288">
          <p15:clr>
            <a:srgbClr val="5ACBF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0DF2A6-26A8-4810-95DF-F65F123C6660}"/>
              </a:ext>
            </a:extLst>
          </p:cNvPr>
          <p:cNvSpPr>
            <a:spLocks noGrp="1"/>
          </p:cNvSpPr>
          <p:nvPr>
            <p:ph type="title" hasCustomPrompt="1"/>
          </p:nvPr>
        </p:nvSpPr>
        <p:spPr/>
        <p:txBody>
          <a:bodyPr/>
          <a:lstStyle>
            <a:lvl1pPr>
              <a:defRPr/>
            </a:lvl1pPr>
          </a:lstStyle>
          <a:p>
            <a:r>
              <a:rPr lang="en-US" dirty="0"/>
              <a:t>Software code slide</a:t>
            </a:r>
          </a:p>
        </p:txBody>
      </p:sp>
      <p:sp>
        <p:nvSpPr>
          <p:cNvPr id="5" name="Text Placeholder 4">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1436688"/>
            <a:ext cx="11018520" cy="1908215"/>
          </a:xfrm>
        </p:spPr>
        <p:txBody>
          <a:bodyPr/>
          <a:lstStyle>
            <a:lvl1pPr marL="0" indent="0">
              <a:buNone/>
              <a:defRPr sz="2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1pPr>
            <a:lvl2pPr marL="346553" indent="0">
              <a:buNone/>
              <a:defRPr sz="24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607" indent="0">
              <a:buNone/>
              <a:defRPr sz="20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563"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997"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12562624"/>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5">
          <p15:clr>
            <a:srgbClr val="5ACBF0"/>
          </p15:clr>
        </p15:guide>
        <p15:guide id="3" orient="horz" pos="288">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losing logo slide">
    <p:bg>
      <p:bgRef idx="1001">
        <a:schemeClr val="bg2"/>
      </p:bgRef>
    </p:bg>
    <p:spTree>
      <p:nvGrpSpPr>
        <p:cNvPr id="1" name=""/>
        <p:cNvGrpSpPr/>
        <p:nvPr/>
      </p:nvGrpSpPr>
      <p:grpSpPr>
        <a:xfrm>
          <a:off x="0" y="0"/>
          <a:ext cx="0" cy="0"/>
          <a:chOff x="0" y="0"/>
          <a:chExt cx="0" cy="0"/>
        </a:xfrm>
      </p:grpSpPr>
      <p:sp>
        <p:nvSpPr>
          <p:cNvPr id="2" name="Text Box 3"/>
          <p:cNvSpPr txBox="1">
            <a:spLocks noChangeArrowheads="1"/>
          </p:cNvSpPr>
          <p:nvPr userDrawn="1"/>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dirty="0">
                <a:gradFill>
                  <a:gsLst>
                    <a:gs pos="0">
                      <a:schemeClr val="tx1"/>
                    </a:gs>
                    <a:gs pos="100000">
                      <a:schemeClr val="tx1"/>
                    </a:gs>
                  </a:gsLst>
                  <a:lin ang="5400000" scaled="0"/>
                </a:gradFill>
                <a:cs typeface="Segoe UI" pitchFamily="34" charset="0"/>
              </a:rPr>
              <a:t>© Copyright Microsoft Corporation. All rights reserved. </a:t>
            </a:r>
          </a:p>
        </p:txBody>
      </p:sp>
      <p:pic>
        <p:nvPicPr>
          <p:cNvPr id="6" name="MS logo gray - EMF" descr="Microsoft logo, gray text version">
            <a:extLst>
              <a:ext uri="{FF2B5EF4-FFF2-40B4-BE49-F238E27FC236}">
                <a16:creationId xmlns:a16="http://schemas.microsoft.com/office/drawing/2014/main" id="{6EB48F5B-FA46-418B-8BEE-9F0C23C84A52}"/>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245792715"/>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Tree>
    <p:extLst>
      <p:ext uri="{BB962C8B-B14F-4D97-AF65-F5344CB8AC3E}">
        <p14:creationId xmlns:p14="http://schemas.microsoft.com/office/powerpoint/2010/main" val="3833038121"/>
      </p:ext>
    </p:extLst>
  </p:cSld>
  <p:clrMapOvr>
    <a:masterClrMapping/>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omms &amp; Media title slide">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a:srcRect b="15625"/>
          <a:stretch/>
        </p:blipFill>
        <p:spPr>
          <a:xfrm flipH="1">
            <a:off x="0" y="0"/>
            <a:ext cx="12192000" cy="6858000"/>
          </a:xfrm>
          <a:prstGeom prst="rect">
            <a:avLst/>
          </a:prstGeom>
        </p:spPr>
      </p:pic>
      <p:sp>
        <p:nvSpPr>
          <p:cNvPr id="6" name="Rectangle 5"/>
          <p:cNvSpPr/>
          <p:nvPr/>
        </p:nvSpPr>
        <p:spPr>
          <a:xfrm>
            <a:off x="0" y="0"/>
            <a:ext cx="5404104" cy="6858000"/>
          </a:xfrm>
          <a:prstGeom prst="rect">
            <a:avLst/>
          </a:prstGeom>
          <a:solidFill>
            <a:srgbClr val="00000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b" anchorCtr="0" forceAA="0" compatLnSpc="1">
            <a:prstTxWarp prst="textNoShape">
              <a:avLst/>
            </a:prstTxWarp>
            <a:noAutofit/>
          </a:bodyPr>
          <a:lstStyle/>
          <a:p>
            <a:pPr algn="r"/>
            <a:endParaRPr lang="en-US" sz="1200" dirty="0" err="1"/>
          </a:p>
        </p:txBody>
      </p:sp>
      <p:sp>
        <p:nvSpPr>
          <p:cNvPr id="9" name="Title 1"/>
          <p:cNvSpPr>
            <a:spLocks noGrp="1"/>
          </p:cNvSpPr>
          <p:nvPr>
            <p:ph type="title" hasCustomPrompt="1"/>
          </p:nvPr>
        </p:nvSpPr>
        <p:spPr bwMode="ltGray">
          <a:xfrm>
            <a:off x="228599" y="275423"/>
            <a:ext cx="5175505" cy="3616381"/>
          </a:xfrm>
          <a:noFill/>
        </p:spPr>
        <p:txBody>
          <a:bodyPr vert="horz" lIns="137160" tIns="91440" rIns="137160" bIns="0" rtlCol="0" anchor="b" anchorCtr="0">
            <a:normAutofit/>
          </a:bodyPr>
          <a:lstStyle>
            <a:lvl1pPr algn="l">
              <a:defRPr lang="en-US" sz="4800" b="1" spc="-100" baseline="0" dirty="0">
                <a:solidFill>
                  <a:schemeClr val="bg1"/>
                </a:solidFill>
                <a:latin typeface="+mn-lt"/>
                <a:cs typeface="Segoe UI Semibold" panose="020B0702040204020203" pitchFamily="34" charset="0"/>
              </a:defRPr>
            </a:lvl1pPr>
          </a:lstStyle>
          <a:p>
            <a:pPr lvl="0"/>
            <a:r>
              <a:rPr lang="en-US" dirty="0"/>
              <a:t>Presentation title</a:t>
            </a:r>
          </a:p>
        </p:txBody>
      </p:sp>
      <p:sp>
        <p:nvSpPr>
          <p:cNvPr id="4" name="Text Placeholder 3"/>
          <p:cNvSpPr>
            <a:spLocks noGrp="1"/>
          </p:cNvSpPr>
          <p:nvPr>
            <p:ph type="body" sz="quarter" idx="10" hasCustomPrompt="1"/>
          </p:nvPr>
        </p:nvSpPr>
        <p:spPr>
          <a:xfrm>
            <a:off x="228600" y="5663820"/>
            <a:ext cx="3784600" cy="889380"/>
          </a:xfrm>
        </p:spPr>
        <p:txBody>
          <a:bodyPr lIns="137160" tIns="91440" rIns="137160" bIns="137160" anchor="b">
            <a:noAutofit/>
          </a:bodyPr>
          <a:lstStyle>
            <a:lvl1pPr marL="0" indent="0" algn="l">
              <a:spcBef>
                <a:spcPts val="0"/>
              </a:spcBef>
              <a:buNone/>
              <a:defRPr sz="1400">
                <a:solidFill>
                  <a:schemeClr val="bg1"/>
                </a:solidFill>
              </a:defRPr>
            </a:lvl1pPr>
            <a:lvl2pPr marL="281668" indent="0">
              <a:buNone/>
              <a:defRPr sz="2000">
                <a:solidFill>
                  <a:schemeClr val="bg1"/>
                </a:solidFill>
              </a:defRPr>
            </a:lvl2pPr>
            <a:lvl3pPr marL="588461" indent="0">
              <a:buNone/>
              <a:defRPr sz="2000">
                <a:solidFill>
                  <a:schemeClr val="bg1"/>
                </a:solidFill>
              </a:defRPr>
            </a:lvl3pPr>
            <a:lvl4pPr marL="870129" indent="0">
              <a:buNone/>
              <a:defRPr sz="2000">
                <a:solidFill>
                  <a:schemeClr val="bg1"/>
                </a:solidFill>
              </a:defRPr>
            </a:lvl4pPr>
            <a:lvl5pPr marL="1105512" indent="0">
              <a:buNone/>
              <a:defRPr sz="2000">
                <a:solidFill>
                  <a:schemeClr val="bg1"/>
                </a:solidFill>
              </a:defRPr>
            </a:lvl5pPr>
          </a:lstStyle>
          <a:p>
            <a:pPr lvl="0"/>
            <a:r>
              <a:rPr lang="en-US" dirty="0"/>
              <a:t>Speaker Name</a:t>
            </a:r>
          </a:p>
          <a:p>
            <a:pPr lvl="0"/>
            <a:r>
              <a:rPr lang="en-US" dirty="0"/>
              <a:t>Date</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246659" y="7903765"/>
            <a:ext cx="1740540" cy="640080"/>
          </a:xfrm>
          <a:prstGeom prst="rect">
            <a:avLst/>
          </a:prstGeom>
        </p:spPr>
      </p:pic>
      <p:sp>
        <p:nvSpPr>
          <p:cNvPr id="5" name="Text Placeholder 4"/>
          <p:cNvSpPr>
            <a:spLocks noGrp="1"/>
          </p:cNvSpPr>
          <p:nvPr>
            <p:ph type="body" sz="quarter" idx="11"/>
          </p:nvPr>
        </p:nvSpPr>
        <p:spPr>
          <a:xfrm>
            <a:off x="228600" y="3891805"/>
            <a:ext cx="3886200" cy="1658120"/>
          </a:xfrm>
        </p:spPr>
        <p:txBody>
          <a:bodyPr lIns="137160" tIns="0" rIns="137160" bIns="137160">
            <a:noAutofit/>
          </a:bodyPr>
          <a:lstStyle>
            <a:lvl1pPr>
              <a:defRPr sz="2400" spc="-80" baseline="0">
                <a:solidFill>
                  <a:schemeClr val="bg1"/>
                </a:solidFill>
              </a:defRPr>
            </a:lvl1pPr>
          </a:lstStyle>
          <a:p>
            <a:pPr lvl="0"/>
            <a:r>
              <a:rPr lang="en-US"/>
              <a:t>Edit Master text styles</a:t>
            </a:r>
          </a:p>
        </p:txBody>
      </p:sp>
      <p:pic>
        <p:nvPicPr>
          <p:cNvPr id="14" name="Picture 13"/>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10246659" y="5993177"/>
            <a:ext cx="1737792" cy="639069"/>
          </a:xfrm>
          <a:prstGeom prst="rect">
            <a:avLst/>
          </a:prstGeom>
        </p:spPr>
      </p:pic>
    </p:spTree>
    <p:extLst>
      <p:ext uri="{BB962C8B-B14F-4D97-AF65-F5344CB8AC3E}">
        <p14:creationId xmlns:p14="http://schemas.microsoft.com/office/powerpoint/2010/main" val="1506524656"/>
      </p:ext>
    </p:extLst>
  </p:cSld>
  <p:clrMapOvr>
    <a:masterClrMapping/>
  </p:clrMapOvr>
  <p:transition>
    <p:fade/>
  </p:transition>
  <p:extLst>
    <p:ext uri="{DCECCB84-F9BA-43D5-87BE-67443E8EF086}">
      <p15:sldGuideLst xmlns:p15="http://schemas.microsoft.com/office/powerpoint/2012/main">
        <p15:guide id="1" pos="4127">
          <p15:clr>
            <a:srgbClr val="5ACBF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28600" y="228600"/>
            <a:ext cx="11696700" cy="914400"/>
          </a:xfrm>
        </p:spPr>
        <p:txBody>
          <a:bodyPr lIns="91440" tIns="0" rIns="0" bIns="0" anchor="t">
            <a:noAutofit/>
          </a:bodyPr>
          <a:lstStyle>
            <a:lvl1pPr>
              <a:lnSpc>
                <a:spcPct val="100000"/>
              </a:lnSpc>
              <a:defRPr sz="4400"/>
            </a:lvl1pPr>
          </a:lstStyle>
          <a:p>
            <a:r>
              <a:rPr lang="en-US" dirty="0"/>
              <a:t>Click to edit Master title style</a:t>
            </a:r>
          </a:p>
        </p:txBody>
      </p:sp>
      <p:sp>
        <p:nvSpPr>
          <p:cNvPr id="16" name="Text Placeholder 15"/>
          <p:cNvSpPr>
            <a:spLocks noGrp="1"/>
          </p:cNvSpPr>
          <p:nvPr>
            <p:ph type="body" sz="quarter" idx="14"/>
          </p:nvPr>
        </p:nvSpPr>
        <p:spPr>
          <a:xfrm>
            <a:off x="228600" y="1600200"/>
            <a:ext cx="11812548" cy="4577051"/>
          </a:xfrm>
        </p:spPr>
        <p:txBody>
          <a:bodyPr lIns="137160" rIns="137160" bIns="13716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Slide Number Placeholder 18"/>
          <p:cNvSpPr>
            <a:spLocks noGrp="1"/>
          </p:cNvSpPr>
          <p:nvPr>
            <p:ph type="sldNum" sz="quarter" idx="15"/>
          </p:nvPr>
        </p:nvSpPr>
        <p:spPr/>
        <p:txBody>
          <a:bodyPr/>
          <a:lstStyle/>
          <a:p>
            <a:fld id="{FAADACFB-7C71-4E89-89D2-7BBA40B7BFA9}" type="slidenum">
              <a:rPr lang="en-US" smtClean="0">
                <a:solidFill>
                  <a:srgbClr val="505050"/>
                </a:solidFill>
              </a:rPr>
              <a:pPr/>
              <a:t>‹#›</a:t>
            </a:fld>
            <a:endParaRPr lang="en-US" dirty="0">
              <a:solidFill>
                <a:srgbClr val="505050"/>
              </a:solidFill>
            </a:endParaRPr>
          </a:p>
        </p:txBody>
      </p:sp>
      <p:sp>
        <p:nvSpPr>
          <p:cNvPr id="20" name="Footer Placeholder 19"/>
          <p:cNvSpPr>
            <a:spLocks noGrp="1"/>
          </p:cNvSpPr>
          <p:nvPr>
            <p:ph type="ftr" sz="quarter" idx="16"/>
          </p:nvPr>
        </p:nvSpPr>
        <p:spPr>
          <a:xfrm>
            <a:off x="228601" y="6553200"/>
            <a:ext cx="11201400" cy="304801"/>
          </a:xfrm>
        </p:spPr>
        <p:txBody>
          <a:bodyPr/>
          <a:lstStyle/>
          <a:p>
            <a:endParaRPr lang="en-US" dirty="0">
              <a:solidFill>
                <a:srgbClr val="505050"/>
              </a:solidFill>
            </a:endParaRPr>
          </a:p>
        </p:txBody>
      </p:sp>
    </p:spTree>
    <p:extLst>
      <p:ext uri="{BB962C8B-B14F-4D97-AF65-F5344CB8AC3E}">
        <p14:creationId xmlns:p14="http://schemas.microsoft.com/office/powerpoint/2010/main" val="1218053997"/>
      </p:ext>
    </p:extLst>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228600" y="228600"/>
            <a:ext cx="11696700" cy="914400"/>
          </a:xfrm>
        </p:spPr>
        <p:txBody>
          <a:bodyPr lIns="91440" tIns="0" rIns="0" bIns="0" anchor="t">
            <a:noAutofit/>
          </a:bodyPr>
          <a:lstStyle>
            <a:lvl1pPr>
              <a:lnSpc>
                <a:spcPct val="100000"/>
              </a:lnSpc>
              <a:defRPr sz="4400"/>
            </a:lvl1pPr>
          </a:lstStyle>
          <a:p>
            <a:r>
              <a:rPr lang="en-US" dirty="0"/>
              <a:t>Click to edit Master title style</a:t>
            </a:r>
          </a:p>
        </p:txBody>
      </p:sp>
      <p:sp>
        <p:nvSpPr>
          <p:cNvPr id="19" name="Slide Number Placeholder 18"/>
          <p:cNvSpPr>
            <a:spLocks noGrp="1"/>
          </p:cNvSpPr>
          <p:nvPr>
            <p:ph type="sldNum" sz="quarter" idx="15"/>
          </p:nvPr>
        </p:nvSpPr>
        <p:spPr/>
        <p:txBody>
          <a:bodyPr/>
          <a:lstStyle/>
          <a:p>
            <a:fld id="{FAADACFB-7C71-4E89-89D2-7BBA40B7BFA9}" type="slidenum">
              <a:rPr lang="en-US" smtClean="0">
                <a:solidFill>
                  <a:srgbClr val="505050"/>
                </a:solidFill>
              </a:rPr>
              <a:pPr/>
              <a:t>‹#›</a:t>
            </a:fld>
            <a:endParaRPr lang="en-US" dirty="0">
              <a:solidFill>
                <a:srgbClr val="505050"/>
              </a:solidFill>
            </a:endParaRPr>
          </a:p>
        </p:txBody>
      </p:sp>
      <p:sp>
        <p:nvSpPr>
          <p:cNvPr id="20" name="Footer Placeholder 19"/>
          <p:cNvSpPr>
            <a:spLocks noGrp="1"/>
          </p:cNvSpPr>
          <p:nvPr>
            <p:ph type="ftr" sz="quarter" idx="16"/>
          </p:nvPr>
        </p:nvSpPr>
        <p:spPr>
          <a:xfrm>
            <a:off x="228601" y="6553200"/>
            <a:ext cx="11201400" cy="304801"/>
          </a:xfrm>
        </p:spPr>
        <p:txBody>
          <a:bodyPr/>
          <a:lstStyle/>
          <a:p>
            <a:endParaRPr lang="en-US" dirty="0">
              <a:solidFill>
                <a:srgbClr val="505050"/>
              </a:solidFill>
            </a:endParaRPr>
          </a:p>
        </p:txBody>
      </p:sp>
    </p:spTree>
    <p:extLst>
      <p:ext uri="{BB962C8B-B14F-4D97-AF65-F5344CB8AC3E}">
        <p14:creationId xmlns:p14="http://schemas.microsoft.com/office/powerpoint/2010/main" val="413449804"/>
      </p:ext>
    </p:extLst>
  </p:cSld>
  <p:clrMapOvr>
    <a:masterClrMapping/>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5"/>
          </p:nvPr>
        </p:nvSpPr>
        <p:spPr>
          <a:xfrm>
            <a:off x="228601" y="6553200"/>
            <a:ext cx="11201400" cy="304801"/>
          </a:xfrm>
        </p:spPr>
        <p:txBody>
          <a:bodyPr/>
          <a:lstStyle/>
          <a:p>
            <a:endParaRPr lang="en-US" dirty="0">
              <a:solidFill>
                <a:srgbClr val="505050"/>
              </a:solidFill>
            </a:endParaRPr>
          </a:p>
        </p:txBody>
      </p:sp>
      <p:sp>
        <p:nvSpPr>
          <p:cNvPr id="3" name="Slide Number Placeholder 2"/>
          <p:cNvSpPr>
            <a:spLocks noGrp="1"/>
          </p:cNvSpPr>
          <p:nvPr>
            <p:ph type="sldNum" sz="quarter" idx="16"/>
          </p:nvPr>
        </p:nvSpPr>
        <p:spPr/>
        <p:txBody>
          <a:bodyPr/>
          <a:lstStyle/>
          <a:p>
            <a:fld id="{FAADACFB-7C71-4E89-89D2-7BBA40B7BFA9}" type="slidenum">
              <a:rPr lang="en-US" smtClean="0">
                <a:solidFill>
                  <a:srgbClr val="505050"/>
                </a:solidFill>
              </a:rPr>
              <a:pPr/>
              <a:t>‹#›</a:t>
            </a:fld>
            <a:endParaRPr lang="en-US" dirty="0">
              <a:solidFill>
                <a:srgbClr val="505050"/>
              </a:solidFill>
            </a:endParaRPr>
          </a:p>
        </p:txBody>
      </p:sp>
    </p:spTree>
    <p:extLst>
      <p:ext uri="{BB962C8B-B14F-4D97-AF65-F5344CB8AC3E}">
        <p14:creationId xmlns:p14="http://schemas.microsoft.com/office/powerpoint/2010/main" val="3281915920"/>
      </p:ext>
    </p:extLst>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1_Microsoft logo">
    <p:bg>
      <p:bgPr>
        <a:solidFill>
          <a:srgbClr val="000000"/>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stretch>
            <a:fillRect/>
          </a:stretch>
        </p:blipFill>
        <p:spPr>
          <a:xfrm>
            <a:off x="0" y="2717125"/>
            <a:ext cx="3176547" cy="1423751"/>
          </a:xfrm>
          <a:prstGeom prst="rect">
            <a:avLst/>
          </a:prstGeom>
        </p:spPr>
      </p:pic>
    </p:spTree>
    <p:extLst>
      <p:ext uri="{BB962C8B-B14F-4D97-AF65-F5344CB8AC3E}">
        <p14:creationId xmlns:p14="http://schemas.microsoft.com/office/powerpoint/2010/main" val="3054985059"/>
      </p:ext>
    </p:extLst>
  </p:cSld>
  <p:clrMapOvr>
    <a:masterClrMapping/>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losing slide 1">
    <p:bg>
      <p:bgPr>
        <a:solidFill>
          <a:schemeClr val="tx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C370E04-F3D7-44F1-9863-6604D12FE022}"/>
              </a:ext>
            </a:extLst>
          </p:cNvPr>
          <p:cNvSpPr>
            <a:spLocks noGrp="1"/>
          </p:cNvSpPr>
          <p:nvPr>
            <p:ph type="title" hasCustomPrompt="1"/>
          </p:nvPr>
        </p:nvSpPr>
        <p:spPr>
          <a:xfrm>
            <a:off x="455995" y="1845277"/>
            <a:ext cx="7454644" cy="1473396"/>
          </a:xfrm>
          <a:prstGeom prst="rect">
            <a:avLst/>
          </a:prstGeom>
          <a:noFill/>
        </p:spPr>
        <p:txBody>
          <a:bodyPr lIns="0" tIns="0" rIns="0" bIns="0" anchor="t" anchorCtr="0"/>
          <a:lstStyle>
            <a:lvl1pPr>
              <a:lnSpc>
                <a:spcPct val="100000"/>
              </a:lnSpc>
              <a:spcAft>
                <a:spcPts val="1274"/>
              </a:spcAft>
              <a:defRPr sz="2549" spc="-49" baseline="0">
                <a:solidFill>
                  <a:schemeClr val="bg1"/>
                </a:solidFill>
              </a:defRPr>
            </a:lvl1pPr>
          </a:lstStyle>
          <a:p>
            <a:r>
              <a:rPr lang="en-US" dirty="0"/>
              <a:t>Azure Technical Trainer Role Based Training</a:t>
            </a:r>
          </a:p>
        </p:txBody>
      </p:sp>
      <p:pic>
        <p:nvPicPr>
          <p:cNvPr id="5" name="Picture 4">
            <a:extLst>
              <a:ext uri="{FF2B5EF4-FFF2-40B4-BE49-F238E27FC236}">
                <a16:creationId xmlns:a16="http://schemas.microsoft.com/office/drawing/2014/main" id="{DC1F9C5D-BBFD-AE42-A1D5-DA2C27C2E90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170" y="439310"/>
            <a:ext cx="1335673" cy="190278"/>
          </a:xfrm>
          <a:prstGeom prst="rect">
            <a:avLst/>
          </a:prstGeom>
        </p:spPr>
      </p:pic>
      <p:sp>
        <p:nvSpPr>
          <p:cNvPr id="6" name="Text Box 3">
            <a:extLst>
              <a:ext uri="{FF2B5EF4-FFF2-40B4-BE49-F238E27FC236}">
                <a16:creationId xmlns:a16="http://schemas.microsoft.com/office/drawing/2014/main" id="{4071864E-755E-AD40-A80D-10E454980F16}"/>
              </a:ext>
            </a:extLst>
          </p:cNvPr>
          <p:cNvSpPr txBox="1">
            <a:spLocks noChangeArrowheads="1"/>
          </p:cNvSpPr>
          <p:nvPr userDrawn="1"/>
        </p:nvSpPr>
        <p:spPr bwMode="blackWhite">
          <a:xfrm>
            <a:off x="454170" y="6451197"/>
            <a:ext cx="4482124" cy="105619"/>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bg1"/>
                </a:solidFill>
                <a:cs typeface="Segoe UI" pitchFamily="34" charset="0"/>
              </a:rPr>
              <a:t>© Copyright Microsoft Corporation. All rights reserved. </a:t>
            </a:r>
          </a:p>
        </p:txBody>
      </p:sp>
    </p:spTree>
    <p:extLst>
      <p:ext uri="{BB962C8B-B14F-4D97-AF65-F5344CB8AC3E}">
        <p14:creationId xmlns:p14="http://schemas.microsoft.com/office/powerpoint/2010/main" val="406384795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Closing slide 2">
    <p:bg>
      <p:bgPr>
        <a:solidFill>
          <a:srgbClr val="000000"/>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C370E04-F3D7-44F1-9863-6604D12FE022}"/>
              </a:ext>
            </a:extLst>
          </p:cNvPr>
          <p:cNvSpPr>
            <a:spLocks noGrp="1"/>
          </p:cNvSpPr>
          <p:nvPr>
            <p:ph type="title" hasCustomPrompt="1"/>
          </p:nvPr>
        </p:nvSpPr>
        <p:spPr>
          <a:xfrm>
            <a:off x="455995" y="1845277"/>
            <a:ext cx="7454644" cy="1473396"/>
          </a:xfrm>
          <a:prstGeom prst="rect">
            <a:avLst/>
          </a:prstGeom>
          <a:noFill/>
        </p:spPr>
        <p:txBody>
          <a:bodyPr lIns="0" tIns="0" rIns="0" bIns="0" anchor="t" anchorCtr="0"/>
          <a:lstStyle>
            <a:lvl1pPr>
              <a:lnSpc>
                <a:spcPct val="100000"/>
              </a:lnSpc>
              <a:spcAft>
                <a:spcPts val="1274"/>
              </a:spcAft>
              <a:defRPr sz="2549" spc="-49" baseline="0">
                <a:solidFill>
                  <a:schemeClr val="bg1"/>
                </a:solidFill>
              </a:defRPr>
            </a:lvl1pPr>
          </a:lstStyle>
          <a:p>
            <a:r>
              <a:rPr lang="en-US" dirty="0"/>
              <a:t>Azure Technical Trainer Role Based Training</a:t>
            </a:r>
          </a:p>
        </p:txBody>
      </p:sp>
      <p:sp>
        <p:nvSpPr>
          <p:cNvPr id="5" name="Text Box 3">
            <a:extLst>
              <a:ext uri="{FF2B5EF4-FFF2-40B4-BE49-F238E27FC236}">
                <a16:creationId xmlns:a16="http://schemas.microsoft.com/office/drawing/2014/main" id="{0AFD6FAE-B215-4CF5-A1C7-AE7803BB4E41}"/>
              </a:ext>
            </a:extLst>
          </p:cNvPr>
          <p:cNvSpPr txBox="1">
            <a:spLocks noChangeArrowheads="1"/>
          </p:cNvSpPr>
          <p:nvPr userDrawn="1"/>
        </p:nvSpPr>
        <p:spPr bwMode="blackWhite">
          <a:xfrm>
            <a:off x="454170" y="6451197"/>
            <a:ext cx="4482124" cy="105619"/>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bg1"/>
                </a:solidFill>
                <a:cs typeface="Segoe UI" pitchFamily="34" charset="0"/>
              </a:rPr>
              <a:t>© Copyright Microsoft Corporation. All rights reserved. </a:t>
            </a:r>
          </a:p>
        </p:txBody>
      </p:sp>
      <p:pic>
        <p:nvPicPr>
          <p:cNvPr id="6" name="Picture 5">
            <a:extLst>
              <a:ext uri="{FF2B5EF4-FFF2-40B4-BE49-F238E27FC236}">
                <a16:creationId xmlns:a16="http://schemas.microsoft.com/office/drawing/2014/main" id="{DC1F9C5D-BBFD-AE42-A1D5-DA2C27C2E90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170" y="439310"/>
            <a:ext cx="1335673" cy="190278"/>
          </a:xfrm>
          <a:prstGeom prst="rect">
            <a:avLst/>
          </a:prstGeom>
        </p:spPr>
      </p:pic>
    </p:spTree>
    <p:extLst>
      <p:ext uri="{BB962C8B-B14F-4D97-AF65-F5344CB8AC3E}">
        <p14:creationId xmlns:p14="http://schemas.microsoft.com/office/powerpoint/2010/main" val="365403875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le Slide 1">
    <p:bg>
      <p:bgPr>
        <a:solidFill>
          <a:schemeClr val="bg2"/>
        </a:soli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4A36DC34-EED6-8F49-8473-3802F6C2A3D1}"/>
              </a:ext>
            </a:extLst>
          </p:cNvPr>
          <p:cNvSpPr>
            <a:spLocks noGrp="1"/>
          </p:cNvSpPr>
          <p:nvPr>
            <p:ph type="title" hasCustomPrompt="1"/>
          </p:nvPr>
        </p:nvSpPr>
        <p:spPr>
          <a:xfrm>
            <a:off x="428681" y="2532448"/>
            <a:ext cx="9630389" cy="1793104"/>
          </a:xfrm>
          <a:prstGeom prst="rect">
            <a:avLst/>
          </a:prstGeom>
          <a:noFill/>
        </p:spPr>
        <p:txBody>
          <a:bodyPr lIns="0" tIns="0" rIns="0" bIns="182880" anchor="b" anchorCtr="0"/>
          <a:lstStyle>
            <a:lvl1pPr>
              <a:defRPr sz="4705" strike="noStrike" spc="-49" baseline="0">
                <a:solidFill>
                  <a:schemeClr val="tx2"/>
                </a:solidFill>
              </a:defRPr>
            </a:lvl1pPr>
          </a:lstStyle>
          <a:p>
            <a:r>
              <a:rPr lang="en-US" dirty="0"/>
              <a:t>Azure presentation title </a:t>
            </a:r>
            <a:br>
              <a:rPr lang="en-US" dirty="0"/>
            </a:br>
            <a:r>
              <a:rPr lang="en-US" dirty="0"/>
              <a:t>or event name</a:t>
            </a:r>
          </a:p>
        </p:txBody>
      </p:sp>
      <p:sp>
        <p:nvSpPr>
          <p:cNvPr id="14" name="Text Placeholder 10">
            <a:extLst>
              <a:ext uri="{FF2B5EF4-FFF2-40B4-BE49-F238E27FC236}">
                <a16:creationId xmlns:a16="http://schemas.microsoft.com/office/drawing/2014/main" id="{2E500E80-DD0C-EF4F-BB7D-03960A098E1F}"/>
              </a:ext>
            </a:extLst>
          </p:cNvPr>
          <p:cNvSpPr>
            <a:spLocks noGrp="1"/>
          </p:cNvSpPr>
          <p:nvPr>
            <p:ph type="body" sz="quarter" idx="15" hasCustomPrompt="1"/>
          </p:nvPr>
        </p:nvSpPr>
        <p:spPr>
          <a:xfrm>
            <a:off x="442466" y="4350114"/>
            <a:ext cx="9602819" cy="724246"/>
          </a:xfrm>
          <a:prstGeom prst="rect">
            <a:avLst/>
          </a:prstGeom>
        </p:spPr>
        <p:txBody>
          <a:bodyPr/>
          <a:lstStyle>
            <a:lvl1pPr>
              <a:defRPr sz="1765">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dirty="0"/>
              <a:t>Author name</a:t>
            </a:r>
            <a:br>
              <a:rPr lang="en-US" dirty="0"/>
            </a:br>
            <a:r>
              <a:rPr lang="en-US" dirty="0"/>
              <a:t>Date</a:t>
            </a:r>
          </a:p>
        </p:txBody>
      </p:sp>
    </p:spTree>
    <p:extLst>
      <p:ext uri="{BB962C8B-B14F-4D97-AF65-F5344CB8AC3E}">
        <p14:creationId xmlns:p14="http://schemas.microsoft.com/office/powerpoint/2010/main" val="306437913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itle Slide 2">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FDD3BB94-DC99-244C-91E3-A9764AF2671E}"/>
              </a:ext>
            </a:extLst>
          </p:cNvPr>
          <p:cNvSpPr>
            <a:spLocks noGrp="1"/>
          </p:cNvSpPr>
          <p:nvPr>
            <p:ph type="title" hasCustomPrompt="1"/>
          </p:nvPr>
        </p:nvSpPr>
        <p:spPr>
          <a:xfrm>
            <a:off x="428681" y="2532448"/>
            <a:ext cx="9630389" cy="1793104"/>
          </a:xfrm>
          <a:prstGeom prst="rect">
            <a:avLst/>
          </a:prstGeom>
          <a:noFill/>
        </p:spPr>
        <p:txBody>
          <a:bodyPr lIns="0" tIns="0" rIns="0" bIns="182880" anchor="b" anchorCtr="0"/>
          <a:lstStyle>
            <a:lvl1pPr>
              <a:defRPr sz="4705" strike="noStrike" spc="-49" baseline="0">
                <a:solidFill>
                  <a:schemeClr val="bg2"/>
                </a:solidFill>
              </a:defRPr>
            </a:lvl1pPr>
          </a:lstStyle>
          <a:p>
            <a:r>
              <a:rPr lang="en-US" dirty="0"/>
              <a:t>Azure presentation title </a:t>
            </a:r>
            <a:br>
              <a:rPr lang="en-US" dirty="0"/>
            </a:br>
            <a:r>
              <a:rPr lang="en-US" dirty="0"/>
              <a:t>or event name</a:t>
            </a:r>
          </a:p>
        </p:txBody>
      </p:sp>
      <p:sp>
        <p:nvSpPr>
          <p:cNvPr id="16" name="Text Placeholder 10">
            <a:extLst>
              <a:ext uri="{FF2B5EF4-FFF2-40B4-BE49-F238E27FC236}">
                <a16:creationId xmlns:a16="http://schemas.microsoft.com/office/drawing/2014/main" id="{63FCEA3C-C822-5A4A-9561-695239EA77C3}"/>
              </a:ext>
            </a:extLst>
          </p:cNvPr>
          <p:cNvSpPr>
            <a:spLocks noGrp="1"/>
          </p:cNvSpPr>
          <p:nvPr>
            <p:ph type="body" sz="quarter" idx="15" hasCustomPrompt="1"/>
          </p:nvPr>
        </p:nvSpPr>
        <p:spPr>
          <a:xfrm>
            <a:off x="442466" y="4350114"/>
            <a:ext cx="9602819" cy="724246"/>
          </a:xfrm>
          <a:prstGeom prst="rect">
            <a:avLst/>
          </a:prstGeom>
        </p:spPr>
        <p:txBody>
          <a:bodyPr/>
          <a:lstStyle>
            <a:lvl1pPr>
              <a:defRPr sz="1765">
                <a:solidFill>
                  <a:schemeClr val="bg2"/>
                </a:solidFill>
              </a:defRPr>
            </a:lvl1pPr>
            <a:lvl2pPr>
              <a:defRPr sz="1765">
                <a:solidFill>
                  <a:srgbClr val="000000"/>
                </a:solidFill>
              </a:defRPr>
            </a:lvl2pPr>
            <a:lvl3pPr>
              <a:defRPr sz="1372"/>
            </a:lvl3pPr>
            <a:lvl4pPr>
              <a:defRPr sz="1372"/>
            </a:lvl4pPr>
            <a:lvl5pPr>
              <a:defRPr sz="1029"/>
            </a:lvl5pPr>
          </a:lstStyle>
          <a:p>
            <a:pPr lvl="0"/>
            <a:r>
              <a:rPr lang="en-US" dirty="0"/>
              <a:t>Author name</a:t>
            </a:r>
            <a:br>
              <a:rPr lang="en-US" dirty="0"/>
            </a:br>
            <a:r>
              <a:rPr lang="en-US" dirty="0"/>
              <a:t>Date</a:t>
            </a:r>
          </a:p>
        </p:txBody>
      </p:sp>
    </p:spTree>
    <p:extLst>
      <p:ext uri="{BB962C8B-B14F-4D97-AF65-F5344CB8AC3E}">
        <p14:creationId xmlns:p14="http://schemas.microsoft.com/office/powerpoint/2010/main" val="423143828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itle slide 3">
    <p:bg>
      <p:bgPr>
        <a:solidFill>
          <a:srgbClr val="000000"/>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302B9254-503D-8F44-9D4B-18675DFDE809}"/>
              </a:ext>
            </a:extLst>
          </p:cNvPr>
          <p:cNvSpPr>
            <a:spLocks noGrp="1"/>
          </p:cNvSpPr>
          <p:nvPr>
            <p:ph type="title" hasCustomPrompt="1"/>
          </p:nvPr>
        </p:nvSpPr>
        <p:spPr>
          <a:xfrm>
            <a:off x="428681" y="2532448"/>
            <a:ext cx="9630389" cy="1793104"/>
          </a:xfrm>
          <a:prstGeom prst="rect">
            <a:avLst/>
          </a:prstGeom>
          <a:noFill/>
        </p:spPr>
        <p:txBody>
          <a:bodyPr lIns="0" tIns="0" rIns="0" bIns="182880" anchor="b" anchorCtr="0"/>
          <a:lstStyle>
            <a:lvl1pPr>
              <a:defRPr sz="4705" strike="noStrike" spc="-49" baseline="0">
                <a:solidFill>
                  <a:schemeClr val="bg2"/>
                </a:solidFill>
              </a:defRPr>
            </a:lvl1pPr>
          </a:lstStyle>
          <a:p>
            <a:r>
              <a:rPr lang="en-US" dirty="0"/>
              <a:t>Azure presentation title </a:t>
            </a:r>
            <a:br>
              <a:rPr lang="en-US" dirty="0"/>
            </a:br>
            <a:r>
              <a:rPr lang="en-US" dirty="0"/>
              <a:t>or event name</a:t>
            </a:r>
          </a:p>
        </p:txBody>
      </p:sp>
      <p:sp>
        <p:nvSpPr>
          <p:cNvPr id="12" name="Text Placeholder 10">
            <a:extLst>
              <a:ext uri="{FF2B5EF4-FFF2-40B4-BE49-F238E27FC236}">
                <a16:creationId xmlns:a16="http://schemas.microsoft.com/office/drawing/2014/main" id="{2D6C119F-8C39-DF40-90FE-09B7E3ECDBE0}"/>
              </a:ext>
            </a:extLst>
          </p:cNvPr>
          <p:cNvSpPr>
            <a:spLocks noGrp="1"/>
          </p:cNvSpPr>
          <p:nvPr>
            <p:ph type="body" sz="quarter" idx="15" hasCustomPrompt="1"/>
          </p:nvPr>
        </p:nvSpPr>
        <p:spPr>
          <a:xfrm>
            <a:off x="442466" y="4350114"/>
            <a:ext cx="9602819" cy="724246"/>
          </a:xfrm>
          <a:prstGeom prst="rect">
            <a:avLst/>
          </a:prstGeom>
        </p:spPr>
        <p:txBody>
          <a:bodyPr/>
          <a:lstStyle>
            <a:lvl1pPr>
              <a:defRPr sz="1765">
                <a:solidFill>
                  <a:schemeClr val="bg2"/>
                </a:solidFill>
              </a:defRPr>
            </a:lvl1pPr>
            <a:lvl2pPr>
              <a:defRPr sz="1765">
                <a:solidFill>
                  <a:srgbClr val="000000"/>
                </a:solidFill>
              </a:defRPr>
            </a:lvl2pPr>
            <a:lvl3pPr>
              <a:defRPr sz="1372"/>
            </a:lvl3pPr>
            <a:lvl4pPr>
              <a:defRPr sz="1372"/>
            </a:lvl4pPr>
            <a:lvl5pPr>
              <a:defRPr sz="1029"/>
            </a:lvl5pPr>
          </a:lstStyle>
          <a:p>
            <a:pPr lvl="0"/>
            <a:r>
              <a:rPr lang="en-US" dirty="0"/>
              <a:t>Author name</a:t>
            </a:r>
            <a:br>
              <a:rPr lang="en-US" dirty="0"/>
            </a:br>
            <a:r>
              <a:rPr lang="en-US" dirty="0"/>
              <a:t>Date</a:t>
            </a:r>
          </a:p>
        </p:txBody>
      </p:sp>
    </p:spTree>
    <p:extLst>
      <p:ext uri="{BB962C8B-B14F-4D97-AF65-F5344CB8AC3E}">
        <p14:creationId xmlns:p14="http://schemas.microsoft.com/office/powerpoint/2010/main" val="23431003"/>
      </p:ext>
    </p:extLst>
  </p:cSld>
  <p:clrMapOvr>
    <a:masterClrMapping/>
  </p:clrMapOvr>
  <p:transition>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slide 4">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0419340-DB0C-B34E-84FE-2AA1A19A58C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57617" y="0"/>
            <a:ext cx="5973790" cy="6858000"/>
          </a:xfrm>
          <a:prstGeom prst="rect">
            <a:avLst/>
          </a:prstGeom>
        </p:spPr>
      </p:pic>
      <p:sp>
        <p:nvSpPr>
          <p:cNvPr id="8" name="Title 1">
            <a:extLst>
              <a:ext uri="{FF2B5EF4-FFF2-40B4-BE49-F238E27FC236}">
                <a16:creationId xmlns:a16="http://schemas.microsoft.com/office/drawing/2014/main" id="{1D09A9D1-6212-8B49-96D7-B3E9D17D4BAB}"/>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5" strike="noStrike" spc="-49" baseline="0">
                <a:solidFill>
                  <a:srgbClr val="000000"/>
                </a:solidFill>
              </a:defRPr>
            </a:lvl1pPr>
          </a:lstStyle>
          <a:p>
            <a:r>
              <a:rPr lang="en-US" dirty="0"/>
              <a:t>Azure presentation</a:t>
            </a:r>
            <a:br>
              <a:rPr lang="en-US" dirty="0"/>
            </a:br>
            <a:r>
              <a:rPr lang="en-US" dirty="0"/>
              <a:t>title or event name</a:t>
            </a:r>
          </a:p>
        </p:txBody>
      </p:sp>
      <p:sp>
        <p:nvSpPr>
          <p:cNvPr id="9" name="Text Placeholder 10">
            <a:extLst>
              <a:ext uri="{FF2B5EF4-FFF2-40B4-BE49-F238E27FC236}">
                <a16:creationId xmlns:a16="http://schemas.microsoft.com/office/drawing/2014/main" id="{0881A9F1-B3A4-0742-8DAD-18EC8A78C522}"/>
              </a:ext>
            </a:extLst>
          </p:cNvPr>
          <p:cNvSpPr>
            <a:spLocks noGrp="1"/>
          </p:cNvSpPr>
          <p:nvPr>
            <p:ph type="body" sz="quarter" idx="15" hasCustomPrompt="1"/>
          </p:nvPr>
        </p:nvSpPr>
        <p:spPr>
          <a:xfrm>
            <a:off x="442466" y="4350114"/>
            <a:ext cx="5413394" cy="724246"/>
          </a:xfrm>
          <a:prstGeom prst="rect">
            <a:avLst/>
          </a:prstGeom>
        </p:spPr>
        <p:txBody>
          <a:bodyPr/>
          <a:lstStyle>
            <a:lvl1pPr>
              <a:defRPr sz="1765">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dirty="0"/>
              <a:t>Author name</a:t>
            </a:r>
            <a:br>
              <a:rPr lang="en-US" dirty="0"/>
            </a:br>
            <a:r>
              <a:rPr lang="en-US" dirty="0"/>
              <a:t>Date</a:t>
            </a:r>
          </a:p>
        </p:txBody>
      </p:sp>
    </p:spTree>
    <p:extLst>
      <p:ext uri="{BB962C8B-B14F-4D97-AF65-F5344CB8AC3E}">
        <p14:creationId xmlns:p14="http://schemas.microsoft.com/office/powerpoint/2010/main" val="1168963214"/>
      </p:ext>
    </p:extLst>
  </p:cSld>
  <p:clrMapOvr>
    <a:masterClrMapping/>
  </p:clrMapOvr>
  <p:transition>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le Slide 5">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5" strike="noStrike" spc="-49" baseline="0">
                <a:solidFill>
                  <a:srgbClr val="000000"/>
                </a:solidFill>
              </a:defRPr>
            </a:lvl1pPr>
          </a:lstStyle>
          <a:p>
            <a:r>
              <a:rPr lang="en-US" dirty="0"/>
              <a:t>Azure presentation</a:t>
            </a:r>
            <a:br>
              <a:rPr lang="en-US" dirty="0"/>
            </a:br>
            <a:r>
              <a:rPr lang="en-US" dirty="0"/>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24246"/>
          </a:xfrm>
          <a:prstGeom prst="rect">
            <a:avLst/>
          </a:prstGeom>
        </p:spPr>
        <p:txBody>
          <a:bodyPr/>
          <a:lstStyle>
            <a:lvl1pPr>
              <a:defRPr sz="1765">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dirty="0"/>
              <a:t>Author name</a:t>
            </a:r>
            <a:br>
              <a:rPr lang="en-US" dirty="0"/>
            </a:br>
            <a:r>
              <a:rPr lang="en-US" dirty="0"/>
              <a:t>Date</a:t>
            </a:r>
          </a:p>
        </p:txBody>
      </p:sp>
      <p:pic>
        <p:nvPicPr>
          <p:cNvPr id="7" name="Picture 6">
            <a:extLst>
              <a:ext uri="{FF2B5EF4-FFF2-40B4-BE49-F238E27FC236}">
                <a16:creationId xmlns:a16="http://schemas.microsoft.com/office/drawing/2014/main" id="{F64BDF03-4137-9B4F-811A-B300BDF9B2A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286467" y="206105"/>
            <a:ext cx="5583404" cy="6409831"/>
          </a:xfrm>
          <a:prstGeom prst="rect">
            <a:avLst/>
          </a:prstGeom>
        </p:spPr>
      </p:pic>
    </p:spTree>
    <p:extLst>
      <p:ext uri="{BB962C8B-B14F-4D97-AF65-F5344CB8AC3E}">
        <p14:creationId xmlns:p14="http://schemas.microsoft.com/office/powerpoint/2010/main" val="3163151724"/>
      </p:ext>
    </p:extLst>
  </p:cSld>
  <p:clrMapOvr>
    <a:masterClrMapping/>
  </p:clrMapOvr>
  <p:transition>
    <p:fade/>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itle Slide 6">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5" strike="noStrike" spc="-49" baseline="0">
                <a:solidFill>
                  <a:srgbClr val="000000"/>
                </a:solidFill>
              </a:defRPr>
            </a:lvl1pPr>
          </a:lstStyle>
          <a:p>
            <a:r>
              <a:rPr lang="en-US" dirty="0"/>
              <a:t>Azure presentation</a:t>
            </a:r>
            <a:br>
              <a:rPr lang="en-US" dirty="0"/>
            </a:br>
            <a:r>
              <a:rPr lang="en-US" dirty="0"/>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24246"/>
          </a:xfrm>
          <a:prstGeom prst="rect">
            <a:avLst/>
          </a:prstGeom>
        </p:spPr>
        <p:txBody>
          <a:bodyPr/>
          <a:lstStyle>
            <a:lvl1pPr>
              <a:defRPr sz="1765">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dirty="0"/>
              <a:t>Author name</a:t>
            </a:r>
            <a:br>
              <a:rPr lang="en-US" dirty="0"/>
            </a:br>
            <a:r>
              <a:rPr lang="en-US" dirty="0"/>
              <a:t>Date</a:t>
            </a:r>
          </a:p>
        </p:txBody>
      </p:sp>
      <p:pic>
        <p:nvPicPr>
          <p:cNvPr id="8" name="Picture 7">
            <a:extLst>
              <a:ext uri="{FF2B5EF4-FFF2-40B4-BE49-F238E27FC236}">
                <a16:creationId xmlns:a16="http://schemas.microsoft.com/office/drawing/2014/main" id="{67DB9C92-5B22-1645-98AA-DEA153351D4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445182" y="321589"/>
            <a:ext cx="5413537" cy="6214821"/>
          </a:xfrm>
          <a:prstGeom prst="rect">
            <a:avLst/>
          </a:prstGeom>
        </p:spPr>
      </p:pic>
    </p:spTree>
    <p:extLst>
      <p:ext uri="{BB962C8B-B14F-4D97-AF65-F5344CB8AC3E}">
        <p14:creationId xmlns:p14="http://schemas.microsoft.com/office/powerpoint/2010/main" val="358061998"/>
      </p:ext>
    </p:extLst>
  </p:cSld>
  <p:clrMapOvr>
    <a:masterClrMapping/>
  </p:clrMapOvr>
  <p:transition>
    <p:fad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itle Slide 8">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5" strike="noStrike" spc="-49" baseline="0">
                <a:solidFill>
                  <a:srgbClr val="000000"/>
                </a:solidFill>
              </a:defRPr>
            </a:lvl1pPr>
          </a:lstStyle>
          <a:p>
            <a:r>
              <a:rPr lang="en-US" dirty="0"/>
              <a:t>Azure presentation</a:t>
            </a:r>
            <a:br>
              <a:rPr lang="en-US" dirty="0"/>
            </a:br>
            <a:r>
              <a:rPr lang="en-US" dirty="0"/>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24246"/>
          </a:xfrm>
          <a:prstGeom prst="rect">
            <a:avLst/>
          </a:prstGeom>
        </p:spPr>
        <p:txBody>
          <a:bodyPr/>
          <a:lstStyle>
            <a:lvl1pPr>
              <a:defRPr sz="1765">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dirty="0"/>
              <a:t>Author name</a:t>
            </a:r>
            <a:br>
              <a:rPr lang="en-US" dirty="0"/>
            </a:br>
            <a:r>
              <a:rPr lang="en-US" dirty="0"/>
              <a:t>Date</a:t>
            </a:r>
          </a:p>
        </p:txBody>
      </p:sp>
      <p:sp>
        <p:nvSpPr>
          <p:cNvPr id="7" name="Rectangle 6">
            <a:extLst>
              <a:ext uri="{FF2B5EF4-FFF2-40B4-BE49-F238E27FC236}">
                <a16:creationId xmlns:a16="http://schemas.microsoft.com/office/drawing/2014/main" id="{D76228DA-C78B-F44C-94F8-7128E0B2D7A7}"/>
              </a:ext>
            </a:extLst>
          </p:cNvPr>
          <p:cNvSpPr/>
          <p:nvPr userDrawn="1"/>
        </p:nvSpPr>
        <p:spPr bwMode="auto">
          <a:xfrm>
            <a:off x="6111901" y="0"/>
            <a:ext cx="6080099" cy="6858000"/>
          </a:xfrm>
          <a:prstGeom prst="rect">
            <a:avLst/>
          </a:prstGeom>
          <a:solidFill>
            <a:srgbClr val="0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solidFill>
                <a:schemeClr val="tx1"/>
              </a:solidFill>
              <a:ea typeface="Segoe UI" pitchFamily="34" charset="0"/>
              <a:cs typeface="Segoe UI" pitchFamily="34" charset="0"/>
            </a:endParaRPr>
          </a:p>
        </p:txBody>
      </p:sp>
      <p:pic>
        <p:nvPicPr>
          <p:cNvPr id="8" name="Picture 7">
            <a:extLst>
              <a:ext uri="{FF2B5EF4-FFF2-40B4-BE49-F238E27FC236}">
                <a16:creationId xmlns:a16="http://schemas.microsoft.com/office/drawing/2014/main" id="{942E84EF-6F95-A646-8F37-FD94FE907970}"/>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a:xfrm>
            <a:off x="6111901" y="0"/>
            <a:ext cx="6080099" cy="6858000"/>
          </a:xfrm>
          <a:prstGeom prst="rect">
            <a:avLst/>
          </a:prstGeom>
        </p:spPr>
      </p:pic>
    </p:spTree>
    <p:extLst>
      <p:ext uri="{BB962C8B-B14F-4D97-AF65-F5344CB8AC3E}">
        <p14:creationId xmlns:p14="http://schemas.microsoft.com/office/powerpoint/2010/main" val="3060959090"/>
      </p:ext>
    </p:extLst>
  </p:cSld>
  <p:clrMapOvr>
    <a:masterClrMapping/>
  </p:clrMapOvr>
  <p:transition>
    <p:fade/>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itle Slide 9">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5" strike="noStrike" spc="-49" baseline="0">
                <a:solidFill>
                  <a:srgbClr val="000000"/>
                </a:solidFill>
              </a:defRPr>
            </a:lvl1pPr>
          </a:lstStyle>
          <a:p>
            <a:r>
              <a:rPr lang="en-US" dirty="0"/>
              <a:t>Azure presentation</a:t>
            </a:r>
            <a:br>
              <a:rPr lang="en-US" dirty="0"/>
            </a:br>
            <a:r>
              <a:rPr lang="en-US" dirty="0"/>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24246"/>
          </a:xfrm>
          <a:prstGeom prst="rect">
            <a:avLst/>
          </a:prstGeom>
        </p:spPr>
        <p:txBody>
          <a:bodyPr/>
          <a:lstStyle>
            <a:lvl1pPr>
              <a:defRPr sz="1765">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dirty="0"/>
              <a:t>Author name</a:t>
            </a:r>
            <a:br>
              <a:rPr lang="en-US" dirty="0"/>
            </a:br>
            <a:r>
              <a:rPr lang="en-US" dirty="0"/>
              <a:t>Date</a:t>
            </a:r>
          </a:p>
        </p:txBody>
      </p:sp>
      <p:sp>
        <p:nvSpPr>
          <p:cNvPr id="7" name="Rectangle 6">
            <a:extLst>
              <a:ext uri="{FF2B5EF4-FFF2-40B4-BE49-F238E27FC236}">
                <a16:creationId xmlns:a16="http://schemas.microsoft.com/office/drawing/2014/main" id="{01443AB1-0CDE-B44D-8883-27DEB7B914EA}"/>
              </a:ext>
            </a:extLst>
          </p:cNvPr>
          <p:cNvSpPr/>
          <p:nvPr userDrawn="1"/>
        </p:nvSpPr>
        <p:spPr bwMode="auto">
          <a:xfrm>
            <a:off x="6111901" y="0"/>
            <a:ext cx="6080099" cy="6858000"/>
          </a:xfrm>
          <a:prstGeom prst="rect">
            <a:avLst/>
          </a:prstGeom>
          <a:solidFill>
            <a:srgbClr val="0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solidFill>
                <a:schemeClr val="tx1"/>
              </a:solidFill>
              <a:ea typeface="Segoe UI" pitchFamily="34" charset="0"/>
              <a:cs typeface="Segoe UI" pitchFamily="34" charset="0"/>
            </a:endParaRPr>
          </a:p>
        </p:txBody>
      </p:sp>
      <p:pic>
        <p:nvPicPr>
          <p:cNvPr id="8" name="Picture 7">
            <a:extLst>
              <a:ext uri="{FF2B5EF4-FFF2-40B4-BE49-F238E27FC236}">
                <a16:creationId xmlns:a16="http://schemas.microsoft.com/office/drawing/2014/main" id="{64E0159D-061E-A640-B0A5-C7A703E35A9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165055" y="0"/>
            <a:ext cx="5973790" cy="6858000"/>
          </a:xfrm>
          <a:prstGeom prst="rect">
            <a:avLst/>
          </a:prstGeom>
        </p:spPr>
      </p:pic>
    </p:spTree>
    <p:extLst>
      <p:ext uri="{BB962C8B-B14F-4D97-AF65-F5344CB8AC3E}">
        <p14:creationId xmlns:p14="http://schemas.microsoft.com/office/powerpoint/2010/main" val="1599833042"/>
      </p:ext>
    </p:extLst>
  </p:cSld>
  <p:clrMapOvr>
    <a:masterClrMapping/>
  </p:clrMapOvr>
  <p:transition>
    <p:fade/>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1168943"/>
            <a:ext cx="3618381" cy="899665"/>
          </a:xfrm>
          <a:prstGeom prst="rect">
            <a:avLst/>
          </a:prstGeom>
        </p:spPr>
        <p:txBody>
          <a:bodyPr lIns="0" tIns="0" rIns="0" bIns="0"/>
          <a:lstStyle>
            <a:lvl1pPr>
              <a:defRPr sz="1765" spc="0" baseline="0">
                <a:solidFill>
                  <a:srgbClr val="000000"/>
                </a:solidFill>
              </a:defRPr>
            </a:lvl1pPr>
          </a:lstStyle>
          <a:p>
            <a:r>
              <a:rPr lang="en-US" dirty="0"/>
              <a:t>Contents</a:t>
            </a:r>
          </a:p>
        </p:txBody>
      </p:sp>
      <p:sp>
        <p:nvSpPr>
          <p:cNvPr id="4" name="Text Placeholder 3"/>
          <p:cNvSpPr>
            <a:spLocks noGrp="1"/>
          </p:cNvSpPr>
          <p:nvPr>
            <p:ph type="body" sz="quarter" idx="10" hasCustomPrompt="1"/>
          </p:nvPr>
        </p:nvSpPr>
        <p:spPr>
          <a:xfrm>
            <a:off x="6229843" y="1168943"/>
            <a:ext cx="547437" cy="3786998"/>
          </a:xfrm>
          <a:prstGeom prst="rect">
            <a:avLst/>
          </a:prstGeom>
        </p:spPr>
        <p:txBody>
          <a:bodyPr wrap="square" lIns="0" tIns="0" rIns="0" bIns="0">
            <a:noAutofit/>
          </a:bodyPr>
          <a:lstStyle>
            <a:lvl1pPr marL="0" indent="0" defTabSz="507330">
              <a:spcAft>
                <a:spcPts val="490"/>
              </a:spcAft>
              <a:buNone/>
              <a:defRPr sz="1765" spc="0" baseline="0">
                <a:solidFill>
                  <a:schemeClr val="tx2"/>
                </a:solidFill>
              </a:defRPr>
            </a:lvl1pPr>
            <a:lvl2pPr marL="224097" indent="0">
              <a:buNone/>
              <a:defRPr sz="1765"/>
            </a:lvl2pPr>
            <a:lvl3pPr marL="448193" indent="0">
              <a:buNone/>
              <a:defRPr sz="1765"/>
            </a:lvl3pPr>
            <a:lvl4pPr marL="672290" indent="0">
              <a:buNone/>
              <a:defRPr sz="1765"/>
            </a:lvl4pPr>
            <a:lvl5pPr marL="896386" indent="0">
              <a:buNone/>
              <a:defRPr sz="1765"/>
            </a:lvl5pPr>
          </a:lstStyle>
          <a:p>
            <a:pPr lvl="0"/>
            <a:r>
              <a:rPr lang="en-US" dirty="0"/>
              <a:t>##</a:t>
            </a:r>
            <a:br>
              <a:rPr lang="en-US" dirty="0"/>
            </a:br>
            <a:r>
              <a:rPr lang="en-US" dirty="0"/>
              <a:t>##</a:t>
            </a:r>
            <a:br>
              <a:rPr lang="en-US" dirty="0"/>
            </a:br>
            <a:r>
              <a:rPr lang="en-US" dirty="0"/>
              <a:t>##</a:t>
            </a:r>
            <a:br>
              <a:rPr lang="en-US" dirty="0"/>
            </a:br>
            <a:r>
              <a:rPr lang="en-US" dirty="0"/>
              <a:t>##</a:t>
            </a:r>
            <a:br>
              <a:rPr lang="en-US" dirty="0"/>
            </a:br>
            <a:r>
              <a:rPr lang="en-US" dirty="0"/>
              <a:t>##</a:t>
            </a:r>
          </a:p>
        </p:txBody>
      </p:sp>
      <p:sp>
        <p:nvSpPr>
          <p:cNvPr id="11" name="Text Placeholder 3">
            <a:extLst>
              <a:ext uri="{FF2B5EF4-FFF2-40B4-BE49-F238E27FC236}">
                <a16:creationId xmlns:a16="http://schemas.microsoft.com/office/drawing/2014/main" id="{FF941B29-79EC-DD49-A767-757BAE16FCDB}"/>
              </a:ext>
            </a:extLst>
          </p:cNvPr>
          <p:cNvSpPr>
            <a:spLocks noGrp="1"/>
          </p:cNvSpPr>
          <p:nvPr>
            <p:ph type="body" sz="quarter" idx="11" hasCustomPrompt="1"/>
          </p:nvPr>
        </p:nvSpPr>
        <p:spPr>
          <a:xfrm>
            <a:off x="6777280" y="1168942"/>
            <a:ext cx="3290380" cy="3786998"/>
          </a:xfrm>
          <a:prstGeom prst="rect">
            <a:avLst/>
          </a:prstGeom>
        </p:spPr>
        <p:txBody>
          <a:bodyPr wrap="square" lIns="0" tIns="0" rIns="0" bIns="0">
            <a:noAutofit/>
          </a:bodyPr>
          <a:lstStyle>
            <a:lvl1pPr marL="0" indent="0" defTabSz="507330">
              <a:spcAft>
                <a:spcPts val="490"/>
              </a:spcAft>
              <a:buNone/>
              <a:defRPr sz="1765" spc="0" baseline="0">
                <a:solidFill>
                  <a:srgbClr val="000000"/>
                </a:solidFill>
              </a:defRPr>
            </a:lvl1pPr>
            <a:lvl2pPr marL="224097" indent="0">
              <a:buNone/>
              <a:defRPr sz="1765"/>
            </a:lvl2pPr>
            <a:lvl3pPr marL="448193" indent="0">
              <a:buNone/>
              <a:defRPr sz="1765"/>
            </a:lvl3pPr>
            <a:lvl4pPr marL="672290" indent="0">
              <a:buNone/>
              <a:defRPr sz="1765"/>
            </a:lvl4pPr>
            <a:lvl5pPr marL="896386" indent="0">
              <a:buNone/>
              <a:defRPr sz="1765"/>
            </a:lvl5pPr>
          </a:lstStyle>
          <a:p>
            <a:pPr lvl="0"/>
            <a:r>
              <a:rPr lang="en-US" dirty="0"/>
              <a:t>Section Title</a:t>
            </a:r>
            <a:br>
              <a:rPr lang="en-US" dirty="0"/>
            </a:br>
            <a:r>
              <a:rPr lang="en-US" dirty="0"/>
              <a:t>Section Title</a:t>
            </a:r>
            <a:br>
              <a:rPr lang="en-US" dirty="0"/>
            </a:br>
            <a:r>
              <a:rPr lang="en-US" dirty="0"/>
              <a:t>Section Title</a:t>
            </a:r>
            <a:br>
              <a:rPr lang="en-US" dirty="0"/>
            </a:br>
            <a:r>
              <a:rPr lang="en-US" dirty="0"/>
              <a:t>Section Title</a:t>
            </a:r>
            <a:br>
              <a:rPr lang="en-US" dirty="0"/>
            </a:br>
            <a:r>
              <a:rPr lang="en-US" dirty="0"/>
              <a:t>Section Title</a:t>
            </a:r>
          </a:p>
        </p:txBody>
      </p:sp>
      <p:sp>
        <p:nvSpPr>
          <p:cNvPr id="16" name="Text Box 3">
            <a:extLst>
              <a:ext uri="{FF2B5EF4-FFF2-40B4-BE49-F238E27FC236}">
                <a16:creationId xmlns:a16="http://schemas.microsoft.com/office/drawing/2014/main" id="{A2F7DAD6-99FA-B74A-87E5-BFA3CB237070}"/>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Tree>
    <p:extLst>
      <p:ext uri="{BB962C8B-B14F-4D97-AF65-F5344CB8AC3E}">
        <p14:creationId xmlns:p14="http://schemas.microsoft.com/office/powerpoint/2010/main" val="868659920"/>
      </p:ext>
    </p:extLst>
  </p:cSld>
  <p:clrMapOvr>
    <a:masterClrMapping/>
  </p:clrMapOvr>
  <p:transition>
    <p:fade/>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ext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dirty="0"/>
              <a:t>Heading Segoe UI </a:t>
            </a:r>
            <a:r>
              <a:rPr lang="en-US" dirty="0" err="1"/>
              <a:t>Semibold</a:t>
            </a:r>
            <a:r>
              <a:rPr lang="en-US" dirty="0"/>
              <a:t> 28/32</a:t>
            </a:r>
          </a:p>
        </p:txBody>
      </p:sp>
      <p:sp>
        <p:nvSpPr>
          <p:cNvPr id="4" name="Text Placeholder 3"/>
          <p:cNvSpPr>
            <a:spLocks noGrp="1"/>
          </p:cNvSpPr>
          <p:nvPr>
            <p:ph type="body" sz="quarter" idx="10" hasCustomPrompt="1"/>
          </p:nvPr>
        </p:nvSpPr>
        <p:spPr>
          <a:xfrm>
            <a:off x="455995" y="1922801"/>
            <a:ext cx="11306469" cy="287771"/>
          </a:xfrm>
          <a:prstGeom prst="rect">
            <a:avLst/>
          </a:prstGeom>
        </p:spPr>
        <p:txBody>
          <a:bodyPr wrap="square" lIns="0" tIns="0" rIns="0" bIns="0">
            <a:spAutoFit/>
          </a:bodyPr>
          <a:lstStyle>
            <a:lvl1pPr marL="0" indent="0">
              <a:lnSpc>
                <a:spcPts val="2353"/>
              </a:lnSpc>
              <a:buNone/>
              <a:defRPr sz="1961" b="0" i="0" spc="0">
                <a:solidFill>
                  <a:srgbClr val="000000"/>
                </a:solidFill>
                <a:latin typeface="+mj-lt"/>
              </a:defRPr>
            </a:lvl1pPr>
            <a:lvl2pPr marL="0" indent="0">
              <a:lnSpc>
                <a:spcPts val="2353"/>
              </a:lnSpc>
              <a:buNone/>
              <a:defRPr spc="0">
                <a:solidFill>
                  <a:srgbClr val="000000"/>
                </a:solidFill>
                <a:latin typeface="+mn-lt"/>
              </a:defRPr>
            </a:lvl2pPr>
            <a:lvl3pPr marL="448193" indent="0">
              <a:buNone/>
              <a:defRPr/>
            </a:lvl3pPr>
            <a:lvl4pPr marL="672290" indent="0">
              <a:buNone/>
              <a:defRPr/>
            </a:lvl4pPr>
            <a:lvl5pPr marL="896386" indent="0">
              <a:buNone/>
              <a:defRPr/>
            </a:lvl5pPr>
          </a:lstStyle>
          <a:p>
            <a:pPr lvl="1"/>
            <a:r>
              <a:rPr lang="en-US" dirty="0"/>
              <a:t>Large: subhead Segoe UI Regular 20/24</a:t>
            </a:r>
          </a:p>
        </p:txBody>
      </p:sp>
      <p:sp>
        <p:nvSpPr>
          <p:cNvPr id="5" name="Text Placeholder 4"/>
          <p:cNvSpPr>
            <a:spLocks noGrp="1"/>
          </p:cNvSpPr>
          <p:nvPr>
            <p:ph type="body" sz="quarter" idx="11" hasCustomPrompt="1"/>
          </p:nvPr>
        </p:nvSpPr>
        <p:spPr>
          <a:xfrm>
            <a:off x="455995" y="3015704"/>
            <a:ext cx="11306469" cy="216206"/>
          </a:xfrm>
          <a:prstGeom prst="rect">
            <a:avLst/>
          </a:prstGeom>
        </p:spPr>
        <p:txBody>
          <a:bodyPr lIns="0" tIns="0" rIns="0" bIns="0"/>
          <a:lstStyle>
            <a:lvl1pPr marL="0" indent="0">
              <a:lnSpc>
                <a:spcPts val="1765"/>
              </a:lnSpc>
              <a:spcBef>
                <a:spcPts val="0"/>
              </a:spcBef>
              <a:buNone/>
              <a:defRPr sz="1372" b="0" spc="0">
                <a:solidFill>
                  <a:schemeClr val="tx2"/>
                </a:solidFill>
                <a:latin typeface="+mj-lt"/>
              </a:defRPr>
            </a:lvl1pPr>
            <a:lvl2pPr marL="0" indent="0">
              <a:lnSpc>
                <a:spcPts val="1765"/>
              </a:lnSpc>
              <a:spcBef>
                <a:spcPts val="0"/>
              </a:spcBef>
              <a:buNone/>
              <a:defRPr sz="1372" spc="0">
                <a:solidFill>
                  <a:srgbClr val="000000"/>
                </a:solidFill>
              </a:defRPr>
            </a:lvl2pPr>
            <a:lvl3pPr marL="448193" indent="0">
              <a:buNone/>
              <a:defRPr/>
            </a:lvl3pPr>
            <a:lvl4pPr marL="672290" indent="0">
              <a:buNone/>
              <a:defRPr/>
            </a:lvl4pPr>
            <a:lvl5pPr marL="896386" indent="0">
              <a:buNone/>
              <a:defRPr/>
            </a:lvl5pPr>
          </a:lstStyle>
          <a:p>
            <a:pPr lvl="0"/>
            <a:r>
              <a:rPr lang="en-US" dirty="0"/>
              <a:t>Medium: paragraph heading Segoe UI </a:t>
            </a:r>
            <a:r>
              <a:rPr lang="en-US" dirty="0" err="1"/>
              <a:t>Semibold</a:t>
            </a:r>
            <a:r>
              <a:rPr lang="en-US" dirty="0"/>
              <a:t> 14/18</a:t>
            </a:r>
          </a:p>
        </p:txBody>
      </p:sp>
      <p:sp>
        <p:nvSpPr>
          <p:cNvPr id="10" name="Text Placeholder 6">
            <a:extLst>
              <a:ext uri="{FF2B5EF4-FFF2-40B4-BE49-F238E27FC236}">
                <a16:creationId xmlns:a16="http://schemas.microsoft.com/office/drawing/2014/main" id="{76E35749-090F-0542-9B4B-BF37EFC334BC}"/>
              </a:ext>
            </a:extLst>
          </p:cNvPr>
          <p:cNvSpPr>
            <a:spLocks noGrp="1"/>
          </p:cNvSpPr>
          <p:nvPr>
            <p:ph type="body" sz="quarter" idx="14" hasCustomPrompt="1"/>
          </p:nvPr>
        </p:nvSpPr>
        <p:spPr>
          <a:xfrm>
            <a:off x="455995" y="4503832"/>
            <a:ext cx="11306469" cy="150884"/>
          </a:xfrm>
          <a:prstGeom prst="rect">
            <a:avLst/>
          </a:prstGeom>
        </p:spPr>
        <p:txBody>
          <a:bodyPr lIns="0" tIns="0" rIns="0" bIns="0"/>
          <a:lstStyle>
            <a:lvl1pPr marL="0" indent="0">
              <a:lnSpc>
                <a:spcPts val="1176"/>
              </a:lnSpc>
              <a:spcBef>
                <a:spcPts val="0"/>
              </a:spcBef>
              <a:buNone/>
              <a:defRPr sz="980" spc="0">
                <a:solidFill>
                  <a:schemeClr val="tx1"/>
                </a:solidFill>
              </a:defRPr>
            </a:lvl1pPr>
            <a:lvl2pPr marL="0" indent="0">
              <a:lnSpc>
                <a:spcPct val="100000"/>
              </a:lnSpc>
              <a:spcBef>
                <a:spcPts val="0"/>
              </a:spcBef>
              <a:buNone/>
              <a:defRPr sz="980" spc="0">
                <a:solidFill>
                  <a:srgbClr val="000000"/>
                </a:solidFill>
              </a:defRPr>
            </a:lvl2pPr>
            <a:lvl3pPr marL="448193" indent="0">
              <a:buNone/>
              <a:defRPr/>
            </a:lvl3pPr>
            <a:lvl4pPr marL="672290" indent="0">
              <a:buNone/>
              <a:defRPr/>
            </a:lvl4pPr>
            <a:lvl5pPr marL="0" indent="0">
              <a:lnSpc>
                <a:spcPct val="100000"/>
              </a:lnSpc>
              <a:buNone/>
              <a:defRPr>
                <a:solidFill>
                  <a:srgbClr val="000000"/>
                </a:solidFill>
              </a:defRPr>
            </a:lvl5pPr>
          </a:lstStyle>
          <a:p>
            <a:pPr lvl="1"/>
            <a:r>
              <a:rPr lang="en-US" dirty="0"/>
              <a:t>Small: caption body copy Segoe Regular 10/12</a:t>
            </a:r>
          </a:p>
        </p:txBody>
      </p:sp>
      <p:sp>
        <p:nvSpPr>
          <p:cNvPr id="18" name="Text Box 3">
            <a:extLst>
              <a:ext uri="{FF2B5EF4-FFF2-40B4-BE49-F238E27FC236}">
                <a16:creationId xmlns:a16="http://schemas.microsoft.com/office/drawing/2014/main" id="{19F02595-114B-2D46-ABDC-5E65D166807C}"/>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
        <p:nvSpPr>
          <p:cNvPr id="19" name="Text Placeholder 3">
            <a:extLst>
              <a:ext uri="{FF2B5EF4-FFF2-40B4-BE49-F238E27FC236}">
                <a16:creationId xmlns:a16="http://schemas.microsoft.com/office/drawing/2014/main" id="{68F32AD9-0E33-284C-8468-E63BF69AF2EB}"/>
              </a:ext>
            </a:extLst>
          </p:cNvPr>
          <p:cNvSpPr>
            <a:spLocks noGrp="1"/>
          </p:cNvSpPr>
          <p:nvPr>
            <p:ph type="body" sz="quarter" idx="24" hasCustomPrompt="1"/>
          </p:nvPr>
        </p:nvSpPr>
        <p:spPr>
          <a:xfrm>
            <a:off x="454169" y="4299924"/>
            <a:ext cx="11306469" cy="243143"/>
          </a:xfrm>
          <a:prstGeom prst="rect">
            <a:avLst/>
          </a:prstGeom>
        </p:spPr>
        <p:txBody>
          <a:bodyPr tIns="0"/>
          <a:lstStyle>
            <a:lvl1pPr>
              <a:defRPr lang="en-US" sz="980" b="1" kern="1200" spc="0" dirty="0" smtClean="0">
                <a:solidFill>
                  <a:srgbClr val="000000"/>
                </a:solidFill>
                <a:latin typeface="+mn-lt"/>
                <a:ea typeface="+mn-ea"/>
                <a:cs typeface="+mn-cs"/>
              </a:defRPr>
            </a:lvl1pPr>
          </a:lstStyle>
          <a:p>
            <a:pPr lvl="0"/>
            <a:r>
              <a:rPr lang="en-US" dirty="0"/>
              <a:t>Small: caption title Segoe UI Bold 10/12. </a:t>
            </a:r>
          </a:p>
        </p:txBody>
      </p:sp>
      <p:sp>
        <p:nvSpPr>
          <p:cNvPr id="21" name="Text Placeholder 4">
            <a:extLst>
              <a:ext uri="{FF2B5EF4-FFF2-40B4-BE49-F238E27FC236}">
                <a16:creationId xmlns:a16="http://schemas.microsoft.com/office/drawing/2014/main" id="{BA46FDB1-D336-7C45-BF92-D58B6C550364}"/>
              </a:ext>
            </a:extLst>
          </p:cNvPr>
          <p:cNvSpPr>
            <a:spLocks noGrp="1"/>
          </p:cNvSpPr>
          <p:nvPr>
            <p:ph type="body" sz="quarter" idx="18" hasCustomPrompt="1"/>
          </p:nvPr>
        </p:nvSpPr>
        <p:spPr>
          <a:xfrm>
            <a:off x="454169" y="3258992"/>
            <a:ext cx="11306469" cy="216142"/>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Medium: body copy Segoe UI Regular 14/18</a:t>
            </a:r>
          </a:p>
        </p:txBody>
      </p:sp>
    </p:spTree>
    <p:extLst>
      <p:ext uri="{BB962C8B-B14F-4D97-AF65-F5344CB8AC3E}">
        <p14:creationId xmlns:p14="http://schemas.microsoft.com/office/powerpoint/2010/main" val="3501035490"/>
      </p:ext>
    </p:extLst>
  </p:cSld>
  <p:clrMapOvr>
    <a:masterClrMapping/>
  </p:clrMapOvr>
  <p:transition>
    <p:fade/>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1_Text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dirty="0"/>
              <a:t>Heading Segoe UI </a:t>
            </a:r>
            <a:r>
              <a:rPr lang="en-US" dirty="0" err="1"/>
              <a:t>Semibold</a:t>
            </a:r>
            <a:r>
              <a:rPr lang="en-US" dirty="0"/>
              <a:t> 28/32</a:t>
            </a:r>
          </a:p>
        </p:txBody>
      </p:sp>
      <p:sp>
        <p:nvSpPr>
          <p:cNvPr id="18" name="Text Box 3">
            <a:extLst>
              <a:ext uri="{FF2B5EF4-FFF2-40B4-BE49-F238E27FC236}">
                <a16:creationId xmlns:a16="http://schemas.microsoft.com/office/drawing/2014/main" id="{19F02595-114B-2D46-ABDC-5E65D166807C}"/>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
        <p:nvSpPr>
          <p:cNvPr id="7" name="Text Placeholder 3">
            <a:extLst>
              <a:ext uri="{FF2B5EF4-FFF2-40B4-BE49-F238E27FC236}">
                <a16:creationId xmlns:a16="http://schemas.microsoft.com/office/drawing/2014/main" id="{FEE1E43F-C091-614B-AA20-F39D0AACAA1C}"/>
              </a:ext>
            </a:extLst>
          </p:cNvPr>
          <p:cNvSpPr>
            <a:spLocks noGrp="1"/>
          </p:cNvSpPr>
          <p:nvPr>
            <p:ph type="body" sz="quarter" idx="10" hasCustomPrompt="1"/>
          </p:nvPr>
        </p:nvSpPr>
        <p:spPr>
          <a:xfrm>
            <a:off x="455995" y="1922586"/>
            <a:ext cx="9384447" cy="3365537"/>
          </a:xfrm>
          <a:prstGeom prst="rect">
            <a:avLst/>
          </a:prstGeom>
        </p:spPr>
        <p:txBody>
          <a:bodyPr wrap="square" lIns="0" tIns="0" rIns="0" bIns="0">
            <a:spAutoFit/>
          </a:bodyPr>
          <a:lstStyle>
            <a:lvl1pPr marL="336145" marR="0" indent="-336145" algn="l" defTabSz="914367" rtl="0" eaLnBrk="1" fontAlgn="auto" latinLnBrk="0" hangingPunct="1">
              <a:lnSpc>
                <a:spcPts val="2353"/>
              </a:lnSpc>
              <a:spcBef>
                <a:spcPts val="0"/>
              </a:spcBef>
              <a:spcAft>
                <a:spcPts val="0"/>
              </a:spcAft>
              <a:buClrTx/>
              <a:buSzPct val="90000"/>
              <a:buFont typeface="Arial" panose="020B0604020202020204" pitchFamily="34" charset="0"/>
              <a:buChar char="•"/>
              <a:tabLst/>
              <a:defRPr lang="en-US" sz="1961" kern="1200" spc="0" baseline="0" dirty="0">
                <a:solidFill>
                  <a:srgbClr val="000000"/>
                </a:solidFill>
                <a:latin typeface="+mn-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dirty="0"/>
              <a:t>Bulleted list Segoe UI Regular 20/24. Dis </a:t>
            </a:r>
            <a:r>
              <a:rPr lang="en-US" dirty="0" err="1"/>
              <a:t>apid</a:t>
            </a:r>
            <a:r>
              <a:rPr lang="en-US" dirty="0"/>
              <a:t> es </a:t>
            </a:r>
            <a:r>
              <a:rPr lang="en-US" dirty="0" err="1"/>
              <a:t>simusanditis</a:t>
            </a:r>
            <a:r>
              <a:rPr lang="en-US" dirty="0"/>
              <a:t> </a:t>
            </a:r>
            <a:r>
              <a:rPr lang="en-US" dirty="0" err="1"/>
              <a:t>ea</a:t>
            </a:r>
            <a:r>
              <a:rPr lang="en-US" dirty="0"/>
              <a:t> ex et </a:t>
            </a:r>
            <a:r>
              <a:rPr lang="en-US" dirty="0" err="1"/>
              <a:t>illore</a:t>
            </a:r>
            <a:r>
              <a:rPr lang="en-US" dirty="0"/>
              <a:t>, </a:t>
            </a:r>
            <a:r>
              <a:rPr lang="en-US" dirty="0" err="1"/>
              <a:t>nectationet</a:t>
            </a:r>
            <a:r>
              <a:rPr lang="en-US" dirty="0"/>
              <a:t> </a:t>
            </a:r>
            <a:r>
              <a:rPr lang="en-US" dirty="0" err="1"/>
              <a:t>aut</a:t>
            </a:r>
            <a:r>
              <a:rPr lang="en-US" dirty="0"/>
              <a:t> </a:t>
            </a:r>
            <a:r>
              <a:rPr lang="en-US" dirty="0" err="1"/>
              <a:t>dic</a:t>
            </a:r>
            <a:r>
              <a:rPr lang="en-US" dirty="0"/>
              <a:t> </a:t>
            </a:r>
            <a:r>
              <a:rPr lang="en-US" dirty="0" err="1"/>
              <a:t>tem</a:t>
            </a:r>
            <a:r>
              <a:rPr lang="en-US" dirty="0"/>
              <a:t> vit </a:t>
            </a:r>
            <a:r>
              <a:rPr lang="en-US" dirty="0" err="1"/>
              <a:t>velestium</a:t>
            </a:r>
            <a:r>
              <a:rPr lang="en-US" dirty="0"/>
              <a:t> </a:t>
            </a:r>
            <a:r>
              <a:rPr lang="en-US" dirty="0" err="1"/>
              <a:t>reperro</a:t>
            </a:r>
            <a:r>
              <a:rPr lang="en-US" dirty="0"/>
              <a:t> </a:t>
            </a:r>
            <a:r>
              <a:rPr lang="en-US" dirty="0" err="1"/>
              <a:t>rroviduntion</a:t>
            </a:r>
            <a:r>
              <a:rPr lang="en-US" dirty="0"/>
              <a:t> </a:t>
            </a:r>
            <a:r>
              <a:rPr lang="en-US" dirty="0" err="1"/>
              <a:t>conem</a:t>
            </a:r>
            <a:r>
              <a:rPr lang="en-US" dirty="0"/>
              <a:t> </a:t>
            </a:r>
            <a:r>
              <a:rPr lang="en-US" dirty="0" err="1"/>
              <a:t>rehend</a:t>
            </a:r>
            <a:br>
              <a:rPr lang="en-US" dirty="0"/>
            </a:br>
            <a:endParaRPr lang="en-US" dirty="0"/>
          </a:p>
          <a:p>
            <a:pPr marL="336145" marR="0" lvl="0" indent="-336145" algn="l" defTabSz="914367" rtl="0" eaLnBrk="1" fontAlgn="auto" latinLnBrk="0" hangingPunct="1">
              <a:lnSpc>
                <a:spcPts val="2353"/>
              </a:lnSpc>
              <a:spcBef>
                <a:spcPts val="0"/>
              </a:spcBef>
              <a:spcAft>
                <a:spcPts val="0"/>
              </a:spcAft>
              <a:buClrTx/>
              <a:buSzPct val="90000"/>
              <a:buFont typeface="Arial" panose="020B0604020202020204" pitchFamily="34" charset="0"/>
              <a:buChar char="•"/>
              <a:tabLst/>
              <a:defRPr/>
            </a:pPr>
            <a:r>
              <a:rPr lang="en-US" dirty="0"/>
              <a:t>Bulleted list Segoe UI Regular 20/24. Dis </a:t>
            </a:r>
            <a:r>
              <a:rPr lang="en-US" dirty="0" err="1"/>
              <a:t>apid</a:t>
            </a:r>
            <a:r>
              <a:rPr lang="en-US" dirty="0"/>
              <a:t> es </a:t>
            </a:r>
            <a:r>
              <a:rPr lang="en-US" dirty="0" err="1"/>
              <a:t>simusanditis</a:t>
            </a:r>
            <a:r>
              <a:rPr lang="en-US" dirty="0"/>
              <a:t> </a:t>
            </a:r>
            <a:r>
              <a:rPr lang="en-US" dirty="0" err="1"/>
              <a:t>ea</a:t>
            </a:r>
            <a:r>
              <a:rPr lang="en-US" dirty="0"/>
              <a:t> ex et </a:t>
            </a:r>
            <a:r>
              <a:rPr lang="en-US" dirty="0" err="1"/>
              <a:t>illore</a:t>
            </a:r>
            <a:r>
              <a:rPr lang="en-US" dirty="0"/>
              <a:t>, </a:t>
            </a:r>
            <a:r>
              <a:rPr lang="en-US" dirty="0" err="1"/>
              <a:t>nectationet</a:t>
            </a:r>
            <a:r>
              <a:rPr lang="en-US" dirty="0"/>
              <a:t> </a:t>
            </a:r>
            <a:r>
              <a:rPr lang="en-US" dirty="0" err="1"/>
              <a:t>aut</a:t>
            </a:r>
            <a:r>
              <a:rPr lang="en-US" dirty="0"/>
              <a:t> </a:t>
            </a:r>
            <a:r>
              <a:rPr lang="en-US" dirty="0" err="1"/>
              <a:t>dic</a:t>
            </a:r>
            <a:r>
              <a:rPr lang="en-US" dirty="0"/>
              <a:t> </a:t>
            </a:r>
            <a:r>
              <a:rPr lang="en-US" dirty="0" err="1"/>
              <a:t>tem</a:t>
            </a:r>
            <a:r>
              <a:rPr lang="en-US" dirty="0"/>
              <a:t> vit </a:t>
            </a:r>
            <a:r>
              <a:rPr lang="en-US" dirty="0" err="1"/>
              <a:t>velestium</a:t>
            </a:r>
            <a:r>
              <a:rPr lang="en-US" dirty="0"/>
              <a:t> </a:t>
            </a:r>
            <a:r>
              <a:rPr lang="en-US" dirty="0" err="1"/>
              <a:t>reperro</a:t>
            </a:r>
            <a:r>
              <a:rPr lang="en-US" dirty="0"/>
              <a:t> </a:t>
            </a:r>
            <a:r>
              <a:rPr lang="en-US" dirty="0" err="1"/>
              <a:t>rroviduntion</a:t>
            </a:r>
            <a:r>
              <a:rPr lang="en-US" dirty="0"/>
              <a:t> </a:t>
            </a:r>
            <a:r>
              <a:rPr lang="en-US" dirty="0" err="1"/>
              <a:t>conem</a:t>
            </a:r>
            <a:r>
              <a:rPr lang="en-US" dirty="0"/>
              <a:t> </a:t>
            </a:r>
            <a:r>
              <a:rPr lang="en-US" dirty="0" err="1"/>
              <a:t>rehend</a:t>
            </a:r>
            <a:br>
              <a:rPr lang="en-US" dirty="0"/>
            </a:br>
            <a:endParaRPr lang="en-US" dirty="0"/>
          </a:p>
          <a:p>
            <a:pPr marL="336145" marR="0" lvl="0" indent="-336145" algn="l" defTabSz="914367" rtl="0" eaLnBrk="1" fontAlgn="auto" latinLnBrk="0" hangingPunct="1">
              <a:lnSpc>
                <a:spcPts val="2353"/>
              </a:lnSpc>
              <a:spcBef>
                <a:spcPts val="0"/>
              </a:spcBef>
              <a:spcAft>
                <a:spcPts val="0"/>
              </a:spcAft>
              <a:buClrTx/>
              <a:buSzPct val="90000"/>
              <a:buFont typeface="Arial" panose="020B0604020202020204" pitchFamily="34" charset="0"/>
              <a:buChar char="•"/>
              <a:tabLst/>
              <a:defRPr/>
            </a:pPr>
            <a:r>
              <a:rPr lang="en-US" dirty="0"/>
              <a:t>Bulleted list Segoe UI Regular 20/24. Dis </a:t>
            </a:r>
            <a:r>
              <a:rPr lang="en-US" dirty="0" err="1"/>
              <a:t>apid</a:t>
            </a:r>
            <a:r>
              <a:rPr lang="en-US" dirty="0"/>
              <a:t> es </a:t>
            </a:r>
            <a:r>
              <a:rPr lang="en-US" dirty="0" err="1"/>
              <a:t>simusanditis</a:t>
            </a:r>
            <a:r>
              <a:rPr lang="en-US" dirty="0"/>
              <a:t> </a:t>
            </a:r>
            <a:r>
              <a:rPr lang="en-US" dirty="0" err="1"/>
              <a:t>ea</a:t>
            </a:r>
            <a:r>
              <a:rPr lang="en-US" dirty="0"/>
              <a:t> ex et </a:t>
            </a:r>
            <a:r>
              <a:rPr lang="en-US" dirty="0" err="1"/>
              <a:t>illore</a:t>
            </a:r>
            <a:r>
              <a:rPr lang="en-US" dirty="0"/>
              <a:t>, </a:t>
            </a:r>
            <a:r>
              <a:rPr lang="en-US" dirty="0" err="1"/>
              <a:t>nectationet</a:t>
            </a:r>
            <a:r>
              <a:rPr lang="en-US" dirty="0"/>
              <a:t> </a:t>
            </a:r>
            <a:r>
              <a:rPr lang="en-US" dirty="0" err="1"/>
              <a:t>aut</a:t>
            </a:r>
            <a:r>
              <a:rPr lang="en-US" dirty="0"/>
              <a:t> </a:t>
            </a:r>
            <a:r>
              <a:rPr lang="en-US" dirty="0" err="1"/>
              <a:t>dic</a:t>
            </a:r>
            <a:r>
              <a:rPr lang="en-US" dirty="0"/>
              <a:t> </a:t>
            </a:r>
            <a:r>
              <a:rPr lang="en-US" dirty="0" err="1"/>
              <a:t>tem</a:t>
            </a:r>
            <a:r>
              <a:rPr lang="en-US" dirty="0"/>
              <a:t> vit </a:t>
            </a:r>
            <a:r>
              <a:rPr lang="en-US" dirty="0" err="1"/>
              <a:t>velestium</a:t>
            </a:r>
            <a:r>
              <a:rPr lang="en-US" dirty="0"/>
              <a:t> </a:t>
            </a:r>
            <a:r>
              <a:rPr lang="en-US" dirty="0" err="1"/>
              <a:t>reperro</a:t>
            </a:r>
            <a:r>
              <a:rPr lang="en-US" dirty="0"/>
              <a:t> </a:t>
            </a:r>
            <a:r>
              <a:rPr lang="en-US" dirty="0" err="1"/>
              <a:t>rroviduntion</a:t>
            </a:r>
            <a:r>
              <a:rPr lang="en-US" dirty="0"/>
              <a:t> </a:t>
            </a:r>
            <a:r>
              <a:rPr lang="en-US" dirty="0" err="1"/>
              <a:t>conem</a:t>
            </a:r>
            <a:r>
              <a:rPr lang="en-US" dirty="0"/>
              <a:t> </a:t>
            </a:r>
            <a:r>
              <a:rPr lang="en-US" dirty="0" err="1"/>
              <a:t>rehend</a:t>
            </a:r>
            <a:endParaRPr lang="en-US" dirty="0"/>
          </a:p>
          <a:p>
            <a:pPr lvl="0"/>
            <a:endParaRPr lang="en-US" dirty="0"/>
          </a:p>
          <a:p>
            <a:pPr lvl="0"/>
            <a:endParaRPr lang="en-US" dirty="0"/>
          </a:p>
          <a:p>
            <a:pPr lvl="0"/>
            <a:endParaRPr lang="en-US" dirty="0"/>
          </a:p>
        </p:txBody>
      </p:sp>
    </p:spTree>
    <p:extLst>
      <p:ext uri="{BB962C8B-B14F-4D97-AF65-F5344CB8AC3E}">
        <p14:creationId xmlns:p14="http://schemas.microsoft.com/office/powerpoint/2010/main" val="2145186700"/>
      </p:ext>
    </p:extLst>
  </p:cSld>
  <p:clrMapOvr>
    <a:masterClrMapping/>
  </p:clrMapOvr>
  <p:transition>
    <p:fade/>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ext option 1">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dirty="0"/>
              <a:t>Text option 1: three column bulleted list</a:t>
            </a:r>
          </a:p>
        </p:txBody>
      </p:sp>
      <p:sp>
        <p:nvSpPr>
          <p:cNvPr id="4" name="Text Placeholder 3"/>
          <p:cNvSpPr>
            <a:spLocks noGrp="1"/>
          </p:cNvSpPr>
          <p:nvPr>
            <p:ph type="body" sz="quarter" idx="10" hasCustomPrompt="1"/>
          </p:nvPr>
        </p:nvSpPr>
        <p:spPr>
          <a:xfrm>
            <a:off x="455995" y="1922587"/>
            <a:ext cx="9384447" cy="603538"/>
          </a:xfrm>
          <a:prstGeom prst="rect">
            <a:avLst/>
          </a:prstGeom>
        </p:spPr>
        <p:txBody>
          <a:bodyPr wrap="square" lIns="0" tIns="0" rIns="0" bIns="0">
            <a:spAutoFit/>
          </a:bodyPr>
          <a:lstStyle>
            <a:lvl1pPr marL="0" indent="0">
              <a:lnSpc>
                <a:spcPts val="2353"/>
              </a:lnSpc>
              <a:buNone/>
              <a:defRPr lang="en-US" sz="1961" kern="1200" spc="0" baseline="0" dirty="0">
                <a:solidFill>
                  <a:srgbClr val="000000"/>
                </a:solidFill>
                <a:latin typeface="+mn-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dirty="0"/>
              <a:t>Subhead Segoe UI Regular 20/24. Dis </a:t>
            </a:r>
            <a:r>
              <a:rPr lang="en-US" dirty="0" err="1"/>
              <a:t>apid</a:t>
            </a:r>
            <a:r>
              <a:rPr lang="en-US" dirty="0"/>
              <a:t> </a:t>
            </a:r>
            <a:r>
              <a:rPr lang="en-US" dirty="0" err="1"/>
              <a:t>es</a:t>
            </a:r>
            <a:r>
              <a:rPr lang="en-US" dirty="0"/>
              <a:t> </a:t>
            </a:r>
            <a:r>
              <a:rPr lang="en-US" dirty="0" err="1"/>
              <a:t>simusanditis</a:t>
            </a:r>
            <a:r>
              <a:rPr lang="en-US" dirty="0"/>
              <a:t> </a:t>
            </a:r>
            <a:r>
              <a:rPr lang="en-US" dirty="0" err="1"/>
              <a:t>ea</a:t>
            </a:r>
            <a:r>
              <a:rPr lang="en-US" dirty="0"/>
              <a:t> ex et </a:t>
            </a:r>
            <a:r>
              <a:rPr lang="en-US" dirty="0" err="1"/>
              <a:t>illore</a:t>
            </a:r>
            <a:r>
              <a:rPr lang="en-US" dirty="0"/>
              <a:t>, </a:t>
            </a:r>
            <a:r>
              <a:rPr lang="en-US" dirty="0" err="1"/>
              <a:t>nectationet</a:t>
            </a:r>
            <a:r>
              <a:rPr lang="en-US" dirty="0"/>
              <a:t> </a:t>
            </a:r>
            <a:r>
              <a:rPr lang="en-US" dirty="0" err="1"/>
              <a:t>aut</a:t>
            </a:r>
            <a:r>
              <a:rPr lang="en-US" dirty="0"/>
              <a:t> </a:t>
            </a:r>
            <a:r>
              <a:rPr lang="en-US" dirty="0" err="1"/>
              <a:t>dic</a:t>
            </a:r>
            <a:r>
              <a:rPr lang="en-US" dirty="0"/>
              <a:t> </a:t>
            </a:r>
            <a:r>
              <a:rPr lang="en-US" dirty="0" err="1"/>
              <a:t>tem</a:t>
            </a:r>
            <a:r>
              <a:rPr lang="en-US" dirty="0"/>
              <a:t> </a:t>
            </a:r>
            <a:r>
              <a:rPr lang="en-US" dirty="0" err="1"/>
              <a:t>vit</a:t>
            </a:r>
            <a:r>
              <a:rPr lang="en-US" dirty="0"/>
              <a:t> </a:t>
            </a:r>
            <a:r>
              <a:rPr lang="en-US" dirty="0" err="1"/>
              <a:t>velestium</a:t>
            </a:r>
            <a:r>
              <a:rPr lang="en-US" dirty="0"/>
              <a:t> </a:t>
            </a:r>
            <a:r>
              <a:rPr lang="en-US" dirty="0" err="1"/>
              <a:t>reperro</a:t>
            </a:r>
            <a:r>
              <a:rPr lang="en-US" dirty="0"/>
              <a:t> </a:t>
            </a:r>
            <a:r>
              <a:rPr lang="en-US" dirty="0" err="1"/>
              <a:t>rroviduntion</a:t>
            </a:r>
            <a:r>
              <a:rPr lang="en-US" dirty="0"/>
              <a:t> </a:t>
            </a:r>
            <a:r>
              <a:rPr lang="en-US" dirty="0" err="1"/>
              <a:t>conem</a:t>
            </a:r>
            <a:r>
              <a:rPr lang="en-US" dirty="0"/>
              <a:t> </a:t>
            </a:r>
            <a:r>
              <a:rPr lang="en-US" dirty="0" err="1"/>
              <a:t>rehend</a:t>
            </a:r>
            <a:r>
              <a:rPr lang="en-US" dirty="0"/>
              <a:t>.</a:t>
            </a:r>
          </a:p>
        </p:txBody>
      </p:sp>
      <p:sp>
        <p:nvSpPr>
          <p:cNvPr id="5" name="Text Placeholder 4"/>
          <p:cNvSpPr>
            <a:spLocks noGrp="1"/>
          </p:cNvSpPr>
          <p:nvPr>
            <p:ph type="body" sz="quarter" idx="11" hasCustomPrompt="1"/>
          </p:nvPr>
        </p:nvSpPr>
        <p:spPr>
          <a:xfrm>
            <a:off x="455995" y="3151388"/>
            <a:ext cx="3618381" cy="216206"/>
          </a:xfrm>
          <a:prstGeom prst="rect">
            <a:avLst/>
          </a:prstGeom>
        </p:spPr>
        <p:txBody>
          <a:bodyPr lIns="0" tIns="0" rIns="0" bIns="0"/>
          <a:lstStyle>
            <a:lvl1pPr marL="0" indent="0">
              <a:lnSpc>
                <a:spcPts val="1765"/>
              </a:lnSpc>
              <a:spcBef>
                <a:spcPts val="0"/>
              </a:spcBef>
              <a:spcAft>
                <a:spcPts val="588"/>
              </a:spcAft>
              <a:buNone/>
              <a:defRPr sz="1372" b="0" spc="0" baseline="0">
                <a:solidFill>
                  <a:schemeClr val="tx2"/>
                </a:solidFill>
                <a:latin typeface="+mj-lt"/>
              </a:defRPr>
            </a:lvl1pPr>
            <a:lvl2pPr marL="280121" marR="0" indent="-280121" algn="l" defTabSz="914367" rtl="0" eaLnBrk="1" fontAlgn="auto" latinLnBrk="0" hangingPunct="1">
              <a:lnSpc>
                <a:spcPts val="1765"/>
              </a:lnSpc>
              <a:spcBef>
                <a:spcPts val="0"/>
              </a:spcBef>
              <a:spcAft>
                <a:spcPts val="588"/>
              </a:spcAft>
              <a:buClrTx/>
              <a:buSzPct val="90000"/>
              <a:buFont typeface="Arial" panose="020B0604020202020204" pitchFamily="34" charset="0"/>
              <a:buChar char="•"/>
              <a:tabLst/>
              <a:defRPr lang="en-US" sz="1372" kern="1200" spc="0" baseline="0" dirty="0">
                <a:solidFill>
                  <a:srgbClr val="000000"/>
                </a:solidFill>
                <a:latin typeface="+mn-lt"/>
                <a:ea typeface="+mn-ea"/>
                <a:cs typeface="+mn-cs"/>
              </a:defRPr>
            </a:lvl2pPr>
            <a:lvl3pPr marL="448193" indent="0">
              <a:buNone/>
              <a:defRPr/>
            </a:lvl3pPr>
            <a:lvl4pPr marL="672290" indent="0">
              <a:buNone/>
              <a:defRPr/>
            </a:lvl4pPr>
            <a:lvl5pPr marL="896386" indent="0">
              <a:buNone/>
              <a:defRPr/>
            </a:lvl5pPr>
          </a:lstStyle>
          <a:p>
            <a:pPr lvl="0"/>
            <a:r>
              <a:rPr lang="en-US" dirty="0"/>
              <a:t>Paragraph title Segoe UI </a:t>
            </a:r>
            <a:r>
              <a:rPr lang="en-US" dirty="0" err="1"/>
              <a:t>Semibold</a:t>
            </a:r>
            <a:r>
              <a:rPr lang="en-US" dirty="0"/>
              <a:t> 14/18</a:t>
            </a:r>
          </a:p>
        </p:txBody>
      </p:sp>
      <p:sp>
        <p:nvSpPr>
          <p:cNvPr id="21" name="Text Placeholder 4">
            <a:extLst>
              <a:ext uri="{FF2B5EF4-FFF2-40B4-BE49-F238E27FC236}">
                <a16:creationId xmlns:a16="http://schemas.microsoft.com/office/drawing/2014/main" id="{03383CEA-4FEB-4C9E-B7D6-3B36BC8EB75A}"/>
              </a:ext>
            </a:extLst>
          </p:cNvPr>
          <p:cNvSpPr>
            <a:spLocks noGrp="1"/>
          </p:cNvSpPr>
          <p:nvPr>
            <p:ph type="body" sz="quarter" idx="12" hasCustomPrompt="1"/>
          </p:nvPr>
        </p:nvSpPr>
        <p:spPr>
          <a:xfrm>
            <a:off x="4318449" y="3151388"/>
            <a:ext cx="3618381" cy="216206"/>
          </a:xfrm>
          <a:prstGeom prst="rect">
            <a:avLst/>
          </a:prstGeom>
        </p:spPr>
        <p:txBody>
          <a:bodyPr lIns="0" tIns="0" rIns="0" bIns="0"/>
          <a:lstStyle>
            <a:lvl1pPr marL="0" indent="0">
              <a:lnSpc>
                <a:spcPts val="1765"/>
              </a:lnSpc>
              <a:spcBef>
                <a:spcPts val="0"/>
              </a:spcBef>
              <a:spcAft>
                <a:spcPts val="588"/>
              </a:spcAft>
              <a:buNone/>
              <a:defRPr sz="1372" b="0" spc="0" baseline="0">
                <a:solidFill>
                  <a:schemeClr val="tx2"/>
                </a:solidFill>
                <a:latin typeface="+mj-lt"/>
              </a:defRPr>
            </a:lvl1pPr>
            <a:lvl2pPr marL="280121" marR="0" indent="-280121" algn="l" defTabSz="914367" rtl="0" eaLnBrk="1" fontAlgn="auto" latinLnBrk="0" hangingPunct="1">
              <a:lnSpc>
                <a:spcPts val="1765"/>
              </a:lnSpc>
              <a:spcBef>
                <a:spcPts val="0"/>
              </a:spcBef>
              <a:spcAft>
                <a:spcPts val="588"/>
              </a:spcAft>
              <a:buClrTx/>
              <a:buSzPct val="90000"/>
              <a:buFont typeface="Arial" panose="020B0604020202020204" pitchFamily="34" charset="0"/>
              <a:buChar char="•"/>
              <a:tabLst/>
              <a:defRPr lang="en-US" sz="1372" kern="1200" spc="0" baseline="0" dirty="0">
                <a:solidFill>
                  <a:srgbClr val="000000"/>
                </a:solidFill>
                <a:latin typeface="+mn-lt"/>
                <a:ea typeface="+mn-ea"/>
                <a:cs typeface="+mn-cs"/>
              </a:defRPr>
            </a:lvl2pPr>
            <a:lvl3pPr marL="448193" indent="0">
              <a:buNone/>
              <a:defRPr/>
            </a:lvl3pPr>
            <a:lvl4pPr marL="672290" indent="0">
              <a:buNone/>
              <a:defRPr/>
            </a:lvl4pPr>
            <a:lvl5pPr marL="896386" indent="0">
              <a:buNone/>
              <a:defRPr/>
            </a:lvl5pPr>
          </a:lstStyle>
          <a:p>
            <a:pPr lvl="0"/>
            <a:r>
              <a:rPr lang="en-US" dirty="0"/>
              <a:t>Paragraph title Segoe UI </a:t>
            </a:r>
            <a:r>
              <a:rPr lang="en-US" dirty="0" err="1"/>
              <a:t>Semibold</a:t>
            </a:r>
            <a:r>
              <a:rPr lang="en-US" dirty="0"/>
              <a:t> 14/18</a:t>
            </a:r>
          </a:p>
        </p:txBody>
      </p:sp>
      <p:sp>
        <p:nvSpPr>
          <p:cNvPr id="22" name="Text Placeholder 4">
            <a:extLst>
              <a:ext uri="{FF2B5EF4-FFF2-40B4-BE49-F238E27FC236}">
                <a16:creationId xmlns:a16="http://schemas.microsoft.com/office/drawing/2014/main" id="{35007055-7118-477F-B301-DB401591FA27}"/>
              </a:ext>
            </a:extLst>
          </p:cNvPr>
          <p:cNvSpPr>
            <a:spLocks noGrp="1"/>
          </p:cNvSpPr>
          <p:nvPr>
            <p:ph type="body" sz="quarter" idx="13" hasCustomPrompt="1"/>
          </p:nvPr>
        </p:nvSpPr>
        <p:spPr>
          <a:xfrm>
            <a:off x="8149960" y="3151388"/>
            <a:ext cx="3618381" cy="216206"/>
          </a:xfrm>
          <a:prstGeom prst="rect">
            <a:avLst/>
          </a:prstGeom>
        </p:spPr>
        <p:txBody>
          <a:bodyPr lIns="0" tIns="0" rIns="0" bIns="0"/>
          <a:lstStyle>
            <a:lvl1pPr marL="0" indent="0">
              <a:lnSpc>
                <a:spcPts val="1765"/>
              </a:lnSpc>
              <a:spcBef>
                <a:spcPts val="0"/>
              </a:spcBef>
              <a:spcAft>
                <a:spcPts val="588"/>
              </a:spcAft>
              <a:buNone/>
              <a:defRPr sz="1372" b="0" spc="0" baseline="0">
                <a:solidFill>
                  <a:schemeClr val="tx2"/>
                </a:solidFill>
                <a:latin typeface="+mj-lt"/>
              </a:defRPr>
            </a:lvl1pPr>
            <a:lvl2pPr marL="280121" marR="0" indent="-280121" algn="l" defTabSz="914367" rtl="0" eaLnBrk="1" fontAlgn="auto" latinLnBrk="0" hangingPunct="1">
              <a:lnSpc>
                <a:spcPts val="1765"/>
              </a:lnSpc>
              <a:spcBef>
                <a:spcPts val="0"/>
              </a:spcBef>
              <a:spcAft>
                <a:spcPts val="588"/>
              </a:spcAft>
              <a:buClrTx/>
              <a:buSzPct val="90000"/>
              <a:buFont typeface="Arial" panose="020B0604020202020204" pitchFamily="34" charset="0"/>
              <a:buChar char="•"/>
              <a:tabLst/>
              <a:defRPr lang="en-US" sz="1372" kern="1200" spc="0" baseline="0" dirty="0">
                <a:solidFill>
                  <a:srgbClr val="000000"/>
                </a:solidFill>
                <a:latin typeface="+mn-lt"/>
                <a:ea typeface="+mn-ea"/>
                <a:cs typeface="+mn-cs"/>
              </a:defRPr>
            </a:lvl2pPr>
            <a:lvl3pPr marL="448193" indent="0">
              <a:buNone/>
              <a:defRPr/>
            </a:lvl3pPr>
            <a:lvl4pPr marL="672290" indent="0">
              <a:buNone/>
              <a:defRPr/>
            </a:lvl4pPr>
            <a:lvl5pPr marL="896386" indent="0">
              <a:buNone/>
              <a:defRPr/>
            </a:lvl5pPr>
          </a:lstStyle>
          <a:p>
            <a:pPr lvl="0"/>
            <a:r>
              <a:rPr lang="en-US" dirty="0"/>
              <a:t>Paragraph title Segoe UI </a:t>
            </a:r>
            <a:r>
              <a:rPr lang="en-US" dirty="0" err="1"/>
              <a:t>Semibold</a:t>
            </a:r>
            <a:r>
              <a:rPr lang="en-US" dirty="0"/>
              <a:t> 14/18</a:t>
            </a:r>
          </a:p>
        </p:txBody>
      </p:sp>
      <p:sp>
        <p:nvSpPr>
          <p:cNvPr id="23" name="Text Box 3">
            <a:extLst>
              <a:ext uri="{FF2B5EF4-FFF2-40B4-BE49-F238E27FC236}">
                <a16:creationId xmlns:a16="http://schemas.microsoft.com/office/drawing/2014/main" id="{DD31BD93-DFDF-4C46-8FDE-B1B55850B6B2}"/>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
        <p:nvSpPr>
          <p:cNvPr id="24" name="Text Placeholder 4">
            <a:extLst>
              <a:ext uri="{FF2B5EF4-FFF2-40B4-BE49-F238E27FC236}">
                <a16:creationId xmlns:a16="http://schemas.microsoft.com/office/drawing/2014/main" id="{2951A14E-1D63-9E44-9361-FD57A8BD812A}"/>
              </a:ext>
            </a:extLst>
          </p:cNvPr>
          <p:cNvSpPr>
            <a:spLocks noGrp="1"/>
          </p:cNvSpPr>
          <p:nvPr>
            <p:ph type="body" sz="quarter" idx="17" hasCustomPrompt="1"/>
          </p:nvPr>
        </p:nvSpPr>
        <p:spPr>
          <a:xfrm>
            <a:off x="454169" y="3378439"/>
            <a:ext cx="3618381" cy="2059666"/>
          </a:xfrm>
          <a:prstGeom prst="rect">
            <a:avLst/>
          </a:prstGeom>
        </p:spPr>
        <p:txBody>
          <a:bodyPr lIns="0" tIns="0" rIns="0" bIns="0"/>
          <a:lstStyle>
            <a:lvl1pPr marL="280121" indent="-280121">
              <a:lnSpc>
                <a:spcPts val="1765"/>
              </a:lnSpc>
              <a:spcBef>
                <a:spcPts val="0"/>
              </a:spcBef>
              <a:buFont typeface="Arial" panose="020B0604020202020204" pitchFamily="34" charset="0"/>
              <a:buChar char="•"/>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a:p>
            <a:pPr lvl="0"/>
            <a:endParaRPr lang="en-US" dirty="0"/>
          </a:p>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25" name="Text Placeholder 4">
            <a:extLst>
              <a:ext uri="{FF2B5EF4-FFF2-40B4-BE49-F238E27FC236}">
                <a16:creationId xmlns:a16="http://schemas.microsoft.com/office/drawing/2014/main" id="{1C3BF983-4009-1049-9AD7-C94BE3AA193C}"/>
              </a:ext>
            </a:extLst>
          </p:cNvPr>
          <p:cNvSpPr>
            <a:spLocks noGrp="1"/>
          </p:cNvSpPr>
          <p:nvPr>
            <p:ph type="body" sz="quarter" idx="18" hasCustomPrompt="1"/>
          </p:nvPr>
        </p:nvSpPr>
        <p:spPr>
          <a:xfrm>
            <a:off x="4318449" y="3378439"/>
            <a:ext cx="3618381" cy="2059666"/>
          </a:xfrm>
          <a:prstGeom prst="rect">
            <a:avLst/>
          </a:prstGeom>
        </p:spPr>
        <p:txBody>
          <a:bodyPr lIns="0" tIns="0" rIns="0" bIns="0"/>
          <a:lstStyle>
            <a:lvl1pPr marL="280121" indent="-280121">
              <a:lnSpc>
                <a:spcPts val="1765"/>
              </a:lnSpc>
              <a:spcBef>
                <a:spcPts val="0"/>
              </a:spcBef>
              <a:buFont typeface="Arial" panose="020B0604020202020204" pitchFamily="34" charset="0"/>
              <a:buChar char="•"/>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a:p>
            <a:pPr lvl="0"/>
            <a:endParaRPr lang="en-US" dirty="0"/>
          </a:p>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26" name="Text Placeholder 4">
            <a:extLst>
              <a:ext uri="{FF2B5EF4-FFF2-40B4-BE49-F238E27FC236}">
                <a16:creationId xmlns:a16="http://schemas.microsoft.com/office/drawing/2014/main" id="{2361C016-E331-F44F-ACAE-52E4AE73469E}"/>
              </a:ext>
            </a:extLst>
          </p:cNvPr>
          <p:cNvSpPr>
            <a:spLocks noGrp="1"/>
          </p:cNvSpPr>
          <p:nvPr>
            <p:ph type="body" sz="quarter" idx="19" hasCustomPrompt="1"/>
          </p:nvPr>
        </p:nvSpPr>
        <p:spPr>
          <a:xfrm>
            <a:off x="8156766" y="3378439"/>
            <a:ext cx="3618381" cy="2059666"/>
          </a:xfrm>
          <a:prstGeom prst="rect">
            <a:avLst/>
          </a:prstGeom>
        </p:spPr>
        <p:txBody>
          <a:bodyPr lIns="0" tIns="0" rIns="0" bIns="0"/>
          <a:lstStyle>
            <a:lvl1pPr marL="280121" indent="-280121">
              <a:lnSpc>
                <a:spcPts val="1765"/>
              </a:lnSpc>
              <a:spcBef>
                <a:spcPts val="0"/>
              </a:spcBef>
              <a:buFont typeface="Arial" panose="020B0604020202020204" pitchFamily="34" charset="0"/>
              <a:buChar char="•"/>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a:p>
            <a:pPr lvl="0"/>
            <a:endParaRPr lang="en-US" dirty="0"/>
          </a:p>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Tree>
    <p:extLst>
      <p:ext uri="{BB962C8B-B14F-4D97-AF65-F5344CB8AC3E}">
        <p14:creationId xmlns:p14="http://schemas.microsoft.com/office/powerpoint/2010/main" val="3482194945"/>
      </p:ext>
    </p:extLst>
  </p:cSld>
  <p:clrMapOvr>
    <a:masterClrMapping/>
  </p:clrMapOvr>
  <p:transition>
    <p:fade/>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ext option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dirty="0"/>
              <a:t>Text option 2: two columns copy heavy</a:t>
            </a:r>
          </a:p>
        </p:txBody>
      </p:sp>
      <p:sp>
        <p:nvSpPr>
          <p:cNvPr id="16" name="Text Placeholder 4">
            <a:extLst>
              <a:ext uri="{FF2B5EF4-FFF2-40B4-BE49-F238E27FC236}">
                <a16:creationId xmlns:a16="http://schemas.microsoft.com/office/drawing/2014/main" id="{99E39B6D-21AF-485C-B606-D6EA248988A6}"/>
              </a:ext>
            </a:extLst>
          </p:cNvPr>
          <p:cNvSpPr>
            <a:spLocks noGrp="1"/>
          </p:cNvSpPr>
          <p:nvPr>
            <p:ph type="body" sz="quarter" idx="13" hasCustomPrompt="1"/>
          </p:nvPr>
        </p:nvSpPr>
        <p:spPr>
          <a:xfrm>
            <a:off x="455995" y="2363622"/>
            <a:ext cx="3618381" cy="216206"/>
          </a:xfrm>
          <a:prstGeom prst="rect">
            <a:avLst/>
          </a:prstGeom>
        </p:spPr>
        <p:txBody>
          <a:bodyPr lIns="0" tIns="0" rIns="0" bIns="0"/>
          <a:lstStyle>
            <a:lvl1pPr marL="0" indent="0">
              <a:lnSpc>
                <a:spcPts val="1765"/>
              </a:lnSpc>
              <a:spcBef>
                <a:spcPts val="1176"/>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dirty="0">
                <a:solidFill>
                  <a:schemeClr val="tx2"/>
                </a:solidFill>
                <a:latin typeface="+mj-lt"/>
              </a:rPr>
              <a:t>Paragraph title Segoe UI </a:t>
            </a:r>
            <a:r>
              <a:rPr lang="en-US" b="0" dirty="0" err="1">
                <a:solidFill>
                  <a:schemeClr val="tx2"/>
                </a:solidFill>
                <a:latin typeface="+mj-lt"/>
              </a:rPr>
              <a:t>Semibold</a:t>
            </a:r>
            <a:r>
              <a:rPr lang="en-US" b="0" dirty="0">
                <a:solidFill>
                  <a:schemeClr val="tx2"/>
                </a:solidFill>
                <a:latin typeface="+mj-lt"/>
              </a:rPr>
              <a:t> 14/18</a:t>
            </a:r>
            <a:endParaRPr lang="en-US" dirty="0"/>
          </a:p>
        </p:txBody>
      </p:sp>
      <p:sp>
        <p:nvSpPr>
          <p:cNvPr id="17" name="Text Placeholder 4">
            <a:extLst>
              <a:ext uri="{FF2B5EF4-FFF2-40B4-BE49-F238E27FC236}">
                <a16:creationId xmlns:a16="http://schemas.microsoft.com/office/drawing/2014/main" id="{D0D85DDD-B7EA-4D73-BA98-A5ACF1DB2D33}"/>
              </a:ext>
            </a:extLst>
          </p:cNvPr>
          <p:cNvSpPr>
            <a:spLocks noGrp="1"/>
          </p:cNvSpPr>
          <p:nvPr>
            <p:ph type="body" sz="quarter" idx="14" hasCustomPrompt="1"/>
          </p:nvPr>
        </p:nvSpPr>
        <p:spPr>
          <a:xfrm>
            <a:off x="4303151" y="2363622"/>
            <a:ext cx="3618381" cy="216206"/>
          </a:xfrm>
          <a:prstGeom prst="rect">
            <a:avLst/>
          </a:prstGeom>
        </p:spPr>
        <p:txBody>
          <a:bodyPr lIns="0" tIns="0" rIns="0" bIns="0"/>
          <a:lstStyle>
            <a:lvl1pPr marL="0" indent="0">
              <a:lnSpc>
                <a:spcPts val="1765"/>
              </a:lnSpc>
              <a:spcBef>
                <a:spcPts val="1176"/>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dirty="0">
                <a:solidFill>
                  <a:schemeClr val="tx2"/>
                </a:solidFill>
                <a:latin typeface="+mj-lt"/>
              </a:rPr>
              <a:t>Paragraph title Segoe UI </a:t>
            </a:r>
            <a:r>
              <a:rPr lang="en-US" b="0" dirty="0" err="1">
                <a:solidFill>
                  <a:schemeClr val="tx2"/>
                </a:solidFill>
                <a:latin typeface="+mj-lt"/>
              </a:rPr>
              <a:t>Semibold</a:t>
            </a:r>
            <a:r>
              <a:rPr lang="en-US" b="0" dirty="0">
                <a:solidFill>
                  <a:schemeClr val="tx2"/>
                </a:solidFill>
                <a:latin typeface="+mj-lt"/>
              </a:rPr>
              <a:t> 14/18</a:t>
            </a:r>
            <a:endParaRPr lang="en-US" dirty="0"/>
          </a:p>
        </p:txBody>
      </p:sp>
      <p:sp>
        <p:nvSpPr>
          <p:cNvPr id="13" name="Text Box 3">
            <a:extLst>
              <a:ext uri="{FF2B5EF4-FFF2-40B4-BE49-F238E27FC236}">
                <a16:creationId xmlns:a16="http://schemas.microsoft.com/office/drawing/2014/main" id="{CCDF1654-4D2D-794C-BBB7-E1447C036FDB}"/>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
        <p:nvSpPr>
          <p:cNvPr id="18" name="Text Placeholder 4">
            <a:extLst>
              <a:ext uri="{FF2B5EF4-FFF2-40B4-BE49-F238E27FC236}">
                <a16:creationId xmlns:a16="http://schemas.microsoft.com/office/drawing/2014/main" id="{82A6E05B-C65A-8C44-AC8B-AA08746E6668}"/>
              </a:ext>
            </a:extLst>
          </p:cNvPr>
          <p:cNvSpPr>
            <a:spLocks noGrp="1"/>
          </p:cNvSpPr>
          <p:nvPr>
            <p:ph type="body" sz="quarter" idx="17" hasCustomPrompt="1"/>
          </p:nvPr>
        </p:nvSpPr>
        <p:spPr>
          <a:xfrm>
            <a:off x="455995" y="2593749"/>
            <a:ext cx="3618381" cy="2059666"/>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a:p>
            <a:pPr lvl="0"/>
            <a:endParaRPr lang="en-US" dirty="0"/>
          </a:p>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19" name="Text Placeholder 4">
            <a:extLst>
              <a:ext uri="{FF2B5EF4-FFF2-40B4-BE49-F238E27FC236}">
                <a16:creationId xmlns:a16="http://schemas.microsoft.com/office/drawing/2014/main" id="{D52482AC-A354-B546-9AAD-B3E028512046}"/>
              </a:ext>
            </a:extLst>
          </p:cNvPr>
          <p:cNvSpPr>
            <a:spLocks noGrp="1"/>
          </p:cNvSpPr>
          <p:nvPr>
            <p:ph type="body" sz="quarter" idx="18" hasCustomPrompt="1"/>
          </p:nvPr>
        </p:nvSpPr>
        <p:spPr>
          <a:xfrm>
            <a:off x="4286809" y="2593749"/>
            <a:ext cx="3618381" cy="2059666"/>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a:p>
            <a:pPr lvl="0"/>
            <a:endParaRPr lang="en-US" dirty="0"/>
          </a:p>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Tree>
    <p:extLst>
      <p:ext uri="{BB962C8B-B14F-4D97-AF65-F5344CB8AC3E}">
        <p14:creationId xmlns:p14="http://schemas.microsoft.com/office/powerpoint/2010/main" val="75776439"/>
      </p:ext>
    </p:extLst>
  </p:cSld>
  <p:clrMapOvr>
    <a:masterClrMapping/>
  </p:clrMapOvr>
  <p:transition>
    <p:fade/>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ext option 3">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print">
            <a:extLst>
              <a:ext uri="{28A0092B-C50C-407E-A947-70E740481C1C}">
                <a14:useLocalDpi xmlns:a14="http://schemas.microsoft.com/office/drawing/2010/main" val="0"/>
              </a:ext>
            </a:extLst>
          </a:blip>
          <a:srcRect b="-1"/>
          <a:stretch/>
        </p:blipFill>
        <p:spPr>
          <a:xfrm>
            <a:off x="8144083" y="1599720"/>
            <a:ext cx="3609417" cy="3103720"/>
          </a:xfrm>
          <a:prstGeom prst="rect">
            <a:avLst/>
          </a:prstGeom>
        </p:spPr>
      </p:pic>
      <p:pic>
        <p:nvPicPr>
          <p:cNvPr id="6" name="Picture 5"/>
          <p:cNvPicPr>
            <a:picLocks noChangeAspect="1"/>
          </p:cNvPicPr>
          <p:nvPr userDrawn="1"/>
        </p:nvPicPr>
        <p:blipFill rotWithShape="1">
          <a:blip r:embed="rId3" cstate="print">
            <a:extLst>
              <a:ext uri="{28A0092B-C50C-407E-A947-70E740481C1C}">
                <a14:useLocalDpi xmlns:a14="http://schemas.microsoft.com/office/drawing/2010/main" val="0"/>
              </a:ext>
            </a:extLst>
          </a:blip>
          <a:srcRect b="-1"/>
          <a:stretch/>
        </p:blipFill>
        <p:spPr>
          <a:xfrm>
            <a:off x="4309002" y="1599721"/>
            <a:ext cx="3612531" cy="3099394"/>
          </a:xfrm>
          <a:prstGeom prst="rect">
            <a:avLst/>
          </a:prstGeom>
        </p:spPr>
      </p:pic>
      <p:pic>
        <p:nvPicPr>
          <p:cNvPr id="3" name="Picture 2"/>
          <p:cNvPicPr>
            <a:picLocks noChangeAspect="1"/>
          </p:cNvPicPr>
          <p:nvPr userDrawn="1"/>
        </p:nvPicPr>
        <p:blipFill rotWithShape="1">
          <a:blip r:embed="rId4" cstate="print">
            <a:extLst>
              <a:ext uri="{28A0092B-C50C-407E-A947-70E740481C1C}">
                <a14:useLocalDpi xmlns:a14="http://schemas.microsoft.com/office/drawing/2010/main" val="0"/>
              </a:ext>
            </a:extLst>
          </a:blip>
          <a:srcRect/>
          <a:stretch/>
        </p:blipFill>
        <p:spPr>
          <a:xfrm>
            <a:off x="464957" y="1599722"/>
            <a:ext cx="3609417" cy="3108047"/>
          </a:xfrm>
          <a:prstGeom prst="rect">
            <a:avLst/>
          </a:prstGeom>
        </p:spPr>
      </p:pic>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dirty="0"/>
              <a:t>Text option 3: three columns images and text</a:t>
            </a:r>
          </a:p>
        </p:txBody>
      </p:sp>
      <p:sp>
        <p:nvSpPr>
          <p:cNvPr id="5" name="Text Placeholder 4"/>
          <p:cNvSpPr>
            <a:spLocks noGrp="1"/>
          </p:cNvSpPr>
          <p:nvPr>
            <p:ph type="body" sz="quarter" idx="11" hasCustomPrompt="1"/>
          </p:nvPr>
        </p:nvSpPr>
        <p:spPr>
          <a:xfrm>
            <a:off x="455995" y="4927922"/>
            <a:ext cx="3618381" cy="216206"/>
          </a:xfrm>
          <a:prstGeom prst="rect">
            <a:avLst/>
          </a:prstGeom>
        </p:spPr>
        <p:txBody>
          <a:bodyPr lIns="0" tIns="0" rIns="0" bIns="0"/>
          <a:lstStyle>
            <a:lvl1pPr marL="0" indent="0">
              <a:lnSpc>
                <a:spcPts val="1765"/>
              </a:lnSpc>
              <a:spcBef>
                <a:spcPts val="1176"/>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dirty="0">
                <a:solidFill>
                  <a:schemeClr val="tx2"/>
                </a:solidFill>
                <a:latin typeface="+mj-lt"/>
              </a:rPr>
              <a:t>Paragraph title Segoe UI </a:t>
            </a:r>
            <a:r>
              <a:rPr lang="en-US" b="0" dirty="0" err="1">
                <a:solidFill>
                  <a:schemeClr val="tx2"/>
                </a:solidFill>
                <a:latin typeface="+mj-lt"/>
              </a:rPr>
              <a:t>Semibold</a:t>
            </a:r>
            <a:r>
              <a:rPr lang="en-US" b="0" dirty="0">
                <a:solidFill>
                  <a:schemeClr val="tx2"/>
                </a:solidFill>
                <a:latin typeface="+mj-lt"/>
              </a:rPr>
              <a:t> 14/18</a:t>
            </a:r>
          </a:p>
        </p:txBody>
      </p:sp>
      <p:sp>
        <p:nvSpPr>
          <p:cNvPr id="10" name="Text Placeholder 4"/>
          <p:cNvSpPr>
            <a:spLocks noGrp="1"/>
          </p:cNvSpPr>
          <p:nvPr>
            <p:ph type="body" sz="quarter" idx="13" hasCustomPrompt="1"/>
          </p:nvPr>
        </p:nvSpPr>
        <p:spPr>
          <a:xfrm>
            <a:off x="8144083" y="4927922"/>
            <a:ext cx="3618381" cy="216206"/>
          </a:xfrm>
          <a:prstGeom prst="rect">
            <a:avLst/>
          </a:prstGeom>
        </p:spPr>
        <p:txBody>
          <a:bodyPr lIns="0" tIns="0" rIns="0" bIns="0"/>
          <a:lstStyle>
            <a:lvl1pPr marL="0" indent="0">
              <a:lnSpc>
                <a:spcPts val="1765"/>
              </a:lnSpc>
              <a:spcBef>
                <a:spcPts val="1176"/>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dirty="0">
                <a:solidFill>
                  <a:schemeClr val="tx2"/>
                </a:solidFill>
                <a:latin typeface="+mj-lt"/>
              </a:rPr>
              <a:t>Paragraph title Segoe UI </a:t>
            </a:r>
            <a:r>
              <a:rPr lang="en-US" b="0" dirty="0" err="1">
                <a:solidFill>
                  <a:schemeClr val="tx2"/>
                </a:solidFill>
                <a:latin typeface="+mj-lt"/>
              </a:rPr>
              <a:t>Semibold</a:t>
            </a:r>
            <a:r>
              <a:rPr lang="en-US" b="0" dirty="0">
                <a:solidFill>
                  <a:schemeClr val="tx2"/>
                </a:solidFill>
                <a:latin typeface="+mj-lt"/>
              </a:rPr>
              <a:t> 14/18</a:t>
            </a:r>
          </a:p>
        </p:txBody>
      </p:sp>
      <p:sp>
        <p:nvSpPr>
          <p:cNvPr id="32" name="Text Placeholder 4">
            <a:extLst>
              <a:ext uri="{FF2B5EF4-FFF2-40B4-BE49-F238E27FC236}">
                <a16:creationId xmlns:a16="http://schemas.microsoft.com/office/drawing/2014/main" id="{197742EC-5845-4BB1-84A3-00C1CF89012A}"/>
              </a:ext>
            </a:extLst>
          </p:cNvPr>
          <p:cNvSpPr>
            <a:spLocks noGrp="1"/>
          </p:cNvSpPr>
          <p:nvPr>
            <p:ph type="body" sz="quarter" idx="20" hasCustomPrompt="1"/>
          </p:nvPr>
        </p:nvSpPr>
        <p:spPr>
          <a:xfrm>
            <a:off x="4303151" y="4927922"/>
            <a:ext cx="3618381" cy="216206"/>
          </a:xfrm>
          <a:prstGeom prst="rect">
            <a:avLst/>
          </a:prstGeom>
        </p:spPr>
        <p:txBody>
          <a:bodyPr lIns="0" tIns="0" rIns="0" bIns="0"/>
          <a:lstStyle>
            <a:lvl1pPr marL="0" indent="0">
              <a:lnSpc>
                <a:spcPts val="1765"/>
              </a:lnSpc>
              <a:spcBef>
                <a:spcPts val="1176"/>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dirty="0">
                <a:solidFill>
                  <a:schemeClr val="tx2"/>
                </a:solidFill>
                <a:latin typeface="+mj-lt"/>
              </a:rPr>
              <a:t>Paragraph title Segoe UI </a:t>
            </a:r>
            <a:r>
              <a:rPr lang="en-US" b="0" dirty="0" err="1">
                <a:solidFill>
                  <a:schemeClr val="tx2"/>
                </a:solidFill>
                <a:latin typeface="+mj-lt"/>
              </a:rPr>
              <a:t>Semibold</a:t>
            </a:r>
            <a:r>
              <a:rPr lang="en-US" b="0" dirty="0">
                <a:solidFill>
                  <a:schemeClr val="tx2"/>
                </a:solidFill>
                <a:latin typeface="+mj-lt"/>
              </a:rPr>
              <a:t> 14/18</a:t>
            </a:r>
          </a:p>
        </p:txBody>
      </p:sp>
      <p:sp>
        <p:nvSpPr>
          <p:cNvPr id="8" name="Picture Placeholder 7">
            <a:extLst>
              <a:ext uri="{FF2B5EF4-FFF2-40B4-BE49-F238E27FC236}">
                <a16:creationId xmlns:a16="http://schemas.microsoft.com/office/drawing/2014/main" id="{E501F238-570E-E648-9E57-DAA86A7A8ED3}"/>
              </a:ext>
            </a:extLst>
          </p:cNvPr>
          <p:cNvSpPr>
            <a:spLocks noGrp="1"/>
          </p:cNvSpPr>
          <p:nvPr>
            <p:ph type="pic" sz="quarter" idx="21" hasCustomPrompt="1"/>
          </p:nvPr>
        </p:nvSpPr>
        <p:spPr>
          <a:xfrm>
            <a:off x="465332" y="2882153"/>
            <a:ext cx="3609043" cy="543185"/>
          </a:xfrm>
          <a:prstGeom prst="rect">
            <a:avLst/>
          </a:prstGeom>
        </p:spPr>
        <p:txBody>
          <a:bodyPr/>
          <a:lstStyle>
            <a:lvl1pPr algn="ctr">
              <a:defRPr>
                <a:solidFill>
                  <a:schemeClr val="bg1"/>
                </a:solidFill>
              </a:defRPr>
            </a:lvl1pPr>
          </a:lstStyle>
          <a:p>
            <a:r>
              <a:rPr lang="en-US" dirty="0"/>
              <a:t>Drop photo here</a:t>
            </a:r>
          </a:p>
        </p:txBody>
      </p:sp>
      <p:sp>
        <p:nvSpPr>
          <p:cNvPr id="11" name="Picture Placeholder 10">
            <a:extLst>
              <a:ext uri="{FF2B5EF4-FFF2-40B4-BE49-F238E27FC236}">
                <a16:creationId xmlns:a16="http://schemas.microsoft.com/office/drawing/2014/main" id="{5877AA6F-F5D0-8349-8D7F-7A036C53AFEC}"/>
              </a:ext>
            </a:extLst>
          </p:cNvPr>
          <p:cNvSpPr>
            <a:spLocks noGrp="1"/>
          </p:cNvSpPr>
          <p:nvPr>
            <p:ph type="pic" sz="quarter" idx="22" hasCustomPrompt="1"/>
          </p:nvPr>
        </p:nvSpPr>
        <p:spPr>
          <a:xfrm>
            <a:off x="4303151" y="2875700"/>
            <a:ext cx="3618381" cy="543185"/>
          </a:xfrm>
          <a:prstGeom prst="rect">
            <a:avLst/>
          </a:prstGeom>
        </p:spPr>
        <p:txBody>
          <a:bodyPr/>
          <a:lstStyle>
            <a:lvl1pPr algn="ctr">
              <a:defRPr>
                <a:solidFill>
                  <a:schemeClr val="bg1"/>
                </a:solidFill>
              </a:defRPr>
            </a:lvl1pPr>
          </a:lstStyle>
          <a:p>
            <a:r>
              <a:rPr lang="en-US" dirty="0"/>
              <a:t>Drop photo here</a:t>
            </a:r>
          </a:p>
        </p:txBody>
      </p:sp>
      <p:sp>
        <p:nvSpPr>
          <p:cNvPr id="14" name="Picture Placeholder 13">
            <a:extLst>
              <a:ext uri="{FF2B5EF4-FFF2-40B4-BE49-F238E27FC236}">
                <a16:creationId xmlns:a16="http://schemas.microsoft.com/office/drawing/2014/main" id="{983A4321-3796-F044-9126-51A6AA308B77}"/>
              </a:ext>
            </a:extLst>
          </p:cNvPr>
          <p:cNvSpPr>
            <a:spLocks noGrp="1"/>
          </p:cNvSpPr>
          <p:nvPr>
            <p:ph type="pic" sz="quarter" idx="23" hasCustomPrompt="1"/>
          </p:nvPr>
        </p:nvSpPr>
        <p:spPr>
          <a:xfrm>
            <a:off x="8144082" y="2888935"/>
            <a:ext cx="3609043" cy="543185"/>
          </a:xfrm>
          <a:prstGeom prst="rect">
            <a:avLst/>
          </a:prstGeom>
        </p:spPr>
        <p:txBody>
          <a:bodyPr/>
          <a:lstStyle>
            <a:lvl1pPr algn="ctr">
              <a:defRPr>
                <a:solidFill>
                  <a:schemeClr val="bg1"/>
                </a:solidFill>
              </a:defRPr>
            </a:lvl1pPr>
          </a:lstStyle>
          <a:p>
            <a:r>
              <a:rPr lang="en-US" dirty="0"/>
              <a:t>Drop photo here</a:t>
            </a:r>
          </a:p>
        </p:txBody>
      </p:sp>
      <p:sp>
        <p:nvSpPr>
          <p:cNvPr id="18" name="Text Box 3">
            <a:extLst>
              <a:ext uri="{FF2B5EF4-FFF2-40B4-BE49-F238E27FC236}">
                <a16:creationId xmlns:a16="http://schemas.microsoft.com/office/drawing/2014/main" id="{06DC0489-95B2-B74C-8FE4-80E75D67DE41}"/>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
        <p:nvSpPr>
          <p:cNvPr id="19" name="Text Placeholder 4">
            <a:extLst>
              <a:ext uri="{FF2B5EF4-FFF2-40B4-BE49-F238E27FC236}">
                <a16:creationId xmlns:a16="http://schemas.microsoft.com/office/drawing/2014/main" id="{F22038DD-9076-B34B-B54A-107DF3F024EE}"/>
              </a:ext>
            </a:extLst>
          </p:cNvPr>
          <p:cNvSpPr>
            <a:spLocks noGrp="1"/>
          </p:cNvSpPr>
          <p:nvPr>
            <p:ph type="body" sz="quarter" idx="17" hasCustomPrompt="1"/>
          </p:nvPr>
        </p:nvSpPr>
        <p:spPr>
          <a:xfrm>
            <a:off x="464957" y="5157653"/>
            <a:ext cx="3618381" cy="905504"/>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21" name="Text Placeholder 4">
            <a:extLst>
              <a:ext uri="{FF2B5EF4-FFF2-40B4-BE49-F238E27FC236}">
                <a16:creationId xmlns:a16="http://schemas.microsoft.com/office/drawing/2014/main" id="{B0C89B53-FA50-F248-AD0B-933DE098D70A}"/>
              </a:ext>
            </a:extLst>
          </p:cNvPr>
          <p:cNvSpPr>
            <a:spLocks noGrp="1"/>
          </p:cNvSpPr>
          <p:nvPr>
            <p:ph type="body" sz="quarter" idx="24" hasCustomPrompt="1"/>
          </p:nvPr>
        </p:nvSpPr>
        <p:spPr>
          <a:xfrm>
            <a:off x="4306077" y="5157653"/>
            <a:ext cx="3618381" cy="905504"/>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22" name="Text Placeholder 4">
            <a:extLst>
              <a:ext uri="{FF2B5EF4-FFF2-40B4-BE49-F238E27FC236}">
                <a16:creationId xmlns:a16="http://schemas.microsoft.com/office/drawing/2014/main" id="{C11EA858-BBCA-2149-9368-C1FDBC6C8DFD}"/>
              </a:ext>
            </a:extLst>
          </p:cNvPr>
          <p:cNvSpPr>
            <a:spLocks noGrp="1"/>
          </p:cNvSpPr>
          <p:nvPr>
            <p:ph type="body" sz="quarter" idx="25" hasCustomPrompt="1"/>
          </p:nvPr>
        </p:nvSpPr>
        <p:spPr>
          <a:xfrm>
            <a:off x="8144083" y="5157653"/>
            <a:ext cx="3618381" cy="905504"/>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Tree>
    <p:extLst>
      <p:ext uri="{BB962C8B-B14F-4D97-AF65-F5344CB8AC3E}">
        <p14:creationId xmlns:p14="http://schemas.microsoft.com/office/powerpoint/2010/main" val="2294884379"/>
      </p:ext>
    </p:extLst>
  </p:cSld>
  <p:clrMapOvr>
    <a:masterClrMapping/>
  </p:clrMapOvr>
  <p:transition>
    <p:fade/>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ext option 4">
    <p:spTree>
      <p:nvGrpSpPr>
        <p:cNvPr id="1" name=""/>
        <p:cNvGrpSpPr/>
        <p:nvPr/>
      </p:nvGrpSpPr>
      <p:grpSpPr>
        <a:xfrm>
          <a:off x="0" y="0"/>
          <a:ext cx="0" cy="0"/>
          <a:chOff x="0" y="0"/>
          <a:chExt cx="0" cy="0"/>
        </a:xfrm>
      </p:grpSpPr>
      <p:sp>
        <p:nvSpPr>
          <p:cNvPr id="24" name="Content Placeholder 15"/>
          <p:cNvSpPr>
            <a:spLocks noGrp="1"/>
          </p:cNvSpPr>
          <p:nvPr>
            <p:ph sz="quarter" idx="25" hasCustomPrompt="1"/>
          </p:nvPr>
        </p:nvSpPr>
        <p:spPr>
          <a:xfrm>
            <a:off x="455995" y="2158886"/>
            <a:ext cx="1693247" cy="895855"/>
          </a:xfrm>
          <a:prstGeom prst="rect">
            <a:avLst/>
          </a:prstGeom>
        </p:spPr>
        <p:txBody>
          <a:bodyPr>
            <a:noAutofit/>
          </a:bodyPr>
          <a:lstStyle>
            <a:lvl1pPr marL="0" indent="0">
              <a:buNone/>
              <a:defRPr sz="1961">
                <a:solidFill>
                  <a:srgbClr val="000000"/>
                </a:solidFill>
              </a:defRPr>
            </a:lvl1pPr>
          </a:lstStyle>
          <a:p>
            <a:pPr lvl="0"/>
            <a:r>
              <a:rPr lang="en-US" dirty="0"/>
              <a:t>Picture</a:t>
            </a:r>
          </a:p>
        </p:txBody>
      </p:sp>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dirty="0"/>
              <a:t>Text option 4: Six columns (numbered list)</a:t>
            </a:r>
          </a:p>
        </p:txBody>
      </p:sp>
      <p:sp>
        <p:nvSpPr>
          <p:cNvPr id="5" name="Text Placeholder 4"/>
          <p:cNvSpPr>
            <a:spLocks noGrp="1"/>
          </p:cNvSpPr>
          <p:nvPr>
            <p:ph type="body" sz="quarter" idx="11" hasCustomPrompt="1"/>
          </p:nvPr>
        </p:nvSpPr>
        <p:spPr>
          <a:xfrm>
            <a:off x="455995" y="3167817"/>
            <a:ext cx="1693247" cy="442532"/>
          </a:xfrm>
          <a:prstGeom prst="rect">
            <a:avLst/>
          </a:prstGeom>
        </p:spPr>
        <p:txBody>
          <a:bodyPr lIns="0" tIns="0" rIns="0" bIns="0"/>
          <a:lstStyle>
            <a:lvl1pPr marL="0" indent="0">
              <a:lnSpc>
                <a:spcPts val="1765"/>
              </a:lnSpc>
              <a:spcBef>
                <a:spcPts val="882"/>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a:t>
            </a:r>
            <a:r>
              <a:rPr lang="en-US" dirty="0" err="1"/>
              <a:t>Semibold</a:t>
            </a:r>
            <a:r>
              <a:rPr lang="en-US" dirty="0"/>
              <a:t> 14</a:t>
            </a:r>
          </a:p>
        </p:txBody>
      </p:sp>
      <p:sp>
        <p:nvSpPr>
          <p:cNvPr id="14" name="Text Placeholder 4"/>
          <p:cNvSpPr>
            <a:spLocks noGrp="1"/>
          </p:cNvSpPr>
          <p:nvPr>
            <p:ph type="body" sz="quarter" idx="15" hasCustomPrompt="1"/>
          </p:nvPr>
        </p:nvSpPr>
        <p:spPr>
          <a:xfrm>
            <a:off x="2378328" y="3167817"/>
            <a:ext cx="1693247" cy="442532"/>
          </a:xfrm>
          <a:prstGeom prst="rect">
            <a:avLst/>
          </a:prstGeo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2" b="0" kern="1200" spc="0" baseline="0" dirty="0" smtClean="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a:t>
            </a:r>
            <a:r>
              <a:rPr lang="en-US" dirty="0" err="1"/>
              <a:t>Semibold</a:t>
            </a:r>
            <a:r>
              <a:rPr lang="en-US" dirty="0"/>
              <a:t> 14</a:t>
            </a:r>
          </a:p>
        </p:txBody>
      </p:sp>
      <p:sp>
        <p:nvSpPr>
          <p:cNvPr id="16" name="Text Placeholder 4"/>
          <p:cNvSpPr>
            <a:spLocks noGrp="1"/>
          </p:cNvSpPr>
          <p:nvPr>
            <p:ph type="body" sz="quarter" idx="17" hasCustomPrompt="1"/>
          </p:nvPr>
        </p:nvSpPr>
        <p:spPr>
          <a:xfrm>
            <a:off x="4300662" y="3167817"/>
            <a:ext cx="1693247" cy="442532"/>
          </a:xfrm>
          <a:prstGeom prst="rect">
            <a:avLst/>
          </a:prstGeo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a:t>
            </a:r>
            <a:r>
              <a:rPr lang="en-US" dirty="0" err="1"/>
              <a:t>Semibold</a:t>
            </a:r>
            <a:r>
              <a:rPr lang="en-US" dirty="0"/>
              <a:t> 14</a:t>
            </a:r>
          </a:p>
        </p:txBody>
      </p:sp>
      <p:sp>
        <p:nvSpPr>
          <p:cNvPr id="18" name="Text Placeholder 4"/>
          <p:cNvSpPr>
            <a:spLocks noGrp="1"/>
          </p:cNvSpPr>
          <p:nvPr>
            <p:ph type="body" sz="quarter" idx="19" hasCustomPrompt="1"/>
          </p:nvPr>
        </p:nvSpPr>
        <p:spPr>
          <a:xfrm>
            <a:off x="6222995" y="3167817"/>
            <a:ext cx="1693247" cy="442532"/>
          </a:xfrm>
          <a:prstGeom prst="rect">
            <a:avLst/>
          </a:prstGeo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2" b="0" kern="1200" spc="0" baseline="0" dirty="0" smtClean="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a:t>
            </a:r>
            <a:r>
              <a:rPr lang="en-US" dirty="0" err="1"/>
              <a:t>Semibold</a:t>
            </a:r>
            <a:r>
              <a:rPr lang="en-US" dirty="0"/>
              <a:t> 14</a:t>
            </a:r>
          </a:p>
        </p:txBody>
      </p:sp>
      <p:sp>
        <p:nvSpPr>
          <p:cNvPr id="20" name="Text Placeholder 4"/>
          <p:cNvSpPr>
            <a:spLocks noGrp="1"/>
          </p:cNvSpPr>
          <p:nvPr>
            <p:ph type="body" sz="quarter" idx="21" hasCustomPrompt="1"/>
          </p:nvPr>
        </p:nvSpPr>
        <p:spPr>
          <a:xfrm>
            <a:off x="8145328" y="3167817"/>
            <a:ext cx="1693247" cy="442532"/>
          </a:xfrm>
          <a:prstGeom prst="rect">
            <a:avLst/>
          </a:prstGeo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a:t>
            </a:r>
            <a:r>
              <a:rPr lang="en-US" dirty="0" err="1"/>
              <a:t>Semibold</a:t>
            </a:r>
            <a:r>
              <a:rPr lang="en-US" dirty="0"/>
              <a:t> 14</a:t>
            </a:r>
          </a:p>
        </p:txBody>
      </p:sp>
      <p:sp>
        <p:nvSpPr>
          <p:cNvPr id="22" name="Text Placeholder 4"/>
          <p:cNvSpPr>
            <a:spLocks noGrp="1"/>
          </p:cNvSpPr>
          <p:nvPr>
            <p:ph type="body" sz="quarter" idx="23" hasCustomPrompt="1"/>
          </p:nvPr>
        </p:nvSpPr>
        <p:spPr>
          <a:xfrm>
            <a:off x="10067660" y="3167817"/>
            <a:ext cx="1693247" cy="442532"/>
          </a:xfrm>
          <a:prstGeom prst="rect">
            <a:avLst/>
          </a:prstGeo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a:t>
            </a:r>
            <a:r>
              <a:rPr lang="en-US" dirty="0" err="1"/>
              <a:t>Semibold</a:t>
            </a:r>
            <a:r>
              <a:rPr lang="en-US" dirty="0"/>
              <a:t> 14</a:t>
            </a:r>
          </a:p>
        </p:txBody>
      </p:sp>
      <p:sp>
        <p:nvSpPr>
          <p:cNvPr id="25" name="Content Placeholder 15"/>
          <p:cNvSpPr>
            <a:spLocks noGrp="1"/>
          </p:cNvSpPr>
          <p:nvPr>
            <p:ph sz="quarter" idx="26" hasCustomPrompt="1"/>
          </p:nvPr>
        </p:nvSpPr>
        <p:spPr>
          <a:xfrm>
            <a:off x="2378328" y="2158886"/>
            <a:ext cx="1693247" cy="895855"/>
          </a:xfrm>
          <a:prstGeom prst="rect">
            <a:avLst/>
          </a:prstGeom>
        </p:spPr>
        <p:txBody>
          <a:bodyPr>
            <a:noAutofit/>
          </a:bodyPr>
          <a:lstStyle>
            <a:lvl1pPr marL="0" indent="0">
              <a:buNone/>
              <a:defRPr sz="1961">
                <a:solidFill>
                  <a:srgbClr val="000000"/>
                </a:solidFill>
              </a:defRPr>
            </a:lvl1pPr>
          </a:lstStyle>
          <a:p>
            <a:pPr lvl="0"/>
            <a:r>
              <a:rPr lang="en-US" dirty="0"/>
              <a:t>Picture</a:t>
            </a:r>
          </a:p>
        </p:txBody>
      </p:sp>
      <p:sp>
        <p:nvSpPr>
          <p:cNvPr id="26" name="Content Placeholder 15"/>
          <p:cNvSpPr>
            <a:spLocks noGrp="1"/>
          </p:cNvSpPr>
          <p:nvPr>
            <p:ph sz="quarter" idx="27" hasCustomPrompt="1"/>
          </p:nvPr>
        </p:nvSpPr>
        <p:spPr>
          <a:xfrm>
            <a:off x="4300662" y="2158886"/>
            <a:ext cx="1693247" cy="895855"/>
          </a:xfrm>
          <a:prstGeom prst="rect">
            <a:avLst/>
          </a:prstGeom>
        </p:spPr>
        <p:txBody>
          <a:bodyPr>
            <a:noAutofit/>
          </a:bodyPr>
          <a:lstStyle>
            <a:lvl1pPr marL="0" indent="0">
              <a:buNone/>
              <a:defRPr sz="1961">
                <a:solidFill>
                  <a:srgbClr val="000000"/>
                </a:solidFill>
              </a:defRPr>
            </a:lvl1pPr>
          </a:lstStyle>
          <a:p>
            <a:pPr lvl="0"/>
            <a:r>
              <a:rPr lang="en-US" dirty="0"/>
              <a:t>Picture</a:t>
            </a:r>
          </a:p>
        </p:txBody>
      </p:sp>
      <p:sp>
        <p:nvSpPr>
          <p:cNvPr id="27" name="Content Placeholder 15"/>
          <p:cNvSpPr>
            <a:spLocks noGrp="1"/>
          </p:cNvSpPr>
          <p:nvPr>
            <p:ph sz="quarter" idx="28" hasCustomPrompt="1"/>
          </p:nvPr>
        </p:nvSpPr>
        <p:spPr>
          <a:xfrm>
            <a:off x="6222995" y="2158886"/>
            <a:ext cx="1693247" cy="895855"/>
          </a:xfrm>
          <a:prstGeom prst="rect">
            <a:avLst/>
          </a:prstGeom>
        </p:spPr>
        <p:txBody>
          <a:bodyPr>
            <a:noAutofit/>
          </a:bodyPr>
          <a:lstStyle>
            <a:lvl1pPr marL="0" indent="0">
              <a:buNone/>
              <a:defRPr sz="1961">
                <a:solidFill>
                  <a:srgbClr val="000000"/>
                </a:solidFill>
              </a:defRPr>
            </a:lvl1pPr>
          </a:lstStyle>
          <a:p>
            <a:pPr lvl="0"/>
            <a:r>
              <a:rPr lang="en-US" dirty="0"/>
              <a:t>Picture</a:t>
            </a:r>
          </a:p>
        </p:txBody>
      </p:sp>
      <p:sp>
        <p:nvSpPr>
          <p:cNvPr id="28" name="Content Placeholder 15"/>
          <p:cNvSpPr>
            <a:spLocks noGrp="1"/>
          </p:cNvSpPr>
          <p:nvPr>
            <p:ph sz="quarter" idx="29" hasCustomPrompt="1"/>
          </p:nvPr>
        </p:nvSpPr>
        <p:spPr>
          <a:xfrm>
            <a:off x="8145328" y="2158886"/>
            <a:ext cx="1693247" cy="895855"/>
          </a:xfrm>
          <a:prstGeom prst="rect">
            <a:avLst/>
          </a:prstGeom>
        </p:spPr>
        <p:txBody>
          <a:bodyPr>
            <a:noAutofit/>
          </a:bodyPr>
          <a:lstStyle>
            <a:lvl1pPr marL="0" indent="0">
              <a:buNone/>
              <a:defRPr sz="1961">
                <a:solidFill>
                  <a:srgbClr val="000000"/>
                </a:solidFill>
              </a:defRPr>
            </a:lvl1pPr>
          </a:lstStyle>
          <a:p>
            <a:pPr lvl="0"/>
            <a:r>
              <a:rPr lang="en-US" dirty="0"/>
              <a:t>Picture</a:t>
            </a:r>
          </a:p>
        </p:txBody>
      </p:sp>
      <p:sp>
        <p:nvSpPr>
          <p:cNvPr id="29" name="Content Placeholder 15"/>
          <p:cNvSpPr>
            <a:spLocks noGrp="1"/>
          </p:cNvSpPr>
          <p:nvPr>
            <p:ph sz="quarter" idx="30" hasCustomPrompt="1"/>
          </p:nvPr>
        </p:nvSpPr>
        <p:spPr>
          <a:xfrm>
            <a:off x="10067660" y="2158886"/>
            <a:ext cx="1693247" cy="895855"/>
          </a:xfrm>
          <a:prstGeom prst="rect">
            <a:avLst/>
          </a:prstGeom>
        </p:spPr>
        <p:txBody>
          <a:bodyPr>
            <a:noAutofit/>
          </a:bodyPr>
          <a:lstStyle>
            <a:lvl1pPr marL="0" indent="0">
              <a:buNone/>
              <a:defRPr sz="1961">
                <a:solidFill>
                  <a:srgbClr val="000000"/>
                </a:solidFill>
              </a:defRPr>
            </a:lvl1pPr>
          </a:lstStyle>
          <a:p>
            <a:pPr lvl="0"/>
            <a:r>
              <a:rPr lang="en-US" dirty="0"/>
              <a:t>Picture</a:t>
            </a:r>
          </a:p>
        </p:txBody>
      </p:sp>
      <p:sp>
        <p:nvSpPr>
          <p:cNvPr id="4" name="Text Placeholder 3">
            <a:extLst>
              <a:ext uri="{FF2B5EF4-FFF2-40B4-BE49-F238E27FC236}">
                <a16:creationId xmlns:a16="http://schemas.microsoft.com/office/drawing/2014/main" id="{44FF16C0-0541-41AD-98F7-A469609E8DC6}"/>
              </a:ext>
            </a:extLst>
          </p:cNvPr>
          <p:cNvSpPr>
            <a:spLocks noGrp="1"/>
          </p:cNvSpPr>
          <p:nvPr>
            <p:ph type="body" sz="quarter" idx="31" hasCustomPrompt="1"/>
          </p:nvPr>
        </p:nvSpPr>
        <p:spPr>
          <a:xfrm>
            <a:off x="455995" y="2025026"/>
            <a:ext cx="256787" cy="258381"/>
          </a:xfrm>
          <a:prstGeom prst="rect">
            <a:avLst/>
          </a:prstGeom>
        </p:spPr>
        <p:txBody>
          <a:bodyPr tIns="0" bIns="0"/>
          <a:lstStyle>
            <a:lvl1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1pPr>
            <a:lvl2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2pPr>
            <a:lvl3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3pPr>
            <a:lvl4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4pPr>
            <a:lvl5pPr marL="0" algn="l" defTabSz="914102" rtl="0" eaLnBrk="1" fontAlgn="base" latinLnBrk="0" hangingPunct="1">
              <a:lnSpc>
                <a:spcPts val="2353"/>
              </a:lnSpc>
              <a:spcBef>
                <a:spcPct val="0"/>
              </a:spcBef>
              <a:spcAft>
                <a:spcPct val="0"/>
              </a:spcAft>
              <a:defRPr lang="en-US" sz="980" kern="1200" dirty="0">
                <a:solidFill>
                  <a:schemeClr val="tx1"/>
                </a:solidFill>
                <a:latin typeface="+mj-lt"/>
                <a:ea typeface="Segoe UI" pitchFamily="34" charset="0"/>
                <a:cs typeface="Segoe UI" pitchFamily="34" charset="0"/>
              </a:defRPr>
            </a:lvl5pPr>
          </a:lstStyle>
          <a:p>
            <a:pPr lvl="0"/>
            <a:r>
              <a:rPr lang="en-US" dirty="0"/>
              <a:t>1.</a:t>
            </a:r>
          </a:p>
        </p:txBody>
      </p:sp>
      <p:sp>
        <p:nvSpPr>
          <p:cNvPr id="37" name="Text Placeholder 3">
            <a:extLst>
              <a:ext uri="{FF2B5EF4-FFF2-40B4-BE49-F238E27FC236}">
                <a16:creationId xmlns:a16="http://schemas.microsoft.com/office/drawing/2014/main" id="{95171A5B-905D-4832-B11A-13594619F33F}"/>
              </a:ext>
            </a:extLst>
          </p:cNvPr>
          <p:cNvSpPr>
            <a:spLocks noGrp="1"/>
          </p:cNvSpPr>
          <p:nvPr>
            <p:ph type="body" sz="quarter" idx="32" hasCustomPrompt="1"/>
          </p:nvPr>
        </p:nvSpPr>
        <p:spPr>
          <a:xfrm>
            <a:off x="2379573" y="2025026"/>
            <a:ext cx="256787" cy="258381"/>
          </a:xfrm>
          <a:prstGeom prst="rect">
            <a:avLst/>
          </a:prstGeom>
        </p:spPr>
        <p:txBody>
          <a:bodyPr tIns="0" bIns="0"/>
          <a:lstStyle>
            <a:lvl1pPr marL="0" algn="l" defTabSz="914102" rtl="0" eaLnBrk="1" fontAlgn="base" latinLnBrk="0" hangingPunct="1">
              <a:lnSpc>
                <a:spcPts val="2353"/>
              </a:lnSpc>
              <a:spcBef>
                <a:spcPct val="0"/>
              </a:spcBef>
              <a:spcAft>
                <a:spcPct val="0"/>
              </a:spcAft>
              <a:defRPr lang="en-US" sz="980" kern="1200" dirty="0" smtClean="0">
                <a:solidFill>
                  <a:srgbClr val="000000"/>
                </a:solidFill>
                <a:latin typeface="+mj-lt"/>
                <a:ea typeface="Segoe UI" pitchFamily="34" charset="0"/>
                <a:cs typeface="Segoe UI" pitchFamily="34" charset="0"/>
              </a:defRPr>
            </a:lvl1pPr>
            <a:lvl2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2pPr>
            <a:lvl3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3pPr>
            <a:lvl4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4pPr>
            <a:lvl5pPr marL="0" algn="l" defTabSz="914102" rtl="0" eaLnBrk="1" fontAlgn="base" latinLnBrk="0" hangingPunct="1">
              <a:lnSpc>
                <a:spcPts val="2353"/>
              </a:lnSpc>
              <a:spcBef>
                <a:spcPct val="0"/>
              </a:spcBef>
              <a:spcAft>
                <a:spcPct val="0"/>
              </a:spcAft>
              <a:defRPr lang="en-US" sz="980" kern="1200" dirty="0">
                <a:solidFill>
                  <a:schemeClr val="tx1"/>
                </a:solidFill>
                <a:latin typeface="+mj-lt"/>
                <a:ea typeface="Segoe UI" pitchFamily="34" charset="0"/>
                <a:cs typeface="Segoe UI" pitchFamily="34" charset="0"/>
              </a:defRPr>
            </a:lvl5pPr>
          </a:lstStyle>
          <a:p>
            <a:pPr lvl="0"/>
            <a:r>
              <a:rPr lang="en-US" dirty="0"/>
              <a:t>2.</a:t>
            </a:r>
          </a:p>
        </p:txBody>
      </p:sp>
      <p:sp>
        <p:nvSpPr>
          <p:cNvPr id="38" name="Text Placeholder 3">
            <a:extLst>
              <a:ext uri="{FF2B5EF4-FFF2-40B4-BE49-F238E27FC236}">
                <a16:creationId xmlns:a16="http://schemas.microsoft.com/office/drawing/2014/main" id="{DDBE933A-166C-4934-8425-2A89AAA211E9}"/>
              </a:ext>
            </a:extLst>
          </p:cNvPr>
          <p:cNvSpPr>
            <a:spLocks noGrp="1"/>
          </p:cNvSpPr>
          <p:nvPr>
            <p:ph type="body" sz="quarter" idx="33" hasCustomPrompt="1"/>
          </p:nvPr>
        </p:nvSpPr>
        <p:spPr>
          <a:xfrm>
            <a:off x="4303151" y="2025026"/>
            <a:ext cx="256787" cy="258381"/>
          </a:xfrm>
          <a:prstGeom prst="rect">
            <a:avLst/>
          </a:prstGeom>
        </p:spPr>
        <p:txBody>
          <a:bodyPr tIns="0" bIns="0"/>
          <a:lstStyle>
            <a:lvl1pPr marL="0" algn="l" defTabSz="914102" rtl="0" eaLnBrk="1" fontAlgn="base" latinLnBrk="0" hangingPunct="1">
              <a:lnSpc>
                <a:spcPts val="2353"/>
              </a:lnSpc>
              <a:spcBef>
                <a:spcPct val="0"/>
              </a:spcBef>
              <a:spcAft>
                <a:spcPct val="0"/>
              </a:spcAft>
              <a:defRPr lang="en-US" sz="980" kern="1200" dirty="0" smtClean="0">
                <a:solidFill>
                  <a:srgbClr val="000000"/>
                </a:solidFill>
                <a:latin typeface="+mj-lt"/>
                <a:ea typeface="Segoe UI" pitchFamily="34" charset="0"/>
                <a:cs typeface="Segoe UI" pitchFamily="34" charset="0"/>
              </a:defRPr>
            </a:lvl1pPr>
            <a:lvl2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2pPr>
            <a:lvl3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3pPr>
            <a:lvl4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4pPr>
            <a:lvl5pPr marL="0" algn="l" defTabSz="914102" rtl="0" eaLnBrk="1" fontAlgn="base" latinLnBrk="0" hangingPunct="1">
              <a:lnSpc>
                <a:spcPts val="2353"/>
              </a:lnSpc>
              <a:spcBef>
                <a:spcPct val="0"/>
              </a:spcBef>
              <a:spcAft>
                <a:spcPct val="0"/>
              </a:spcAft>
              <a:defRPr lang="en-US" sz="980" kern="1200" dirty="0">
                <a:solidFill>
                  <a:schemeClr val="tx1"/>
                </a:solidFill>
                <a:latin typeface="+mj-lt"/>
                <a:ea typeface="Segoe UI" pitchFamily="34" charset="0"/>
                <a:cs typeface="Segoe UI" pitchFamily="34" charset="0"/>
              </a:defRPr>
            </a:lvl5pPr>
          </a:lstStyle>
          <a:p>
            <a:pPr lvl="0"/>
            <a:r>
              <a:rPr lang="en-US" dirty="0"/>
              <a:t>3.</a:t>
            </a:r>
          </a:p>
        </p:txBody>
      </p:sp>
      <p:sp>
        <p:nvSpPr>
          <p:cNvPr id="39" name="Text Placeholder 3">
            <a:extLst>
              <a:ext uri="{FF2B5EF4-FFF2-40B4-BE49-F238E27FC236}">
                <a16:creationId xmlns:a16="http://schemas.microsoft.com/office/drawing/2014/main" id="{171069D2-CF68-4D89-9134-20A61AFA10DD}"/>
              </a:ext>
            </a:extLst>
          </p:cNvPr>
          <p:cNvSpPr>
            <a:spLocks noGrp="1"/>
          </p:cNvSpPr>
          <p:nvPr>
            <p:ph type="body" sz="quarter" idx="34" hasCustomPrompt="1"/>
          </p:nvPr>
        </p:nvSpPr>
        <p:spPr>
          <a:xfrm>
            <a:off x="6229842" y="2025026"/>
            <a:ext cx="256787" cy="258381"/>
          </a:xfrm>
          <a:prstGeom prst="rect">
            <a:avLst/>
          </a:prstGeom>
        </p:spPr>
        <p:txBody>
          <a:bodyPr tIns="0" bIns="0"/>
          <a:lstStyle>
            <a:lvl1pPr marL="0" algn="l" defTabSz="914102" rtl="0" eaLnBrk="1" fontAlgn="base" latinLnBrk="0" hangingPunct="1">
              <a:lnSpc>
                <a:spcPts val="2353"/>
              </a:lnSpc>
              <a:spcBef>
                <a:spcPct val="0"/>
              </a:spcBef>
              <a:spcAft>
                <a:spcPct val="0"/>
              </a:spcAft>
              <a:defRPr lang="en-US" sz="980" kern="1200" dirty="0" smtClean="0">
                <a:solidFill>
                  <a:srgbClr val="000000"/>
                </a:solidFill>
                <a:latin typeface="+mj-lt"/>
                <a:ea typeface="Segoe UI" pitchFamily="34" charset="0"/>
                <a:cs typeface="Segoe UI" pitchFamily="34" charset="0"/>
              </a:defRPr>
            </a:lvl1pPr>
            <a:lvl2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2pPr>
            <a:lvl3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3pPr>
            <a:lvl4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4pPr>
            <a:lvl5pPr marL="0" algn="l" defTabSz="914102" rtl="0" eaLnBrk="1" fontAlgn="base" latinLnBrk="0" hangingPunct="1">
              <a:lnSpc>
                <a:spcPts val="2353"/>
              </a:lnSpc>
              <a:spcBef>
                <a:spcPct val="0"/>
              </a:spcBef>
              <a:spcAft>
                <a:spcPct val="0"/>
              </a:spcAft>
              <a:defRPr lang="en-US" sz="980" kern="1200" dirty="0">
                <a:solidFill>
                  <a:schemeClr val="tx1"/>
                </a:solidFill>
                <a:latin typeface="+mj-lt"/>
                <a:ea typeface="Segoe UI" pitchFamily="34" charset="0"/>
                <a:cs typeface="Segoe UI" pitchFamily="34" charset="0"/>
              </a:defRPr>
            </a:lvl5pPr>
          </a:lstStyle>
          <a:p>
            <a:pPr lvl="0"/>
            <a:r>
              <a:rPr lang="en-US" dirty="0"/>
              <a:t>4.</a:t>
            </a:r>
          </a:p>
        </p:txBody>
      </p:sp>
      <p:sp>
        <p:nvSpPr>
          <p:cNvPr id="40" name="Text Placeholder 3">
            <a:extLst>
              <a:ext uri="{FF2B5EF4-FFF2-40B4-BE49-F238E27FC236}">
                <a16:creationId xmlns:a16="http://schemas.microsoft.com/office/drawing/2014/main" id="{77858A5B-7408-41FF-9369-C0F9B773A308}"/>
              </a:ext>
            </a:extLst>
          </p:cNvPr>
          <p:cNvSpPr>
            <a:spLocks noGrp="1"/>
          </p:cNvSpPr>
          <p:nvPr>
            <p:ph type="body" sz="quarter" idx="35" hasCustomPrompt="1"/>
          </p:nvPr>
        </p:nvSpPr>
        <p:spPr>
          <a:xfrm>
            <a:off x="8139413" y="2025026"/>
            <a:ext cx="256787" cy="258381"/>
          </a:xfrm>
          <a:prstGeom prst="rect">
            <a:avLst/>
          </a:prstGeom>
        </p:spPr>
        <p:txBody>
          <a:bodyPr tIns="0" bIns="0"/>
          <a:lstStyle>
            <a:lvl1pPr marL="0" algn="l" defTabSz="914102" rtl="0" eaLnBrk="1" fontAlgn="base" latinLnBrk="0" hangingPunct="1">
              <a:lnSpc>
                <a:spcPts val="2353"/>
              </a:lnSpc>
              <a:spcBef>
                <a:spcPct val="0"/>
              </a:spcBef>
              <a:spcAft>
                <a:spcPct val="0"/>
              </a:spcAft>
              <a:defRPr lang="en-US" sz="980" kern="1200" dirty="0" smtClean="0">
                <a:solidFill>
                  <a:srgbClr val="000000"/>
                </a:solidFill>
                <a:latin typeface="+mj-lt"/>
                <a:ea typeface="Segoe UI" pitchFamily="34" charset="0"/>
                <a:cs typeface="Segoe UI" pitchFamily="34" charset="0"/>
              </a:defRPr>
            </a:lvl1pPr>
            <a:lvl2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2pPr>
            <a:lvl3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3pPr>
            <a:lvl4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4pPr>
            <a:lvl5pPr marL="0" algn="l" defTabSz="914102" rtl="0" eaLnBrk="1" fontAlgn="base" latinLnBrk="0" hangingPunct="1">
              <a:lnSpc>
                <a:spcPts val="2353"/>
              </a:lnSpc>
              <a:spcBef>
                <a:spcPct val="0"/>
              </a:spcBef>
              <a:spcAft>
                <a:spcPct val="0"/>
              </a:spcAft>
              <a:defRPr lang="en-US" sz="980" kern="1200" dirty="0">
                <a:solidFill>
                  <a:schemeClr val="tx1"/>
                </a:solidFill>
                <a:latin typeface="+mj-lt"/>
                <a:ea typeface="Segoe UI" pitchFamily="34" charset="0"/>
                <a:cs typeface="Segoe UI" pitchFamily="34" charset="0"/>
              </a:defRPr>
            </a:lvl5pPr>
          </a:lstStyle>
          <a:p>
            <a:pPr lvl="0"/>
            <a:r>
              <a:rPr lang="en-US" dirty="0"/>
              <a:t>5.</a:t>
            </a:r>
          </a:p>
        </p:txBody>
      </p:sp>
      <p:sp>
        <p:nvSpPr>
          <p:cNvPr id="41" name="Text Placeholder 3">
            <a:extLst>
              <a:ext uri="{FF2B5EF4-FFF2-40B4-BE49-F238E27FC236}">
                <a16:creationId xmlns:a16="http://schemas.microsoft.com/office/drawing/2014/main" id="{AF637A76-D1E1-49A2-AF33-3521BBC721C4}"/>
              </a:ext>
            </a:extLst>
          </p:cNvPr>
          <p:cNvSpPr>
            <a:spLocks noGrp="1"/>
          </p:cNvSpPr>
          <p:nvPr>
            <p:ph type="body" sz="quarter" idx="36" hasCustomPrompt="1"/>
          </p:nvPr>
        </p:nvSpPr>
        <p:spPr>
          <a:xfrm>
            <a:off x="10067660" y="2025026"/>
            <a:ext cx="256787" cy="258381"/>
          </a:xfrm>
          <a:prstGeom prst="rect">
            <a:avLst/>
          </a:prstGeom>
        </p:spPr>
        <p:txBody>
          <a:bodyPr tIns="0" bIns="0"/>
          <a:lstStyle>
            <a:lvl1pPr marL="0" algn="l" defTabSz="914102" rtl="0" eaLnBrk="1" fontAlgn="base" latinLnBrk="0" hangingPunct="1">
              <a:lnSpc>
                <a:spcPts val="2353"/>
              </a:lnSpc>
              <a:spcBef>
                <a:spcPct val="0"/>
              </a:spcBef>
              <a:spcAft>
                <a:spcPct val="0"/>
              </a:spcAft>
              <a:defRPr lang="en-US" sz="980" kern="1200" dirty="0" smtClean="0">
                <a:solidFill>
                  <a:srgbClr val="000000"/>
                </a:solidFill>
                <a:latin typeface="+mj-lt"/>
                <a:ea typeface="Segoe UI" pitchFamily="34" charset="0"/>
                <a:cs typeface="Segoe UI" pitchFamily="34" charset="0"/>
              </a:defRPr>
            </a:lvl1pPr>
            <a:lvl2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2pPr>
            <a:lvl3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3pPr>
            <a:lvl4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4pPr>
            <a:lvl5pPr marL="0" algn="l" defTabSz="914102" rtl="0" eaLnBrk="1" fontAlgn="base" latinLnBrk="0" hangingPunct="1">
              <a:lnSpc>
                <a:spcPts val="2353"/>
              </a:lnSpc>
              <a:spcBef>
                <a:spcPct val="0"/>
              </a:spcBef>
              <a:spcAft>
                <a:spcPct val="0"/>
              </a:spcAft>
              <a:defRPr lang="en-US" sz="980" kern="1200" dirty="0">
                <a:solidFill>
                  <a:schemeClr val="tx1"/>
                </a:solidFill>
                <a:latin typeface="+mj-lt"/>
                <a:ea typeface="Segoe UI" pitchFamily="34" charset="0"/>
                <a:cs typeface="Segoe UI" pitchFamily="34" charset="0"/>
              </a:defRPr>
            </a:lvl5pPr>
          </a:lstStyle>
          <a:p>
            <a:pPr lvl="0"/>
            <a:r>
              <a:rPr lang="en-US" dirty="0"/>
              <a:t>6.</a:t>
            </a:r>
          </a:p>
        </p:txBody>
      </p:sp>
      <p:sp>
        <p:nvSpPr>
          <p:cNvPr id="33" name="Text Box 3">
            <a:extLst>
              <a:ext uri="{FF2B5EF4-FFF2-40B4-BE49-F238E27FC236}">
                <a16:creationId xmlns:a16="http://schemas.microsoft.com/office/drawing/2014/main" id="{75395D73-9049-014E-BEF9-A35587DB4139}"/>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
        <p:nvSpPr>
          <p:cNvPr id="34" name="Text Placeholder 4">
            <a:extLst>
              <a:ext uri="{FF2B5EF4-FFF2-40B4-BE49-F238E27FC236}">
                <a16:creationId xmlns:a16="http://schemas.microsoft.com/office/drawing/2014/main" id="{3CC09D91-3BB7-5C4A-98CF-F87FD6AACD86}"/>
              </a:ext>
            </a:extLst>
          </p:cNvPr>
          <p:cNvSpPr>
            <a:spLocks noGrp="1"/>
          </p:cNvSpPr>
          <p:nvPr>
            <p:ph type="body" sz="quarter" idx="24" hasCustomPrompt="1"/>
          </p:nvPr>
        </p:nvSpPr>
        <p:spPr>
          <a:xfrm>
            <a:off x="454169" y="3622292"/>
            <a:ext cx="1693248"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35" name="Text Placeholder 4">
            <a:extLst>
              <a:ext uri="{FF2B5EF4-FFF2-40B4-BE49-F238E27FC236}">
                <a16:creationId xmlns:a16="http://schemas.microsoft.com/office/drawing/2014/main" id="{90A489FF-470D-734F-9769-61F47A78897E}"/>
              </a:ext>
            </a:extLst>
          </p:cNvPr>
          <p:cNvSpPr>
            <a:spLocks noGrp="1"/>
          </p:cNvSpPr>
          <p:nvPr>
            <p:ph type="body" sz="quarter" idx="37" hasCustomPrompt="1"/>
          </p:nvPr>
        </p:nvSpPr>
        <p:spPr>
          <a:xfrm>
            <a:off x="2378329" y="3622292"/>
            <a:ext cx="1693248"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36" name="Text Placeholder 4">
            <a:extLst>
              <a:ext uri="{FF2B5EF4-FFF2-40B4-BE49-F238E27FC236}">
                <a16:creationId xmlns:a16="http://schemas.microsoft.com/office/drawing/2014/main" id="{6F43AC1C-4836-034C-B18E-A886EB0A0954}"/>
              </a:ext>
            </a:extLst>
          </p:cNvPr>
          <p:cNvSpPr>
            <a:spLocks noGrp="1"/>
          </p:cNvSpPr>
          <p:nvPr>
            <p:ph type="body" sz="quarter" idx="38" hasCustomPrompt="1"/>
          </p:nvPr>
        </p:nvSpPr>
        <p:spPr>
          <a:xfrm>
            <a:off x="4300662" y="3622292"/>
            <a:ext cx="1693248"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42" name="Text Placeholder 4">
            <a:extLst>
              <a:ext uri="{FF2B5EF4-FFF2-40B4-BE49-F238E27FC236}">
                <a16:creationId xmlns:a16="http://schemas.microsoft.com/office/drawing/2014/main" id="{9221C77D-8F08-6C49-9011-B244AD138F0B}"/>
              </a:ext>
            </a:extLst>
          </p:cNvPr>
          <p:cNvSpPr>
            <a:spLocks noGrp="1"/>
          </p:cNvSpPr>
          <p:nvPr>
            <p:ph type="body" sz="quarter" idx="39" hasCustomPrompt="1"/>
          </p:nvPr>
        </p:nvSpPr>
        <p:spPr>
          <a:xfrm>
            <a:off x="6229842" y="3622292"/>
            <a:ext cx="1693248"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43" name="Text Placeholder 4">
            <a:extLst>
              <a:ext uri="{FF2B5EF4-FFF2-40B4-BE49-F238E27FC236}">
                <a16:creationId xmlns:a16="http://schemas.microsoft.com/office/drawing/2014/main" id="{F3776908-857F-F24D-9AF6-14CF938B5693}"/>
              </a:ext>
            </a:extLst>
          </p:cNvPr>
          <p:cNvSpPr>
            <a:spLocks noGrp="1"/>
          </p:cNvSpPr>
          <p:nvPr>
            <p:ph type="body" sz="quarter" idx="40" hasCustomPrompt="1"/>
          </p:nvPr>
        </p:nvSpPr>
        <p:spPr>
          <a:xfrm>
            <a:off x="8139413" y="3622292"/>
            <a:ext cx="1693248"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44" name="Text Placeholder 4">
            <a:extLst>
              <a:ext uri="{FF2B5EF4-FFF2-40B4-BE49-F238E27FC236}">
                <a16:creationId xmlns:a16="http://schemas.microsoft.com/office/drawing/2014/main" id="{EFB7F2E6-D12A-0A47-939B-737BAD817601}"/>
              </a:ext>
            </a:extLst>
          </p:cNvPr>
          <p:cNvSpPr>
            <a:spLocks noGrp="1"/>
          </p:cNvSpPr>
          <p:nvPr>
            <p:ph type="body" sz="quarter" idx="41" hasCustomPrompt="1"/>
          </p:nvPr>
        </p:nvSpPr>
        <p:spPr>
          <a:xfrm>
            <a:off x="10044584" y="3622292"/>
            <a:ext cx="1693248"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pic>
        <p:nvPicPr>
          <p:cNvPr id="46" name="Picture 45">
            <a:extLst>
              <a:ext uri="{FF2B5EF4-FFF2-40B4-BE49-F238E27FC236}">
                <a16:creationId xmlns:a16="http://schemas.microsoft.com/office/drawing/2014/main" id="{15EF402B-0A39-4444-AF7E-380A1C25739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882637" y="2301518"/>
            <a:ext cx="647418" cy="647510"/>
          </a:xfrm>
          <a:prstGeom prst="rect">
            <a:avLst/>
          </a:prstGeom>
        </p:spPr>
      </p:pic>
      <p:pic>
        <p:nvPicPr>
          <p:cNvPr id="47" name="Picture 46">
            <a:extLst>
              <a:ext uri="{FF2B5EF4-FFF2-40B4-BE49-F238E27FC236}">
                <a16:creationId xmlns:a16="http://schemas.microsoft.com/office/drawing/2014/main" id="{3E2F996C-B451-5D43-A1A7-18659348D8DF}"/>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67498" y="2301518"/>
            <a:ext cx="647418" cy="647510"/>
          </a:xfrm>
          <a:prstGeom prst="rect">
            <a:avLst/>
          </a:prstGeom>
        </p:spPr>
      </p:pic>
      <p:pic>
        <p:nvPicPr>
          <p:cNvPr id="48" name="Picture 47">
            <a:extLst>
              <a:ext uri="{FF2B5EF4-FFF2-40B4-BE49-F238E27FC236}">
                <a16:creationId xmlns:a16="http://schemas.microsoft.com/office/drawing/2014/main" id="{2164D954-D4BE-604E-A1FA-5D4A16CC776D}"/>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686028" y="2301518"/>
            <a:ext cx="647418" cy="647510"/>
          </a:xfrm>
          <a:prstGeom prst="rect">
            <a:avLst/>
          </a:prstGeom>
        </p:spPr>
      </p:pic>
      <p:pic>
        <p:nvPicPr>
          <p:cNvPr id="49" name="Picture 48">
            <a:extLst>
              <a:ext uri="{FF2B5EF4-FFF2-40B4-BE49-F238E27FC236}">
                <a16:creationId xmlns:a16="http://schemas.microsoft.com/office/drawing/2014/main" id="{5FC96516-B0E2-964A-9976-F62D8A3CA035}"/>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6752756" y="2301518"/>
            <a:ext cx="647418" cy="647510"/>
          </a:xfrm>
          <a:prstGeom prst="rect">
            <a:avLst/>
          </a:prstGeom>
        </p:spPr>
      </p:pic>
      <p:pic>
        <p:nvPicPr>
          <p:cNvPr id="50" name="Picture 49">
            <a:extLst>
              <a:ext uri="{FF2B5EF4-FFF2-40B4-BE49-F238E27FC236}">
                <a16:creationId xmlns:a16="http://schemas.microsoft.com/office/drawing/2014/main" id="{C42970E5-3D59-6D4C-802D-2A054118D505}"/>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4802988" y="2301518"/>
            <a:ext cx="647418" cy="647510"/>
          </a:xfrm>
          <a:prstGeom prst="rect">
            <a:avLst/>
          </a:prstGeom>
        </p:spPr>
      </p:pic>
      <p:pic>
        <p:nvPicPr>
          <p:cNvPr id="51" name="Picture 50">
            <a:extLst>
              <a:ext uri="{FF2B5EF4-FFF2-40B4-BE49-F238E27FC236}">
                <a16:creationId xmlns:a16="http://schemas.microsoft.com/office/drawing/2014/main" id="{32F713FA-C34D-0546-BEC6-2429F7B462C9}"/>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002611" y="2301518"/>
            <a:ext cx="647418" cy="647510"/>
          </a:xfrm>
          <a:prstGeom prst="rect">
            <a:avLst/>
          </a:prstGeom>
        </p:spPr>
      </p:pic>
    </p:spTree>
    <p:extLst>
      <p:ext uri="{BB962C8B-B14F-4D97-AF65-F5344CB8AC3E}">
        <p14:creationId xmlns:p14="http://schemas.microsoft.com/office/powerpoint/2010/main" val="3875573327"/>
      </p:ext>
    </p:extLst>
  </p:cSld>
  <p:clrMapOvr>
    <a:masterClrMapping/>
  </p:clrMapOvr>
  <p:transition>
    <p:fade/>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strike="noStrike">
                <a:solidFill>
                  <a:srgbClr val="000000"/>
                </a:solidFill>
              </a:defRPr>
            </a:lvl1pPr>
          </a:lstStyle>
          <a:p>
            <a:r>
              <a:rPr lang="en-US" dirty="0"/>
              <a:t>Title</a:t>
            </a:r>
          </a:p>
        </p:txBody>
      </p:sp>
      <p:sp>
        <p:nvSpPr>
          <p:cNvPr id="8" name="Text Box 3">
            <a:extLst>
              <a:ext uri="{FF2B5EF4-FFF2-40B4-BE49-F238E27FC236}">
                <a16:creationId xmlns:a16="http://schemas.microsoft.com/office/drawing/2014/main" id="{3F1DAFF6-F27C-B74D-96EC-43A1B70AA064}"/>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Tree>
    <p:extLst>
      <p:ext uri="{BB962C8B-B14F-4D97-AF65-F5344CB8AC3E}">
        <p14:creationId xmlns:p14="http://schemas.microsoft.com/office/powerpoint/2010/main" val="2392513913"/>
      </p:ext>
    </p:extLst>
  </p:cSld>
  <p:clrMapOvr>
    <a:masterClrMapping/>
  </p:clrMapOvr>
  <p:transition>
    <p:fade/>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Section title 1">
    <p:bg>
      <p:bgPr>
        <a:solidFill>
          <a:schemeClr val="bg1"/>
        </a:solidFill>
        <a:effectLst/>
      </p:bgPr>
    </p:bg>
    <p:spTree>
      <p:nvGrpSpPr>
        <p:cNvPr id="1" name=""/>
        <p:cNvGrpSpPr/>
        <p:nvPr/>
      </p:nvGrpSpPr>
      <p:grpSpPr>
        <a:xfrm>
          <a:off x="0" y="0"/>
          <a:ext cx="0" cy="0"/>
          <a:chOff x="0" y="0"/>
          <a:chExt cx="0" cy="0"/>
        </a:xfrm>
      </p:grpSpPr>
      <p:sp>
        <p:nvSpPr>
          <p:cNvPr id="4" name="Title 35"/>
          <p:cNvSpPr>
            <a:spLocks noGrp="1"/>
          </p:cNvSpPr>
          <p:nvPr>
            <p:ph type="title" hasCustomPrompt="1"/>
          </p:nvPr>
        </p:nvSpPr>
        <p:spPr>
          <a:xfrm>
            <a:off x="455994" y="941692"/>
            <a:ext cx="7454643" cy="3558191"/>
          </a:xfrm>
          <a:prstGeom prst="rect">
            <a:avLst/>
          </a:prstGeom>
          <a:noFill/>
        </p:spPr>
        <p:txBody>
          <a:bodyPr vert="horz" wrap="square" lIns="0" tIns="0" rIns="0" bIns="0" rtlCol="0" anchor="t" anchorCtr="0">
            <a:noAutofit/>
          </a:bodyPr>
          <a:lstStyle>
            <a:lvl1pPr>
              <a:defRPr lang="en-US" sz="4705" spc="-49" baseline="0" dirty="0">
                <a:solidFill>
                  <a:srgbClr val="000000"/>
                </a:solidFill>
              </a:defRPr>
            </a:lvl1pPr>
          </a:lstStyle>
          <a:p>
            <a:pPr marL="0" lvl="0">
              <a:lnSpc>
                <a:spcPts val="5490"/>
              </a:lnSpc>
            </a:pPr>
            <a:r>
              <a:rPr lang="en-US" dirty="0"/>
              <a:t>Section title</a:t>
            </a:r>
          </a:p>
        </p:txBody>
      </p:sp>
    </p:spTree>
    <p:extLst>
      <p:ext uri="{BB962C8B-B14F-4D97-AF65-F5344CB8AC3E}">
        <p14:creationId xmlns:p14="http://schemas.microsoft.com/office/powerpoint/2010/main" val="81853494"/>
      </p:ext>
    </p:extLst>
  </p:cSld>
  <p:clrMapOvr>
    <a:masterClrMapping/>
  </p:clrMapOvr>
  <p:transition>
    <p:fade/>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Section title 2">
    <p:bg>
      <p:bgPr>
        <a:solidFill>
          <a:schemeClr val="bg2"/>
        </a:solidFill>
        <a:effectLst/>
      </p:bgPr>
    </p:bg>
    <p:spTree>
      <p:nvGrpSpPr>
        <p:cNvPr id="1" name=""/>
        <p:cNvGrpSpPr/>
        <p:nvPr/>
      </p:nvGrpSpPr>
      <p:grpSpPr>
        <a:xfrm>
          <a:off x="0" y="0"/>
          <a:ext cx="0" cy="0"/>
          <a:chOff x="0" y="0"/>
          <a:chExt cx="0" cy="0"/>
        </a:xfrm>
      </p:grpSpPr>
      <p:sp>
        <p:nvSpPr>
          <p:cNvPr id="3" name="Title 35"/>
          <p:cNvSpPr>
            <a:spLocks noGrp="1"/>
          </p:cNvSpPr>
          <p:nvPr>
            <p:ph type="title" hasCustomPrompt="1"/>
          </p:nvPr>
        </p:nvSpPr>
        <p:spPr>
          <a:xfrm>
            <a:off x="455994" y="941692"/>
            <a:ext cx="7454643" cy="3558191"/>
          </a:xfrm>
          <a:prstGeom prst="rect">
            <a:avLst/>
          </a:prstGeom>
          <a:noFill/>
        </p:spPr>
        <p:txBody>
          <a:bodyPr vert="horz" wrap="square" lIns="0" tIns="0" rIns="0" bIns="0" rtlCol="0" anchor="t" anchorCtr="0">
            <a:noAutofit/>
          </a:bodyPr>
          <a:lstStyle>
            <a:lvl1pPr>
              <a:defRPr lang="en-US" sz="4705" spc="-49" baseline="0" dirty="0">
                <a:solidFill>
                  <a:srgbClr val="FFFFFF"/>
                </a:solidFill>
              </a:defRPr>
            </a:lvl1pPr>
          </a:lstStyle>
          <a:p>
            <a:pPr marL="0" lvl="0">
              <a:lnSpc>
                <a:spcPts val="5490"/>
              </a:lnSpc>
            </a:pPr>
            <a:r>
              <a:rPr lang="en-US" dirty="0"/>
              <a:t>Section title</a:t>
            </a:r>
          </a:p>
        </p:txBody>
      </p:sp>
    </p:spTree>
    <p:extLst>
      <p:ext uri="{BB962C8B-B14F-4D97-AF65-F5344CB8AC3E}">
        <p14:creationId xmlns:p14="http://schemas.microsoft.com/office/powerpoint/2010/main" val="3461942219"/>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Section title 3">
    <p:bg>
      <p:bgPr>
        <a:solidFill>
          <a:srgbClr val="FFFFFF"/>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a:xfrm>
            <a:off x="-1" y="0"/>
            <a:ext cx="12192000" cy="6858000"/>
          </a:xfrm>
          <a:prstGeom prst="rect">
            <a:avLst/>
          </a:prstGeom>
        </p:spPr>
      </p:pic>
      <p:sp>
        <p:nvSpPr>
          <p:cNvPr id="5" name="Title 35">
            <a:extLst>
              <a:ext uri="{FF2B5EF4-FFF2-40B4-BE49-F238E27FC236}">
                <a16:creationId xmlns:a16="http://schemas.microsoft.com/office/drawing/2014/main" id="{60388DA1-8C2D-4FFD-88BD-DE4D7CEFD0D2}"/>
              </a:ext>
            </a:extLst>
          </p:cNvPr>
          <p:cNvSpPr>
            <a:spLocks noGrp="1"/>
          </p:cNvSpPr>
          <p:nvPr>
            <p:ph type="title" hasCustomPrompt="1"/>
          </p:nvPr>
        </p:nvSpPr>
        <p:spPr>
          <a:xfrm>
            <a:off x="455994" y="941692"/>
            <a:ext cx="7454643" cy="3558191"/>
          </a:xfrm>
          <a:prstGeom prst="rect">
            <a:avLst/>
          </a:prstGeom>
          <a:noFill/>
        </p:spPr>
        <p:txBody>
          <a:bodyPr vert="horz" wrap="square" lIns="0" tIns="0" rIns="0" bIns="0" rtlCol="0" anchor="t" anchorCtr="0">
            <a:noAutofit/>
          </a:bodyPr>
          <a:lstStyle>
            <a:lvl1pPr>
              <a:defRPr lang="en-US" sz="4705" spc="-49" baseline="0" dirty="0">
                <a:solidFill>
                  <a:schemeClr val="tx1"/>
                </a:solidFill>
              </a:defRPr>
            </a:lvl1pPr>
          </a:lstStyle>
          <a:p>
            <a:pPr marL="0" lvl="0">
              <a:lnSpc>
                <a:spcPts val="5490"/>
              </a:lnSpc>
            </a:pPr>
            <a:r>
              <a:rPr lang="en-US" dirty="0"/>
              <a:t>Section title</a:t>
            </a:r>
          </a:p>
        </p:txBody>
      </p:sp>
    </p:spTree>
    <p:extLst>
      <p:ext uri="{BB962C8B-B14F-4D97-AF65-F5344CB8AC3E}">
        <p14:creationId xmlns:p14="http://schemas.microsoft.com/office/powerpoint/2010/main" val="3896029755"/>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Photo layout 1">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229841" y="0"/>
            <a:ext cx="5973790" cy="6858000"/>
          </a:xfrm>
          <a:prstGeom prst="rect">
            <a:avLst/>
          </a:prstGeom>
        </p:spPr>
      </p:pic>
      <p:sp>
        <p:nvSpPr>
          <p:cNvPr id="2" name="Title 1"/>
          <p:cNvSpPr>
            <a:spLocks noGrp="1"/>
          </p:cNvSpPr>
          <p:nvPr>
            <p:ph type="title" hasCustomPrompt="1"/>
          </p:nvPr>
        </p:nvSpPr>
        <p:spPr>
          <a:xfrm>
            <a:off x="455995" y="620428"/>
            <a:ext cx="5541959" cy="403137"/>
          </a:xfrm>
          <a:prstGeom prst="rect">
            <a:avLst/>
          </a:prstGeom>
        </p:spPr>
        <p:txBody>
          <a:bodyPr wrap="square" lIns="0" tIns="0" rIns="0" bIns="0">
            <a:spAutoFit/>
          </a:bodyPr>
          <a:lstStyle>
            <a:lvl1pPr>
              <a:lnSpc>
                <a:spcPts val="3137"/>
              </a:lnSpc>
              <a:defRPr sz="2745" baseline="0">
                <a:solidFill>
                  <a:srgbClr val="000000"/>
                </a:solidFill>
              </a:defRPr>
            </a:lvl1pPr>
          </a:lstStyle>
          <a:p>
            <a:r>
              <a:rPr lang="en-US" dirty="0"/>
              <a:t>Photo layout 1</a:t>
            </a:r>
          </a:p>
        </p:txBody>
      </p:sp>
      <p:sp>
        <p:nvSpPr>
          <p:cNvPr id="5" name="Text Placeholder 4">
            <a:extLst>
              <a:ext uri="{FF2B5EF4-FFF2-40B4-BE49-F238E27FC236}">
                <a16:creationId xmlns:a16="http://schemas.microsoft.com/office/drawing/2014/main" id="{6E31D123-CA1A-4568-88C8-6B1287D07EE9}"/>
              </a:ext>
            </a:extLst>
          </p:cNvPr>
          <p:cNvSpPr>
            <a:spLocks noGrp="1"/>
          </p:cNvSpPr>
          <p:nvPr>
            <p:ph type="body" sz="quarter" idx="13" hasCustomPrompt="1"/>
          </p:nvPr>
        </p:nvSpPr>
        <p:spPr>
          <a:xfrm>
            <a:off x="455994" y="2363622"/>
            <a:ext cx="4822952" cy="495136"/>
          </a:xfrm>
          <a:prstGeom prst="rect">
            <a:avLst/>
          </a:prstGeom>
        </p:spPr>
        <p:txBody>
          <a:bodyPr lIns="0" tIns="0" rIns="0" bIns="0"/>
          <a:lstStyle>
            <a:lvl1pPr marL="0" indent="0">
              <a:lnSpc>
                <a:spcPts val="1765"/>
              </a:lnSpc>
              <a:spcBef>
                <a:spcPts val="1176"/>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dirty="0">
                <a:solidFill>
                  <a:schemeClr val="tx2"/>
                </a:solidFill>
                <a:latin typeface="+mj-lt"/>
              </a:rPr>
              <a:t>Paragraph title Segoe UI </a:t>
            </a:r>
            <a:r>
              <a:rPr lang="en-US" b="0" dirty="0" err="1">
                <a:solidFill>
                  <a:schemeClr val="tx2"/>
                </a:solidFill>
                <a:latin typeface="+mj-lt"/>
              </a:rPr>
              <a:t>Semibold</a:t>
            </a:r>
            <a:r>
              <a:rPr lang="en-US" b="0" dirty="0">
                <a:solidFill>
                  <a:schemeClr val="tx2"/>
                </a:solidFill>
                <a:latin typeface="+mj-lt"/>
              </a:rPr>
              <a:t> 14/18</a:t>
            </a:r>
            <a:endParaRPr lang="en-US" dirty="0"/>
          </a:p>
          <a:p>
            <a:pPr lvl="1"/>
            <a:endParaRPr lang="en-US" dirty="0"/>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55995" y="1922587"/>
            <a:ext cx="4822951" cy="287771"/>
          </a:xfrm>
          <a:prstGeom prst="rect">
            <a:avLst/>
          </a:prstGeom>
        </p:spPr>
        <p:txBody>
          <a:bodyPr wrap="square" lIns="0" tIns="0" rIns="0" bIns="0">
            <a:spAutoFit/>
          </a:bodyPr>
          <a:lstStyle>
            <a:lvl1pPr marL="0" indent="0">
              <a:lnSpc>
                <a:spcPts val="2353"/>
              </a:lnSpc>
              <a:buNone/>
              <a:defRPr lang="en-US" sz="1961" kern="1200" spc="0" baseline="0" dirty="0">
                <a:solidFill>
                  <a:srgbClr val="000000"/>
                </a:solidFill>
                <a:latin typeface="+mn-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dirty="0"/>
              <a:t>Subhead Segoe UI Regular 20/24. </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229842" y="3121485"/>
            <a:ext cx="5973053" cy="543185"/>
          </a:xfrm>
          <a:prstGeom prst="rect">
            <a:avLst/>
          </a:prstGeom>
        </p:spPr>
        <p:txBody>
          <a:bodyPr/>
          <a:lstStyle>
            <a:lvl1pPr algn="ctr">
              <a:defRPr>
                <a:solidFill>
                  <a:schemeClr val="bg1"/>
                </a:solidFill>
              </a:defRPr>
            </a:lvl1pPr>
          </a:lstStyle>
          <a:p>
            <a:r>
              <a:rPr lang="en-US" dirty="0"/>
              <a:t>Drop photo here</a:t>
            </a:r>
          </a:p>
        </p:txBody>
      </p:sp>
      <p:sp>
        <p:nvSpPr>
          <p:cNvPr id="13" name="Text Box 3">
            <a:extLst>
              <a:ext uri="{FF2B5EF4-FFF2-40B4-BE49-F238E27FC236}">
                <a16:creationId xmlns:a16="http://schemas.microsoft.com/office/drawing/2014/main" id="{9B6CD1B2-B033-3544-BC3C-77A135C65972}"/>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55995" y="2576675"/>
            <a:ext cx="4822951" cy="674672"/>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17" name="Text Placeholder 4">
            <a:extLst>
              <a:ext uri="{FF2B5EF4-FFF2-40B4-BE49-F238E27FC236}">
                <a16:creationId xmlns:a16="http://schemas.microsoft.com/office/drawing/2014/main" id="{0D336736-F7E2-BA48-AD3E-B0037BAC6816}"/>
              </a:ext>
            </a:extLst>
          </p:cNvPr>
          <p:cNvSpPr>
            <a:spLocks noGrp="1"/>
          </p:cNvSpPr>
          <p:nvPr>
            <p:ph type="body" sz="quarter" idx="43" hasCustomPrompt="1"/>
          </p:nvPr>
        </p:nvSpPr>
        <p:spPr>
          <a:xfrm>
            <a:off x="455993" y="3428999"/>
            <a:ext cx="4822952" cy="495136"/>
          </a:xfrm>
          <a:prstGeom prst="rect">
            <a:avLst/>
          </a:prstGeom>
        </p:spPr>
        <p:txBody>
          <a:bodyPr lIns="0" tIns="0" rIns="0" bIns="0"/>
          <a:lstStyle>
            <a:lvl1pPr marL="0" indent="0">
              <a:lnSpc>
                <a:spcPts val="1765"/>
              </a:lnSpc>
              <a:spcBef>
                <a:spcPts val="1176"/>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dirty="0">
                <a:solidFill>
                  <a:schemeClr val="tx2"/>
                </a:solidFill>
                <a:latin typeface="+mj-lt"/>
              </a:rPr>
              <a:t>Paragraph title Segoe UI </a:t>
            </a:r>
            <a:r>
              <a:rPr lang="en-US" b="0" dirty="0" err="1">
                <a:solidFill>
                  <a:schemeClr val="tx2"/>
                </a:solidFill>
                <a:latin typeface="+mj-lt"/>
              </a:rPr>
              <a:t>Semibold</a:t>
            </a:r>
            <a:r>
              <a:rPr lang="en-US" b="0" dirty="0">
                <a:solidFill>
                  <a:schemeClr val="tx2"/>
                </a:solidFill>
                <a:latin typeface="+mj-lt"/>
              </a:rPr>
              <a:t> 14/18</a:t>
            </a:r>
            <a:endParaRPr lang="en-US" dirty="0"/>
          </a:p>
          <a:p>
            <a:pPr lvl="1"/>
            <a:endParaRPr lang="en-US" dirty="0"/>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55994" y="3639464"/>
            <a:ext cx="4822951" cy="674672"/>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Tree>
    <p:extLst>
      <p:ext uri="{BB962C8B-B14F-4D97-AF65-F5344CB8AC3E}">
        <p14:creationId xmlns:p14="http://schemas.microsoft.com/office/powerpoint/2010/main" val="3901496664"/>
      </p:ext>
    </p:extLst>
  </p:cSld>
  <p:clrMapOvr>
    <a:masterClrMapping/>
  </p:clrMapOvr>
  <p:transition>
    <p:fade/>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Photo layout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dirty="0"/>
              <a:t>Photo layout 2</a:t>
            </a:r>
          </a:p>
        </p:txBody>
      </p:sp>
      <p:sp>
        <p:nvSpPr>
          <p:cNvPr id="5" name="Text Placeholder 4"/>
          <p:cNvSpPr>
            <a:spLocks noGrp="1"/>
          </p:cNvSpPr>
          <p:nvPr>
            <p:ph type="body" sz="quarter" idx="11" hasCustomPrompt="1"/>
          </p:nvPr>
        </p:nvSpPr>
        <p:spPr>
          <a:xfrm>
            <a:off x="455995" y="4927922"/>
            <a:ext cx="3618381" cy="216206"/>
          </a:xfrm>
          <a:prstGeom prst="rect">
            <a:avLst/>
          </a:prstGeo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2" b="0" kern="1200" spc="0" baseline="0" dirty="0" smtClean="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UI </a:t>
            </a:r>
            <a:r>
              <a:rPr lang="en-US" dirty="0" err="1"/>
              <a:t>Semibold</a:t>
            </a:r>
            <a:r>
              <a:rPr lang="en-US" dirty="0"/>
              <a:t> 14</a:t>
            </a:r>
          </a:p>
        </p:txBody>
      </p:sp>
      <p:sp>
        <p:nvSpPr>
          <p:cNvPr id="9" name="Text Placeholder 4"/>
          <p:cNvSpPr>
            <a:spLocks noGrp="1"/>
          </p:cNvSpPr>
          <p:nvPr>
            <p:ph type="body" sz="quarter" idx="12" hasCustomPrompt="1"/>
          </p:nvPr>
        </p:nvSpPr>
        <p:spPr>
          <a:xfrm>
            <a:off x="4300039" y="4927922"/>
            <a:ext cx="3618381" cy="216206"/>
          </a:xfrm>
          <a:prstGeom prst="rect">
            <a:avLst/>
          </a:prstGeo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sz="1372">
                <a:solidFill>
                  <a:schemeClr val="tx2"/>
                </a:solidFill>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UI </a:t>
            </a:r>
            <a:r>
              <a:rPr lang="en-US" dirty="0" err="1"/>
              <a:t>Semibold</a:t>
            </a:r>
            <a:r>
              <a:rPr lang="en-US" dirty="0"/>
              <a:t> 14</a:t>
            </a:r>
          </a:p>
        </p:txBody>
      </p:sp>
      <p:sp>
        <p:nvSpPr>
          <p:cNvPr id="10" name="Text Placeholder 4"/>
          <p:cNvSpPr>
            <a:spLocks noGrp="1"/>
          </p:cNvSpPr>
          <p:nvPr>
            <p:ph type="body" sz="quarter" idx="13" hasCustomPrompt="1"/>
          </p:nvPr>
        </p:nvSpPr>
        <p:spPr>
          <a:xfrm>
            <a:off x="8144083" y="4927922"/>
            <a:ext cx="3618381" cy="216206"/>
          </a:xfrm>
          <a:prstGeom prst="rect">
            <a:avLst/>
          </a:prstGeo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sz="1372">
                <a:solidFill>
                  <a:schemeClr val="tx2"/>
                </a:solidFill>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UI </a:t>
            </a:r>
            <a:r>
              <a:rPr lang="en-US" dirty="0" err="1"/>
              <a:t>Semibold</a:t>
            </a:r>
            <a:r>
              <a:rPr lang="en-US" dirty="0"/>
              <a:t> 14</a:t>
            </a:r>
          </a:p>
        </p:txBody>
      </p:sp>
      <p:pic>
        <p:nvPicPr>
          <p:cNvPr id="15" name="Picture 14"/>
          <p:cNvPicPr>
            <a:picLocks noChangeAspect="1"/>
          </p:cNvPicPr>
          <p:nvPr userDrawn="1"/>
        </p:nvPicPr>
        <p:blipFill rotWithShape="1">
          <a:blip r:embed="rId2" cstate="print">
            <a:extLst>
              <a:ext uri="{28A0092B-C50C-407E-A947-70E740481C1C}">
                <a14:useLocalDpi xmlns:a14="http://schemas.microsoft.com/office/drawing/2010/main" val="0"/>
              </a:ext>
            </a:extLst>
          </a:blip>
          <a:srcRect r="-1"/>
          <a:stretch/>
        </p:blipFill>
        <p:spPr>
          <a:xfrm>
            <a:off x="8150360" y="2152783"/>
            <a:ext cx="3623053" cy="2589915"/>
          </a:xfrm>
          <a:prstGeom prst="rect">
            <a:avLst/>
          </a:prstGeom>
        </p:spPr>
      </p:pic>
      <p:pic>
        <p:nvPicPr>
          <p:cNvPr id="16" name="Picture 15"/>
          <p:cNvPicPr>
            <a:picLocks noChangeAspect="1"/>
          </p:cNvPicPr>
          <p:nvPr userDrawn="1"/>
        </p:nvPicPr>
        <p:blipFill rotWithShape="1">
          <a:blip r:embed="rId3" cstate="print">
            <a:extLst>
              <a:ext uri="{28A0092B-C50C-407E-A947-70E740481C1C}">
                <a14:useLocalDpi xmlns:a14="http://schemas.microsoft.com/office/drawing/2010/main" val="0"/>
              </a:ext>
            </a:extLst>
          </a:blip>
          <a:srcRect/>
          <a:stretch/>
        </p:blipFill>
        <p:spPr>
          <a:xfrm>
            <a:off x="425647" y="2152783"/>
            <a:ext cx="3648727" cy="2589915"/>
          </a:xfrm>
          <a:prstGeom prst="rect">
            <a:avLst/>
          </a:prstGeom>
        </p:spPr>
      </p:pic>
      <p:pic>
        <p:nvPicPr>
          <p:cNvPr id="17" name="Picture 16"/>
          <p:cNvPicPr>
            <a:picLocks noChangeAspect="1"/>
          </p:cNvPicPr>
          <p:nvPr userDrawn="1"/>
        </p:nvPicPr>
        <p:blipFill rotWithShape="1">
          <a:blip r:embed="rId4" cstate="print">
            <a:extLst>
              <a:ext uri="{28A0092B-C50C-407E-A947-70E740481C1C}">
                <a14:useLocalDpi xmlns:a14="http://schemas.microsoft.com/office/drawing/2010/main" val="0"/>
              </a:ext>
            </a:extLst>
          </a:blip>
          <a:srcRect/>
          <a:stretch/>
        </p:blipFill>
        <p:spPr>
          <a:xfrm>
            <a:off x="4295368" y="2152781"/>
            <a:ext cx="3623052" cy="2589916"/>
          </a:xfrm>
          <a:prstGeom prst="rect">
            <a:avLst/>
          </a:prstGeom>
        </p:spPr>
      </p:pic>
      <p:sp>
        <p:nvSpPr>
          <p:cNvPr id="4" name="Picture Placeholder 3">
            <a:extLst>
              <a:ext uri="{FF2B5EF4-FFF2-40B4-BE49-F238E27FC236}">
                <a16:creationId xmlns:a16="http://schemas.microsoft.com/office/drawing/2014/main" id="{2717A0C5-B07A-A34B-9DBC-AEA2B456E25A}"/>
              </a:ext>
            </a:extLst>
          </p:cNvPr>
          <p:cNvSpPr>
            <a:spLocks noGrp="1"/>
          </p:cNvSpPr>
          <p:nvPr>
            <p:ph type="pic" sz="quarter" idx="14" hasCustomPrompt="1"/>
          </p:nvPr>
        </p:nvSpPr>
        <p:spPr>
          <a:xfrm>
            <a:off x="426424" y="3193694"/>
            <a:ext cx="3647951" cy="543185"/>
          </a:xfrm>
          <a:prstGeom prst="rect">
            <a:avLst/>
          </a:prstGeom>
        </p:spPr>
        <p:txBody>
          <a:bodyPr/>
          <a:lstStyle>
            <a:lvl1pPr algn="ctr">
              <a:defRPr>
                <a:solidFill>
                  <a:schemeClr val="bg1"/>
                </a:solidFill>
              </a:defRPr>
            </a:lvl1pPr>
          </a:lstStyle>
          <a:p>
            <a:r>
              <a:rPr lang="en-US" dirty="0"/>
              <a:t>Drop photo here</a:t>
            </a:r>
          </a:p>
        </p:txBody>
      </p:sp>
      <p:sp>
        <p:nvSpPr>
          <p:cNvPr id="7" name="Picture Placeholder 6">
            <a:extLst>
              <a:ext uri="{FF2B5EF4-FFF2-40B4-BE49-F238E27FC236}">
                <a16:creationId xmlns:a16="http://schemas.microsoft.com/office/drawing/2014/main" id="{F5287B92-3963-B94C-821F-3908B3544A42}"/>
              </a:ext>
            </a:extLst>
          </p:cNvPr>
          <p:cNvSpPr>
            <a:spLocks noGrp="1"/>
          </p:cNvSpPr>
          <p:nvPr>
            <p:ph type="pic" sz="quarter" idx="15" hasCustomPrompt="1"/>
          </p:nvPr>
        </p:nvSpPr>
        <p:spPr>
          <a:xfrm>
            <a:off x="4300039" y="3186832"/>
            <a:ext cx="3618381" cy="543185"/>
          </a:xfrm>
          <a:prstGeom prst="rect">
            <a:avLst/>
          </a:prstGeom>
        </p:spPr>
        <p:txBody>
          <a:bodyPr/>
          <a:lstStyle>
            <a:lvl1pPr algn="ctr">
              <a:defRPr>
                <a:solidFill>
                  <a:schemeClr val="bg1"/>
                </a:solidFill>
              </a:defRPr>
            </a:lvl1pPr>
          </a:lstStyle>
          <a:p>
            <a:r>
              <a:rPr lang="en-US" dirty="0"/>
              <a:t>Drop photo here</a:t>
            </a:r>
          </a:p>
        </p:txBody>
      </p:sp>
      <p:sp>
        <p:nvSpPr>
          <p:cNvPr id="11" name="Picture Placeholder 10">
            <a:extLst>
              <a:ext uri="{FF2B5EF4-FFF2-40B4-BE49-F238E27FC236}">
                <a16:creationId xmlns:a16="http://schemas.microsoft.com/office/drawing/2014/main" id="{1DC31788-B7D8-9D46-BE0A-6B7EED7110B6}"/>
              </a:ext>
            </a:extLst>
          </p:cNvPr>
          <p:cNvSpPr>
            <a:spLocks noGrp="1"/>
          </p:cNvSpPr>
          <p:nvPr>
            <p:ph type="pic" sz="quarter" idx="16" hasCustomPrompt="1"/>
          </p:nvPr>
        </p:nvSpPr>
        <p:spPr>
          <a:xfrm>
            <a:off x="8150308" y="3186832"/>
            <a:ext cx="3612156" cy="543185"/>
          </a:xfrm>
          <a:prstGeom prst="rect">
            <a:avLst/>
          </a:prstGeom>
        </p:spPr>
        <p:txBody>
          <a:bodyPr/>
          <a:lstStyle>
            <a:lvl1pPr algn="ctr">
              <a:defRPr>
                <a:solidFill>
                  <a:schemeClr val="bg1"/>
                </a:solidFill>
              </a:defRPr>
            </a:lvl1pPr>
          </a:lstStyle>
          <a:p>
            <a:r>
              <a:rPr lang="en-US" dirty="0"/>
              <a:t>Drop photo here</a:t>
            </a:r>
          </a:p>
        </p:txBody>
      </p:sp>
      <p:sp>
        <p:nvSpPr>
          <p:cNvPr id="20" name="Text Box 3">
            <a:extLst>
              <a:ext uri="{FF2B5EF4-FFF2-40B4-BE49-F238E27FC236}">
                <a16:creationId xmlns:a16="http://schemas.microsoft.com/office/drawing/2014/main" id="{F848FF14-9025-D34E-A47B-6D1957DCA63E}"/>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
        <p:nvSpPr>
          <p:cNvPr id="22" name="Text Placeholder 4">
            <a:extLst>
              <a:ext uri="{FF2B5EF4-FFF2-40B4-BE49-F238E27FC236}">
                <a16:creationId xmlns:a16="http://schemas.microsoft.com/office/drawing/2014/main" id="{B97163EF-E7E8-4446-98C1-DF17E29E7379}"/>
              </a:ext>
            </a:extLst>
          </p:cNvPr>
          <p:cNvSpPr>
            <a:spLocks noGrp="1"/>
          </p:cNvSpPr>
          <p:nvPr>
            <p:ph type="body" sz="quarter" idx="42" hasCustomPrompt="1"/>
          </p:nvPr>
        </p:nvSpPr>
        <p:spPr>
          <a:xfrm>
            <a:off x="454169" y="5158174"/>
            <a:ext cx="3618381" cy="905504"/>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p>
        </p:txBody>
      </p:sp>
      <p:sp>
        <p:nvSpPr>
          <p:cNvPr id="23" name="Text Placeholder 4">
            <a:extLst>
              <a:ext uri="{FF2B5EF4-FFF2-40B4-BE49-F238E27FC236}">
                <a16:creationId xmlns:a16="http://schemas.microsoft.com/office/drawing/2014/main" id="{8E57B78A-F25C-4D46-917C-E53FD3A557E0}"/>
              </a:ext>
            </a:extLst>
          </p:cNvPr>
          <p:cNvSpPr>
            <a:spLocks noGrp="1"/>
          </p:cNvSpPr>
          <p:nvPr>
            <p:ph type="body" sz="quarter" idx="43" hasCustomPrompt="1"/>
          </p:nvPr>
        </p:nvSpPr>
        <p:spPr>
          <a:xfrm>
            <a:off x="4302175" y="5158174"/>
            <a:ext cx="3616245" cy="905504"/>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p>
        </p:txBody>
      </p:sp>
      <p:sp>
        <p:nvSpPr>
          <p:cNvPr id="24" name="Text Placeholder 4">
            <a:extLst>
              <a:ext uri="{FF2B5EF4-FFF2-40B4-BE49-F238E27FC236}">
                <a16:creationId xmlns:a16="http://schemas.microsoft.com/office/drawing/2014/main" id="{A1AA5291-B66D-8249-B809-BA15DD1EEA3E}"/>
              </a:ext>
            </a:extLst>
          </p:cNvPr>
          <p:cNvSpPr>
            <a:spLocks noGrp="1"/>
          </p:cNvSpPr>
          <p:nvPr>
            <p:ph type="body" sz="quarter" idx="44" hasCustomPrompt="1"/>
          </p:nvPr>
        </p:nvSpPr>
        <p:spPr>
          <a:xfrm>
            <a:off x="8150308" y="5158174"/>
            <a:ext cx="3618381" cy="905504"/>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p>
        </p:txBody>
      </p:sp>
    </p:spTree>
    <p:extLst>
      <p:ext uri="{BB962C8B-B14F-4D97-AF65-F5344CB8AC3E}">
        <p14:creationId xmlns:p14="http://schemas.microsoft.com/office/powerpoint/2010/main" val="725519631"/>
      </p:ext>
    </p:extLst>
  </p:cSld>
  <p:clrMapOvr>
    <a:masterClrMapping/>
  </p:clrMapOvr>
  <p:transition>
    <p:fade/>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Device layout 1">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C4B95F29-56C3-4C85-A12B-0B0BE769E70B}"/>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4444774" y="418150"/>
            <a:ext cx="7747227" cy="6439851"/>
          </a:xfrm>
          <a:prstGeom prst="rect">
            <a:avLst/>
          </a:prstGeom>
        </p:spPr>
      </p:pic>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dirty="0"/>
              <a:t>Device layout 1: one column</a:t>
            </a:r>
          </a:p>
        </p:txBody>
      </p:sp>
      <p:sp>
        <p:nvSpPr>
          <p:cNvPr id="4" name="Text Placeholder 3"/>
          <p:cNvSpPr>
            <a:spLocks noGrp="1"/>
          </p:cNvSpPr>
          <p:nvPr>
            <p:ph type="body" sz="quarter" idx="10" hasCustomPrompt="1"/>
          </p:nvPr>
        </p:nvSpPr>
        <p:spPr>
          <a:xfrm>
            <a:off x="455995" y="1922802"/>
            <a:ext cx="4758211" cy="603538"/>
          </a:xfrm>
          <a:prstGeom prst="rect">
            <a:avLst/>
          </a:prstGeom>
        </p:spPr>
        <p:txBody>
          <a:bodyPr wrap="square" lIns="0" tIns="0" rIns="0" bIns="0">
            <a:spAutoFit/>
          </a:bodyPr>
          <a:lstStyle>
            <a:lvl1pPr marL="0" indent="0">
              <a:lnSpc>
                <a:spcPts val="2353"/>
              </a:lnSpc>
              <a:buNone/>
              <a:defRPr sz="1961" b="0" i="0">
                <a:solidFill>
                  <a:srgbClr val="000000"/>
                </a:solidFill>
                <a:latin typeface="+mn-lt"/>
              </a:defRPr>
            </a:lvl1pPr>
            <a:lvl2pPr marL="224097" indent="0">
              <a:buNone/>
              <a:defRPr/>
            </a:lvl2pPr>
            <a:lvl3pPr marL="448193" indent="0">
              <a:buNone/>
              <a:defRPr/>
            </a:lvl3pPr>
            <a:lvl4pPr marL="672290" indent="0">
              <a:buNone/>
              <a:defRPr/>
            </a:lvl4pPr>
            <a:lvl5pPr marL="896386" indent="0">
              <a:buNone/>
              <a:defRPr/>
            </a:lvl5pPr>
          </a:lstStyle>
          <a:p>
            <a:pPr lvl="0"/>
            <a:r>
              <a:rPr lang="pt-BR" dirty="0"/>
              <a:t>Large subhead Segoe UI Regular 20/24. Em volor resequaectur.</a:t>
            </a:r>
            <a:endParaRPr lang="en-US" dirty="0"/>
          </a:p>
        </p:txBody>
      </p:sp>
      <p:sp>
        <p:nvSpPr>
          <p:cNvPr id="5" name="Text Placeholder 4"/>
          <p:cNvSpPr>
            <a:spLocks noGrp="1"/>
          </p:cNvSpPr>
          <p:nvPr>
            <p:ph type="body" sz="quarter" idx="11" hasCustomPrompt="1"/>
          </p:nvPr>
        </p:nvSpPr>
        <p:spPr>
          <a:xfrm>
            <a:off x="455995" y="2707597"/>
            <a:ext cx="4758210" cy="2521331"/>
          </a:xfrm>
          <a:prstGeom prst="rect">
            <a:avLst/>
          </a:prstGeom>
        </p:spPr>
        <p:txBody>
          <a:bodyPr lIns="0" tIns="0" rIns="0" bIns="0"/>
          <a:lstStyle>
            <a:lvl1pPr marL="280121" indent="-280121">
              <a:lnSpc>
                <a:spcPts val="1765"/>
              </a:lnSpc>
              <a:spcBef>
                <a:spcPts val="0"/>
              </a:spcBef>
              <a:buFont typeface="Arial" panose="020B0604020202020204" pitchFamily="34" charset="0"/>
              <a:buChar char="•"/>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a:p>
            <a:pPr lvl="0"/>
            <a:endParaRPr lang="en-US" dirty="0"/>
          </a:p>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a:p>
            <a:pPr lvl="0"/>
            <a:endParaRPr lang="en-US" dirty="0"/>
          </a:p>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a:t>
            </a:r>
          </a:p>
        </p:txBody>
      </p:sp>
      <p:sp>
        <p:nvSpPr>
          <p:cNvPr id="12" name="Picture Placeholder 11">
            <a:extLst>
              <a:ext uri="{FF2B5EF4-FFF2-40B4-BE49-F238E27FC236}">
                <a16:creationId xmlns:a16="http://schemas.microsoft.com/office/drawing/2014/main" id="{934476FE-7091-4DE7-A55E-3EF5A6569A7D}"/>
              </a:ext>
            </a:extLst>
          </p:cNvPr>
          <p:cNvSpPr>
            <a:spLocks noGrp="1"/>
          </p:cNvSpPr>
          <p:nvPr>
            <p:ph type="pic" sz="quarter" idx="12"/>
          </p:nvPr>
        </p:nvSpPr>
        <p:spPr>
          <a:xfrm>
            <a:off x="6357959" y="3422793"/>
            <a:ext cx="5834041" cy="543185"/>
          </a:xfrm>
          <a:prstGeom prst="rect">
            <a:avLst/>
          </a:prstGeom>
        </p:spPr>
        <p:txBody>
          <a:bodyPr anchor="ctr" anchorCtr="0"/>
          <a:lstStyle>
            <a:lvl1pPr algn="ctr">
              <a:defRPr>
                <a:solidFill>
                  <a:srgbClr val="000000"/>
                </a:solidFill>
              </a:defRPr>
            </a:lvl1pPr>
          </a:lstStyle>
          <a:p>
            <a:r>
              <a:rPr lang="en-US" dirty="0"/>
              <a:t>Click icon to add picture</a:t>
            </a:r>
          </a:p>
        </p:txBody>
      </p:sp>
      <p:sp>
        <p:nvSpPr>
          <p:cNvPr id="14" name="Text Box 3">
            <a:extLst>
              <a:ext uri="{FF2B5EF4-FFF2-40B4-BE49-F238E27FC236}">
                <a16:creationId xmlns:a16="http://schemas.microsoft.com/office/drawing/2014/main" id="{9732C163-B0E6-5B41-A1A7-C570F404A2CB}"/>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Tree>
    <p:extLst>
      <p:ext uri="{BB962C8B-B14F-4D97-AF65-F5344CB8AC3E}">
        <p14:creationId xmlns:p14="http://schemas.microsoft.com/office/powerpoint/2010/main" val="4198086080"/>
      </p:ext>
    </p:extLst>
  </p:cSld>
  <p:clrMapOvr>
    <a:masterClrMapping/>
  </p:clrMapOvr>
  <p:transition>
    <p:fade/>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Device layout 2">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99DE98C-91A8-4163-A280-8BB561692C8E}"/>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4444774" y="418150"/>
            <a:ext cx="7747227" cy="6439851"/>
          </a:xfrm>
          <a:prstGeom prst="rect">
            <a:avLst/>
          </a:prstGeom>
        </p:spPr>
      </p:pic>
      <p:sp>
        <p:nvSpPr>
          <p:cNvPr id="9" name="Picture Placeholder 11">
            <a:extLst>
              <a:ext uri="{FF2B5EF4-FFF2-40B4-BE49-F238E27FC236}">
                <a16:creationId xmlns:a16="http://schemas.microsoft.com/office/drawing/2014/main" id="{784CA30E-A92E-4E40-944A-73B1CF9EEE0A}"/>
              </a:ext>
            </a:extLst>
          </p:cNvPr>
          <p:cNvSpPr>
            <a:spLocks noGrp="1"/>
          </p:cNvSpPr>
          <p:nvPr>
            <p:ph type="pic" sz="quarter" idx="12"/>
          </p:nvPr>
        </p:nvSpPr>
        <p:spPr>
          <a:xfrm>
            <a:off x="6357959" y="3422793"/>
            <a:ext cx="5834041" cy="543185"/>
          </a:xfrm>
          <a:prstGeom prst="rect">
            <a:avLst/>
          </a:prstGeom>
        </p:spPr>
        <p:txBody>
          <a:bodyPr anchor="ctr" anchorCtr="0"/>
          <a:lstStyle>
            <a:lvl1pPr algn="ctr">
              <a:defRPr>
                <a:solidFill>
                  <a:srgbClr val="000000"/>
                </a:solidFill>
              </a:defRPr>
            </a:lvl1pPr>
          </a:lstStyle>
          <a:p>
            <a:r>
              <a:rPr lang="en-US" dirty="0"/>
              <a:t>Click icon to add picture</a:t>
            </a:r>
          </a:p>
        </p:txBody>
      </p:sp>
      <p:sp>
        <p:nvSpPr>
          <p:cNvPr id="13" name="Text Placeholder 4">
            <a:extLst>
              <a:ext uri="{FF2B5EF4-FFF2-40B4-BE49-F238E27FC236}">
                <a16:creationId xmlns:a16="http://schemas.microsoft.com/office/drawing/2014/main" id="{8D17D4B4-B6B9-4273-ACCB-7A5ED46F35A8}"/>
              </a:ext>
            </a:extLst>
          </p:cNvPr>
          <p:cNvSpPr>
            <a:spLocks noGrp="1"/>
          </p:cNvSpPr>
          <p:nvPr>
            <p:ph type="body" sz="quarter" idx="11" hasCustomPrompt="1"/>
          </p:nvPr>
        </p:nvSpPr>
        <p:spPr>
          <a:xfrm>
            <a:off x="457672" y="2000739"/>
            <a:ext cx="1693247" cy="442532"/>
          </a:xfrm>
          <a:prstGeom prst="rect">
            <a:avLst/>
          </a:prstGeom>
        </p:spPr>
        <p:txBody>
          <a:bodyPr lIns="0" tIns="0" rIns="0" bIns="0"/>
          <a:lstStyle>
            <a:lvl1pPr marL="0" indent="0">
              <a:lnSpc>
                <a:spcPts val="1765"/>
              </a:lnSpc>
              <a:spcBef>
                <a:spcPts val="882"/>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UI </a:t>
            </a:r>
            <a:r>
              <a:rPr lang="en-US" dirty="0" err="1"/>
              <a:t>Semibold</a:t>
            </a:r>
            <a:endParaRPr lang="en-US" dirty="0"/>
          </a:p>
        </p:txBody>
      </p:sp>
      <p:sp>
        <p:nvSpPr>
          <p:cNvPr id="14" name="Text Placeholder 4">
            <a:extLst>
              <a:ext uri="{FF2B5EF4-FFF2-40B4-BE49-F238E27FC236}">
                <a16:creationId xmlns:a16="http://schemas.microsoft.com/office/drawing/2014/main" id="{FB204BE2-B985-4315-8D5B-9C54B1074DD6}"/>
              </a:ext>
            </a:extLst>
          </p:cNvPr>
          <p:cNvSpPr>
            <a:spLocks noGrp="1"/>
          </p:cNvSpPr>
          <p:nvPr>
            <p:ph type="body" sz="quarter" idx="13" hasCustomPrompt="1"/>
          </p:nvPr>
        </p:nvSpPr>
        <p:spPr>
          <a:xfrm>
            <a:off x="2385798" y="2000739"/>
            <a:ext cx="1693247" cy="442532"/>
          </a:xfrm>
          <a:prstGeom prst="rect">
            <a:avLst/>
          </a:prstGeom>
        </p:spPr>
        <p:txBody>
          <a:bodyPr lIns="0" tIns="0" rIns="0" bIns="0"/>
          <a:lstStyle>
            <a:lvl1pPr marL="0" indent="0">
              <a:lnSpc>
                <a:spcPts val="1765"/>
              </a:lnSpc>
              <a:spcBef>
                <a:spcPts val="882"/>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UI </a:t>
            </a:r>
            <a:r>
              <a:rPr lang="en-US" dirty="0" err="1"/>
              <a:t>Semibold</a:t>
            </a:r>
            <a:endParaRPr lang="en-US" dirty="0"/>
          </a:p>
        </p:txBody>
      </p:sp>
      <p:sp>
        <p:nvSpPr>
          <p:cNvPr id="15" name="Title 1">
            <a:extLst>
              <a:ext uri="{FF2B5EF4-FFF2-40B4-BE49-F238E27FC236}">
                <a16:creationId xmlns:a16="http://schemas.microsoft.com/office/drawing/2014/main" id="{889045D2-7C49-4F5C-A376-228A5A2B015B}"/>
              </a:ext>
            </a:extLst>
          </p:cNvPr>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dirty="0"/>
              <a:t>Device layout 2: two columns</a:t>
            </a:r>
          </a:p>
        </p:txBody>
      </p:sp>
      <p:sp>
        <p:nvSpPr>
          <p:cNvPr id="17" name="Text Box 3">
            <a:extLst>
              <a:ext uri="{FF2B5EF4-FFF2-40B4-BE49-F238E27FC236}">
                <a16:creationId xmlns:a16="http://schemas.microsoft.com/office/drawing/2014/main" id="{E9958694-2D93-5A49-BF9C-C2FD1753BAA3}"/>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
        <p:nvSpPr>
          <p:cNvPr id="18" name="Text Placeholder 4">
            <a:extLst>
              <a:ext uri="{FF2B5EF4-FFF2-40B4-BE49-F238E27FC236}">
                <a16:creationId xmlns:a16="http://schemas.microsoft.com/office/drawing/2014/main" id="{02963930-27DC-A146-BED0-307A0CE5F43A}"/>
              </a:ext>
            </a:extLst>
          </p:cNvPr>
          <p:cNvSpPr>
            <a:spLocks noGrp="1"/>
          </p:cNvSpPr>
          <p:nvPr>
            <p:ph type="body" sz="quarter" idx="42" hasCustomPrompt="1"/>
          </p:nvPr>
        </p:nvSpPr>
        <p:spPr>
          <a:xfrm>
            <a:off x="454170" y="2452758"/>
            <a:ext cx="1693247"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19" name="Text Placeholder 4">
            <a:extLst>
              <a:ext uri="{FF2B5EF4-FFF2-40B4-BE49-F238E27FC236}">
                <a16:creationId xmlns:a16="http://schemas.microsoft.com/office/drawing/2014/main" id="{8EE99189-A4FF-8C44-809C-285F33AF913B}"/>
              </a:ext>
            </a:extLst>
          </p:cNvPr>
          <p:cNvSpPr>
            <a:spLocks noGrp="1"/>
          </p:cNvSpPr>
          <p:nvPr>
            <p:ph type="body" sz="quarter" idx="43" hasCustomPrompt="1"/>
          </p:nvPr>
        </p:nvSpPr>
        <p:spPr>
          <a:xfrm>
            <a:off x="2385530" y="2452758"/>
            <a:ext cx="1693247"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Tree>
    <p:extLst>
      <p:ext uri="{BB962C8B-B14F-4D97-AF65-F5344CB8AC3E}">
        <p14:creationId xmlns:p14="http://schemas.microsoft.com/office/powerpoint/2010/main" val="4202971448"/>
      </p:ext>
    </p:extLst>
  </p:cSld>
  <p:clrMapOvr>
    <a:masterClrMapping/>
  </p:clrMapOvr>
  <p:transition>
    <p:fade/>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Device layout 3">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3CDB1EA-72FB-46B3-89D4-DEE1F2EF724A}"/>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384249" y="486947"/>
            <a:ext cx="10869930" cy="6371053"/>
          </a:xfrm>
          <a:prstGeom prst="rect">
            <a:avLst/>
          </a:prstGeom>
        </p:spPr>
      </p:pic>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dirty="0"/>
              <a:t>Device layout 3</a:t>
            </a:r>
          </a:p>
        </p:txBody>
      </p:sp>
      <p:sp>
        <p:nvSpPr>
          <p:cNvPr id="8" name="Picture Placeholder 11">
            <a:extLst>
              <a:ext uri="{FF2B5EF4-FFF2-40B4-BE49-F238E27FC236}">
                <a16:creationId xmlns:a16="http://schemas.microsoft.com/office/drawing/2014/main" id="{0473E679-3B6D-497A-A0F6-454C968B7607}"/>
              </a:ext>
            </a:extLst>
          </p:cNvPr>
          <p:cNvSpPr>
            <a:spLocks noGrp="1"/>
          </p:cNvSpPr>
          <p:nvPr>
            <p:ph type="pic" sz="quarter" idx="12"/>
          </p:nvPr>
        </p:nvSpPr>
        <p:spPr>
          <a:xfrm>
            <a:off x="2293976" y="3490037"/>
            <a:ext cx="7678751" cy="543185"/>
          </a:xfrm>
          <a:prstGeom prst="rect">
            <a:avLst/>
          </a:prstGeom>
        </p:spPr>
        <p:txBody>
          <a:bodyPr anchor="ctr" anchorCtr="0"/>
          <a:lstStyle>
            <a:lvl1pPr algn="ctr">
              <a:defRPr>
                <a:solidFill>
                  <a:srgbClr val="000000"/>
                </a:solidFill>
              </a:defRPr>
            </a:lvl1pPr>
          </a:lstStyle>
          <a:p>
            <a:r>
              <a:rPr lang="en-US" dirty="0"/>
              <a:t>Click icon to add picture</a:t>
            </a:r>
          </a:p>
        </p:txBody>
      </p:sp>
      <p:sp>
        <p:nvSpPr>
          <p:cNvPr id="12" name="Text Box 3">
            <a:extLst>
              <a:ext uri="{FF2B5EF4-FFF2-40B4-BE49-F238E27FC236}">
                <a16:creationId xmlns:a16="http://schemas.microsoft.com/office/drawing/2014/main" id="{A8F5F40B-56C9-1D43-9521-8583515F1C5D}"/>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Tree>
    <p:extLst>
      <p:ext uri="{BB962C8B-B14F-4D97-AF65-F5344CB8AC3E}">
        <p14:creationId xmlns:p14="http://schemas.microsoft.com/office/powerpoint/2010/main" val="1427295332"/>
      </p:ext>
    </p:extLst>
  </p:cSld>
  <p:clrMapOvr>
    <a:masterClrMapping/>
  </p:clrMapOvr>
  <p:transition>
    <p:fade/>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7" name="Chart Placeholder 6"/>
          <p:cNvSpPr>
            <a:spLocks noGrp="1"/>
          </p:cNvSpPr>
          <p:nvPr>
            <p:ph type="chart" sz="quarter" idx="21"/>
          </p:nvPr>
        </p:nvSpPr>
        <p:spPr>
          <a:xfrm>
            <a:off x="455996" y="1950780"/>
            <a:ext cx="3618377" cy="3534843"/>
          </a:xfrm>
          <a:prstGeom prst="rect">
            <a:avLst/>
          </a:prstGeom>
        </p:spPr>
        <p:txBody>
          <a:bodyPr anchor="ctr">
            <a:noAutofit/>
          </a:bodyPr>
          <a:lstStyle>
            <a:lvl1pPr marL="0" indent="0" algn="ctr">
              <a:buNone/>
              <a:defRPr sz="2353">
                <a:solidFill>
                  <a:srgbClr val="000000"/>
                </a:solidFill>
              </a:defRPr>
            </a:lvl1pPr>
          </a:lstStyle>
          <a:p>
            <a:r>
              <a:rPr lang="en-US" dirty="0"/>
              <a:t>Click icon to add chart</a:t>
            </a:r>
          </a:p>
        </p:txBody>
      </p:sp>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dirty="0"/>
              <a:t>Chart examples</a:t>
            </a:r>
          </a:p>
        </p:txBody>
      </p:sp>
      <p:sp>
        <p:nvSpPr>
          <p:cNvPr id="9" name="Text Placeholder 4"/>
          <p:cNvSpPr>
            <a:spLocks noGrp="1"/>
          </p:cNvSpPr>
          <p:nvPr>
            <p:ph type="body" sz="quarter" idx="12" hasCustomPrompt="1"/>
          </p:nvPr>
        </p:nvSpPr>
        <p:spPr>
          <a:xfrm>
            <a:off x="455992" y="5857162"/>
            <a:ext cx="3618381" cy="301770"/>
          </a:xfrm>
          <a:prstGeom prst="rect">
            <a:avLst/>
          </a:prstGeom>
        </p:spPr>
        <p:txBody>
          <a:bodyPr lIns="0" tIns="0" rIns="0" bIns="0"/>
          <a:lstStyle>
            <a:lvl1pPr marL="0" indent="0">
              <a:lnSpc>
                <a:spcPts val="1176"/>
              </a:lnSpc>
              <a:spcBef>
                <a:spcPts val="882"/>
              </a:spcBef>
              <a:buFont typeface="Arial" panose="020B0604020202020204" pitchFamily="34" charset="0"/>
              <a:buNone/>
              <a:defRPr sz="98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dirty="0"/>
              <a:t>Caption body copy Segoe Regular 10/12. </a:t>
            </a:r>
            <a:r>
              <a:rPr lang="en-US" dirty="0" err="1"/>
              <a:t>Cavorest</a:t>
            </a:r>
            <a:r>
              <a:rPr lang="en-US" dirty="0"/>
              <a:t> a </a:t>
            </a:r>
            <a:r>
              <a:rPr lang="en-US" dirty="0" err="1"/>
              <a:t>aut</a:t>
            </a:r>
            <a:r>
              <a:rPr lang="en-US" dirty="0"/>
              <a:t> arum </a:t>
            </a:r>
            <a:r>
              <a:rPr lang="en-US" dirty="0" err="1"/>
              <a:t>quam</a:t>
            </a:r>
            <a:r>
              <a:rPr lang="en-US" dirty="0"/>
              <a:t> id eat.</a:t>
            </a:r>
          </a:p>
        </p:txBody>
      </p:sp>
      <p:sp>
        <p:nvSpPr>
          <p:cNvPr id="17" name="Text Placeholder 4"/>
          <p:cNvSpPr>
            <a:spLocks noGrp="1"/>
          </p:cNvSpPr>
          <p:nvPr>
            <p:ph type="body" sz="quarter" idx="18" hasCustomPrompt="1"/>
          </p:nvPr>
        </p:nvSpPr>
        <p:spPr>
          <a:xfrm>
            <a:off x="4303152" y="5857162"/>
            <a:ext cx="3607487" cy="301770"/>
          </a:xfrm>
          <a:prstGeom prst="rect">
            <a:avLst/>
          </a:prstGeom>
        </p:spPr>
        <p:txBody>
          <a:bodyPr vert="horz" wrap="square" lIns="0" tIns="0" rIns="0" bIns="0" rtlCol="0">
            <a:spAutoFit/>
          </a:bodyPr>
          <a:lstStyle>
            <a:lvl1pPr>
              <a:tabLst/>
              <a:defRPr lang="en-US" sz="980" b="0" i="0" spc="0" dirty="0" smtClean="0">
                <a:solidFill>
                  <a:srgbClr val="000000"/>
                </a:solidFill>
                <a:latin typeface="+mn-lt"/>
              </a:defRPr>
            </a:lvl1pPr>
          </a:lstStyle>
          <a:p>
            <a:pPr marL="0" lvl="0" indent="0">
              <a:lnSpc>
                <a:spcPts val="1176"/>
              </a:lnSpc>
              <a:spcBef>
                <a:spcPts val="882"/>
              </a:spcBef>
              <a:buFont typeface="Arial" panose="020B0604020202020204" pitchFamily="34" charset="0"/>
              <a:buNone/>
            </a:pPr>
            <a:r>
              <a:rPr lang="en-US" dirty="0"/>
              <a:t>Caption body copy Segoe Regular 10/12. </a:t>
            </a:r>
            <a:r>
              <a:rPr lang="en-US" dirty="0" err="1"/>
              <a:t>Cavorest</a:t>
            </a:r>
            <a:r>
              <a:rPr lang="en-US" dirty="0"/>
              <a:t> a </a:t>
            </a:r>
            <a:r>
              <a:rPr lang="en-US" dirty="0" err="1"/>
              <a:t>aut</a:t>
            </a:r>
            <a:r>
              <a:rPr lang="en-US" dirty="0"/>
              <a:t> arum </a:t>
            </a:r>
            <a:r>
              <a:rPr lang="en-US" dirty="0" err="1"/>
              <a:t>quam</a:t>
            </a:r>
            <a:r>
              <a:rPr lang="en-US" dirty="0"/>
              <a:t> id eat.</a:t>
            </a:r>
          </a:p>
        </p:txBody>
      </p:sp>
      <p:sp>
        <p:nvSpPr>
          <p:cNvPr id="20" name="Chart Placeholder 6"/>
          <p:cNvSpPr>
            <a:spLocks noGrp="1"/>
          </p:cNvSpPr>
          <p:nvPr>
            <p:ph type="chart" sz="quarter" idx="22"/>
          </p:nvPr>
        </p:nvSpPr>
        <p:spPr>
          <a:xfrm>
            <a:off x="4303152" y="1950780"/>
            <a:ext cx="3607487" cy="3534843"/>
          </a:xfrm>
          <a:prstGeom prst="rect">
            <a:avLst/>
          </a:prstGeom>
        </p:spPr>
        <p:txBody>
          <a:bodyPr anchor="ctr">
            <a:noAutofit/>
          </a:bodyPr>
          <a:lstStyle>
            <a:lvl1pPr marL="0" indent="0" algn="ctr">
              <a:buNone/>
              <a:defRPr sz="2353">
                <a:solidFill>
                  <a:srgbClr val="000000"/>
                </a:solidFill>
              </a:defRPr>
            </a:lvl1pPr>
          </a:lstStyle>
          <a:p>
            <a:r>
              <a:rPr lang="en-US" dirty="0"/>
              <a:t>Click icon to add chart</a:t>
            </a:r>
          </a:p>
        </p:txBody>
      </p:sp>
      <p:sp>
        <p:nvSpPr>
          <p:cNvPr id="21" name="Chart Placeholder 6"/>
          <p:cNvSpPr>
            <a:spLocks noGrp="1"/>
          </p:cNvSpPr>
          <p:nvPr>
            <p:ph type="chart" sz="quarter" idx="23"/>
          </p:nvPr>
        </p:nvSpPr>
        <p:spPr>
          <a:xfrm>
            <a:off x="8139412" y="1950780"/>
            <a:ext cx="3623051" cy="3534843"/>
          </a:xfrm>
          <a:prstGeom prst="rect">
            <a:avLst/>
          </a:prstGeom>
        </p:spPr>
        <p:txBody>
          <a:bodyPr anchor="ctr">
            <a:noAutofit/>
          </a:bodyPr>
          <a:lstStyle>
            <a:lvl1pPr marL="0" indent="0" algn="ctr">
              <a:buNone/>
              <a:defRPr sz="2353">
                <a:solidFill>
                  <a:srgbClr val="000000"/>
                </a:solidFill>
              </a:defRPr>
            </a:lvl1pPr>
          </a:lstStyle>
          <a:p>
            <a:r>
              <a:rPr lang="en-US" dirty="0"/>
              <a:t>Click icon to add chart</a:t>
            </a:r>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55991" y="5670381"/>
            <a:ext cx="3629278" cy="241415"/>
          </a:xfrm>
          <a:prstGeom prst="rect">
            <a:avLst/>
          </a:prstGeom>
        </p:spPr>
        <p:txBody>
          <a:bodyPr tIns="0"/>
          <a:lstStyle>
            <a:lvl1pPr>
              <a:defRPr lang="en-US" sz="980" b="1" kern="1200" spc="0" dirty="0" smtClean="0">
                <a:solidFill>
                  <a:srgbClr val="000000"/>
                </a:solidFill>
                <a:latin typeface="+mn-lt"/>
                <a:ea typeface="+mn-ea"/>
                <a:cs typeface="+mn-cs"/>
              </a:defRPr>
            </a:lvl1pPr>
          </a:lstStyle>
          <a:p>
            <a:pPr lvl="0"/>
            <a:r>
              <a:rPr lang="en-US" dirty="0"/>
              <a:t>Caption title Segoe bold 10/12. </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4314044" y="5670381"/>
            <a:ext cx="3629278" cy="241415"/>
          </a:xfrm>
          <a:prstGeom prst="rect">
            <a:avLst/>
          </a:prstGeom>
        </p:spPr>
        <p:txBody>
          <a:bodyPr tIns="0"/>
          <a:lstStyle>
            <a:lvl1pPr>
              <a:defRPr lang="en-US" sz="980" b="1" kern="1200" spc="0" dirty="0" smtClean="0">
                <a:solidFill>
                  <a:srgbClr val="000000"/>
                </a:solidFill>
                <a:latin typeface="+mn-lt"/>
                <a:ea typeface="+mn-ea"/>
                <a:cs typeface="+mn-cs"/>
              </a:defRPr>
            </a:lvl1pPr>
          </a:lstStyle>
          <a:p>
            <a:pPr lvl="0"/>
            <a:r>
              <a:rPr lang="en-US" dirty="0"/>
              <a:t>Caption title Segoe bold 10/12. </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8139413" y="5670381"/>
            <a:ext cx="3629278" cy="241415"/>
          </a:xfrm>
          <a:prstGeom prst="rect">
            <a:avLst/>
          </a:prstGeom>
        </p:spPr>
        <p:txBody>
          <a:bodyPr tIns="0"/>
          <a:lstStyle>
            <a:lvl1pPr>
              <a:defRPr lang="en-US" sz="980" b="1" kern="1200" spc="0" dirty="0" smtClean="0">
                <a:solidFill>
                  <a:srgbClr val="000000"/>
                </a:solidFill>
                <a:latin typeface="+mn-lt"/>
                <a:ea typeface="+mn-ea"/>
                <a:cs typeface="+mn-cs"/>
              </a:defRPr>
            </a:lvl1pPr>
          </a:lstStyle>
          <a:p>
            <a:pPr lvl="0"/>
            <a:r>
              <a:rPr lang="en-US" dirty="0"/>
              <a:t>Caption title Segoe bold 10/12. </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8139413" y="5857162"/>
            <a:ext cx="3607487" cy="301770"/>
          </a:xfrm>
          <a:prstGeom prst="rect">
            <a:avLst/>
          </a:prstGeom>
        </p:spPr>
        <p:txBody>
          <a:bodyPr vert="horz" wrap="square" lIns="0" tIns="0" rIns="0" bIns="0" rtlCol="0">
            <a:spAutoFit/>
          </a:bodyPr>
          <a:lstStyle>
            <a:lvl1pPr>
              <a:tabLst/>
              <a:defRPr lang="en-US" sz="980" b="0" i="0" spc="0" dirty="0" smtClean="0">
                <a:solidFill>
                  <a:srgbClr val="000000"/>
                </a:solidFill>
                <a:latin typeface="+mn-lt"/>
              </a:defRPr>
            </a:lvl1pPr>
          </a:lstStyle>
          <a:p>
            <a:pPr marL="0" lvl="0" indent="0">
              <a:lnSpc>
                <a:spcPts val="1176"/>
              </a:lnSpc>
              <a:spcBef>
                <a:spcPts val="882"/>
              </a:spcBef>
              <a:buFont typeface="Arial" panose="020B0604020202020204" pitchFamily="34" charset="0"/>
              <a:buNone/>
            </a:pPr>
            <a:r>
              <a:rPr lang="en-US" dirty="0"/>
              <a:t>Caption body copy Segoe Regular 10/12. </a:t>
            </a:r>
            <a:r>
              <a:rPr lang="en-US" dirty="0" err="1"/>
              <a:t>Cavorest</a:t>
            </a:r>
            <a:r>
              <a:rPr lang="en-US" dirty="0"/>
              <a:t> a </a:t>
            </a:r>
            <a:r>
              <a:rPr lang="en-US" dirty="0" err="1"/>
              <a:t>aut</a:t>
            </a:r>
            <a:r>
              <a:rPr lang="en-US" dirty="0"/>
              <a:t> arum </a:t>
            </a:r>
            <a:r>
              <a:rPr lang="en-US" dirty="0" err="1"/>
              <a:t>quam</a:t>
            </a:r>
            <a:r>
              <a:rPr lang="en-US" dirty="0"/>
              <a:t> id eat.</a:t>
            </a:r>
          </a:p>
        </p:txBody>
      </p:sp>
      <p:sp>
        <p:nvSpPr>
          <p:cNvPr id="19" name="Text Box 3">
            <a:extLst>
              <a:ext uri="{FF2B5EF4-FFF2-40B4-BE49-F238E27FC236}">
                <a16:creationId xmlns:a16="http://schemas.microsoft.com/office/drawing/2014/main" id="{DD3304D6-24AF-6742-A22C-8D78DC39B073}"/>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Tree>
    <p:extLst>
      <p:ext uri="{BB962C8B-B14F-4D97-AF65-F5344CB8AC3E}">
        <p14:creationId xmlns:p14="http://schemas.microsoft.com/office/powerpoint/2010/main" val="403253218"/>
      </p:ext>
    </p:extLst>
  </p:cSld>
  <p:clrMapOvr>
    <a:masterClrMapping/>
  </p:clrMapOvr>
  <p:transition>
    <p:fade/>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Tabl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dirty="0"/>
              <a:t>Table styling</a:t>
            </a:r>
          </a:p>
        </p:txBody>
      </p:sp>
      <p:sp>
        <p:nvSpPr>
          <p:cNvPr id="4" name="Table Placeholder 3"/>
          <p:cNvSpPr>
            <a:spLocks noGrp="1"/>
          </p:cNvSpPr>
          <p:nvPr>
            <p:ph type="tbl" sz="quarter" idx="10"/>
          </p:nvPr>
        </p:nvSpPr>
        <p:spPr>
          <a:xfrm>
            <a:off x="455995" y="3924852"/>
            <a:ext cx="11306469" cy="546753"/>
          </a:xfrm>
          <a:prstGeom prst="rect">
            <a:avLst/>
          </a:prstGeom>
        </p:spPr>
        <p:txBody>
          <a:bodyPr anchor="ctr" anchorCtr="0"/>
          <a:lstStyle>
            <a:lvl1pPr algn="ctr">
              <a:defRPr/>
            </a:lvl1pPr>
          </a:lstStyle>
          <a:p>
            <a:r>
              <a:rPr lang="en-US" dirty="0"/>
              <a:t>Click icon to add table</a:t>
            </a:r>
          </a:p>
        </p:txBody>
      </p:sp>
      <p:sp>
        <p:nvSpPr>
          <p:cNvPr id="10" name="Text Box 3">
            <a:extLst>
              <a:ext uri="{FF2B5EF4-FFF2-40B4-BE49-F238E27FC236}">
                <a16:creationId xmlns:a16="http://schemas.microsoft.com/office/drawing/2014/main" id="{AD9F5927-827C-2E4D-8781-07CF39C27494}"/>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Tree>
    <p:extLst>
      <p:ext uri="{BB962C8B-B14F-4D97-AF65-F5344CB8AC3E}">
        <p14:creationId xmlns:p14="http://schemas.microsoft.com/office/powerpoint/2010/main" val="3105074139"/>
      </p:ext>
    </p:extLst>
  </p:cSld>
  <p:clrMapOvr>
    <a:masterClrMapping/>
  </p:clrMapOvr>
  <p:transition>
    <p:fade/>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userDrawn="1">
  <p:cSld name="Software code slide">
    <p:bg>
      <p:bgPr>
        <a:solidFill>
          <a:schemeClr val="bg2"/>
        </a:solidFill>
        <a:effectLst/>
      </p:bgPr>
    </p:bg>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ACEE2ED2-76B4-9F41-8074-736FC3EE60AE}"/>
              </a:ext>
            </a:extLst>
          </p:cNvPr>
          <p:cNvSpPr>
            <a:spLocks noGrp="1"/>
          </p:cNvSpPr>
          <p:nvPr>
            <p:ph type="title" hasCustomPrompt="1"/>
          </p:nvPr>
        </p:nvSpPr>
        <p:spPr>
          <a:xfrm>
            <a:off x="455994" y="556381"/>
            <a:ext cx="11303917" cy="813819"/>
          </a:xfrm>
          <a:prstGeom prst="rect">
            <a:avLst/>
          </a:prstGeom>
        </p:spPr>
        <p:txBody>
          <a:bodyPr vert="horz" wrap="square" lIns="0" tIns="91440" rIns="146304" bIns="91440" rtlCol="0" anchor="t">
            <a:noAutofit/>
          </a:bodyPr>
          <a:lstStyle/>
          <a:p>
            <a:r>
              <a:rPr lang="en-US" dirty="0"/>
              <a:t>Software code slide</a:t>
            </a:r>
          </a:p>
        </p:txBody>
      </p:sp>
    </p:spTree>
    <p:extLst>
      <p:ext uri="{BB962C8B-B14F-4D97-AF65-F5344CB8AC3E}">
        <p14:creationId xmlns:p14="http://schemas.microsoft.com/office/powerpoint/2010/main" val="141616303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userDrawn="1">
  <p:cSld name="1_Text option 4">
    <p:spTree>
      <p:nvGrpSpPr>
        <p:cNvPr id="1" name=""/>
        <p:cNvGrpSpPr/>
        <p:nvPr/>
      </p:nvGrpSpPr>
      <p:grpSpPr>
        <a:xfrm>
          <a:off x="0" y="0"/>
          <a:ext cx="0" cy="0"/>
          <a:chOff x="0" y="0"/>
          <a:chExt cx="0" cy="0"/>
        </a:xfrm>
      </p:grpSpPr>
      <p:sp>
        <p:nvSpPr>
          <p:cNvPr id="24" name="Content Placeholder 15"/>
          <p:cNvSpPr>
            <a:spLocks noGrp="1"/>
          </p:cNvSpPr>
          <p:nvPr>
            <p:ph sz="quarter" idx="25" hasCustomPrompt="1"/>
          </p:nvPr>
        </p:nvSpPr>
        <p:spPr>
          <a:xfrm>
            <a:off x="455995" y="2136155"/>
            <a:ext cx="1693247" cy="1021696"/>
          </a:xfrm>
        </p:spPr>
        <p:txBody>
          <a:bodyPr>
            <a:noAutofit/>
          </a:bodyPr>
          <a:lstStyle>
            <a:lvl1pPr marL="0" indent="0">
              <a:buNone/>
              <a:defRPr sz="1961"/>
            </a:lvl1pPr>
          </a:lstStyle>
          <a:p>
            <a:pPr lvl="0"/>
            <a:r>
              <a:rPr lang="en-US" dirty="0"/>
              <a:t>Picture</a:t>
            </a:r>
          </a:p>
        </p:txBody>
      </p:sp>
      <p:sp>
        <p:nvSpPr>
          <p:cNvPr id="2" name="Title 1"/>
          <p:cNvSpPr>
            <a:spLocks noGrp="1"/>
          </p:cNvSpPr>
          <p:nvPr>
            <p:ph type="title" hasCustomPrompt="1"/>
          </p:nvPr>
        </p:nvSpPr>
        <p:spPr>
          <a:xfrm>
            <a:off x="455995" y="620428"/>
            <a:ext cx="11306469" cy="403137"/>
          </a:xfrm>
        </p:spPr>
        <p:txBody>
          <a:bodyPr wrap="square" lIns="0" tIns="0" rIns="0" bIns="0">
            <a:spAutoFit/>
          </a:bodyPr>
          <a:lstStyle>
            <a:lvl1pPr>
              <a:lnSpc>
                <a:spcPts val="3137"/>
              </a:lnSpc>
              <a:defRPr sz="2745">
                <a:solidFill>
                  <a:srgbClr val="2F2F2F"/>
                </a:solidFill>
              </a:defRPr>
            </a:lvl1pPr>
          </a:lstStyle>
          <a:p>
            <a:r>
              <a:rPr lang="en-US" dirty="0"/>
              <a:t>Text option 4: six columns (numbered list)</a:t>
            </a:r>
          </a:p>
        </p:txBody>
      </p:sp>
      <p:sp>
        <p:nvSpPr>
          <p:cNvPr id="5" name="Text Placeholder 4"/>
          <p:cNvSpPr>
            <a:spLocks noGrp="1"/>
          </p:cNvSpPr>
          <p:nvPr>
            <p:ph type="body" sz="quarter" idx="11" hasCustomPrompt="1"/>
          </p:nvPr>
        </p:nvSpPr>
        <p:spPr>
          <a:xfrm>
            <a:off x="455995" y="3167818"/>
            <a:ext cx="1693247" cy="2778790"/>
          </a:xfrm>
        </p:spPr>
        <p:txBody>
          <a:bodyPr lIns="0" tIns="0" rIns="0" bIns="0"/>
          <a:lstStyle>
            <a:lvl1pPr marL="0" indent="0">
              <a:lnSpc>
                <a:spcPts val="1765"/>
              </a:lnSpc>
              <a:spcBef>
                <a:spcPts val="882"/>
              </a:spcBef>
              <a:buNone/>
              <a:defRPr lang="en-US" sz="1372" b="1" kern="1200" spc="0" baseline="0" dirty="0">
                <a:solidFill>
                  <a:schemeClr val="accent1"/>
                </a:solidFill>
                <a:latin typeface="+mn-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chemeClr val="tx1"/>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14" name="Text Placeholder 4"/>
          <p:cNvSpPr>
            <a:spLocks noGrp="1"/>
          </p:cNvSpPr>
          <p:nvPr>
            <p:ph type="body" sz="quarter" idx="15" hasCustomPrompt="1"/>
          </p:nvPr>
        </p:nvSpPr>
        <p:spPr>
          <a:xfrm>
            <a:off x="2378328" y="3167818"/>
            <a:ext cx="1693247" cy="2803460"/>
          </a:xfrm>
        </p:spPr>
        <p:txBody>
          <a:bodyPr lIns="0" tIns="0" rIns="0" bIns="0"/>
          <a:lstStyle>
            <a:lvl1pPr marL="0" indent="0">
              <a:lnSpc>
                <a:spcPts val="1765"/>
              </a:lnSpc>
              <a:spcBef>
                <a:spcPts val="882"/>
              </a:spcBef>
              <a:buNone/>
              <a:defRPr lang="en-US" sz="1372" b="1" kern="1200" spc="0" baseline="0" dirty="0">
                <a:solidFill>
                  <a:schemeClr val="accent1"/>
                </a:solidFill>
                <a:latin typeface="+mn-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16" name="Text Placeholder 4"/>
          <p:cNvSpPr>
            <a:spLocks noGrp="1"/>
          </p:cNvSpPr>
          <p:nvPr>
            <p:ph type="body" sz="quarter" idx="17" hasCustomPrompt="1"/>
          </p:nvPr>
        </p:nvSpPr>
        <p:spPr>
          <a:xfrm>
            <a:off x="4300662" y="3167818"/>
            <a:ext cx="1693247" cy="2803460"/>
          </a:xfr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2" b="1" kern="1200" spc="0" baseline="0" dirty="0">
                <a:solidFill>
                  <a:schemeClr val="accent1"/>
                </a:solidFill>
                <a:latin typeface="+mn-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chemeClr val="tx1"/>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18" name="Text Placeholder 4"/>
          <p:cNvSpPr>
            <a:spLocks noGrp="1"/>
          </p:cNvSpPr>
          <p:nvPr>
            <p:ph type="body" sz="quarter" idx="19" hasCustomPrompt="1"/>
          </p:nvPr>
        </p:nvSpPr>
        <p:spPr>
          <a:xfrm>
            <a:off x="6222995" y="3167818"/>
            <a:ext cx="1693247" cy="2803460"/>
          </a:xfr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2" b="1" kern="1200" spc="0" baseline="0" dirty="0">
                <a:solidFill>
                  <a:schemeClr val="accent1"/>
                </a:solidFill>
                <a:latin typeface="+mn-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chemeClr val="tx1"/>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20" name="Text Placeholder 4"/>
          <p:cNvSpPr>
            <a:spLocks noGrp="1"/>
          </p:cNvSpPr>
          <p:nvPr>
            <p:ph type="body" sz="quarter" idx="21" hasCustomPrompt="1"/>
          </p:nvPr>
        </p:nvSpPr>
        <p:spPr>
          <a:xfrm>
            <a:off x="8145328" y="3167818"/>
            <a:ext cx="1693247" cy="2803460"/>
          </a:xfr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2" b="1" kern="1200" spc="0" baseline="0" dirty="0">
                <a:solidFill>
                  <a:schemeClr val="accent1"/>
                </a:solidFill>
                <a:latin typeface="+mn-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chemeClr val="tx1"/>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22" name="Text Placeholder 4"/>
          <p:cNvSpPr>
            <a:spLocks noGrp="1"/>
          </p:cNvSpPr>
          <p:nvPr>
            <p:ph type="body" sz="quarter" idx="23" hasCustomPrompt="1"/>
          </p:nvPr>
        </p:nvSpPr>
        <p:spPr>
          <a:xfrm>
            <a:off x="10067660" y="3167818"/>
            <a:ext cx="1693247" cy="2803460"/>
          </a:xfr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2" b="1" kern="1200" spc="0" baseline="0" dirty="0">
                <a:solidFill>
                  <a:schemeClr val="accent1"/>
                </a:solidFill>
                <a:latin typeface="+mn-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chemeClr val="tx1"/>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25" name="Content Placeholder 15"/>
          <p:cNvSpPr>
            <a:spLocks noGrp="1"/>
          </p:cNvSpPr>
          <p:nvPr>
            <p:ph sz="quarter" idx="26" hasCustomPrompt="1"/>
          </p:nvPr>
        </p:nvSpPr>
        <p:spPr>
          <a:xfrm>
            <a:off x="2378328" y="2136155"/>
            <a:ext cx="1693247" cy="1021696"/>
          </a:xfrm>
        </p:spPr>
        <p:txBody>
          <a:bodyPr>
            <a:noAutofit/>
          </a:bodyPr>
          <a:lstStyle>
            <a:lvl1pPr marL="0" indent="0">
              <a:buNone/>
              <a:defRPr sz="1961"/>
            </a:lvl1pPr>
          </a:lstStyle>
          <a:p>
            <a:pPr lvl="0"/>
            <a:r>
              <a:rPr lang="en-US" dirty="0"/>
              <a:t>Picture</a:t>
            </a:r>
          </a:p>
        </p:txBody>
      </p:sp>
      <p:sp>
        <p:nvSpPr>
          <p:cNvPr id="26" name="Content Placeholder 15"/>
          <p:cNvSpPr>
            <a:spLocks noGrp="1"/>
          </p:cNvSpPr>
          <p:nvPr>
            <p:ph sz="quarter" idx="27" hasCustomPrompt="1"/>
          </p:nvPr>
        </p:nvSpPr>
        <p:spPr>
          <a:xfrm>
            <a:off x="4300662" y="2136155"/>
            <a:ext cx="1693247" cy="1021696"/>
          </a:xfrm>
        </p:spPr>
        <p:txBody>
          <a:bodyPr>
            <a:noAutofit/>
          </a:bodyPr>
          <a:lstStyle>
            <a:lvl1pPr marL="0" indent="0">
              <a:buNone/>
              <a:defRPr sz="1961"/>
            </a:lvl1pPr>
          </a:lstStyle>
          <a:p>
            <a:pPr lvl="0"/>
            <a:r>
              <a:rPr lang="en-US" dirty="0"/>
              <a:t>Picture</a:t>
            </a:r>
          </a:p>
        </p:txBody>
      </p:sp>
      <p:sp>
        <p:nvSpPr>
          <p:cNvPr id="27" name="Content Placeholder 15"/>
          <p:cNvSpPr>
            <a:spLocks noGrp="1"/>
          </p:cNvSpPr>
          <p:nvPr>
            <p:ph sz="quarter" idx="28" hasCustomPrompt="1"/>
          </p:nvPr>
        </p:nvSpPr>
        <p:spPr>
          <a:xfrm>
            <a:off x="6222995" y="2136155"/>
            <a:ext cx="1693247" cy="1021696"/>
          </a:xfrm>
        </p:spPr>
        <p:txBody>
          <a:bodyPr>
            <a:noAutofit/>
          </a:bodyPr>
          <a:lstStyle>
            <a:lvl1pPr marL="0" indent="0">
              <a:buNone/>
              <a:defRPr sz="1961"/>
            </a:lvl1pPr>
          </a:lstStyle>
          <a:p>
            <a:pPr lvl="0"/>
            <a:r>
              <a:rPr lang="en-US" dirty="0"/>
              <a:t>Picture</a:t>
            </a:r>
          </a:p>
        </p:txBody>
      </p:sp>
      <p:sp>
        <p:nvSpPr>
          <p:cNvPr id="28" name="Content Placeholder 15"/>
          <p:cNvSpPr>
            <a:spLocks noGrp="1"/>
          </p:cNvSpPr>
          <p:nvPr>
            <p:ph sz="quarter" idx="29" hasCustomPrompt="1"/>
          </p:nvPr>
        </p:nvSpPr>
        <p:spPr>
          <a:xfrm>
            <a:off x="8145328" y="2136155"/>
            <a:ext cx="1693247" cy="1021696"/>
          </a:xfrm>
        </p:spPr>
        <p:txBody>
          <a:bodyPr>
            <a:noAutofit/>
          </a:bodyPr>
          <a:lstStyle>
            <a:lvl1pPr marL="0" indent="0">
              <a:buNone/>
              <a:defRPr sz="1961"/>
            </a:lvl1pPr>
          </a:lstStyle>
          <a:p>
            <a:pPr lvl="0"/>
            <a:r>
              <a:rPr lang="en-US" dirty="0"/>
              <a:t>Picture</a:t>
            </a:r>
          </a:p>
        </p:txBody>
      </p:sp>
      <p:sp>
        <p:nvSpPr>
          <p:cNvPr id="29" name="Content Placeholder 15"/>
          <p:cNvSpPr>
            <a:spLocks noGrp="1"/>
          </p:cNvSpPr>
          <p:nvPr>
            <p:ph sz="quarter" idx="30" hasCustomPrompt="1"/>
          </p:nvPr>
        </p:nvSpPr>
        <p:spPr>
          <a:xfrm>
            <a:off x="10067660" y="2136155"/>
            <a:ext cx="1693247" cy="1021696"/>
          </a:xfrm>
        </p:spPr>
        <p:txBody>
          <a:bodyPr>
            <a:noAutofit/>
          </a:bodyPr>
          <a:lstStyle>
            <a:lvl1pPr marL="0" indent="0">
              <a:buNone/>
              <a:defRPr sz="1961"/>
            </a:lvl1pPr>
          </a:lstStyle>
          <a:p>
            <a:pPr lvl="0"/>
            <a:r>
              <a:rPr lang="en-US" dirty="0"/>
              <a:t>Picture</a:t>
            </a:r>
          </a:p>
        </p:txBody>
      </p:sp>
    </p:spTree>
    <p:extLst>
      <p:ext uri="{BB962C8B-B14F-4D97-AF65-F5344CB8AC3E}">
        <p14:creationId xmlns:p14="http://schemas.microsoft.com/office/powerpoint/2010/main" val="1354567374"/>
      </p:ext>
    </p:extLst>
  </p:cSld>
  <p:clrMapOvr>
    <a:masterClrMapping/>
  </p:clrMapOvr>
  <p:transition>
    <p:fade/>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Closing slide 1">
    <p:bg>
      <p:bgPr>
        <a:solidFill>
          <a:schemeClr val="tx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C370E04-F3D7-44F1-9863-6604D12FE022}"/>
              </a:ext>
            </a:extLst>
          </p:cNvPr>
          <p:cNvSpPr>
            <a:spLocks noGrp="1"/>
          </p:cNvSpPr>
          <p:nvPr>
            <p:ph type="title" hasCustomPrompt="1"/>
          </p:nvPr>
        </p:nvSpPr>
        <p:spPr>
          <a:xfrm>
            <a:off x="455995" y="1845277"/>
            <a:ext cx="7454644" cy="1473396"/>
          </a:xfrm>
          <a:prstGeom prst="rect">
            <a:avLst/>
          </a:prstGeom>
          <a:noFill/>
        </p:spPr>
        <p:txBody>
          <a:bodyPr lIns="0" tIns="0" rIns="0" bIns="0" anchor="t" anchorCtr="0"/>
          <a:lstStyle>
            <a:lvl1pPr>
              <a:lnSpc>
                <a:spcPct val="100000"/>
              </a:lnSpc>
              <a:spcAft>
                <a:spcPts val="1274"/>
              </a:spcAft>
              <a:defRPr sz="2549" spc="-49" baseline="0">
                <a:solidFill>
                  <a:schemeClr val="bg1"/>
                </a:solidFill>
              </a:defRPr>
            </a:lvl1pPr>
          </a:lstStyle>
          <a:p>
            <a:r>
              <a:rPr lang="en-US" dirty="0"/>
              <a:t>Azure Technical Trainer Role Based Training</a:t>
            </a:r>
          </a:p>
        </p:txBody>
      </p:sp>
      <p:pic>
        <p:nvPicPr>
          <p:cNvPr id="5" name="Picture 4">
            <a:extLst>
              <a:ext uri="{FF2B5EF4-FFF2-40B4-BE49-F238E27FC236}">
                <a16:creationId xmlns:a16="http://schemas.microsoft.com/office/drawing/2014/main" id="{DC1F9C5D-BBFD-AE42-A1D5-DA2C27C2E90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170" y="439310"/>
            <a:ext cx="1335673" cy="190278"/>
          </a:xfrm>
          <a:prstGeom prst="rect">
            <a:avLst/>
          </a:prstGeom>
        </p:spPr>
      </p:pic>
      <p:sp>
        <p:nvSpPr>
          <p:cNvPr id="6" name="Text Box 3">
            <a:extLst>
              <a:ext uri="{FF2B5EF4-FFF2-40B4-BE49-F238E27FC236}">
                <a16:creationId xmlns:a16="http://schemas.microsoft.com/office/drawing/2014/main" id="{4071864E-755E-AD40-A80D-10E454980F16}"/>
              </a:ext>
            </a:extLst>
          </p:cNvPr>
          <p:cNvSpPr txBox="1">
            <a:spLocks noChangeArrowheads="1"/>
          </p:cNvSpPr>
          <p:nvPr userDrawn="1"/>
        </p:nvSpPr>
        <p:spPr bwMode="blackWhite">
          <a:xfrm>
            <a:off x="454170" y="6451197"/>
            <a:ext cx="4482124" cy="105619"/>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bg1"/>
                </a:solidFill>
                <a:cs typeface="Segoe UI" pitchFamily="34" charset="0"/>
              </a:rPr>
              <a:t>© Copyright Microsoft Corporation. All rights reserved. </a:t>
            </a:r>
          </a:p>
        </p:txBody>
      </p:sp>
    </p:spTree>
    <p:extLst>
      <p:ext uri="{BB962C8B-B14F-4D97-AF65-F5344CB8AC3E}">
        <p14:creationId xmlns:p14="http://schemas.microsoft.com/office/powerpoint/2010/main" val="321636971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userDrawn="1">
  <p:cSld name="Closing slide 2">
    <p:bg>
      <p:bgPr>
        <a:solidFill>
          <a:srgbClr val="000000"/>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C370E04-F3D7-44F1-9863-6604D12FE022}"/>
              </a:ext>
            </a:extLst>
          </p:cNvPr>
          <p:cNvSpPr>
            <a:spLocks noGrp="1"/>
          </p:cNvSpPr>
          <p:nvPr>
            <p:ph type="title" hasCustomPrompt="1"/>
          </p:nvPr>
        </p:nvSpPr>
        <p:spPr>
          <a:xfrm>
            <a:off x="455995" y="1845277"/>
            <a:ext cx="7454644" cy="1473396"/>
          </a:xfrm>
          <a:prstGeom prst="rect">
            <a:avLst/>
          </a:prstGeom>
          <a:noFill/>
        </p:spPr>
        <p:txBody>
          <a:bodyPr lIns="0" tIns="0" rIns="0" bIns="0" anchor="t" anchorCtr="0"/>
          <a:lstStyle>
            <a:lvl1pPr>
              <a:lnSpc>
                <a:spcPct val="100000"/>
              </a:lnSpc>
              <a:spcAft>
                <a:spcPts val="1274"/>
              </a:spcAft>
              <a:defRPr sz="2549" spc="-49" baseline="0">
                <a:solidFill>
                  <a:schemeClr val="bg1"/>
                </a:solidFill>
              </a:defRPr>
            </a:lvl1pPr>
          </a:lstStyle>
          <a:p>
            <a:r>
              <a:rPr lang="en-US" dirty="0"/>
              <a:t>Azure Technical Trainer Role Based Training</a:t>
            </a:r>
          </a:p>
        </p:txBody>
      </p:sp>
      <p:sp>
        <p:nvSpPr>
          <p:cNvPr id="5" name="Text Box 3">
            <a:extLst>
              <a:ext uri="{FF2B5EF4-FFF2-40B4-BE49-F238E27FC236}">
                <a16:creationId xmlns:a16="http://schemas.microsoft.com/office/drawing/2014/main" id="{0AFD6FAE-B215-4CF5-A1C7-AE7803BB4E41}"/>
              </a:ext>
            </a:extLst>
          </p:cNvPr>
          <p:cNvSpPr txBox="1">
            <a:spLocks noChangeArrowheads="1"/>
          </p:cNvSpPr>
          <p:nvPr userDrawn="1"/>
        </p:nvSpPr>
        <p:spPr bwMode="blackWhite">
          <a:xfrm>
            <a:off x="454170" y="6451197"/>
            <a:ext cx="4482124" cy="105619"/>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bg1"/>
                </a:solidFill>
                <a:cs typeface="Segoe UI" pitchFamily="34" charset="0"/>
              </a:rPr>
              <a:t>© Copyright Microsoft Corporation. All rights reserved. </a:t>
            </a:r>
          </a:p>
        </p:txBody>
      </p:sp>
      <p:pic>
        <p:nvPicPr>
          <p:cNvPr id="6" name="Picture 5">
            <a:extLst>
              <a:ext uri="{FF2B5EF4-FFF2-40B4-BE49-F238E27FC236}">
                <a16:creationId xmlns:a16="http://schemas.microsoft.com/office/drawing/2014/main" id="{DC1F9C5D-BBFD-AE42-A1D5-DA2C27C2E90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170" y="439310"/>
            <a:ext cx="1335673" cy="190278"/>
          </a:xfrm>
          <a:prstGeom prst="rect">
            <a:avLst/>
          </a:prstGeom>
        </p:spPr>
      </p:pic>
    </p:spTree>
    <p:extLst>
      <p:ext uri="{BB962C8B-B14F-4D97-AF65-F5344CB8AC3E}">
        <p14:creationId xmlns:p14="http://schemas.microsoft.com/office/powerpoint/2010/main" val="192655884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Title Slide 1">
    <p:bg>
      <p:bgPr>
        <a:solidFill>
          <a:schemeClr val="bg2"/>
        </a:soli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4A36DC34-EED6-8F49-8473-3802F6C2A3D1}"/>
              </a:ext>
            </a:extLst>
          </p:cNvPr>
          <p:cNvSpPr>
            <a:spLocks noGrp="1"/>
          </p:cNvSpPr>
          <p:nvPr>
            <p:ph type="title" hasCustomPrompt="1"/>
          </p:nvPr>
        </p:nvSpPr>
        <p:spPr>
          <a:xfrm>
            <a:off x="428681" y="2532448"/>
            <a:ext cx="9630389" cy="1793104"/>
          </a:xfrm>
          <a:prstGeom prst="rect">
            <a:avLst/>
          </a:prstGeom>
          <a:noFill/>
        </p:spPr>
        <p:txBody>
          <a:bodyPr lIns="0" tIns="0" rIns="0" bIns="182880" anchor="b" anchorCtr="0"/>
          <a:lstStyle>
            <a:lvl1pPr>
              <a:defRPr sz="4705" strike="noStrike" spc="-49" baseline="0">
                <a:solidFill>
                  <a:schemeClr val="tx2"/>
                </a:solidFill>
              </a:defRPr>
            </a:lvl1pPr>
          </a:lstStyle>
          <a:p>
            <a:r>
              <a:rPr lang="en-US" dirty="0"/>
              <a:t>Azure presentation title </a:t>
            </a:r>
            <a:br>
              <a:rPr lang="en-US" dirty="0"/>
            </a:br>
            <a:r>
              <a:rPr lang="en-US" dirty="0"/>
              <a:t>or event name</a:t>
            </a:r>
          </a:p>
        </p:txBody>
      </p:sp>
      <p:sp>
        <p:nvSpPr>
          <p:cNvPr id="14" name="Text Placeholder 10">
            <a:extLst>
              <a:ext uri="{FF2B5EF4-FFF2-40B4-BE49-F238E27FC236}">
                <a16:creationId xmlns:a16="http://schemas.microsoft.com/office/drawing/2014/main" id="{2E500E80-DD0C-EF4F-BB7D-03960A098E1F}"/>
              </a:ext>
            </a:extLst>
          </p:cNvPr>
          <p:cNvSpPr>
            <a:spLocks noGrp="1"/>
          </p:cNvSpPr>
          <p:nvPr>
            <p:ph type="body" sz="quarter" idx="15" hasCustomPrompt="1"/>
          </p:nvPr>
        </p:nvSpPr>
        <p:spPr>
          <a:xfrm>
            <a:off x="442466" y="4350114"/>
            <a:ext cx="9602819" cy="724246"/>
          </a:xfrm>
          <a:prstGeom prst="rect">
            <a:avLst/>
          </a:prstGeom>
        </p:spPr>
        <p:txBody>
          <a:bodyPr/>
          <a:lstStyle>
            <a:lvl1pPr>
              <a:defRPr sz="1765">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dirty="0"/>
              <a:t>Author name</a:t>
            </a:r>
            <a:br>
              <a:rPr lang="en-US" dirty="0"/>
            </a:br>
            <a:r>
              <a:rPr lang="en-US" dirty="0"/>
              <a:t>Date</a:t>
            </a:r>
          </a:p>
        </p:txBody>
      </p:sp>
    </p:spTree>
    <p:extLst>
      <p:ext uri="{BB962C8B-B14F-4D97-AF65-F5344CB8AC3E}">
        <p14:creationId xmlns:p14="http://schemas.microsoft.com/office/powerpoint/2010/main" val="38237526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Title Slide 2">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FDD3BB94-DC99-244C-91E3-A9764AF2671E}"/>
              </a:ext>
            </a:extLst>
          </p:cNvPr>
          <p:cNvSpPr>
            <a:spLocks noGrp="1"/>
          </p:cNvSpPr>
          <p:nvPr>
            <p:ph type="title" hasCustomPrompt="1"/>
          </p:nvPr>
        </p:nvSpPr>
        <p:spPr>
          <a:xfrm>
            <a:off x="428681" y="2532448"/>
            <a:ext cx="9630389" cy="1793104"/>
          </a:xfrm>
          <a:prstGeom prst="rect">
            <a:avLst/>
          </a:prstGeom>
          <a:noFill/>
        </p:spPr>
        <p:txBody>
          <a:bodyPr lIns="0" tIns="0" rIns="0" bIns="182880" anchor="b" anchorCtr="0"/>
          <a:lstStyle>
            <a:lvl1pPr>
              <a:defRPr sz="4705" strike="noStrike" spc="-49" baseline="0">
                <a:solidFill>
                  <a:schemeClr val="bg2"/>
                </a:solidFill>
              </a:defRPr>
            </a:lvl1pPr>
          </a:lstStyle>
          <a:p>
            <a:r>
              <a:rPr lang="en-US" dirty="0"/>
              <a:t>Azure presentation title </a:t>
            </a:r>
            <a:br>
              <a:rPr lang="en-US" dirty="0"/>
            </a:br>
            <a:r>
              <a:rPr lang="en-US" dirty="0"/>
              <a:t>or event name</a:t>
            </a:r>
          </a:p>
        </p:txBody>
      </p:sp>
      <p:sp>
        <p:nvSpPr>
          <p:cNvPr id="16" name="Text Placeholder 10">
            <a:extLst>
              <a:ext uri="{FF2B5EF4-FFF2-40B4-BE49-F238E27FC236}">
                <a16:creationId xmlns:a16="http://schemas.microsoft.com/office/drawing/2014/main" id="{63FCEA3C-C822-5A4A-9561-695239EA77C3}"/>
              </a:ext>
            </a:extLst>
          </p:cNvPr>
          <p:cNvSpPr>
            <a:spLocks noGrp="1"/>
          </p:cNvSpPr>
          <p:nvPr>
            <p:ph type="body" sz="quarter" idx="15" hasCustomPrompt="1"/>
          </p:nvPr>
        </p:nvSpPr>
        <p:spPr>
          <a:xfrm>
            <a:off x="442466" y="4350114"/>
            <a:ext cx="9602819" cy="724246"/>
          </a:xfrm>
          <a:prstGeom prst="rect">
            <a:avLst/>
          </a:prstGeom>
        </p:spPr>
        <p:txBody>
          <a:bodyPr/>
          <a:lstStyle>
            <a:lvl1pPr>
              <a:defRPr sz="1765">
                <a:solidFill>
                  <a:schemeClr val="bg2"/>
                </a:solidFill>
              </a:defRPr>
            </a:lvl1pPr>
            <a:lvl2pPr>
              <a:defRPr sz="1765">
                <a:solidFill>
                  <a:srgbClr val="000000"/>
                </a:solidFill>
              </a:defRPr>
            </a:lvl2pPr>
            <a:lvl3pPr>
              <a:defRPr sz="1372"/>
            </a:lvl3pPr>
            <a:lvl4pPr>
              <a:defRPr sz="1372"/>
            </a:lvl4pPr>
            <a:lvl5pPr>
              <a:defRPr sz="1029"/>
            </a:lvl5pPr>
          </a:lstStyle>
          <a:p>
            <a:pPr lvl="0"/>
            <a:r>
              <a:rPr lang="en-US" dirty="0"/>
              <a:t>Author name</a:t>
            </a:r>
            <a:br>
              <a:rPr lang="en-US" dirty="0"/>
            </a:br>
            <a:r>
              <a:rPr lang="en-US" dirty="0"/>
              <a:t>Date</a:t>
            </a:r>
          </a:p>
        </p:txBody>
      </p:sp>
    </p:spTree>
    <p:extLst>
      <p:ext uri="{BB962C8B-B14F-4D97-AF65-F5344CB8AC3E}">
        <p14:creationId xmlns:p14="http://schemas.microsoft.com/office/powerpoint/2010/main" val="52491018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Title slide 3">
    <p:bg>
      <p:bgPr>
        <a:solidFill>
          <a:srgbClr val="000000"/>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302B9254-503D-8F44-9D4B-18675DFDE809}"/>
              </a:ext>
            </a:extLst>
          </p:cNvPr>
          <p:cNvSpPr>
            <a:spLocks noGrp="1"/>
          </p:cNvSpPr>
          <p:nvPr>
            <p:ph type="title" hasCustomPrompt="1"/>
          </p:nvPr>
        </p:nvSpPr>
        <p:spPr>
          <a:xfrm>
            <a:off x="428681" y="2532448"/>
            <a:ext cx="9630389" cy="1793104"/>
          </a:xfrm>
          <a:prstGeom prst="rect">
            <a:avLst/>
          </a:prstGeom>
          <a:noFill/>
        </p:spPr>
        <p:txBody>
          <a:bodyPr lIns="0" tIns="0" rIns="0" bIns="182880" anchor="b" anchorCtr="0"/>
          <a:lstStyle>
            <a:lvl1pPr>
              <a:defRPr sz="4705" strike="noStrike" spc="-49" baseline="0">
                <a:solidFill>
                  <a:schemeClr val="bg2"/>
                </a:solidFill>
              </a:defRPr>
            </a:lvl1pPr>
          </a:lstStyle>
          <a:p>
            <a:r>
              <a:rPr lang="en-US" dirty="0"/>
              <a:t>Azure presentation title </a:t>
            </a:r>
            <a:br>
              <a:rPr lang="en-US" dirty="0"/>
            </a:br>
            <a:r>
              <a:rPr lang="en-US" dirty="0"/>
              <a:t>or event name</a:t>
            </a:r>
          </a:p>
        </p:txBody>
      </p:sp>
      <p:sp>
        <p:nvSpPr>
          <p:cNvPr id="12" name="Text Placeholder 10">
            <a:extLst>
              <a:ext uri="{FF2B5EF4-FFF2-40B4-BE49-F238E27FC236}">
                <a16:creationId xmlns:a16="http://schemas.microsoft.com/office/drawing/2014/main" id="{2D6C119F-8C39-DF40-90FE-09B7E3ECDBE0}"/>
              </a:ext>
            </a:extLst>
          </p:cNvPr>
          <p:cNvSpPr>
            <a:spLocks noGrp="1"/>
          </p:cNvSpPr>
          <p:nvPr>
            <p:ph type="body" sz="quarter" idx="15" hasCustomPrompt="1"/>
          </p:nvPr>
        </p:nvSpPr>
        <p:spPr>
          <a:xfrm>
            <a:off x="442466" y="4350114"/>
            <a:ext cx="9602819" cy="724246"/>
          </a:xfrm>
          <a:prstGeom prst="rect">
            <a:avLst/>
          </a:prstGeom>
        </p:spPr>
        <p:txBody>
          <a:bodyPr/>
          <a:lstStyle>
            <a:lvl1pPr>
              <a:defRPr sz="1765">
                <a:solidFill>
                  <a:schemeClr val="bg2"/>
                </a:solidFill>
              </a:defRPr>
            </a:lvl1pPr>
            <a:lvl2pPr>
              <a:defRPr sz="1765">
                <a:solidFill>
                  <a:srgbClr val="000000"/>
                </a:solidFill>
              </a:defRPr>
            </a:lvl2pPr>
            <a:lvl3pPr>
              <a:defRPr sz="1372"/>
            </a:lvl3pPr>
            <a:lvl4pPr>
              <a:defRPr sz="1372"/>
            </a:lvl4pPr>
            <a:lvl5pPr>
              <a:defRPr sz="1029"/>
            </a:lvl5pPr>
          </a:lstStyle>
          <a:p>
            <a:pPr lvl="0"/>
            <a:r>
              <a:rPr lang="en-US" dirty="0"/>
              <a:t>Author name</a:t>
            </a:r>
            <a:br>
              <a:rPr lang="en-US" dirty="0"/>
            </a:br>
            <a:r>
              <a:rPr lang="en-US" dirty="0"/>
              <a:t>Date</a:t>
            </a:r>
          </a:p>
        </p:txBody>
      </p:sp>
    </p:spTree>
    <p:extLst>
      <p:ext uri="{BB962C8B-B14F-4D97-AF65-F5344CB8AC3E}">
        <p14:creationId xmlns:p14="http://schemas.microsoft.com/office/powerpoint/2010/main" val="1156362469"/>
      </p:ext>
    </p:extLst>
  </p:cSld>
  <p:clrMapOvr>
    <a:masterClrMapping/>
  </p:clrMapOvr>
  <p:transition>
    <p:fade/>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Title slide 4">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0419340-DB0C-B34E-84FE-2AA1A19A58C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57617" y="0"/>
            <a:ext cx="5973790" cy="6858000"/>
          </a:xfrm>
          <a:prstGeom prst="rect">
            <a:avLst/>
          </a:prstGeom>
        </p:spPr>
      </p:pic>
      <p:sp>
        <p:nvSpPr>
          <p:cNvPr id="8" name="Title 1">
            <a:extLst>
              <a:ext uri="{FF2B5EF4-FFF2-40B4-BE49-F238E27FC236}">
                <a16:creationId xmlns:a16="http://schemas.microsoft.com/office/drawing/2014/main" id="{1D09A9D1-6212-8B49-96D7-B3E9D17D4BAB}"/>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5" strike="noStrike" spc="-49" baseline="0">
                <a:solidFill>
                  <a:srgbClr val="000000"/>
                </a:solidFill>
              </a:defRPr>
            </a:lvl1pPr>
          </a:lstStyle>
          <a:p>
            <a:r>
              <a:rPr lang="en-US" dirty="0"/>
              <a:t>Azure presentation</a:t>
            </a:r>
            <a:br>
              <a:rPr lang="en-US" dirty="0"/>
            </a:br>
            <a:r>
              <a:rPr lang="en-US" dirty="0"/>
              <a:t>title or event name</a:t>
            </a:r>
          </a:p>
        </p:txBody>
      </p:sp>
      <p:sp>
        <p:nvSpPr>
          <p:cNvPr id="9" name="Text Placeholder 10">
            <a:extLst>
              <a:ext uri="{FF2B5EF4-FFF2-40B4-BE49-F238E27FC236}">
                <a16:creationId xmlns:a16="http://schemas.microsoft.com/office/drawing/2014/main" id="{0881A9F1-B3A4-0742-8DAD-18EC8A78C522}"/>
              </a:ext>
            </a:extLst>
          </p:cNvPr>
          <p:cNvSpPr>
            <a:spLocks noGrp="1"/>
          </p:cNvSpPr>
          <p:nvPr>
            <p:ph type="body" sz="quarter" idx="15" hasCustomPrompt="1"/>
          </p:nvPr>
        </p:nvSpPr>
        <p:spPr>
          <a:xfrm>
            <a:off x="442466" y="4350114"/>
            <a:ext cx="5413394" cy="724246"/>
          </a:xfrm>
          <a:prstGeom prst="rect">
            <a:avLst/>
          </a:prstGeom>
        </p:spPr>
        <p:txBody>
          <a:bodyPr/>
          <a:lstStyle>
            <a:lvl1pPr>
              <a:defRPr sz="1765">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dirty="0"/>
              <a:t>Author name</a:t>
            </a:r>
            <a:br>
              <a:rPr lang="en-US" dirty="0"/>
            </a:br>
            <a:r>
              <a:rPr lang="en-US" dirty="0"/>
              <a:t>Date</a:t>
            </a:r>
          </a:p>
        </p:txBody>
      </p:sp>
    </p:spTree>
    <p:extLst>
      <p:ext uri="{BB962C8B-B14F-4D97-AF65-F5344CB8AC3E}">
        <p14:creationId xmlns:p14="http://schemas.microsoft.com/office/powerpoint/2010/main" val="2265691169"/>
      </p:ext>
    </p:extLst>
  </p:cSld>
  <p:clrMapOvr>
    <a:masterClrMapping/>
  </p:clrMapOvr>
  <p:transition>
    <p:fade/>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Title Slide 5">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5" strike="noStrike" spc="-49" baseline="0">
                <a:solidFill>
                  <a:srgbClr val="000000"/>
                </a:solidFill>
              </a:defRPr>
            </a:lvl1pPr>
          </a:lstStyle>
          <a:p>
            <a:r>
              <a:rPr lang="en-US" dirty="0"/>
              <a:t>Azure presentation</a:t>
            </a:r>
            <a:br>
              <a:rPr lang="en-US" dirty="0"/>
            </a:br>
            <a:r>
              <a:rPr lang="en-US" dirty="0"/>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24246"/>
          </a:xfrm>
          <a:prstGeom prst="rect">
            <a:avLst/>
          </a:prstGeom>
        </p:spPr>
        <p:txBody>
          <a:bodyPr/>
          <a:lstStyle>
            <a:lvl1pPr>
              <a:defRPr sz="1765">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dirty="0"/>
              <a:t>Author name</a:t>
            </a:r>
            <a:br>
              <a:rPr lang="en-US" dirty="0"/>
            </a:br>
            <a:r>
              <a:rPr lang="en-US" dirty="0"/>
              <a:t>Date</a:t>
            </a:r>
          </a:p>
        </p:txBody>
      </p:sp>
      <p:pic>
        <p:nvPicPr>
          <p:cNvPr id="7" name="Picture 6">
            <a:extLst>
              <a:ext uri="{FF2B5EF4-FFF2-40B4-BE49-F238E27FC236}">
                <a16:creationId xmlns:a16="http://schemas.microsoft.com/office/drawing/2014/main" id="{F64BDF03-4137-9B4F-811A-B300BDF9B2A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286467" y="206105"/>
            <a:ext cx="5583404" cy="6409831"/>
          </a:xfrm>
          <a:prstGeom prst="rect">
            <a:avLst/>
          </a:prstGeom>
        </p:spPr>
      </p:pic>
    </p:spTree>
    <p:extLst>
      <p:ext uri="{BB962C8B-B14F-4D97-AF65-F5344CB8AC3E}">
        <p14:creationId xmlns:p14="http://schemas.microsoft.com/office/powerpoint/2010/main" val="2964777815"/>
      </p:ext>
    </p:extLst>
  </p:cSld>
  <p:clrMapOvr>
    <a:masterClrMapping/>
  </p:clrMapOvr>
  <p:transition>
    <p:fade/>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Title Slide 6">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5" strike="noStrike" spc="-49" baseline="0">
                <a:solidFill>
                  <a:srgbClr val="000000"/>
                </a:solidFill>
              </a:defRPr>
            </a:lvl1pPr>
          </a:lstStyle>
          <a:p>
            <a:r>
              <a:rPr lang="en-US" dirty="0"/>
              <a:t>Azure presentation</a:t>
            </a:r>
            <a:br>
              <a:rPr lang="en-US" dirty="0"/>
            </a:br>
            <a:r>
              <a:rPr lang="en-US" dirty="0"/>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24246"/>
          </a:xfrm>
          <a:prstGeom prst="rect">
            <a:avLst/>
          </a:prstGeom>
        </p:spPr>
        <p:txBody>
          <a:bodyPr/>
          <a:lstStyle>
            <a:lvl1pPr>
              <a:defRPr sz="1765">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dirty="0"/>
              <a:t>Author name</a:t>
            </a:r>
            <a:br>
              <a:rPr lang="en-US" dirty="0"/>
            </a:br>
            <a:r>
              <a:rPr lang="en-US" dirty="0"/>
              <a:t>Date</a:t>
            </a:r>
          </a:p>
        </p:txBody>
      </p:sp>
      <p:pic>
        <p:nvPicPr>
          <p:cNvPr id="8" name="Picture 7">
            <a:extLst>
              <a:ext uri="{FF2B5EF4-FFF2-40B4-BE49-F238E27FC236}">
                <a16:creationId xmlns:a16="http://schemas.microsoft.com/office/drawing/2014/main" id="{67DB9C92-5B22-1645-98AA-DEA153351D4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445182" y="321589"/>
            <a:ext cx="5413537" cy="6214821"/>
          </a:xfrm>
          <a:prstGeom prst="rect">
            <a:avLst/>
          </a:prstGeom>
        </p:spPr>
      </p:pic>
    </p:spTree>
    <p:extLst>
      <p:ext uri="{BB962C8B-B14F-4D97-AF65-F5344CB8AC3E}">
        <p14:creationId xmlns:p14="http://schemas.microsoft.com/office/powerpoint/2010/main" val="957208340"/>
      </p:ext>
    </p:extLst>
  </p:cSld>
  <p:clrMapOvr>
    <a:masterClrMapping/>
  </p:clrMapOvr>
  <p:transition>
    <p:fade/>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Title Slide 8">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5" strike="noStrike" spc="-49" baseline="0">
                <a:solidFill>
                  <a:srgbClr val="000000"/>
                </a:solidFill>
              </a:defRPr>
            </a:lvl1pPr>
          </a:lstStyle>
          <a:p>
            <a:r>
              <a:rPr lang="en-US" dirty="0"/>
              <a:t>Azure presentation</a:t>
            </a:r>
            <a:br>
              <a:rPr lang="en-US" dirty="0"/>
            </a:br>
            <a:r>
              <a:rPr lang="en-US" dirty="0"/>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24246"/>
          </a:xfrm>
          <a:prstGeom prst="rect">
            <a:avLst/>
          </a:prstGeom>
        </p:spPr>
        <p:txBody>
          <a:bodyPr/>
          <a:lstStyle>
            <a:lvl1pPr>
              <a:defRPr sz="1765">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dirty="0"/>
              <a:t>Author name</a:t>
            </a:r>
            <a:br>
              <a:rPr lang="en-US" dirty="0"/>
            </a:br>
            <a:r>
              <a:rPr lang="en-US" dirty="0"/>
              <a:t>Date</a:t>
            </a:r>
          </a:p>
        </p:txBody>
      </p:sp>
      <p:sp>
        <p:nvSpPr>
          <p:cNvPr id="7" name="Rectangle 6">
            <a:extLst>
              <a:ext uri="{FF2B5EF4-FFF2-40B4-BE49-F238E27FC236}">
                <a16:creationId xmlns:a16="http://schemas.microsoft.com/office/drawing/2014/main" id="{D76228DA-C78B-F44C-94F8-7128E0B2D7A7}"/>
              </a:ext>
            </a:extLst>
          </p:cNvPr>
          <p:cNvSpPr/>
          <p:nvPr userDrawn="1"/>
        </p:nvSpPr>
        <p:spPr bwMode="auto">
          <a:xfrm>
            <a:off x="6111901" y="0"/>
            <a:ext cx="6080099" cy="6858000"/>
          </a:xfrm>
          <a:prstGeom prst="rect">
            <a:avLst/>
          </a:prstGeom>
          <a:solidFill>
            <a:srgbClr val="0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solidFill>
                <a:schemeClr val="tx1"/>
              </a:solidFill>
              <a:ea typeface="Segoe UI" pitchFamily="34" charset="0"/>
              <a:cs typeface="Segoe UI" pitchFamily="34" charset="0"/>
            </a:endParaRPr>
          </a:p>
        </p:txBody>
      </p:sp>
      <p:pic>
        <p:nvPicPr>
          <p:cNvPr id="8" name="Picture 7">
            <a:extLst>
              <a:ext uri="{FF2B5EF4-FFF2-40B4-BE49-F238E27FC236}">
                <a16:creationId xmlns:a16="http://schemas.microsoft.com/office/drawing/2014/main" id="{942E84EF-6F95-A646-8F37-FD94FE907970}"/>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a:xfrm>
            <a:off x="6111901" y="0"/>
            <a:ext cx="6080099" cy="6858000"/>
          </a:xfrm>
          <a:prstGeom prst="rect">
            <a:avLst/>
          </a:prstGeom>
        </p:spPr>
      </p:pic>
    </p:spTree>
    <p:extLst>
      <p:ext uri="{BB962C8B-B14F-4D97-AF65-F5344CB8AC3E}">
        <p14:creationId xmlns:p14="http://schemas.microsoft.com/office/powerpoint/2010/main" val="4270741601"/>
      </p:ext>
    </p:extLst>
  </p:cSld>
  <p:clrMapOvr>
    <a:masterClrMapping/>
  </p:clrMapOvr>
  <p:transition>
    <p:fade/>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Title Slide 9">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5" strike="noStrike" spc="-49" baseline="0">
                <a:solidFill>
                  <a:srgbClr val="000000"/>
                </a:solidFill>
              </a:defRPr>
            </a:lvl1pPr>
          </a:lstStyle>
          <a:p>
            <a:r>
              <a:rPr lang="en-US" dirty="0"/>
              <a:t>Azure presentation</a:t>
            </a:r>
            <a:br>
              <a:rPr lang="en-US" dirty="0"/>
            </a:br>
            <a:r>
              <a:rPr lang="en-US" dirty="0"/>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24246"/>
          </a:xfrm>
          <a:prstGeom prst="rect">
            <a:avLst/>
          </a:prstGeom>
        </p:spPr>
        <p:txBody>
          <a:bodyPr/>
          <a:lstStyle>
            <a:lvl1pPr>
              <a:defRPr sz="1765">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dirty="0"/>
              <a:t>Author name</a:t>
            </a:r>
            <a:br>
              <a:rPr lang="en-US" dirty="0"/>
            </a:br>
            <a:r>
              <a:rPr lang="en-US" dirty="0"/>
              <a:t>Date</a:t>
            </a:r>
          </a:p>
        </p:txBody>
      </p:sp>
      <p:sp>
        <p:nvSpPr>
          <p:cNvPr id="7" name="Rectangle 6">
            <a:extLst>
              <a:ext uri="{FF2B5EF4-FFF2-40B4-BE49-F238E27FC236}">
                <a16:creationId xmlns:a16="http://schemas.microsoft.com/office/drawing/2014/main" id="{01443AB1-0CDE-B44D-8883-27DEB7B914EA}"/>
              </a:ext>
            </a:extLst>
          </p:cNvPr>
          <p:cNvSpPr/>
          <p:nvPr userDrawn="1"/>
        </p:nvSpPr>
        <p:spPr bwMode="auto">
          <a:xfrm>
            <a:off x="6111901" y="0"/>
            <a:ext cx="6080099" cy="6858000"/>
          </a:xfrm>
          <a:prstGeom prst="rect">
            <a:avLst/>
          </a:prstGeom>
          <a:solidFill>
            <a:srgbClr val="0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solidFill>
                <a:schemeClr val="tx1"/>
              </a:solidFill>
              <a:ea typeface="Segoe UI" pitchFamily="34" charset="0"/>
              <a:cs typeface="Segoe UI" pitchFamily="34" charset="0"/>
            </a:endParaRPr>
          </a:p>
        </p:txBody>
      </p:sp>
      <p:pic>
        <p:nvPicPr>
          <p:cNvPr id="8" name="Picture 7">
            <a:extLst>
              <a:ext uri="{FF2B5EF4-FFF2-40B4-BE49-F238E27FC236}">
                <a16:creationId xmlns:a16="http://schemas.microsoft.com/office/drawing/2014/main" id="{64E0159D-061E-A640-B0A5-C7A703E35A9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165055" y="0"/>
            <a:ext cx="5973790" cy="6858000"/>
          </a:xfrm>
          <a:prstGeom prst="rect">
            <a:avLst/>
          </a:prstGeom>
        </p:spPr>
      </p:pic>
    </p:spTree>
    <p:extLst>
      <p:ext uri="{BB962C8B-B14F-4D97-AF65-F5344CB8AC3E}">
        <p14:creationId xmlns:p14="http://schemas.microsoft.com/office/powerpoint/2010/main" val="516533993"/>
      </p:ext>
    </p:extLst>
  </p:cSld>
  <p:clrMapOvr>
    <a:masterClrMapping/>
  </p:clrMapOvr>
  <p:transition>
    <p:fade/>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1168943"/>
            <a:ext cx="3618381" cy="899665"/>
          </a:xfrm>
          <a:prstGeom prst="rect">
            <a:avLst/>
          </a:prstGeom>
        </p:spPr>
        <p:txBody>
          <a:bodyPr lIns="0" tIns="0" rIns="0" bIns="0"/>
          <a:lstStyle>
            <a:lvl1pPr>
              <a:defRPr sz="1765" spc="0" baseline="0">
                <a:solidFill>
                  <a:srgbClr val="000000"/>
                </a:solidFill>
              </a:defRPr>
            </a:lvl1pPr>
          </a:lstStyle>
          <a:p>
            <a:r>
              <a:rPr lang="en-US" dirty="0"/>
              <a:t>Contents</a:t>
            </a:r>
          </a:p>
        </p:txBody>
      </p:sp>
      <p:sp>
        <p:nvSpPr>
          <p:cNvPr id="4" name="Text Placeholder 3"/>
          <p:cNvSpPr>
            <a:spLocks noGrp="1"/>
          </p:cNvSpPr>
          <p:nvPr>
            <p:ph type="body" sz="quarter" idx="10" hasCustomPrompt="1"/>
          </p:nvPr>
        </p:nvSpPr>
        <p:spPr>
          <a:xfrm>
            <a:off x="6229843" y="1168943"/>
            <a:ext cx="547437" cy="3786998"/>
          </a:xfrm>
          <a:prstGeom prst="rect">
            <a:avLst/>
          </a:prstGeom>
        </p:spPr>
        <p:txBody>
          <a:bodyPr wrap="square" lIns="0" tIns="0" rIns="0" bIns="0">
            <a:noAutofit/>
          </a:bodyPr>
          <a:lstStyle>
            <a:lvl1pPr marL="0" indent="0" defTabSz="507330">
              <a:spcAft>
                <a:spcPts val="490"/>
              </a:spcAft>
              <a:buNone/>
              <a:defRPr sz="1765" spc="0" baseline="0">
                <a:solidFill>
                  <a:schemeClr val="tx2"/>
                </a:solidFill>
              </a:defRPr>
            </a:lvl1pPr>
            <a:lvl2pPr marL="224097" indent="0">
              <a:buNone/>
              <a:defRPr sz="1765"/>
            </a:lvl2pPr>
            <a:lvl3pPr marL="448193" indent="0">
              <a:buNone/>
              <a:defRPr sz="1765"/>
            </a:lvl3pPr>
            <a:lvl4pPr marL="672290" indent="0">
              <a:buNone/>
              <a:defRPr sz="1765"/>
            </a:lvl4pPr>
            <a:lvl5pPr marL="896386" indent="0">
              <a:buNone/>
              <a:defRPr sz="1765"/>
            </a:lvl5pPr>
          </a:lstStyle>
          <a:p>
            <a:pPr lvl="0"/>
            <a:r>
              <a:rPr lang="en-US" dirty="0"/>
              <a:t>##</a:t>
            </a:r>
            <a:br>
              <a:rPr lang="en-US" dirty="0"/>
            </a:br>
            <a:r>
              <a:rPr lang="en-US" dirty="0"/>
              <a:t>##</a:t>
            </a:r>
            <a:br>
              <a:rPr lang="en-US" dirty="0"/>
            </a:br>
            <a:r>
              <a:rPr lang="en-US" dirty="0"/>
              <a:t>##</a:t>
            </a:r>
            <a:br>
              <a:rPr lang="en-US" dirty="0"/>
            </a:br>
            <a:r>
              <a:rPr lang="en-US" dirty="0"/>
              <a:t>##</a:t>
            </a:r>
            <a:br>
              <a:rPr lang="en-US" dirty="0"/>
            </a:br>
            <a:r>
              <a:rPr lang="en-US" dirty="0"/>
              <a:t>##</a:t>
            </a:r>
          </a:p>
        </p:txBody>
      </p:sp>
      <p:sp>
        <p:nvSpPr>
          <p:cNvPr id="11" name="Text Placeholder 3">
            <a:extLst>
              <a:ext uri="{FF2B5EF4-FFF2-40B4-BE49-F238E27FC236}">
                <a16:creationId xmlns:a16="http://schemas.microsoft.com/office/drawing/2014/main" id="{FF941B29-79EC-DD49-A767-757BAE16FCDB}"/>
              </a:ext>
            </a:extLst>
          </p:cNvPr>
          <p:cNvSpPr>
            <a:spLocks noGrp="1"/>
          </p:cNvSpPr>
          <p:nvPr>
            <p:ph type="body" sz="quarter" idx="11" hasCustomPrompt="1"/>
          </p:nvPr>
        </p:nvSpPr>
        <p:spPr>
          <a:xfrm>
            <a:off x="6777280" y="1168942"/>
            <a:ext cx="3290380" cy="3786998"/>
          </a:xfrm>
          <a:prstGeom prst="rect">
            <a:avLst/>
          </a:prstGeom>
        </p:spPr>
        <p:txBody>
          <a:bodyPr wrap="square" lIns="0" tIns="0" rIns="0" bIns="0">
            <a:noAutofit/>
          </a:bodyPr>
          <a:lstStyle>
            <a:lvl1pPr marL="0" indent="0" defTabSz="507330">
              <a:spcAft>
                <a:spcPts val="490"/>
              </a:spcAft>
              <a:buNone/>
              <a:defRPr sz="1765" spc="0" baseline="0">
                <a:solidFill>
                  <a:srgbClr val="000000"/>
                </a:solidFill>
              </a:defRPr>
            </a:lvl1pPr>
            <a:lvl2pPr marL="224097" indent="0">
              <a:buNone/>
              <a:defRPr sz="1765"/>
            </a:lvl2pPr>
            <a:lvl3pPr marL="448193" indent="0">
              <a:buNone/>
              <a:defRPr sz="1765"/>
            </a:lvl3pPr>
            <a:lvl4pPr marL="672290" indent="0">
              <a:buNone/>
              <a:defRPr sz="1765"/>
            </a:lvl4pPr>
            <a:lvl5pPr marL="896386" indent="0">
              <a:buNone/>
              <a:defRPr sz="1765"/>
            </a:lvl5pPr>
          </a:lstStyle>
          <a:p>
            <a:pPr lvl="0"/>
            <a:r>
              <a:rPr lang="en-US" dirty="0"/>
              <a:t>Section Title</a:t>
            </a:r>
            <a:br>
              <a:rPr lang="en-US" dirty="0"/>
            </a:br>
            <a:r>
              <a:rPr lang="en-US" dirty="0"/>
              <a:t>Section Title</a:t>
            </a:r>
            <a:br>
              <a:rPr lang="en-US" dirty="0"/>
            </a:br>
            <a:r>
              <a:rPr lang="en-US" dirty="0"/>
              <a:t>Section Title</a:t>
            </a:r>
            <a:br>
              <a:rPr lang="en-US" dirty="0"/>
            </a:br>
            <a:r>
              <a:rPr lang="en-US" dirty="0"/>
              <a:t>Section Title</a:t>
            </a:r>
            <a:br>
              <a:rPr lang="en-US" dirty="0"/>
            </a:br>
            <a:r>
              <a:rPr lang="en-US" dirty="0"/>
              <a:t>Section Title</a:t>
            </a:r>
          </a:p>
        </p:txBody>
      </p:sp>
      <p:sp>
        <p:nvSpPr>
          <p:cNvPr id="16" name="Text Box 3">
            <a:extLst>
              <a:ext uri="{FF2B5EF4-FFF2-40B4-BE49-F238E27FC236}">
                <a16:creationId xmlns:a16="http://schemas.microsoft.com/office/drawing/2014/main" id="{A2F7DAD6-99FA-B74A-87E5-BFA3CB237070}"/>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Tree>
    <p:extLst>
      <p:ext uri="{BB962C8B-B14F-4D97-AF65-F5344CB8AC3E}">
        <p14:creationId xmlns:p14="http://schemas.microsoft.com/office/powerpoint/2010/main" val="1447689845"/>
      </p:ext>
    </p:extLst>
  </p:cSld>
  <p:clrMapOvr>
    <a:masterClrMapping/>
  </p:clrMapOvr>
  <p:transition>
    <p:fade/>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Text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dirty="0"/>
              <a:t>Heading Segoe UI </a:t>
            </a:r>
            <a:r>
              <a:rPr lang="en-US" dirty="0" err="1"/>
              <a:t>Semibold</a:t>
            </a:r>
            <a:r>
              <a:rPr lang="en-US" dirty="0"/>
              <a:t> 28/32</a:t>
            </a:r>
          </a:p>
        </p:txBody>
      </p:sp>
      <p:sp>
        <p:nvSpPr>
          <p:cNvPr id="4" name="Text Placeholder 3"/>
          <p:cNvSpPr>
            <a:spLocks noGrp="1"/>
          </p:cNvSpPr>
          <p:nvPr>
            <p:ph type="body" sz="quarter" idx="10" hasCustomPrompt="1"/>
          </p:nvPr>
        </p:nvSpPr>
        <p:spPr>
          <a:xfrm>
            <a:off x="455995" y="1922801"/>
            <a:ext cx="11306469" cy="287771"/>
          </a:xfrm>
          <a:prstGeom prst="rect">
            <a:avLst/>
          </a:prstGeom>
        </p:spPr>
        <p:txBody>
          <a:bodyPr wrap="square" lIns="0" tIns="0" rIns="0" bIns="0">
            <a:spAutoFit/>
          </a:bodyPr>
          <a:lstStyle>
            <a:lvl1pPr marL="0" indent="0">
              <a:lnSpc>
                <a:spcPts val="2353"/>
              </a:lnSpc>
              <a:buNone/>
              <a:defRPr sz="1961" b="0" i="0" spc="0">
                <a:solidFill>
                  <a:srgbClr val="000000"/>
                </a:solidFill>
                <a:latin typeface="+mj-lt"/>
              </a:defRPr>
            </a:lvl1pPr>
            <a:lvl2pPr marL="0" indent="0">
              <a:lnSpc>
                <a:spcPts val="2353"/>
              </a:lnSpc>
              <a:buNone/>
              <a:defRPr spc="0">
                <a:solidFill>
                  <a:srgbClr val="000000"/>
                </a:solidFill>
                <a:latin typeface="+mn-lt"/>
              </a:defRPr>
            </a:lvl2pPr>
            <a:lvl3pPr marL="448193" indent="0">
              <a:buNone/>
              <a:defRPr/>
            </a:lvl3pPr>
            <a:lvl4pPr marL="672290" indent="0">
              <a:buNone/>
              <a:defRPr/>
            </a:lvl4pPr>
            <a:lvl5pPr marL="896386" indent="0">
              <a:buNone/>
              <a:defRPr/>
            </a:lvl5pPr>
          </a:lstStyle>
          <a:p>
            <a:pPr lvl="1"/>
            <a:r>
              <a:rPr lang="en-US" dirty="0"/>
              <a:t>Large: subhead Segoe UI Regular 20/24</a:t>
            </a:r>
          </a:p>
        </p:txBody>
      </p:sp>
      <p:sp>
        <p:nvSpPr>
          <p:cNvPr id="5" name="Text Placeholder 4"/>
          <p:cNvSpPr>
            <a:spLocks noGrp="1"/>
          </p:cNvSpPr>
          <p:nvPr>
            <p:ph type="body" sz="quarter" idx="11" hasCustomPrompt="1"/>
          </p:nvPr>
        </p:nvSpPr>
        <p:spPr>
          <a:xfrm>
            <a:off x="455995" y="3015704"/>
            <a:ext cx="11306469" cy="216206"/>
          </a:xfrm>
          <a:prstGeom prst="rect">
            <a:avLst/>
          </a:prstGeom>
        </p:spPr>
        <p:txBody>
          <a:bodyPr lIns="0" tIns="0" rIns="0" bIns="0"/>
          <a:lstStyle>
            <a:lvl1pPr marL="0" indent="0">
              <a:lnSpc>
                <a:spcPts val="1765"/>
              </a:lnSpc>
              <a:spcBef>
                <a:spcPts val="0"/>
              </a:spcBef>
              <a:buNone/>
              <a:defRPr sz="1372" b="0" spc="0">
                <a:solidFill>
                  <a:schemeClr val="tx2"/>
                </a:solidFill>
                <a:latin typeface="+mj-lt"/>
              </a:defRPr>
            </a:lvl1pPr>
            <a:lvl2pPr marL="0" indent="0">
              <a:lnSpc>
                <a:spcPts val="1765"/>
              </a:lnSpc>
              <a:spcBef>
                <a:spcPts val="0"/>
              </a:spcBef>
              <a:buNone/>
              <a:defRPr sz="1372" spc="0">
                <a:solidFill>
                  <a:srgbClr val="000000"/>
                </a:solidFill>
              </a:defRPr>
            </a:lvl2pPr>
            <a:lvl3pPr marL="448193" indent="0">
              <a:buNone/>
              <a:defRPr/>
            </a:lvl3pPr>
            <a:lvl4pPr marL="672290" indent="0">
              <a:buNone/>
              <a:defRPr/>
            </a:lvl4pPr>
            <a:lvl5pPr marL="896386" indent="0">
              <a:buNone/>
              <a:defRPr/>
            </a:lvl5pPr>
          </a:lstStyle>
          <a:p>
            <a:pPr lvl="0"/>
            <a:r>
              <a:rPr lang="en-US" dirty="0"/>
              <a:t>Medium: paragraph heading Segoe UI </a:t>
            </a:r>
            <a:r>
              <a:rPr lang="en-US" dirty="0" err="1"/>
              <a:t>Semibold</a:t>
            </a:r>
            <a:r>
              <a:rPr lang="en-US" dirty="0"/>
              <a:t> 14/18</a:t>
            </a:r>
          </a:p>
        </p:txBody>
      </p:sp>
      <p:sp>
        <p:nvSpPr>
          <p:cNvPr id="10" name="Text Placeholder 6">
            <a:extLst>
              <a:ext uri="{FF2B5EF4-FFF2-40B4-BE49-F238E27FC236}">
                <a16:creationId xmlns:a16="http://schemas.microsoft.com/office/drawing/2014/main" id="{76E35749-090F-0542-9B4B-BF37EFC334BC}"/>
              </a:ext>
            </a:extLst>
          </p:cNvPr>
          <p:cNvSpPr>
            <a:spLocks noGrp="1"/>
          </p:cNvSpPr>
          <p:nvPr>
            <p:ph type="body" sz="quarter" idx="14" hasCustomPrompt="1"/>
          </p:nvPr>
        </p:nvSpPr>
        <p:spPr>
          <a:xfrm>
            <a:off x="455995" y="4503832"/>
            <a:ext cx="11306469" cy="150884"/>
          </a:xfrm>
          <a:prstGeom prst="rect">
            <a:avLst/>
          </a:prstGeom>
        </p:spPr>
        <p:txBody>
          <a:bodyPr lIns="0" tIns="0" rIns="0" bIns="0"/>
          <a:lstStyle>
            <a:lvl1pPr marL="0" indent="0">
              <a:lnSpc>
                <a:spcPts val="1176"/>
              </a:lnSpc>
              <a:spcBef>
                <a:spcPts val="0"/>
              </a:spcBef>
              <a:buNone/>
              <a:defRPr sz="980" spc="0">
                <a:solidFill>
                  <a:schemeClr val="tx1"/>
                </a:solidFill>
              </a:defRPr>
            </a:lvl1pPr>
            <a:lvl2pPr marL="0" indent="0">
              <a:lnSpc>
                <a:spcPct val="100000"/>
              </a:lnSpc>
              <a:spcBef>
                <a:spcPts val="0"/>
              </a:spcBef>
              <a:buNone/>
              <a:defRPr sz="980" spc="0">
                <a:solidFill>
                  <a:srgbClr val="000000"/>
                </a:solidFill>
              </a:defRPr>
            </a:lvl2pPr>
            <a:lvl3pPr marL="448193" indent="0">
              <a:buNone/>
              <a:defRPr/>
            </a:lvl3pPr>
            <a:lvl4pPr marL="672290" indent="0">
              <a:buNone/>
              <a:defRPr/>
            </a:lvl4pPr>
            <a:lvl5pPr marL="0" indent="0">
              <a:lnSpc>
                <a:spcPct val="100000"/>
              </a:lnSpc>
              <a:buNone/>
              <a:defRPr>
                <a:solidFill>
                  <a:srgbClr val="000000"/>
                </a:solidFill>
              </a:defRPr>
            </a:lvl5pPr>
          </a:lstStyle>
          <a:p>
            <a:pPr lvl="1"/>
            <a:r>
              <a:rPr lang="en-US" dirty="0"/>
              <a:t>Small: caption body copy Segoe Regular 10/12</a:t>
            </a:r>
          </a:p>
        </p:txBody>
      </p:sp>
      <p:sp>
        <p:nvSpPr>
          <p:cNvPr id="18" name="Text Box 3">
            <a:extLst>
              <a:ext uri="{FF2B5EF4-FFF2-40B4-BE49-F238E27FC236}">
                <a16:creationId xmlns:a16="http://schemas.microsoft.com/office/drawing/2014/main" id="{19F02595-114B-2D46-ABDC-5E65D166807C}"/>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
        <p:nvSpPr>
          <p:cNvPr id="19" name="Text Placeholder 3">
            <a:extLst>
              <a:ext uri="{FF2B5EF4-FFF2-40B4-BE49-F238E27FC236}">
                <a16:creationId xmlns:a16="http://schemas.microsoft.com/office/drawing/2014/main" id="{68F32AD9-0E33-284C-8468-E63BF69AF2EB}"/>
              </a:ext>
            </a:extLst>
          </p:cNvPr>
          <p:cNvSpPr>
            <a:spLocks noGrp="1"/>
          </p:cNvSpPr>
          <p:nvPr>
            <p:ph type="body" sz="quarter" idx="24" hasCustomPrompt="1"/>
          </p:nvPr>
        </p:nvSpPr>
        <p:spPr>
          <a:xfrm>
            <a:off x="454169" y="4299924"/>
            <a:ext cx="11306469" cy="243143"/>
          </a:xfrm>
          <a:prstGeom prst="rect">
            <a:avLst/>
          </a:prstGeom>
        </p:spPr>
        <p:txBody>
          <a:bodyPr tIns="0"/>
          <a:lstStyle>
            <a:lvl1pPr>
              <a:defRPr lang="en-US" sz="980" b="1" kern="1200" spc="0" dirty="0" smtClean="0">
                <a:solidFill>
                  <a:srgbClr val="000000"/>
                </a:solidFill>
                <a:latin typeface="+mn-lt"/>
                <a:ea typeface="+mn-ea"/>
                <a:cs typeface="+mn-cs"/>
              </a:defRPr>
            </a:lvl1pPr>
          </a:lstStyle>
          <a:p>
            <a:pPr lvl="0"/>
            <a:r>
              <a:rPr lang="en-US" dirty="0"/>
              <a:t>Small: caption title Segoe UI Bold 10/12. </a:t>
            </a:r>
          </a:p>
        </p:txBody>
      </p:sp>
      <p:sp>
        <p:nvSpPr>
          <p:cNvPr id="21" name="Text Placeholder 4">
            <a:extLst>
              <a:ext uri="{FF2B5EF4-FFF2-40B4-BE49-F238E27FC236}">
                <a16:creationId xmlns:a16="http://schemas.microsoft.com/office/drawing/2014/main" id="{BA46FDB1-D336-7C45-BF92-D58B6C550364}"/>
              </a:ext>
            </a:extLst>
          </p:cNvPr>
          <p:cNvSpPr>
            <a:spLocks noGrp="1"/>
          </p:cNvSpPr>
          <p:nvPr>
            <p:ph type="body" sz="quarter" idx="18" hasCustomPrompt="1"/>
          </p:nvPr>
        </p:nvSpPr>
        <p:spPr>
          <a:xfrm>
            <a:off x="454169" y="3258992"/>
            <a:ext cx="11306469" cy="216142"/>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Medium: body copy Segoe UI Regular 14/18</a:t>
            </a:r>
          </a:p>
        </p:txBody>
      </p:sp>
    </p:spTree>
    <p:extLst>
      <p:ext uri="{BB962C8B-B14F-4D97-AF65-F5344CB8AC3E}">
        <p14:creationId xmlns:p14="http://schemas.microsoft.com/office/powerpoint/2010/main" val="1332443918"/>
      </p:ext>
    </p:extLst>
  </p:cSld>
  <p:clrMapOvr>
    <a:masterClrMapping/>
  </p:clrMapOvr>
  <p:transition>
    <p:fade/>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1_Text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dirty="0"/>
              <a:t>Heading Segoe UI </a:t>
            </a:r>
            <a:r>
              <a:rPr lang="en-US" dirty="0" err="1"/>
              <a:t>Semibold</a:t>
            </a:r>
            <a:r>
              <a:rPr lang="en-US" dirty="0"/>
              <a:t> 28/32</a:t>
            </a:r>
          </a:p>
        </p:txBody>
      </p:sp>
      <p:sp>
        <p:nvSpPr>
          <p:cNvPr id="18" name="Text Box 3">
            <a:extLst>
              <a:ext uri="{FF2B5EF4-FFF2-40B4-BE49-F238E27FC236}">
                <a16:creationId xmlns:a16="http://schemas.microsoft.com/office/drawing/2014/main" id="{19F02595-114B-2D46-ABDC-5E65D166807C}"/>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
        <p:nvSpPr>
          <p:cNvPr id="7" name="Text Placeholder 3">
            <a:extLst>
              <a:ext uri="{FF2B5EF4-FFF2-40B4-BE49-F238E27FC236}">
                <a16:creationId xmlns:a16="http://schemas.microsoft.com/office/drawing/2014/main" id="{FEE1E43F-C091-614B-AA20-F39D0AACAA1C}"/>
              </a:ext>
            </a:extLst>
          </p:cNvPr>
          <p:cNvSpPr>
            <a:spLocks noGrp="1"/>
          </p:cNvSpPr>
          <p:nvPr>
            <p:ph type="body" sz="quarter" idx="10" hasCustomPrompt="1"/>
          </p:nvPr>
        </p:nvSpPr>
        <p:spPr>
          <a:xfrm>
            <a:off x="455995" y="1922586"/>
            <a:ext cx="9384447" cy="3365537"/>
          </a:xfrm>
          <a:prstGeom prst="rect">
            <a:avLst/>
          </a:prstGeom>
        </p:spPr>
        <p:txBody>
          <a:bodyPr wrap="square" lIns="0" tIns="0" rIns="0" bIns="0">
            <a:spAutoFit/>
          </a:bodyPr>
          <a:lstStyle>
            <a:lvl1pPr marL="336145" marR="0" indent="-336145" algn="l" defTabSz="914367" rtl="0" eaLnBrk="1" fontAlgn="auto" latinLnBrk="0" hangingPunct="1">
              <a:lnSpc>
                <a:spcPts val="2353"/>
              </a:lnSpc>
              <a:spcBef>
                <a:spcPts val="0"/>
              </a:spcBef>
              <a:spcAft>
                <a:spcPts val="0"/>
              </a:spcAft>
              <a:buClrTx/>
              <a:buSzPct val="90000"/>
              <a:buFont typeface="Arial" panose="020B0604020202020204" pitchFamily="34" charset="0"/>
              <a:buChar char="•"/>
              <a:tabLst/>
              <a:defRPr lang="en-US" sz="1961" kern="1200" spc="0" baseline="0" dirty="0">
                <a:solidFill>
                  <a:srgbClr val="000000"/>
                </a:solidFill>
                <a:latin typeface="+mn-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dirty="0"/>
              <a:t>Bulleted list Segoe UI Regular 20/24. Dis </a:t>
            </a:r>
            <a:r>
              <a:rPr lang="en-US" dirty="0" err="1"/>
              <a:t>apid</a:t>
            </a:r>
            <a:r>
              <a:rPr lang="en-US" dirty="0"/>
              <a:t> es </a:t>
            </a:r>
            <a:r>
              <a:rPr lang="en-US" dirty="0" err="1"/>
              <a:t>simusanditis</a:t>
            </a:r>
            <a:r>
              <a:rPr lang="en-US" dirty="0"/>
              <a:t> </a:t>
            </a:r>
            <a:r>
              <a:rPr lang="en-US" dirty="0" err="1"/>
              <a:t>ea</a:t>
            </a:r>
            <a:r>
              <a:rPr lang="en-US" dirty="0"/>
              <a:t> ex et </a:t>
            </a:r>
            <a:r>
              <a:rPr lang="en-US" dirty="0" err="1"/>
              <a:t>illore</a:t>
            </a:r>
            <a:r>
              <a:rPr lang="en-US" dirty="0"/>
              <a:t>, </a:t>
            </a:r>
            <a:r>
              <a:rPr lang="en-US" dirty="0" err="1"/>
              <a:t>nectationet</a:t>
            </a:r>
            <a:r>
              <a:rPr lang="en-US" dirty="0"/>
              <a:t> </a:t>
            </a:r>
            <a:r>
              <a:rPr lang="en-US" dirty="0" err="1"/>
              <a:t>aut</a:t>
            </a:r>
            <a:r>
              <a:rPr lang="en-US" dirty="0"/>
              <a:t> </a:t>
            </a:r>
            <a:r>
              <a:rPr lang="en-US" dirty="0" err="1"/>
              <a:t>dic</a:t>
            </a:r>
            <a:r>
              <a:rPr lang="en-US" dirty="0"/>
              <a:t> </a:t>
            </a:r>
            <a:r>
              <a:rPr lang="en-US" dirty="0" err="1"/>
              <a:t>tem</a:t>
            </a:r>
            <a:r>
              <a:rPr lang="en-US" dirty="0"/>
              <a:t> vit </a:t>
            </a:r>
            <a:r>
              <a:rPr lang="en-US" dirty="0" err="1"/>
              <a:t>velestium</a:t>
            </a:r>
            <a:r>
              <a:rPr lang="en-US" dirty="0"/>
              <a:t> </a:t>
            </a:r>
            <a:r>
              <a:rPr lang="en-US" dirty="0" err="1"/>
              <a:t>reperro</a:t>
            </a:r>
            <a:r>
              <a:rPr lang="en-US" dirty="0"/>
              <a:t> </a:t>
            </a:r>
            <a:r>
              <a:rPr lang="en-US" dirty="0" err="1"/>
              <a:t>rroviduntion</a:t>
            </a:r>
            <a:r>
              <a:rPr lang="en-US" dirty="0"/>
              <a:t> </a:t>
            </a:r>
            <a:r>
              <a:rPr lang="en-US" dirty="0" err="1"/>
              <a:t>conem</a:t>
            </a:r>
            <a:r>
              <a:rPr lang="en-US" dirty="0"/>
              <a:t> </a:t>
            </a:r>
            <a:r>
              <a:rPr lang="en-US" dirty="0" err="1"/>
              <a:t>rehend</a:t>
            </a:r>
            <a:br>
              <a:rPr lang="en-US" dirty="0"/>
            </a:br>
            <a:endParaRPr lang="en-US" dirty="0"/>
          </a:p>
          <a:p>
            <a:pPr marL="336145" marR="0" lvl="0" indent="-336145" algn="l" defTabSz="914367" rtl="0" eaLnBrk="1" fontAlgn="auto" latinLnBrk="0" hangingPunct="1">
              <a:lnSpc>
                <a:spcPts val="2353"/>
              </a:lnSpc>
              <a:spcBef>
                <a:spcPts val="0"/>
              </a:spcBef>
              <a:spcAft>
                <a:spcPts val="0"/>
              </a:spcAft>
              <a:buClrTx/>
              <a:buSzPct val="90000"/>
              <a:buFont typeface="Arial" panose="020B0604020202020204" pitchFamily="34" charset="0"/>
              <a:buChar char="•"/>
              <a:tabLst/>
              <a:defRPr/>
            </a:pPr>
            <a:r>
              <a:rPr lang="en-US" dirty="0"/>
              <a:t>Bulleted list Segoe UI Regular 20/24. Dis </a:t>
            </a:r>
            <a:r>
              <a:rPr lang="en-US" dirty="0" err="1"/>
              <a:t>apid</a:t>
            </a:r>
            <a:r>
              <a:rPr lang="en-US" dirty="0"/>
              <a:t> es </a:t>
            </a:r>
            <a:r>
              <a:rPr lang="en-US" dirty="0" err="1"/>
              <a:t>simusanditis</a:t>
            </a:r>
            <a:r>
              <a:rPr lang="en-US" dirty="0"/>
              <a:t> </a:t>
            </a:r>
            <a:r>
              <a:rPr lang="en-US" dirty="0" err="1"/>
              <a:t>ea</a:t>
            </a:r>
            <a:r>
              <a:rPr lang="en-US" dirty="0"/>
              <a:t> ex et </a:t>
            </a:r>
            <a:r>
              <a:rPr lang="en-US" dirty="0" err="1"/>
              <a:t>illore</a:t>
            </a:r>
            <a:r>
              <a:rPr lang="en-US" dirty="0"/>
              <a:t>, </a:t>
            </a:r>
            <a:r>
              <a:rPr lang="en-US" dirty="0" err="1"/>
              <a:t>nectationet</a:t>
            </a:r>
            <a:r>
              <a:rPr lang="en-US" dirty="0"/>
              <a:t> </a:t>
            </a:r>
            <a:r>
              <a:rPr lang="en-US" dirty="0" err="1"/>
              <a:t>aut</a:t>
            </a:r>
            <a:r>
              <a:rPr lang="en-US" dirty="0"/>
              <a:t> </a:t>
            </a:r>
            <a:r>
              <a:rPr lang="en-US" dirty="0" err="1"/>
              <a:t>dic</a:t>
            </a:r>
            <a:r>
              <a:rPr lang="en-US" dirty="0"/>
              <a:t> </a:t>
            </a:r>
            <a:r>
              <a:rPr lang="en-US" dirty="0" err="1"/>
              <a:t>tem</a:t>
            </a:r>
            <a:r>
              <a:rPr lang="en-US" dirty="0"/>
              <a:t> vit </a:t>
            </a:r>
            <a:r>
              <a:rPr lang="en-US" dirty="0" err="1"/>
              <a:t>velestium</a:t>
            </a:r>
            <a:r>
              <a:rPr lang="en-US" dirty="0"/>
              <a:t> </a:t>
            </a:r>
            <a:r>
              <a:rPr lang="en-US" dirty="0" err="1"/>
              <a:t>reperro</a:t>
            </a:r>
            <a:r>
              <a:rPr lang="en-US" dirty="0"/>
              <a:t> </a:t>
            </a:r>
            <a:r>
              <a:rPr lang="en-US" dirty="0" err="1"/>
              <a:t>rroviduntion</a:t>
            </a:r>
            <a:r>
              <a:rPr lang="en-US" dirty="0"/>
              <a:t> </a:t>
            </a:r>
            <a:r>
              <a:rPr lang="en-US" dirty="0" err="1"/>
              <a:t>conem</a:t>
            </a:r>
            <a:r>
              <a:rPr lang="en-US" dirty="0"/>
              <a:t> </a:t>
            </a:r>
            <a:r>
              <a:rPr lang="en-US" dirty="0" err="1"/>
              <a:t>rehend</a:t>
            </a:r>
            <a:br>
              <a:rPr lang="en-US" dirty="0"/>
            </a:br>
            <a:endParaRPr lang="en-US" dirty="0"/>
          </a:p>
          <a:p>
            <a:pPr marL="336145" marR="0" lvl="0" indent="-336145" algn="l" defTabSz="914367" rtl="0" eaLnBrk="1" fontAlgn="auto" latinLnBrk="0" hangingPunct="1">
              <a:lnSpc>
                <a:spcPts val="2353"/>
              </a:lnSpc>
              <a:spcBef>
                <a:spcPts val="0"/>
              </a:spcBef>
              <a:spcAft>
                <a:spcPts val="0"/>
              </a:spcAft>
              <a:buClrTx/>
              <a:buSzPct val="90000"/>
              <a:buFont typeface="Arial" panose="020B0604020202020204" pitchFamily="34" charset="0"/>
              <a:buChar char="•"/>
              <a:tabLst/>
              <a:defRPr/>
            </a:pPr>
            <a:r>
              <a:rPr lang="en-US" dirty="0"/>
              <a:t>Bulleted list Segoe UI Regular 20/24. Dis </a:t>
            </a:r>
            <a:r>
              <a:rPr lang="en-US" dirty="0" err="1"/>
              <a:t>apid</a:t>
            </a:r>
            <a:r>
              <a:rPr lang="en-US" dirty="0"/>
              <a:t> es </a:t>
            </a:r>
            <a:r>
              <a:rPr lang="en-US" dirty="0" err="1"/>
              <a:t>simusanditis</a:t>
            </a:r>
            <a:r>
              <a:rPr lang="en-US" dirty="0"/>
              <a:t> </a:t>
            </a:r>
            <a:r>
              <a:rPr lang="en-US" dirty="0" err="1"/>
              <a:t>ea</a:t>
            </a:r>
            <a:r>
              <a:rPr lang="en-US" dirty="0"/>
              <a:t> ex et </a:t>
            </a:r>
            <a:r>
              <a:rPr lang="en-US" dirty="0" err="1"/>
              <a:t>illore</a:t>
            </a:r>
            <a:r>
              <a:rPr lang="en-US" dirty="0"/>
              <a:t>, </a:t>
            </a:r>
            <a:r>
              <a:rPr lang="en-US" dirty="0" err="1"/>
              <a:t>nectationet</a:t>
            </a:r>
            <a:r>
              <a:rPr lang="en-US" dirty="0"/>
              <a:t> </a:t>
            </a:r>
            <a:r>
              <a:rPr lang="en-US" dirty="0" err="1"/>
              <a:t>aut</a:t>
            </a:r>
            <a:r>
              <a:rPr lang="en-US" dirty="0"/>
              <a:t> </a:t>
            </a:r>
            <a:r>
              <a:rPr lang="en-US" dirty="0" err="1"/>
              <a:t>dic</a:t>
            </a:r>
            <a:r>
              <a:rPr lang="en-US" dirty="0"/>
              <a:t> </a:t>
            </a:r>
            <a:r>
              <a:rPr lang="en-US" dirty="0" err="1"/>
              <a:t>tem</a:t>
            </a:r>
            <a:r>
              <a:rPr lang="en-US" dirty="0"/>
              <a:t> vit </a:t>
            </a:r>
            <a:r>
              <a:rPr lang="en-US" dirty="0" err="1"/>
              <a:t>velestium</a:t>
            </a:r>
            <a:r>
              <a:rPr lang="en-US" dirty="0"/>
              <a:t> </a:t>
            </a:r>
            <a:r>
              <a:rPr lang="en-US" dirty="0" err="1"/>
              <a:t>reperro</a:t>
            </a:r>
            <a:r>
              <a:rPr lang="en-US" dirty="0"/>
              <a:t> </a:t>
            </a:r>
            <a:r>
              <a:rPr lang="en-US" dirty="0" err="1"/>
              <a:t>rroviduntion</a:t>
            </a:r>
            <a:r>
              <a:rPr lang="en-US" dirty="0"/>
              <a:t> </a:t>
            </a:r>
            <a:r>
              <a:rPr lang="en-US" dirty="0" err="1"/>
              <a:t>conem</a:t>
            </a:r>
            <a:r>
              <a:rPr lang="en-US" dirty="0"/>
              <a:t> </a:t>
            </a:r>
            <a:r>
              <a:rPr lang="en-US" dirty="0" err="1"/>
              <a:t>rehend</a:t>
            </a:r>
            <a:endParaRPr lang="en-US" dirty="0"/>
          </a:p>
          <a:p>
            <a:pPr lvl="0"/>
            <a:endParaRPr lang="en-US" dirty="0"/>
          </a:p>
          <a:p>
            <a:pPr lvl="0"/>
            <a:endParaRPr lang="en-US" dirty="0"/>
          </a:p>
          <a:p>
            <a:pPr lvl="0"/>
            <a:endParaRPr lang="en-US" dirty="0"/>
          </a:p>
        </p:txBody>
      </p:sp>
    </p:spTree>
    <p:extLst>
      <p:ext uri="{BB962C8B-B14F-4D97-AF65-F5344CB8AC3E}">
        <p14:creationId xmlns:p14="http://schemas.microsoft.com/office/powerpoint/2010/main" val="196162555"/>
      </p:ext>
    </p:extLst>
  </p:cSld>
  <p:clrMapOvr>
    <a:masterClrMapping/>
  </p:clrMapOvr>
  <p:transition>
    <p:fade/>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Text option 1">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dirty="0"/>
              <a:t>Text option 1: three column bulleted list</a:t>
            </a:r>
          </a:p>
        </p:txBody>
      </p:sp>
      <p:sp>
        <p:nvSpPr>
          <p:cNvPr id="4" name="Text Placeholder 3"/>
          <p:cNvSpPr>
            <a:spLocks noGrp="1"/>
          </p:cNvSpPr>
          <p:nvPr>
            <p:ph type="body" sz="quarter" idx="10" hasCustomPrompt="1"/>
          </p:nvPr>
        </p:nvSpPr>
        <p:spPr>
          <a:xfrm>
            <a:off x="455995" y="1922587"/>
            <a:ext cx="9384447" cy="603538"/>
          </a:xfrm>
          <a:prstGeom prst="rect">
            <a:avLst/>
          </a:prstGeom>
        </p:spPr>
        <p:txBody>
          <a:bodyPr wrap="square" lIns="0" tIns="0" rIns="0" bIns="0">
            <a:spAutoFit/>
          </a:bodyPr>
          <a:lstStyle>
            <a:lvl1pPr marL="0" indent="0">
              <a:lnSpc>
                <a:spcPts val="2353"/>
              </a:lnSpc>
              <a:buNone/>
              <a:defRPr lang="en-US" sz="1961" kern="1200" spc="0" baseline="0" dirty="0">
                <a:solidFill>
                  <a:srgbClr val="000000"/>
                </a:solidFill>
                <a:latin typeface="+mn-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dirty="0"/>
              <a:t>Subhead Segoe UI Regular 20/24. Dis </a:t>
            </a:r>
            <a:r>
              <a:rPr lang="en-US" dirty="0" err="1"/>
              <a:t>apid</a:t>
            </a:r>
            <a:r>
              <a:rPr lang="en-US" dirty="0"/>
              <a:t> </a:t>
            </a:r>
            <a:r>
              <a:rPr lang="en-US" dirty="0" err="1"/>
              <a:t>es</a:t>
            </a:r>
            <a:r>
              <a:rPr lang="en-US" dirty="0"/>
              <a:t> </a:t>
            </a:r>
            <a:r>
              <a:rPr lang="en-US" dirty="0" err="1"/>
              <a:t>simusanditis</a:t>
            </a:r>
            <a:r>
              <a:rPr lang="en-US" dirty="0"/>
              <a:t> </a:t>
            </a:r>
            <a:r>
              <a:rPr lang="en-US" dirty="0" err="1"/>
              <a:t>ea</a:t>
            </a:r>
            <a:r>
              <a:rPr lang="en-US" dirty="0"/>
              <a:t> ex et </a:t>
            </a:r>
            <a:r>
              <a:rPr lang="en-US" dirty="0" err="1"/>
              <a:t>illore</a:t>
            </a:r>
            <a:r>
              <a:rPr lang="en-US" dirty="0"/>
              <a:t>, </a:t>
            </a:r>
            <a:r>
              <a:rPr lang="en-US" dirty="0" err="1"/>
              <a:t>nectationet</a:t>
            </a:r>
            <a:r>
              <a:rPr lang="en-US" dirty="0"/>
              <a:t> </a:t>
            </a:r>
            <a:r>
              <a:rPr lang="en-US" dirty="0" err="1"/>
              <a:t>aut</a:t>
            </a:r>
            <a:r>
              <a:rPr lang="en-US" dirty="0"/>
              <a:t> </a:t>
            </a:r>
            <a:r>
              <a:rPr lang="en-US" dirty="0" err="1"/>
              <a:t>dic</a:t>
            </a:r>
            <a:r>
              <a:rPr lang="en-US" dirty="0"/>
              <a:t> </a:t>
            </a:r>
            <a:r>
              <a:rPr lang="en-US" dirty="0" err="1"/>
              <a:t>tem</a:t>
            </a:r>
            <a:r>
              <a:rPr lang="en-US" dirty="0"/>
              <a:t> </a:t>
            </a:r>
            <a:r>
              <a:rPr lang="en-US" dirty="0" err="1"/>
              <a:t>vit</a:t>
            </a:r>
            <a:r>
              <a:rPr lang="en-US" dirty="0"/>
              <a:t> </a:t>
            </a:r>
            <a:r>
              <a:rPr lang="en-US" dirty="0" err="1"/>
              <a:t>velestium</a:t>
            </a:r>
            <a:r>
              <a:rPr lang="en-US" dirty="0"/>
              <a:t> </a:t>
            </a:r>
            <a:r>
              <a:rPr lang="en-US" dirty="0" err="1"/>
              <a:t>reperro</a:t>
            </a:r>
            <a:r>
              <a:rPr lang="en-US" dirty="0"/>
              <a:t> </a:t>
            </a:r>
            <a:r>
              <a:rPr lang="en-US" dirty="0" err="1"/>
              <a:t>rroviduntion</a:t>
            </a:r>
            <a:r>
              <a:rPr lang="en-US" dirty="0"/>
              <a:t> </a:t>
            </a:r>
            <a:r>
              <a:rPr lang="en-US" dirty="0" err="1"/>
              <a:t>conem</a:t>
            </a:r>
            <a:r>
              <a:rPr lang="en-US" dirty="0"/>
              <a:t> </a:t>
            </a:r>
            <a:r>
              <a:rPr lang="en-US" dirty="0" err="1"/>
              <a:t>rehend</a:t>
            </a:r>
            <a:r>
              <a:rPr lang="en-US" dirty="0"/>
              <a:t>.</a:t>
            </a:r>
          </a:p>
        </p:txBody>
      </p:sp>
      <p:sp>
        <p:nvSpPr>
          <p:cNvPr id="5" name="Text Placeholder 4"/>
          <p:cNvSpPr>
            <a:spLocks noGrp="1"/>
          </p:cNvSpPr>
          <p:nvPr>
            <p:ph type="body" sz="quarter" idx="11" hasCustomPrompt="1"/>
          </p:nvPr>
        </p:nvSpPr>
        <p:spPr>
          <a:xfrm>
            <a:off x="455995" y="3151388"/>
            <a:ext cx="3618381" cy="216206"/>
          </a:xfrm>
          <a:prstGeom prst="rect">
            <a:avLst/>
          </a:prstGeom>
        </p:spPr>
        <p:txBody>
          <a:bodyPr lIns="0" tIns="0" rIns="0" bIns="0"/>
          <a:lstStyle>
            <a:lvl1pPr marL="0" indent="0">
              <a:lnSpc>
                <a:spcPts val="1765"/>
              </a:lnSpc>
              <a:spcBef>
                <a:spcPts val="0"/>
              </a:spcBef>
              <a:spcAft>
                <a:spcPts val="588"/>
              </a:spcAft>
              <a:buNone/>
              <a:defRPr sz="1372" b="0" spc="0" baseline="0">
                <a:solidFill>
                  <a:schemeClr val="tx2"/>
                </a:solidFill>
                <a:latin typeface="+mj-lt"/>
              </a:defRPr>
            </a:lvl1pPr>
            <a:lvl2pPr marL="280121" marR="0" indent="-280121" algn="l" defTabSz="914367" rtl="0" eaLnBrk="1" fontAlgn="auto" latinLnBrk="0" hangingPunct="1">
              <a:lnSpc>
                <a:spcPts val="1765"/>
              </a:lnSpc>
              <a:spcBef>
                <a:spcPts val="0"/>
              </a:spcBef>
              <a:spcAft>
                <a:spcPts val="588"/>
              </a:spcAft>
              <a:buClrTx/>
              <a:buSzPct val="90000"/>
              <a:buFont typeface="Arial" panose="020B0604020202020204" pitchFamily="34" charset="0"/>
              <a:buChar char="•"/>
              <a:tabLst/>
              <a:defRPr lang="en-US" sz="1372" kern="1200" spc="0" baseline="0" dirty="0">
                <a:solidFill>
                  <a:srgbClr val="000000"/>
                </a:solidFill>
                <a:latin typeface="+mn-lt"/>
                <a:ea typeface="+mn-ea"/>
                <a:cs typeface="+mn-cs"/>
              </a:defRPr>
            </a:lvl2pPr>
            <a:lvl3pPr marL="448193" indent="0">
              <a:buNone/>
              <a:defRPr/>
            </a:lvl3pPr>
            <a:lvl4pPr marL="672290" indent="0">
              <a:buNone/>
              <a:defRPr/>
            </a:lvl4pPr>
            <a:lvl5pPr marL="896386" indent="0">
              <a:buNone/>
              <a:defRPr/>
            </a:lvl5pPr>
          </a:lstStyle>
          <a:p>
            <a:pPr lvl="0"/>
            <a:r>
              <a:rPr lang="en-US" dirty="0"/>
              <a:t>Paragraph title Segoe UI </a:t>
            </a:r>
            <a:r>
              <a:rPr lang="en-US" dirty="0" err="1"/>
              <a:t>Semibold</a:t>
            </a:r>
            <a:r>
              <a:rPr lang="en-US" dirty="0"/>
              <a:t> 14/18</a:t>
            </a:r>
          </a:p>
        </p:txBody>
      </p:sp>
      <p:sp>
        <p:nvSpPr>
          <p:cNvPr id="21" name="Text Placeholder 4">
            <a:extLst>
              <a:ext uri="{FF2B5EF4-FFF2-40B4-BE49-F238E27FC236}">
                <a16:creationId xmlns:a16="http://schemas.microsoft.com/office/drawing/2014/main" id="{03383CEA-4FEB-4C9E-B7D6-3B36BC8EB75A}"/>
              </a:ext>
            </a:extLst>
          </p:cNvPr>
          <p:cNvSpPr>
            <a:spLocks noGrp="1"/>
          </p:cNvSpPr>
          <p:nvPr>
            <p:ph type="body" sz="quarter" idx="12" hasCustomPrompt="1"/>
          </p:nvPr>
        </p:nvSpPr>
        <p:spPr>
          <a:xfrm>
            <a:off x="4318449" y="3151388"/>
            <a:ext cx="3618381" cy="216206"/>
          </a:xfrm>
          <a:prstGeom prst="rect">
            <a:avLst/>
          </a:prstGeom>
        </p:spPr>
        <p:txBody>
          <a:bodyPr lIns="0" tIns="0" rIns="0" bIns="0"/>
          <a:lstStyle>
            <a:lvl1pPr marL="0" indent="0">
              <a:lnSpc>
                <a:spcPts val="1765"/>
              </a:lnSpc>
              <a:spcBef>
                <a:spcPts val="0"/>
              </a:spcBef>
              <a:spcAft>
                <a:spcPts val="588"/>
              </a:spcAft>
              <a:buNone/>
              <a:defRPr sz="1372" b="0" spc="0" baseline="0">
                <a:solidFill>
                  <a:schemeClr val="tx2"/>
                </a:solidFill>
                <a:latin typeface="+mj-lt"/>
              </a:defRPr>
            </a:lvl1pPr>
            <a:lvl2pPr marL="280121" marR="0" indent="-280121" algn="l" defTabSz="914367" rtl="0" eaLnBrk="1" fontAlgn="auto" latinLnBrk="0" hangingPunct="1">
              <a:lnSpc>
                <a:spcPts val="1765"/>
              </a:lnSpc>
              <a:spcBef>
                <a:spcPts val="0"/>
              </a:spcBef>
              <a:spcAft>
                <a:spcPts val="588"/>
              </a:spcAft>
              <a:buClrTx/>
              <a:buSzPct val="90000"/>
              <a:buFont typeface="Arial" panose="020B0604020202020204" pitchFamily="34" charset="0"/>
              <a:buChar char="•"/>
              <a:tabLst/>
              <a:defRPr lang="en-US" sz="1372" kern="1200" spc="0" baseline="0" dirty="0">
                <a:solidFill>
                  <a:srgbClr val="000000"/>
                </a:solidFill>
                <a:latin typeface="+mn-lt"/>
                <a:ea typeface="+mn-ea"/>
                <a:cs typeface="+mn-cs"/>
              </a:defRPr>
            </a:lvl2pPr>
            <a:lvl3pPr marL="448193" indent="0">
              <a:buNone/>
              <a:defRPr/>
            </a:lvl3pPr>
            <a:lvl4pPr marL="672290" indent="0">
              <a:buNone/>
              <a:defRPr/>
            </a:lvl4pPr>
            <a:lvl5pPr marL="896386" indent="0">
              <a:buNone/>
              <a:defRPr/>
            </a:lvl5pPr>
          </a:lstStyle>
          <a:p>
            <a:pPr lvl="0"/>
            <a:r>
              <a:rPr lang="en-US" dirty="0"/>
              <a:t>Paragraph title Segoe UI </a:t>
            </a:r>
            <a:r>
              <a:rPr lang="en-US" dirty="0" err="1"/>
              <a:t>Semibold</a:t>
            </a:r>
            <a:r>
              <a:rPr lang="en-US" dirty="0"/>
              <a:t> 14/18</a:t>
            </a:r>
          </a:p>
        </p:txBody>
      </p:sp>
      <p:sp>
        <p:nvSpPr>
          <p:cNvPr id="22" name="Text Placeholder 4">
            <a:extLst>
              <a:ext uri="{FF2B5EF4-FFF2-40B4-BE49-F238E27FC236}">
                <a16:creationId xmlns:a16="http://schemas.microsoft.com/office/drawing/2014/main" id="{35007055-7118-477F-B301-DB401591FA27}"/>
              </a:ext>
            </a:extLst>
          </p:cNvPr>
          <p:cNvSpPr>
            <a:spLocks noGrp="1"/>
          </p:cNvSpPr>
          <p:nvPr>
            <p:ph type="body" sz="quarter" idx="13" hasCustomPrompt="1"/>
          </p:nvPr>
        </p:nvSpPr>
        <p:spPr>
          <a:xfrm>
            <a:off x="8149960" y="3151388"/>
            <a:ext cx="3618381" cy="216206"/>
          </a:xfrm>
          <a:prstGeom prst="rect">
            <a:avLst/>
          </a:prstGeom>
        </p:spPr>
        <p:txBody>
          <a:bodyPr lIns="0" tIns="0" rIns="0" bIns="0"/>
          <a:lstStyle>
            <a:lvl1pPr marL="0" indent="0">
              <a:lnSpc>
                <a:spcPts val="1765"/>
              </a:lnSpc>
              <a:spcBef>
                <a:spcPts val="0"/>
              </a:spcBef>
              <a:spcAft>
                <a:spcPts val="588"/>
              </a:spcAft>
              <a:buNone/>
              <a:defRPr sz="1372" b="0" spc="0" baseline="0">
                <a:solidFill>
                  <a:schemeClr val="tx2"/>
                </a:solidFill>
                <a:latin typeface="+mj-lt"/>
              </a:defRPr>
            </a:lvl1pPr>
            <a:lvl2pPr marL="280121" marR="0" indent="-280121" algn="l" defTabSz="914367" rtl="0" eaLnBrk="1" fontAlgn="auto" latinLnBrk="0" hangingPunct="1">
              <a:lnSpc>
                <a:spcPts val="1765"/>
              </a:lnSpc>
              <a:spcBef>
                <a:spcPts val="0"/>
              </a:spcBef>
              <a:spcAft>
                <a:spcPts val="588"/>
              </a:spcAft>
              <a:buClrTx/>
              <a:buSzPct val="90000"/>
              <a:buFont typeface="Arial" panose="020B0604020202020204" pitchFamily="34" charset="0"/>
              <a:buChar char="•"/>
              <a:tabLst/>
              <a:defRPr lang="en-US" sz="1372" kern="1200" spc="0" baseline="0" dirty="0">
                <a:solidFill>
                  <a:srgbClr val="000000"/>
                </a:solidFill>
                <a:latin typeface="+mn-lt"/>
                <a:ea typeface="+mn-ea"/>
                <a:cs typeface="+mn-cs"/>
              </a:defRPr>
            </a:lvl2pPr>
            <a:lvl3pPr marL="448193" indent="0">
              <a:buNone/>
              <a:defRPr/>
            </a:lvl3pPr>
            <a:lvl4pPr marL="672290" indent="0">
              <a:buNone/>
              <a:defRPr/>
            </a:lvl4pPr>
            <a:lvl5pPr marL="896386" indent="0">
              <a:buNone/>
              <a:defRPr/>
            </a:lvl5pPr>
          </a:lstStyle>
          <a:p>
            <a:pPr lvl="0"/>
            <a:r>
              <a:rPr lang="en-US" dirty="0"/>
              <a:t>Paragraph title Segoe UI </a:t>
            </a:r>
            <a:r>
              <a:rPr lang="en-US" dirty="0" err="1"/>
              <a:t>Semibold</a:t>
            </a:r>
            <a:r>
              <a:rPr lang="en-US" dirty="0"/>
              <a:t> 14/18</a:t>
            </a:r>
          </a:p>
        </p:txBody>
      </p:sp>
      <p:sp>
        <p:nvSpPr>
          <p:cNvPr id="23" name="Text Box 3">
            <a:extLst>
              <a:ext uri="{FF2B5EF4-FFF2-40B4-BE49-F238E27FC236}">
                <a16:creationId xmlns:a16="http://schemas.microsoft.com/office/drawing/2014/main" id="{DD31BD93-DFDF-4C46-8FDE-B1B55850B6B2}"/>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
        <p:nvSpPr>
          <p:cNvPr id="24" name="Text Placeholder 4">
            <a:extLst>
              <a:ext uri="{FF2B5EF4-FFF2-40B4-BE49-F238E27FC236}">
                <a16:creationId xmlns:a16="http://schemas.microsoft.com/office/drawing/2014/main" id="{2951A14E-1D63-9E44-9361-FD57A8BD812A}"/>
              </a:ext>
            </a:extLst>
          </p:cNvPr>
          <p:cNvSpPr>
            <a:spLocks noGrp="1"/>
          </p:cNvSpPr>
          <p:nvPr>
            <p:ph type="body" sz="quarter" idx="17" hasCustomPrompt="1"/>
          </p:nvPr>
        </p:nvSpPr>
        <p:spPr>
          <a:xfrm>
            <a:off x="454169" y="3378439"/>
            <a:ext cx="3618381" cy="2059666"/>
          </a:xfrm>
          <a:prstGeom prst="rect">
            <a:avLst/>
          </a:prstGeom>
        </p:spPr>
        <p:txBody>
          <a:bodyPr lIns="0" tIns="0" rIns="0" bIns="0"/>
          <a:lstStyle>
            <a:lvl1pPr marL="280121" indent="-280121">
              <a:lnSpc>
                <a:spcPts val="1765"/>
              </a:lnSpc>
              <a:spcBef>
                <a:spcPts val="0"/>
              </a:spcBef>
              <a:buFont typeface="Arial" panose="020B0604020202020204" pitchFamily="34" charset="0"/>
              <a:buChar char="•"/>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a:p>
            <a:pPr lvl="0"/>
            <a:endParaRPr lang="en-US" dirty="0"/>
          </a:p>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25" name="Text Placeholder 4">
            <a:extLst>
              <a:ext uri="{FF2B5EF4-FFF2-40B4-BE49-F238E27FC236}">
                <a16:creationId xmlns:a16="http://schemas.microsoft.com/office/drawing/2014/main" id="{1C3BF983-4009-1049-9AD7-C94BE3AA193C}"/>
              </a:ext>
            </a:extLst>
          </p:cNvPr>
          <p:cNvSpPr>
            <a:spLocks noGrp="1"/>
          </p:cNvSpPr>
          <p:nvPr>
            <p:ph type="body" sz="quarter" idx="18" hasCustomPrompt="1"/>
          </p:nvPr>
        </p:nvSpPr>
        <p:spPr>
          <a:xfrm>
            <a:off x="4318449" y="3378439"/>
            <a:ext cx="3618381" cy="2059666"/>
          </a:xfrm>
          <a:prstGeom prst="rect">
            <a:avLst/>
          </a:prstGeom>
        </p:spPr>
        <p:txBody>
          <a:bodyPr lIns="0" tIns="0" rIns="0" bIns="0"/>
          <a:lstStyle>
            <a:lvl1pPr marL="280121" indent="-280121">
              <a:lnSpc>
                <a:spcPts val="1765"/>
              </a:lnSpc>
              <a:spcBef>
                <a:spcPts val="0"/>
              </a:spcBef>
              <a:buFont typeface="Arial" panose="020B0604020202020204" pitchFamily="34" charset="0"/>
              <a:buChar char="•"/>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a:p>
            <a:pPr lvl="0"/>
            <a:endParaRPr lang="en-US" dirty="0"/>
          </a:p>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26" name="Text Placeholder 4">
            <a:extLst>
              <a:ext uri="{FF2B5EF4-FFF2-40B4-BE49-F238E27FC236}">
                <a16:creationId xmlns:a16="http://schemas.microsoft.com/office/drawing/2014/main" id="{2361C016-E331-F44F-ACAE-52E4AE73469E}"/>
              </a:ext>
            </a:extLst>
          </p:cNvPr>
          <p:cNvSpPr>
            <a:spLocks noGrp="1"/>
          </p:cNvSpPr>
          <p:nvPr>
            <p:ph type="body" sz="quarter" idx="19" hasCustomPrompt="1"/>
          </p:nvPr>
        </p:nvSpPr>
        <p:spPr>
          <a:xfrm>
            <a:off x="8156766" y="3378439"/>
            <a:ext cx="3618381" cy="2059666"/>
          </a:xfrm>
          <a:prstGeom prst="rect">
            <a:avLst/>
          </a:prstGeom>
        </p:spPr>
        <p:txBody>
          <a:bodyPr lIns="0" tIns="0" rIns="0" bIns="0"/>
          <a:lstStyle>
            <a:lvl1pPr marL="280121" indent="-280121">
              <a:lnSpc>
                <a:spcPts val="1765"/>
              </a:lnSpc>
              <a:spcBef>
                <a:spcPts val="0"/>
              </a:spcBef>
              <a:buFont typeface="Arial" panose="020B0604020202020204" pitchFamily="34" charset="0"/>
              <a:buChar char="•"/>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a:p>
            <a:pPr lvl="0"/>
            <a:endParaRPr lang="en-US" dirty="0"/>
          </a:p>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Tree>
    <p:extLst>
      <p:ext uri="{BB962C8B-B14F-4D97-AF65-F5344CB8AC3E}">
        <p14:creationId xmlns:p14="http://schemas.microsoft.com/office/powerpoint/2010/main" val="3434959597"/>
      </p:ext>
    </p:extLst>
  </p:cSld>
  <p:clrMapOvr>
    <a:masterClrMapping/>
  </p:clrMapOvr>
  <p:transition>
    <p:fade/>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Text option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dirty="0"/>
              <a:t>Text option 2: two columns copy heavy</a:t>
            </a:r>
          </a:p>
        </p:txBody>
      </p:sp>
      <p:sp>
        <p:nvSpPr>
          <p:cNvPr id="16" name="Text Placeholder 4">
            <a:extLst>
              <a:ext uri="{FF2B5EF4-FFF2-40B4-BE49-F238E27FC236}">
                <a16:creationId xmlns:a16="http://schemas.microsoft.com/office/drawing/2014/main" id="{99E39B6D-21AF-485C-B606-D6EA248988A6}"/>
              </a:ext>
            </a:extLst>
          </p:cNvPr>
          <p:cNvSpPr>
            <a:spLocks noGrp="1"/>
          </p:cNvSpPr>
          <p:nvPr>
            <p:ph type="body" sz="quarter" idx="13" hasCustomPrompt="1"/>
          </p:nvPr>
        </p:nvSpPr>
        <p:spPr>
          <a:xfrm>
            <a:off x="455995" y="2363622"/>
            <a:ext cx="3618381" cy="216206"/>
          </a:xfrm>
          <a:prstGeom prst="rect">
            <a:avLst/>
          </a:prstGeom>
        </p:spPr>
        <p:txBody>
          <a:bodyPr lIns="0" tIns="0" rIns="0" bIns="0"/>
          <a:lstStyle>
            <a:lvl1pPr marL="0" indent="0">
              <a:lnSpc>
                <a:spcPts val="1765"/>
              </a:lnSpc>
              <a:spcBef>
                <a:spcPts val="1176"/>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dirty="0">
                <a:solidFill>
                  <a:schemeClr val="tx2"/>
                </a:solidFill>
                <a:latin typeface="+mj-lt"/>
              </a:rPr>
              <a:t>Paragraph title Segoe UI </a:t>
            </a:r>
            <a:r>
              <a:rPr lang="en-US" b="0" dirty="0" err="1">
                <a:solidFill>
                  <a:schemeClr val="tx2"/>
                </a:solidFill>
                <a:latin typeface="+mj-lt"/>
              </a:rPr>
              <a:t>Semibold</a:t>
            </a:r>
            <a:r>
              <a:rPr lang="en-US" b="0" dirty="0">
                <a:solidFill>
                  <a:schemeClr val="tx2"/>
                </a:solidFill>
                <a:latin typeface="+mj-lt"/>
              </a:rPr>
              <a:t> 14/18</a:t>
            </a:r>
            <a:endParaRPr lang="en-US" dirty="0"/>
          </a:p>
        </p:txBody>
      </p:sp>
      <p:sp>
        <p:nvSpPr>
          <p:cNvPr id="17" name="Text Placeholder 4">
            <a:extLst>
              <a:ext uri="{FF2B5EF4-FFF2-40B4-BE49-F238E27FC236}">
                <a16:creationId xmlns:a16="http://schemas.microsoft.com/office/drawing/2014/main" id="{D0D85DDD-B7EA-4D73-BA98-A5ACF1DB2D33}"/>
              </a:ext>
            </a:extLst>
          </p:cNvPr>
          <p:cNvSpPr>
            <a:spLocks noGrp="1"/>
          </p:cNvSpPr>
          <p:nvPr>
            <p:ph type="body" sz="quarter" idx="14" hasCustomPrompt="1"/>
          </p:nvPr>
        </p:nvSpPr>
        <p:spPr>
          <a:xfrm>
            <a:off x="4303151" y="2363622"/>
            <a:ext cx="3618381" cy="216206"/>
          </a:xfrm>
          <a:prstGeom prst="rect">
            <a:avLst/>
          </a:prstGeom>
        </p:spPr>
        <p:txBody>
          <a:bodyPr lIns="0" tIns="0" rIns="0" bIns="0"/>
          <a:lstStyle>
            <a:lvl1pPr marL="0" indent="0">
              <a:lnSpc>
                <a:spcPts val="1765"/>
              </a:lnSpc>
              <a:spcBef>
                <a:spcPts val="1176"/>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dirty="0">
                <a:solidFill>
                  <a:schemeClr val="tx2"/>
                </a:solidFill>
                <a:latin typeface="+mj-lt"/>
              </a:rPr>
              <a:t>Paragraph title Segoe UI </a:t>
            </a:r>
            <a:r>
              <a:rPr lang="en-US" b="0" dirty="0" err="1">
                <a:solidFill>
                  <a:schemeClr val="tx2"/>
                </a:solidFill>
                <a:latin typeface="+mj-lt"/>
              </a:rPr>
              <a:t>Semibold</a:t>
            </a:r>
            <a:r>
              <a:rPr lang="en-US" b="0" dirty="0">
                <a:solidFill>
                  <a:schemeClr val="tx2"/>
                </a:solidFill>
                <a:latin typeface="+mj-lt"/>
              </a:rPr>
              <a:t> 14/18</a:t>
            </a:r>
            <a:endParaRPr lang="en-US" dirty="0"/>
          </a:p>
        </p:txBody>
      </p:sp>
      <p:sp>
        <p:nvSpPr>
          <p:cNvPr id="13" name="Text Box 3">
            <a:extLst>
              <a:ext uri="{FF2B5EF4-FFF2-40B4-BE49-F238E27FC236}">
                <a16:creationId xmlns:a16="http://schemas.microsoft.com/office/drawing/2014/main" id="{CCDF1654-4D2D-794C-BBB7-E1447C036FDB}"/>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
        <p:nvSpPr>
          <p:cNvPr id="18" name="Text Placeholder 4">
            <a:extLst>
              <a:ext uri="{FF2B5EF4-FFF2-40B4-BE49-F238E27FC236}">
                <a16:creationId xmlns:a16="http://schemas.microsoft.com/office/drawing/2014/main" id="{82A6E05B-C65A-8C44-AC8B-AA08746E6668}"/>
              </a:ext>
            </a:extLst>
          </p:cNvPr>
          <p:cNvSpPr>
            <a:spLocks noGrp="1"/>
          </p:cNvSpPr>
          <p:nvPr>
            <p:ph type="body" sz="quarter" idx="17" hasCustomPrompt="1"/>
          </p:nvPr>
        </p:nvSpPr>
        <p:spPr>
          <a:xfrm>
            <a:off x="455995" y="2593749"/>
            <a:ext cx="3618381" cy="2059666"/>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a:p>
            <a:pPr lvl="0"/>
            <a:endParaRPr lang="en-US" dirty="0"/>
          </a:p>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19" name="Text Placeholder 4">
            <a:extLst>
              <a:ext uri="{FF2B5EF4-FFF2-40B4-BE49-F238E27FC236}">
                <a16:creationId xmlns:a16="http://schemas.microsoft.com/office/drawing/2014/main" id="{D52482AC-A354-B546-9AAD-B3E028512046}"/>
              </a:ext>
            </a:extLst>
          </p:cNvPr>
          <p:cNvSpPr>
            <a:spLocks noGrp="1"/>
          </p:cNvSpPr>
          <p:nvPr>
            <p:ph type="body" sz="quarter" idx="18" hasCustomPrompt="1"/>
          </p:nvPr>
        </p:nvSpPr>
        <p:spPr>
          <a:xfrm>
            <a:off x="4286809" y="2593749"/>
            <a:ext cx="3618381" cy="2059666"/>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a:p>
            <a:pPr lvl="0"/>
            <a:endParaRPr lang="en-US" dirty="0"/>
          </a:p>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Tree>
    <p:extLst>
      <p:ext uri="{BB962C8B-B14F-4D97-AF65-F5344CB8AC3E}">
        <p14:creationId xmlns:p14="http://schemas.microsoft.com/office/powerpoint/2010/main" val="770910915"/>
      </p:ext>
    </p:extLst>
  </p:cSld>
  <p:clrMapOvr>
    <a:masterClrMapping/>
  </p:clrMapOvr>
  <p:transition>
    <p:fade/>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Text option 3">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print">
            <a:extLst>
              <a:ext uri="{28A0092B-C50C-407E-A947-70E740481C1C}">
                <a14:useLocalDpi xmlns:a14="http://schemas.microsoft.com/office/drawing/2010/main" val="0"/>
              </a:ext>
            </a:extLst>
          </a:blip>
          <a:srcRect b="-1"/>
          <a:stretch/>
        </p:blipFill>
        <p:spPr>
          <a:xfrm>
            <a:off x="8144083" y="1599720"/>
            <a:ext cx="3609417" cy="3103720"/>
          </a:xfrm>
          <a:prstGeom prst="rect">
            <a:avLst/>
          </a:prstGeom>
        </p:spPr>
      </p:pic>
      <p:pic>
        <p:nvPicPr>
          <p:cNvPr id="6" name="Picture 5"/>
          <p:cNvPicPr>
            <a:picLocks noChangeAspect="1"/>
          </p:cNvPicPr>
          <p:nvPr userDrawn="1"/>
        </p:nvPicPr>
        <p:blipFill rotWithShape="1">
          <a:blip r:embed="rId3" cstate="print">
            <a:extLst>
              <a:ext uri="{28A0092B-C50C-407E-A947-70E740481C1C}">
                <a14:useLocalDpi xmlns:a14="http://schemas.microsoft.com/office/drawing/2010/main" val="0"/>
              </a:ext>
            </a:extLst>
          </a:blip>
          <a:srcRect b="-1"/>
          <a:stretch/>
        </p:blipFill>
        <p:spPr>
          <a:xfrm>
            <a:off x="4309002" y="1599721"/>
            <a:ext cx="3612531" cy="3099394"/>
          </a:xfrm>
          <a:prstGeom prst="rect">
            <a:avLst/>
          </a:prstGeom>
        </p:spPr>
      </p:pic>
      <p:pic>
        <p:nvPicPr>
          <p:cNvPr id="3" name="Picture 2"/>
          <p:cNvPicPr>
            <a:picLocks noChangeAspect="1"/>
          </p:cNvPicPr>
          <p:nvPr userDrawn="1"/>
        </p:nvPicPr>
        <p:blipFill rotWithShape="1">
          <a:blip r:embed="rId4" cstate="print">
            <a:extLst>
              <a:ext uri="{28A0092B-C50C-407E-A947-70E740481C1C}">
                <a14:useLocalDpi xmlns:a14="http://schemas.microsoft.com/office/drawing/2010/main" val="0"/>
              </a:ext>
            </a:extLst>
          </a:blip>
          <a:srcRect/>
          <a:stretch/>
        </p:blipFill>
        <p:spPr>
          <a:xfrm>
            <a:off x="464957" y="1599722"/>
            <a:ext cx="3609417" cy="3108047"/>
          </a:xfrm>
          <a:prstGeom prst="rect">
            <a:avLst/>
          </a:prstGeom>
        </p:spPr>
      </p:pic>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dirty="0"/>
              <a:t>Text option 3: three columns images and text</a:t>
            </a:r>
          </a:p>
        </p:txBody>
      </p:sp>
      <p:sp>
        <p:nvSpPr>
          <p:cNvPr id="5" name="Text Placeholder 4"/>
          <p:cNvSpPr>
            <a:spLocks noGrp="1"/>
          </p:cNvSpPr>
          <p:nvPr>
            <p:ph type="body" sz="quarter" idx="11" hasCustomPrompt="1"/>
          </p:nvPr>
        </p:nvSpPr>
        <p:spPr>
          <a:xfrm>
            <a:off x="455995" y="4927922"/>
            <a:ext cx="3618381" cy="216206"/>
          </a:xfrm>
          <a:prstGeom prst="rect">
            <a:avLst/>
          </a:prstGeom>
        </p:spPr>
        <p:txBody>
          <a:bodyPr lIns="0" tIns="0" rIns="0" bIns="0"/>
          <a:lstStyle>
            <a:lvl1pPr marL="0" indent="0">
              <a:lnSpc>
                <a:spcPts val="1765"/>
              </a:lnSpc>
              <a:spcBef>
                <a:spcPts val="1176"/>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dirty="0">
                <a:solidFill>
                  <a:schemeClr val="tx2"/>
                </a:solidFill>
                <a:latin typeface="+mj-lt"/>
              </a:rPr>
              <a:t>Paragraph title Segoe UI </a:t>
            </a:r>
            <a:r>
              <a:rPr lang="en-US" b="0" dirty="0" err="1">
                <a:solidFill>
                  <a:schemeClr val="tx2"/>
                </a:solidFill>
                <a:latin typeface="+mj-lt"/>
              </a:rPr>
              <a:t>Semibold</a:t>
            </a:r>
            <a:r>
              <a:rPr lang="en-US" b="0" dirty="0">
                <a:solidFill>
                  <a:schemeClr val="tx2"/>
                </a:solidFill>
                <a:latin typeface="+mj-lt"/>
              </a:rPr>
              <a:t> 14/18</a:t>
            </a:r>
          </a:p>
        </p:txBody>
      </p:sp>
      <p:sp>
        <p:nvSpPr>
          <p:cNvPr id="10" name="Text Placeholder 4"/>
          <p:cNvSpPr>
            <a:spLocks noGrp="1"/>
          </p:cNvSpPr>
          <p:nvPr>
            <p:ph type="body" sz="quarter" idx="13" hasCustomPrompt="1"/>
          </p:nvPr>
        </p:nvSpPr>
        <p:spPr>
          <a:xfrm>
            <a:off x="8144083" y="4927922"/>
            <a:ext cx="3618381" cy="216206"/>
          </a:xfrm>
          <a:prstGeom prst="rect">
            <a:avLst/>
          </a:prstGeom>
        </p:spPr>
        <p:txBody>
          <a:bodyPr lIns="0" tIns="0" rIns="0" bIns="0"/>
          <a:lstStyle>
            <a:lvl1pPr marL="0" indent="0">
              <a:lnSpc>
                <a:spcPts val="1765"/>
              </a:lnSpc>
              <a:spcBef>
                <a:spcPts val="1176"/>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dirty="0">
                <a:solidFill>
                  <a:schemeClr val="tx2"/>
                </a:solidFill>
                <a:latin typeface="+mj-lt"/>
              </a:rPr>
              <a:t>Paragraph title Segoe UI </a:t>
            </a:r>
            <a:r>
              <a:rPr lang="en-US" b="0" dirty="0" err="1">
                <a:solidFill>
                  <a:schemeClr val="tx2"/>
                </a:solidFill>
                <a:latin typeface="+mj-lt"/>
              </a:rPr>
              <a:t>Semibold</a:t>
            </a:r>
            <a:r>
              <a:rPr lang="en-US" b="0" dirty="0">
                <a:solidFill>
                  <a:schemeClr val="tx2"/>
                </a:solidFill>
                <a:latin typeface="+mj-lt"/>
              </a:rPr>
              <a:t> 14/18</a:t>
            </a:r>
          </a:p>
        </p:txBody>
      </p:sp>
      <p:sp>
        <p:nvSpPr>
          <p:cNvPr id="32" name="Text Placeholder 4">
            <a:extLst>
              <a:ext uri="{FF2B5EF4-FFF2-40B4-BE49-F238E27FC236}">
                <a16:creationId xmlns:a16="http://schemas.microsoft.com/office/drawing/2014/main" id="{197742EC-5845-4BB1-84A3-00C1CF89012A}"/>
              </a:ext>
            </a:extLst>
          </p:cNvPr>
          <p:cNvSpPr>
            <a:spLocks noGrp="1"/>
          </p:cNvSpPr>
          <p:nvPr>
            <p:ph type="body" sz="quarter" idx="20" hasCustomPrompt="1"/>
          </p:nvPr>
        </p:nvSpPr>
        <p:spPr>
          <a:xfrm>
            <a:off x="4303151" y="4927922"/>
            <a:ext cx="3618381" cy="216206"/>
          </a:xfrm>
          <a:prstGeom prst="rect">
            <a:avLst/>
          </a:prstGeom>
        </p:spPr>
        <p:txBody>
          <a:bodyPr lIns="0" tIns="0" rIns="0" bIns="0"/>
          <a:lstStyle>
            <a:lvl1pPr marL="0" indent="0">
              <a:lnSpc>
                <a:spcPts val="1765"/>
              </a:lnSpc>
              <a:spcBef>
                <a:spcPts val="1176"/>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dirty="0">
                <a:solidFill>
                  <a:schemeClr val="tx2"/>
                </a:solidFill>
                <a:latin typeface="+mj-lt"/>
              </a:rPr>
              <a:t>Paragraph title Segoe UI </a:t>
            </a:r>
            <a:r>
              <a:rPr lang="en-US" b="0" dirty="0" err="1">
                <a:solidFill>
                  <a:schemeClr val="tx2"/>
                </a:solidFill>
                <a:latin typeface="+mj-lt"/>
              </a:rPr>
              <a:t>Semibold</a:t>
            </a:r>
            <a:r>
              <a:rPr lang="en-US" b="0" dirty="0">
                <a:solidFill>
                  <a:schemeClr val="tx2"/>
                </a:solidFill>
                <a:latin typeface="+mj-lt"/>
              </a:rPr>
              <a:t> 14/18</a:t>
            </a:r>
          </a:p>
        </p:txBody>
      </p:sp>
      <p:sp>
        <p:nvSpPr>
          <p:cNvPr id="8" name="Picture Placeholder 7">
            <a:extLst>
              <a:ext uri="{FF2B5EF4-FFF2-40B4-BE49-F238E27FC236}">
                <a16:creationId xmlns:a16="http://schemas.microsoft.com/office/drawing/2014/main" id="{E501F238-570E-E648-9E57-DAA86A7A8ED3}"/>
              </a:ext>
            </a:extLst>
          </p:cNvPr>
          <p:cNvSpPr>
            <a:spLocks noGrp="1"/>
          </p:cNvSpPr>
          <p:nvPr>
            <p:ph type="pic" sz="quarter" idx="21" hasCustomPrompt="1"/>
          </p:nvPr>
        </p:nvSpPr>
        <p:spPr>
          <a:xfrm>
            <a:off x="465332" y="2882153"/>
            <a:ext cx="3609043" cy="543185"/>
          </a:xfrm>
          <a:prstGeom prst="rect">
            <a:avLst/>
          </a:prstGeom>
        </p:spPr>
        <p:txBody>
          <a:bodyPr/>
          <a:lstStyle>
            <a:lvl1pPr algn="ctr">
              <a:defRPr>
                <a:solidFill>
                  <a:schemeClr val="bg1"/>
                </a:solidFill>
              </a:defRPr>
            </a:lvl1pPr>
          </a:lstStyle>
          <a:p>
            <a:r>
              <a:rPr lang="en-US" dirty="0"/>
              <a:t>Drop photo here</a:t>
            </a:r>
          </a:p>
        </p:txBody>
      </p:sp>
      <p:sp>
        <p:nvSpPr>
          <p:cNvPr id="11" name="Picture Placeholder 10">
            <a:extLst>
              <a:ext uri="{FF2B5EF4-FFF2-40B4-BE49-F238E27FC236}">
                <a16:creationId xmlns:a16="http://schemas.microsoft.com/office/drawing/2014/main" id="{5877AA6F-F5D0-8349-8D7F-7A036C53AFEC}"/>
              </a:ext>
            </a:extLst>
          </p:cNvPr>
          <p:cNvSpPr>
            <a:spLocks noGrp="1"/>
          </p:cNvSpPr>
          <p:nvPr>
            <p:ph type="pic" sz="quarter" idx="22" hasCustomPrompt="1"/>
          </p:nvPr>
        </p:nvSpPr>
        <p:spPr>
          <a:xfrm>
            <a:off x="4303151" y="2875700"/>
            <a:ext cx="3618381" cy="543185"/>
          </a:xfrm>
          <a:prstGeom prst="rect">
            <a:avLst/>
          </a:prstGeom>
        </p:spPr>
        <p:txBody>
          <a:bodyPr/>
          <a:lstStyle>
            <a:lvl1pPr algn="ctr">
              <a:defRPr>
                <a:solidFill>
                  <a:schemeClr val="bg1"/>
                </a:solidFill>
              </a:defRPr>
            </a:lvl1pPr>
          </a:lstStyle>
          <a:p>
            <a:r>
              <a:rPr lang="en-US" dirty="0"/>
              <a:t>Drop photo here</a:t>
            </a:r>
          </a:p>
        </p:txBody>
      </p:sp>
      <p:sp>
        <p:nvSpPr>
          <p:cNvPr id="14" name="Picture Placeholder 13">
            <a:extLst>
              <a:ext uri="{FF2B5EF4-FFF2-40B4-BE49-F238E27FC236}">
                <a16:creationId xmlns:a16="http://schemas.microsoft.com/office/drawing/2014/main" id="{983A4321-3796-F044-9126-51A6AA308B77}"/>
              </a:ext>
            </a:extLst>
          </p:cNvPr>
          <p:cNvSpPr>
            <a:spLocks noGrp="1"/>
          </p:cNvSpPr>
          <p:nvPr>
            <p:ph type="pic" sz="quarter" idx="23" hasCustomPrompt="1"/>
          </p:nvPr>
        </p:nvSpPr>
        <p:spPr>
          <a:xfrm>
            <a:off x="8144082" y="2888935"/>
            <a:ext cx="3609043" cy="543185"/>
          </a:xfrm>
          <a:prstGeom prst="rect">
            <a:avLst/>
          </a:prstGeom>
        </p:spPr>
        <p:txBody>
          <a:bodyPr/>
          <a:lstStyle>
            <a:lvl1pPr algn="ctr">
              <a:defRPr>
                <a:solidFill>
                  <a:schemeClr val="bg1"/>
                </a:solidFill>
              </a:defRPr>
            </a:lvl1pPr>
          </a:lstStyle>
          <a:p>
            <a:r>
              <a:rPr lang="en-US" dirty="0"/>
              <a:t>Drop photo here</a:t>
            </a:r>
          </a:p>
        </p:txBody>
      </p:sp>
      <p:sp>
        <p:nvSpPr>
          <p:cNvPr id="18" name="Text Box 3">
            <a:extLst>
              <a:ext uri="{FF2B5EF4-FFF2-40B4-BE49-F238E27FC236}">
                <a16:creationId xmlns:a16="http://schemas.microsoft.com/office/drawing/2014/main" id="{06DC0489-95B2-B74C-8FE4-80E75D67DE41}"/>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
        <p:nvSpPr>
          <p:cNvPr id="19" name="Text Placeholder 4">
            <a:extLst>
              <a:ext uri="{FF2B5EF4-FFF2-40B4-BE49-F238E27FC236}">
                <a16:creationId xmlns:a16="http://schemas.microsoft.com/office/drawing/2014/main" id="{F22038DD-9076-B34B-B54A-107DF3F024EE}"/>
              </a:ext>
            </a:extLst>
          </p:cNvPr>
          <p:cNvSpPr>
            <a:spLocks noGrp="1"/>
          </p:cNvSpPr>
          <p:nvPr>
            <p:ph type="body" sz="quarter" idx="17" hasCustomPrompt="1"/>
          </p:nvPr>
        </p:nvSpPr>
        <p:spPr>
          <a:xfrm>
            <a:off x="464957" y="5157653"/>
            <a:ext cx="3618381" cy="905504"/>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21" name="Text Placeholder 4">
            <a:extLst>
              <a:ext uri="{FF2B5EF4-FFF2-40B4-BE49-F238E27FC236}">
                <a16:creationId xmlns:a16="http://schemas.microsoft.com/office/drawing/2014/main" id="{B0C89B53-FA50-F248-AD0B-933DE098D70A}"/>
              </a:ext>
            </a:extLst>
          </p:cNvPr>
          <p:cNvSpPr>
            <a:spLocks noGrp="1"/>
          </p:cNvSpPr>
          <p:nvPr>
            <p:ph type="body" sz="quarter" idx="24" hasCustomPrompt="1"/>
          </p:nvPr>
        </p:nvSpPr>
        <p:spPr>
          <a:xfrm>
            <a:off x="4306077" y="5157653"/>
            <a:ext cx="3618381" cy="905504"/>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22" name="Text Placeholder 4">
            <a:extLst>
              <a:ext uri="{FF2B5EF4-FFF2-40B4-BE49-F238E27FC236}">
                <a16:creationId xmlns:a16="http://schemas.microsoft.com/office/drawing/2014/main" id="{C11EA858-BBCA-2149-9368-C1FDBC6C8DFD}"/>
              </a:ext>
            </a:extLst>
          </p:cNvPr>
          <p:cNvSpPr>
            <a:spLocks noGrp="1"/>
          </p:cNvSpPr>
          <p:nvPr>
            <p:ph type="body" sz="quarter" idx="25" hasCustomPrompt="1"/>
          </p:nvPr>
        </p:nvSpPr>
        <p:spPr>
          <a:xfrm>
            <a:off x="8144083" y="5157653"/>
            <a:ext cx="3618381" cy="905504"/>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Tree>
    <p:extLst>
      <p:ext uri="{BB962C8B-B14F-4D97-AF65-F5344CB8AC3E}">
        <p14:creationId xmlns:p14="http://schemas.microsoft.com/office/powerpoint/2010/main" val="3949429968"/>
      </p:ext>
    </p:extLst>
  </p:cSld>
  <p:clrMapOvr>
    <a:masterClrMapping/>
  </p:clrMapOvr>
  <p:transition>
    <p:fade/>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Text option 4">
    <p:spTree>
      <p:nvGrpSpPr>
        <p:cNvPr id="1" name=""/>
        <p:cNvGrpSpPr/>
        <p:nvPr/>
      </p:nvGrpSpPr>
      <p:grpSpPr>
        <a:xfrm>
          <a:off x="0" y="0"/>
          <a:ext cx="0" cy="0"/>
          <a:chOff x="0" y="0"/>
          <a:chExt cx="0" cy="0"/>
        </a:xfrm>
      </p:grpSpPr>
      <p:sp>
        <p:nvSpPr>
          <p:cNvPr id="24" name="Content Placeholder 15"/>
          <p:cNvSpPr>
            <a:spLocks noGrp="1"/>
          </p:cNvSpPr>
          <p:nvPr>
            <p:ph sz="quarter" idx="25" hasCustomPrompt="1"/>
          </p:nvPr>
        </p:nvSpPr>
        <p:spPr>
          <a:xfrm>
            <a:off x="455995" y="2158886"/>
            <a:ext cx="1693247" cy="895855"/>
          </a:xfrm>
          <a:prstGeom prst="rect">
            <a:avLst/>
          </a:prstGeom>
        </p:spPr>
        <p:txBody>
          <a:bodyPr>
            <a:noAutofit/>
          </a:bodyPr>
          <a:lstStyle>
            <a:lvl1pPr marL="0" indent="0">
              <a:buNone/>
              <a:defRPr sz="1961">
                <a:solidFill>
                  <a:srgbClr val="000000"/>
                </a:solidFill>
              </a:defRPr>
            </a:lvl1pPr>
          </a:lstStyle>
          <a:p>
            <a:pPr lvl="0"/>
            <a:r>
              <a:rPr lang="en-US" dirty="0"/>
              <a:t>Picture</a:t>
            </a:r>
          </a:p>
        </p:txBody>
      </p:sp>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dirty="0"/>
              <a:t>Text option 4: Six columns (numbered list)</a:t>
            </a:r>
          </a:p>
        </p:txBody>
      </p:sp>
      <p:sp>
        <p:nvSpPr>
          <p:cNvPr id="5" name="Text Placeholder 4"/>
          <p:cNvSpPr>
            <a:spLocks noGrp="1"/>
          </p:cNvSpPr>
          <p:nvPr>
            <p:ph type="body" sz="quarter" idx="11" hasCustomPrompt="1"/>
          </p:nvPr>
        </p:nvSpPr>
        <p:spPr>
          <a:xfrm>
            <a:off x="455995" y="3167817"/>
            <a:ext cx="1693247" cy="442532"/>
          </a:xfrm>
          <a:prstGeom prst="rect">
            <a:avLst/>
          </a:prstGeom>
        </p:spPr>
        <p:txBody>
          <a:bodyPr lIns="0" tIns="0" rIns="0" bIns="0"/>
          <a:lstStyle>
            <a:lvl1pPr marL="0" indent="0">
              <a:lnSpc>
                <a:spcPts val="1765"/>
              </a:lnSpc>
              <a:spcBef>
                <a:spcPts val="882"/>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a:t>
            </a:r>
            <a:r>
              <a:rPr lang="en-US" dirty="0" err="1"/>
              <a:t>Semibold</a:t>
            </a:r>
            <a:r>
              <a:rPr lang="en-US" dirty="0"/>
              <a:t> 14</a:t>
            </a:r>
          </a:p>
        </p:txBody>
      </p:sp>
      <p:sp>
        <p:nvSpPr>
          <p:cNvPr id="14" name="Text Placeholder 4"/>
          <p:cNvSpPr>
            <a:spLocks noGrp="1"/>
          </p:cNvSpPr>
          <p:nvPr>
            <p:ph type="body" sz="quarter" idx="15" hasCustomPrompt="1"/>
          </p:nvPr>
        </p:nvSpPr>
        <p:spPr>
          <a:xfrm>
            <a:off x="2378328" y="3167817"/>
            <a:ext cx="1693247" cy="442532"/>
          </a:xfrm>
          <a:prstGeom prst="rect">
            <a:avLst/>
          </a:prstGeo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2" b="0" kern="1200" spc="0" baseline="0" dirty="0" smtClean="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a:t>
            </a:r>
            <a:r>
              <a:rPr lang="en-US" dirty="0" err="1"/>
              <a:t>Semibold</a:t>
            </a:r>
            <a:r>
              <a:rPr lang="en-US" dirty="0"/>
              <a:t> 14</a:t>
            </a:r>
          </a:p>
        </p:txBody>
      </p:sp>
      <p:sp>
        <p:nvSpPr>
          <p:cNvPr id="16" name="Text Placeholder 4"/>
          <p:cNvSpPr>
            <a:spLocks noGrp="1"/>
          </p:cNvSpPr>
          <p:nvPr>
            <p:ph type="body" sz="quarter" idx="17" hasCustomPrompt="1"/>
          </p:nvPr>
        </p:nvSpPr>
        <p:spPr>
          <a:xfrm>
            <a:off x="4300662" y="3167817"/>
            <a:ext cx="1693247" cy="442532"/>
          </a:xfrm>
          <a:prstGeom prst="rect">
            <a:avLst/>
          </a:prstGeo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a:t>
            </a:r>
            <a:r>
              <a:rPr lang="en-US" dirty="0" err="1"/>
              <a:t>Semibold</a:t>
            </a:r>
            <a:r>
              <a:rPr lang="en-US" dirty="0"/>
              <a:t> 14</a:t>
            </a:r>
          </a:p>
        </p:txBody>
      </p:sp>
      <p:sp>
        <p:nvSpPr>
          <p:cNvPr id="18" name="Text Placeholder 4"/>
          <p:cNvSpPr>
            <a:spLocks noGrp="1"/>
          </p:cNvSpPr>
          <p:nvPr>
            <p:ph type="body" sz="quarter" idx="19" hasCustomPrompt="1"/>
          </p:nvPr>
        </p:nvSpPr>
        <p:spPr>
          <a:xfrm>
            <a:off x="6222995" y="3167817"/>
            <a:ext cx="1693247" cy="442532"/>
          </a:xfrm>
          <a:prstGeom prst="rect">
            <a:avLst/>
          </a:prstGeo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2" b="0" kern="1200" spc="0" baseline="0" dirty="0" smtClean="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a:t>
            </a:r>
            <a:r>
              <a:rPr lang="en-US" dirty="0" err="1"/>
              <a:t>Semibold</a:t>
            </a:r>
            <a:r>
              <a:rPr lang="en-US" dirty="0"/>
              <a:t> 14</a:t>
            </a:r>
          </a:p>
        </p:txBody>
      </p:sp>
      <p:sp>
        <p:nvSpPr>
          <p:cNvPr id="20" name="Text Placeholder 4"/>
          <p:cNvSpPr>
            <a:spLocks noGrp="1"/>
          </p:cNvSpPr>
          <p:nvPr>
            <p:ph type="body" sz="quarter" idx="21" hasCustomPrompt="1"/>
          </p:nvPr>
        </p:nvSpPr>
        <p:spPr>
          <a:xfrm>
            <a:off x="8145328" y="3167817"/>
            <a:ext cx="1693247" cy="442532"/>
          </a:xfrm>
          <a:prstGeom prst="rect">
            <a:avLst/>
          </a:prstGeo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a:t>
            </a:r>
            <a:r>
              <a:rPr lang="en-US" dirty="0" err="1"/>
              <a:t>Semibold</a:t>
            </a:r>
            <a:r>
              <a:rPr lang="en-US" dirty="0"/>
              <a:t> 14</a:t>
            </a:r>
          </a:p>
        </p:txBody>
      </p:sp>
      <p:sp>
        <p:nvSpPr>
          <p:cNvPr id="22" name="Text Placeholder 4"/>
          <p:cNvSpPr>
            <a:spLocks noGrp="1"/>
          </p:cNvSpPr>
          <p:nvPr>
            <p:ph type="body" sz="quarter" idx="23" hasCustomPrompt="1"/>
          </p:nvPr>
        </p:nvSpPr>
        <p:spPr>
          <a:xfrm>
            <a:off x="10067660" y="3167817"/>
            <a:ext cx="1693247" cy="442532"/>
          </a:xfrm>
          <a:prstGeom prst="rect">
            <a:avLst/>
          </a:prstGeo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a:t>
            </a:r>
            <a:r>
              <a:rPr lang="en-US" dirty="0" err="1"/>
              <a:t>Semibold</a:t>
            </a:r>
            <a:r>
              <a:rPr lang="en-US" dirty="0"/>
              <a:t> 14</a:t>
            </a:r>
          </a:p>
        </p:txBody>
      </p:sp>
      <p:sp>
        <p:nvSpPr>
          <p:cNvPr id="25" name="Content Placeholder 15"/>
          <p:cNvSpPr>
            <a:spLocks noGrp="1"/>
          </p:cNvSpPr>
          <p:nvPr>
            <p:ph sz="quarter" idx="26" hasCustomPrompt="1"/>
          </p:nvPr>
        </p:nvSpPr>
        <p:spPr>
          <a:xfrm>
            <a:off x="2378328" y="2158886"/>
            <a:ext cx="1693247" cy="895855"/>
          </a:xfrm>
          <a:prstGeom prst="rect">
            <a:avLst/>
          </a:prstGeom>
        </p:spPr>
        <p:txBody>
          <a:bodyPr>
            <a:noAutofit/>
          </a:bodyPr>
          <a:lstStyle>
            <a:lvl1pPr marL="0" indent="0">
              <a:buNone/>
              <a:defRPr sz="1961">
                <a:solidFill>
                  <a:srgbClr val="000000"/>
                </a:solidFill>
              </a:defRPr>
            </a:lvl1pPr>
          </a:lstStyle>
          <a:p>
            <a:pPr lvl="0"/>
            <a:r>
              <a:rPr lang="en-US" dirty="0"/>
              <a:t>Picture</a:t>
            </a:r>
          </a:p>
        </p:txBody>
      </p:sp>
      <p:sp>
        <p:nvSpPr>
          <p:cNvPr id="26" name="Content Placeholder 15"/>
          <p:cNvSpPr>
            <a:spLocks noGrp="1"/>
          </p:cNvSpPr>
          <p:nvPr>
            <p:ph sz="quarter" idx="27" hasCustomPrompt="1"/>
          </p:nvPr>
        </p:nvSpPr>
        <p:spPr>
          <a:xfrm>
            <a:off x="4300662" y="2158886"/>
            <a:ext cx="1693247" cy="895855"/>
          </a:xfrm>
          <a:prstGeom prst="rect">
            <a:avLst/>
          </a:prstGeom>
        </p:spPr>
        <p:txBody>
          <a:bodyPr>
            <a:noAutofit/>
          </a:bodyPr>
          <a:lstStyle>
            <a:lvl1pPr marL="0" indent="0">
              <a:buNone/>
              <a:defRPr sz="1961">
                <a:solidFill>
                  <a:srgbClr val="000000"/>
                </a:solidFill>
              </a:defRPr>
            </a:lvl1pPr>
          </a:lstStyle>
          <a:p>
            <a:pPr lvl="0"/>
            <a:r>
              <a:rPr lang="en-US" dirty="0"/>
              <a:t>Picture</a:t>
            </a:r>
          </a:p>
        </p:txBody>
      </p:sp>
      <p:sp>
        <p:nvSpPr>
          <p:cNvPr id="27" name="Content Placeholder 15"/>
          <p:cNvSpPr>
            <a:spLocks noGrp="1"/>
          </p:cNvSpPr>
          <p:nvPr>
            <p:ph sz="quarter" idx="28" hasCustomPrompt="1"/>
          </p:nvPr>
        </p:nvSpPr>
        <p:spPr>
          <a:xfrm>
            <a:off x="6222995" y="2158886"/>
            <a:ext cx="1693247" cy="895855"/>
          </a:xfrm>
          <a:prstGeom prst="rect">
            <a:avLst/>
          </a:prstGeom>
        </p:spPr>
        <p:txBody>
          <a:bodyPr>
            <a:noAutofit/>
          </a:bodyPr>
          <a:lstStyle>
            <a:lvl1pPr marL="0" indent="0">
              <a:buNone/>
              <a:defRPr sz="1961">
                <a:solidFill>
                  <a:srgbClr val="000000"/>
                </a:solidFill>
              </a:defRPr>
            </a:lvl1pPr>
          </a:lstStyle>
          <a:p>
            <a:pPr lvl="0"/>
            <a:r>
              <a:rPr lang="en-US" dirty="0"/>
              <a:t>Picture</a:t>
            </a:r>
          </a:p>
        </p:txBody>
      </p:sp>
      <p:sp>
        <p:nvSpPr>
          <p:cNvPr id="28" name="Content Placeholder 15"/>
          <p:cNvSpPr>
            <a:spLocks noGrp="1"/>
          </p:cNvSpPr>
          <p:nvPr>
            <p:ph sz="quarter" idx="29" hasCustomPrompt="1"/>
          </p:nvPr>
        </p:nvSpPr>
        <p:spPr>
          <a:xfrm>
            <a:off x="8145328" y="2158886"/>
            <a:ext cx="1693247" cy="895855"/>
          </a:xfrm>
          <a:prstGeom prst="rect">
            <a:avLst/>
          </a:prstGeom>
        </p:spPr>
        <p:txBody>
          <a:bodyPr>
            <a:noAutofit/>
          </a:bodyPr>
          <a:lstStyle>
            <a:lvl1pPr marL="0" indent="0">
              <a:buNone/>
              <a:defRPr sz="1961">
                <a:solidFill>
                  <a:srgbClr val="000000"/>
                </a:solidFill>
              </a:defRPr>
            </a:lvl1pPr>
          </a:lstStyle>
          <a:p>
            <a:pPr lvl="0"/>
            <a:r>
              <a:rPr lang="en-US" dirty="0"/>
              <a:t>Picture</a:t>
            </a:r>
          </a:p>
        </p:txBody>
      </p:sp>
      <p:sp>
        <p:nvSpPr>
          <p:cNvPr id="29" name="Content Placeholder 15"/>
          <p:cNvSpPr>
            <a:spLocks noGrp="1"/>
          </p:cNvSpPr>
          <p:nvPr>
            <p:ph sz="quarter" idx="30" hasCustomPrompt="1"/>
          </p:nvPr>
        </p:nvSpPr>
        <p:spPr>
          <a:xfrm>
            <a:off x="10067660" y="2158886"/>
            <a:ext cx="1693247" cy="895855"/>
          </a:xfrm>
          <a:prstGeom prst="rect">
            <a:avLst/>
          </a:prstGeom>
        </p:spPr>
        <p:txBody>
          <a:bodyPr>
            <a:noAutofit/>
          </a:bodyPr>
          <a:lstStyle>
            <a:lvl1pPr marL="0" indent="0">
              <a:buNone/>
              <a:defRPr sz="1961">
                <a:solidFill>
                  <a:srgbClr val="000000"/>
                </a:solidFill>
              </a:defRPr>
            </a:lvl1pPr>
          </a:lstStyle>
          <a:p>
            <a:pPr lvl="0"/>
            <a:r>
              <a:rPr lang="en-US" dirty="0"/>
              <a:t>Picture</a:t>
            </a:r>
          </a:p>
        </p:txBody>
      </p:sp>
      <p:sp>
        <p:nvSpPr>
          <p:cNvPr id="4" name="Text Placeholder 3">
            <a:extLst>
              <a:ext uri="{FF2B5EF4-FFF2-40B4-BE49-F238E27FC236}">
                <a16:creationId xmlns:a16="http://schemas.microsoft.com/office/drawing/2014/main" id="{44FF16C0-0541-41AD-98F7-A469609E8DC6}"/>
              </a:ext>
            </a:extLst>
          </p:cNvPr>
          <p:cNvSpPr>
            <a:spLocks noGrp="1"/>
          </p:cNvSpPr>
          <p:nvPr>
            <p:ph type="body" sz="quarter" idx="31" hasCustomPrompt="1"/>
          </p:nvPr>
        </p:nvSpPr>
        <p:spPr>
          <a:xfrm>
            <a:off x="455995" y="2025026"/>
            <a:ext cx="256787" cy="258381"/>
          </a:xfrm>
          <a:prstGeom prst="rect">
            <a:avLst/>
          </a:prstGeom>
        </p:spPr>
        <p:txBody>
          <a:bodyPr tIns="0" bIns="0"/>
          <a:lstStyle>
            <a:lvl1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1pPr>
            <a:lvl2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2pPr>
            <a:lvl3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3pPr>
            <a:lvl4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4pPr>
            <a:lvl5pPr marL="0" algn="l" defTabSz="914102" rtl="0" eaLnBrk="1" fontAlgn="base" latinLnBrk="0" hangingPunct="1">
              <a:lnSpc>
                <a:spcPts val="2353"/>
              </a:lnSpc>
              <a:spcBef>
                <a:spcPct val="0"/>
              </a:spcBef>
              <a:spcAft>
                <a:spcPct val="0"/>
              </a:spcAft>
              <a:defRPr lang="en-US" sz="980" kern="1200" dirty="0">
                <a:solidFill>
                  <a:schemeClr val="tx1"/>
                </a:solidFill>
                <a:latin typeface="+mj-lt"/>
                <a:ea typeface="Segoe UI" pitchFamily="34" charset="0"/>
                <a:cs typeface="Segoe UI" pitchFamily="34" charset="0"/>
              </a:defRPr>
            </a:lvl5pPr>
          </a:lstStyle>
          <a:p>
            <a:pPr lvl="0"/>
            <a:r>
              <a:rPr lang="en-US" dirty="0"/>
              <a:t>1.</a:t>
            </a:r>
          </a:p>
        </p:txBody>
      </p:sp>
      <p:sp>
        <p:nvSpPr>
          <p:cNvPr id="37" name="Text Placeholder 3">
            <a:extLst>
              <a:ext uri="{FF2B5EF4-FFF2-40B4-BE49-F238E27FC236}">
                <a16:creationId xmlns:a16="http://schemas.microsoft.com/office/drawing/2014/main" id="{95171A5B-905D-4832-B11A-13594619F33F}"/>
              </a:ext>
            </a:extLst>
          </p:cNvPr>
          <p:cNvSpPr>
            <a:spLocks noGrp="1"/>
          </p:cNvSpPr>
          <p:nvPr>
            <p:ph type="body" sz="quarter" idx="32" hasCustomPrompt="1"/>
          </p:nvPr>
        </p:nvSpPr>
        <p:spPr>
          <a:xfrm>
            <a:off x="2379573" y="2025026"/>
            <a:ext cx="256787" cy="258381"/>
          </a:xfrm>
          <a:prstGeom prst="rect">
            <a:avLst/>
          </a:prstGeom>
        </p:spPr>
        <p:txBody>
          <a:bodyPr tIns="0" bIns="0"/>
          <a:lstStyle>
            <a:lvl1pPr marL="0" algn="l" defTabSz="914102" rtl="0" eaLnBrk="1" fontAlgn="base" latinLnBrk="0" hangingPunct="1">
              <a:lnSpc>
                <a:spcPts val="2353"/>
              </a:lnSpc>
              <a:spcBef>
                <a:spcPct val="0"/>
              </a:spcBef>
              <a:spcAft>
                <a:spcPct val="0"/>
              </a:spcAft>
              <a:defRPr lang="en-US" sz="980" kern="1200" dirty="0" smtClean="0">
                <a:solidFill>
                  <a:srgbClr val="000000"/>
                </a:solidFill>
                <a:latin typeface="+mj-lt"/>
                <a:ea typeface="Segoe UI" pitchFamily="34" charset="0"/>
                <a:cs typeface="Segoe UI" pitchFamily="34" charset="0"/>
              </a:defRPr>
            </a:lvl1pPr>
            <a:lvl2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2pPr>
            <a:lvl3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3pPr>
            <a:lvl4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4pPr>
            <a:lvl5pPr marL="0" algn="l" defTabSz="914102" rtl="0" eaLnBrk="1" fontAlgn="base" latinLnBrk="0" hangingPunct="1">
              <a:lnSpc>
                <a:spcPts val="2353"/>
              </a:lnSpc>
              <a:spcBef>
                <a:spcPct val="0"/>
              </a:spcBef>
              <a:spcAft>
                <a:spcPct val="0"/>
              </a:spcAft>
              <a:defRPr lang="en-US" sz="980" kern="1200" dirty="0">
                <a:solidFill>
                  <a:schemeClr val="tx1"/>
                </a:solidFill>
                <a:latin typeface="+mj-lt"/>
                <a:ea typeface="Segoe UI" pitchFamily="34" charset="0"/>
                <a:cs typeface="Segoe UI" pitchFamily="34" charset="0"/>
              </a:defRPr>
            </a:lvl5pPr>
          </a:lstStyle>
          <a:p>
            <a:pPr lvl="0"/>
            <a:r>
              <a:rPr lang="en-US" dirty="0"/>
              <a:t>2.</a:t>
            </a:r>
          </a:p>
        </p:txBody>
      </p:sp>
      <p:sp>
        <p:nvSpPr>
          <p:cNvPr id="38" name="Text Placeholder 3">
            <a:extLst>
              <a:ext uri="{FF2B5EF4-FFF2-40B4-BE49-F238E27FC236}">
                <a16:creationId xmlns:a16="http://schemas.microsoft.com/office/drawing/2014/main" id="{DDBE933A-166C-4934-8425-2A89AAA211E9}"/>
              </a:ext>
            </a:extLst>
          </p:cNvPr>
          <p:cNvSpPr>
            <a:spLocks noGrp="1"/>
          </p:cNvSpPr>
          <p:nvPr>
            <p:ph type="body" sz="quarter" idx="33" hasCustomPrompt="1"/>
          </p:nvPr>
        </p:nvSpPr>
        <p:spPr>
          <a:xfrm>
            <a:off x="4303151" y="2025026"/>
            <a:ext cx="256787" cy="258381"/>
          </a:xfrm>
          <a:prstGeom prst="rect">
            <a:avLst/>
          </a:prstGeom>
        </p:spPr>
        <p:txBody>
          <a:bodyPr tIns="0" bIns="0"/>
          <a:lstStyle>
            <a:lvl1pPr marL="0" algn="l" defTabSz="914102" rtl="0" eaLnBrk="1" fontAlgn="base" latinLnBrk="0" hangingPunct="1">
              <a:lnSpc>
                <a:spcPts val="2353"/>
              </a:lnSpc>
              <a:spcBef>
                <a:spcPct val="0"/>
              </a:spcBef>
              <a:spcAft>
                <a:spcPct val="0"/>
              </a:spcAft>
              <a:defRPr lang="en-US" sz="980" kern="1200" dirty="0" smtClean="0">
                <a:solidFill>
                  <a:srgbClr val="000000"/>
                </a:solidFill>
                <a:latin typeface="+mj-lt"/>
                <a:ea typeface="Segoe UI" pitchFamily="34" charset="0"/>
                <a:cs typeface="Segoe UI" pitchFamily="34" charset="0"/>
              </a:defRPr>
            </a:lvl1pPr>
            <a:lvl2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2pPr>
            <a:lvl3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3pPr>
            <a:lvl4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4pPr>
            <a:lvl5pPr marL="0" algn="l" defTabSz="914102" rtl="0" eaLnBrk="1" fontAlgn="base" latinLnBrk="0" hangingPunct="1">
              <a:lnSpc>
                <a:spcPts val="2353"/>
              </a:lnSpc>
              <a:spcBef>
                <a:spcPct val="0"/>
              </a:spcBef>
              <a:spcAft>
                <a:spcPct val="0"/>
              </a:spcAft>
              <a:defRPr lang="en-US" sz="980" kern="1200" dirty="0">
                <a:solidFill>
                  <a:schemeClr val="tx1"/>
                </a:solidFill>
                <a:latin typeface="+mj-lt"/>
                <a:ea typeface="Segoe UI" pitchFamily="34" charset="0"/>
                <a:cs typeface="Segoe UI" pitchFamily="34" charset="0"/>
              </a:defRPr>
            </a:lvl5pPr>
          </a:lstStyle>
          <a:p>
            <a:pPr lvl="0"/>
            <a:r>
              <a:rPr lang="en-US" dirty="0"/>
              <a:t>3.</a:t>
            </a:r>
          </a:p>
        </p:txBody>
      </p:sp>
      <p:sp>
        <p:nvSpPr>
          <p:cNvPr id="39" name="Text Placeholder 3">
            <a:extLst>
              <a:ext uri="{FF2B5EF4-FFF2-40B4-BE49-F238E27FC236}">
                <a16:creationId xmlns:a16="http://schemas.microsoft.com/office/drawing/2014/main" id="{171069D2-CF68-4D89-9134-20A61AFA10DD}"/>
              </a:ext>
            </a:extLst>
          </p:cNvPr>
          <p:cNvSpPr>
            <a:spLocks noGrp="1"/>
          </p:cNvSpPr>
          <p:nvPr>
            <p:ph type="body" sz="quarter" idx="34" hasCustomPrompt="1"/>
          </p:nvPr>
        </p:nvSpPr>
        <p:spPr>
          <a:xfrm>
            <a:off x="6229842" y="2025026"/>
            <a:ext cx="256787" cy="258381"/>
          </a:xfrm>
          <a:prstGeom prst="rect">
            <a:avLst/>
          </a:prstGeom>
        </p:spPr>
        <p:txBody>
          <a:bodyPr tIns="0" bIns="0"/>
          <a:lstStyle>
            <a:lvl1pPr marL="0" algn="l" defTabSz="914102" rtl="0" eaLnBrk="1" fontAlgn="base" latinLnBrk="0" hangingPunct="1">
              <a:lnSpc>
                <a:spcPts val="2353"/>
              </a:lnSpc>
              <a:spcBef>
                <a:spcPct val="0"/>
              </a:spcBef>
              <a:spcAft>
                <a:spcPct val="0"/>
              </a:spcAft>
              <a:defRPr lang="en-US" sz="980" kern="1200" dirty="0" smtClean="0">
                <a:solidFill>
                  <a:srgbClr val="000000"/>
                </a:solidFill>
                <a:latin typeface="+mj-lt"/>
                <a:ea typeface="Segoe UI" pitchFamily="34" charset="0"/>
                <a:cs typeface="Segoe UI" pitchFamily="34" charset="0"/>
              </a:defRPr>
            </a:lvl1pPr>
            <a:lvl2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2pPr>
            <a:lvl3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3pPr>
            <a:lvl4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4pPr>
            <a:lvl5pPr marL="0" algn="l" defTabSz="914102" rtl="0" eaLnBrk="1" fontAlgn="base" latinLnBrk="0" hangingPunct="1">
              <a:lnSpc>
                <a:spcPts val="2353"/>
              </a:lnSpc>
              <a:spcBef>
                <a:spcPct val="0"/>
              </a:spcBef>
              <a:spcAft>
                <a:spcPct val="0"/>
              </a:spcAft>
              <a:defRPr lang="en-US" sz="980" kern="1200" dirty="0">
                <a:solidFill>
                  <a:schemeClr val="tx1"/>
                </a:solidFill>
                <a:latin typeface="+mj-lt"/>
                <a:ea typeface="Segoe UI" pitchFamily="34" charset="0"/>
                <a:cs typeface="Segoe UI" pitchFamily="34" charset="0"/>
              </a:defRPr>
            </a:lvl5pPr>
          </a:lstStyle>
          <a:p>
            <a:pPr lvl="0"/>
            <a:r>
              <a:rPr lang="en-US" dirty="0"/>
              <a:t>4.</a:t>
            </a:r>
          </a:p>
        </p:txBody>
      </p:sp>
      <p:sp>
        <p:nvSpPr>
          <p:cNvPr id="40" name="Text Placeholder 3">
            <a:extLst>
              <a:ext uri="{FF2B5EF4-FFF2-40B4-BE49-F238E27FC236}">
                <a16:creationId xmlns:a16="http://schemas.microsoft.com/office/drawing/2014/main" id="{77858A5B-7408-41FF-9369-C0F9B773A308}"/>
              </a:ext>
            </a:extLst>
          </p:cNvPr>
          <p:cNvSpPr>
            <a:spLocks noGrp="1"/>
          </p:cNvSpPr>
          <p:nvPr>
            <p:ph type="body" sz="quarter" idx="35" hasCustomPrompt="1"/>
          </p:nvPr>
        </p:nvSpPr>
        <p:spPr>
          <a:xfrm>
            <a:off x="8139413" y="2025026"/>
            <a:ext cx="256787" cy="258381"/>
          </a:xfrm>
          <a:prstGeom prst="rect">
            <a:avLst/>
          </a:prstGeom>
        </p:spPr>
        <p:txBody>
          <a:bodyPr tIns="0" bIns="0"/>
          <a:lstStyle>
            <a:lvl1pPr marL="0" algn="l" defTabSz="914102" rtl="0" eaLnBrk="1" fontAlgn="base" latinLnBrk="0" hangingPunct="1">
              <a:lnSpc>
                <a:spcPts val="2353"/>
              </a:lnSpc>
              <a:spcBef>
                <a:spcPct val="0"/>
              </a:spcBef>
              <a:spcAft>
                <a:spcPct val="0"/>
              </a:spcAft>
              <a:defRPr lang="en-US" sz="980" kern="1200" dirty="0" smtClean="0">
                <a:solidFill>
                  <a:srgbClr val="000000"/>
                </a:solidFill>
                <a:latin typeface="+mj-lt"/>
                <a:ea typeface="Segoe UI" pitchFamily="34" charset="0"/>
                <a:cs typeface="Segoe UI" pitchFamily="34" charset="0"/>
              </a:defRPr>
            </a:lvl1pPr>
            <a:lvl2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2pPr>
            <a:lvl3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3pPr>
            <a:lvl4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4pPr>
            <a:lvl5pPr marL="0" algn="l" defTabSz="914102" rtl="0" eaLnBrk="1" fontAlgn="base" latinLnBrk="0" hangingPunct="1">
              <a:lnSpc>
                <a:spcPts val="2353"/>
              </a:lnSpc>
              <a:spcBef>
                <a:spcPct val="0"/>
              </a:spcBef>
              <a:spcAft>
                <a:spcPct val="0"/>
              </a:spcAft>
              <a:defRPr lang="en-US" sz="980" kern="1200" dirty="0">
                <a:solidFill>
                  <a:schemeClr val="tx1"/>
                </a:solidFill>
                <a:latin typeface="+mj-lt"/>
                <a:ea typeface="Segoe UI" pitchFamily="34" charset="0"/>
                <a:cs typeface="Segoe UI" pitchFamily="34" charset="0"/>
              </a:defRPr>
            </a:lvl5pPr>
          </a:lstStyle>
          <a:p>
            <a:pPr lvl="0"/>
            <a:r>
              <a:rPr lang="en-US" dirty="0"/>
              <a:t>5.</a:t>
            </a:r>
          </a:p>
        </p:txBody>
      </p:sp>
      <p:sp>
        <p:nvSpPr>
          <p:cNvPr id="41" name="Text Placeholder 3">
            <a:extLst>
              <a:ext uri="{FF2B5EF4-FFF2-40B4-BE49-F238E27FC236}">
                <a16:creationId xmlns:a16="http://schemas.microsoft.com/office/drawing/2014/main" id="{AF637A76-D1E1-49A2-AF33-3521BBC721C4}"/>
              </a:ext>
            </a:extLst>
          </p:cNvPr>
          <p:cNvSpPr>
            <a:spLocks noGrp="1"/>
          </p:cNvSpPr>
          <p:nvPr>
            <p:ph type="body" sz="quarter" idx="36" hasCustomPrompt="1"/>
          </p:nvPr>
        </p:nvSpPr>
        <p:spPr>
          <a:xfrm>
            <a:off x="10067660" y="2025026"/>
            <a:ext cx="256787" cy="258381"/>
          </a:xfrm>
          <a:prstGeom prst="rect">
            <a:avLst/>
          </a:prstGeom>
        </p:spPr>
        <p:txBody>
          <a:bodyPr tIns="0" bIns="0"/>
          <a:lstStyle>
            <a:lvl1pPr marL="0" algn="l" defTabSz="914102" rtl="0" eaLnBrk="1" fontAlgn="base" latinLnBrk="0" hangingPunct="1">
              <a:lnSpc>
                <a:spcPts val="2353"/>
              </a:lnSpc>
              <a:spcBef>
                <a:spcPct val="0"/>
              </a:spcBef>
              <a:spcAft>
                <a:spcPct val="0"/>
              </a:spcAft>
              <a:defRPr lang="en-US" sz="980" kern="1200" dirty="0" smtClean="0">
                <a:solidFill>
                  <a:srgbClr val="000000"/>
                </a:solidFill>
                <a:latin typeface="+mj-lt"/>
                <a:ea typeface="Segoe UI" pitchFamily="34" charset="0"/>
                <a:cs typeface="Segoe UI" pitchFamily="34" charset="0"/>
              </a:defRPr>
            </a:lvl1pPr>
            <a:lvl2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2pPr>
            <a:lvl3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3pPr>
            <a:lvl4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4pPr>
            <a:lvl5pPr marL="0" algn="l" defTabSz="914102" rtl="0" eaLnBrk="1" fontAlgn="base" latinLnBrk="0" hangingPunct="1">
              <a:lnSpc>
                <a:spcPts val="2353"/>
              </a:lnSpc>
              <a:spcBef>
                <a:spcPct val="0"/>
              </a:spcBef>
              <a:spcAft>
                <a:spcPct val="0"/>
              </a:spcAft>
              <a:defRPr lang="en-US" sz="980" kern="1200" dirty="0">
                <a:solidFill>
                  <a:schemeClr val="tx1"/>
                </a:solidFill>
                <a:latin typeface="+mj-lt"/>
                <a:ea typeface="Segoe UI" pitchFamily="34" charset="0"/>
                <a:cs typeface="Segoe UI" pitchFamily="34" charset="0"/>
              </a:defRPr>
            </a:lvl5pPr>
          </a:lstStyle>
          <a:p>
            <a:pPr lvl="0"/>
            <a:r>
              <a:rPr lang="en-US" dirty="0"/>
              <a:t>6.</a:t>
            </a:r>
          </a:p>
        </p:txBody>
      </p:sp>
      <p:sp>
        <p:nvSpPr>
          <p:cNvPr id="33" name="Text Box 3">
            <a:extLst>
              <a:ext uri="{FF2B5EF4-FFF2-40B4-BE49-F238E27FC236}">
                <a16:creationId xmlns:a16="http://schemas.microsoft.com/office/drawing/2014/main" id="{75395D73-9049-014E-BEF9-A35587DB4139}"/>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
        <p:nvSpPr>
          <p:cNvPr id="34" name="Text Placeholder 4">
            <a:extLst>
              <a:ext uri="{FF2B5EF4-FFF2-40B4-BE49-F238E27FC236}">
                <a16:creationId xmlns:a16="http://schemas.microsoft.com/office/drawing/2014/main" id="{3CC09D91-3BB7-5C4A-98CF-F87FD6AACD86}"/>
              </a:ext>
            </a:extLst>
          </p:cNvPr>
          <p:cNvSpPr>
            <a:spLocks noGrp="1"/>
          </p:cNvSpPr>
          <p:nvPr>
            <p:ph type="body" sz="quarter" idx="24" hasCustomPrompt="1"/>
          </p:nvPr>
        </p:nvSpPr>
        <p:spPr>
          <a:xfrm>
            <a:off x="454169" y="3622292"/>
            <a:ext cx="1693248"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35" name="Text Placeholder 4">
            <a:extLst>
              <a:ext uri="{FF2B5EF4-FFF2-40B4-BE49-F238E27FC236}">
                <a16:creationId xmlns:a16="http://schemas.microsoft.com/office/drawing/2014/main" id="{90A489FF-470D-734F-9769-61F47A78897E}"/>
              </a:ext>
            </a:extLst>
          </p:cNvPr>
          <p:cNvSpPr>
            <a:spLocks noGrp="1"/>
          </p:cNvSpPr>
          <p:nvPr>
            <p:ph type="body" sz="quarter" idx="37" hasCustomPrompt="1"/>
          </p:nvPr>
        </p:nvSpPr>
        <p:spPr>
          <a:xfrm>
            <a:off x="2378329" y="3622292"/>
            <a:ext cx="1693248"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36" name="Text Placeholder 4">
            <a:extLst>
              <a:ext uri="{FF2B5EF4-FFF2-40B4-BE49-F238E27FC236}">
                <a16:creationId xmlns:a16="http://schemas.microsoft.com/office/drawing/2014/main" id="{6F43AC1C-4836-034C-B18E-A886EB0A0954}"/>
              </a:ext>
            </a:extLst>
          </p:cNvPr>
          <p:cNvSpPr>
            <a:spLocks noGrp="1"/>
          </p:cNvSpPr>
          <p:nvPr>
            <p:ph type="body" sz="quarter" idx="38" hasCustomPrompt="1"/>
          </p:nvPr>
        </p:nvSpPr>
        <p:spPr>
          <a:xfrm>
            <a:off x="4300662" y="3622292"/>
            <a:ext cx="1693248"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42" name="Text Placeholder 4">
            <a:extLst>
              <a:ext uri="{FF2B5EF4-FFF2-40B4-BE49-F238E27FC236}">
                <a16:creationId xmlns:a16="http://schemas.microsoft.com/office/drawing/2014/main" id="{9221C77D-8F08-6C49-9011-B244AD138F0B}"/>
              </a:ext>
            </a:extLst>
          </p:cNvPr>
          <p:cNvSpPr>
            <a:spLocks noGrp="1"/>
          </p:cNvSpPr>
          <p:nvPr>
            <p:ph type="body" sz="quarter" idx="39" hasCustomPrompt="1"/>
          </p:nvPr>
        </p:nvSpPr>
        <p:spPr>
          <a:xfrm>
            <a:off x="6229842" y="3622292"/>
            <a:ext cx="1693248"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43" name="Text Placeholder 4">
            <a:extLst>
              <a:ext uri="{FF2B5EF4-FFF2-40B4-BE49-F238E27FC236}">
                <a16:creationId xmlns:a16="http://schemas.microsoft.com/office/drawing/2014/main" id="{F3776908-857F-F24D-9AF6-14CF938B5693}"/>
              </a:ext>
            </a:extLst>
          </p:cNvPr>
          <p:cNvSpPr>
            <a:spLocks noGrp="1"/>
          </p:cNvSpPr>
          <p:nvPr>
            <p:ph type="body" sz="quarter" idx="40" hasCustomPrompt="1"/>
          </p:nvPr>
        </p:nvSpPr>
        <p:spPr>
          <a:xfrm>
            <a:off x="8139413" y="3622292"/>
            <a:ext cx="1693248"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44" name="Text Placeholder 4">
            <a:extLst>
              <a:ext uri="{FF2B5EF4-FFF2-40B4-BE49-F238E27FC236}">
                <a16:creationId xmlns:a16="http://schemas.microsoft.com/office/drawing/2014/main" id="{EFB7F2E6-D12A-0A47-939B-737BAD817601}"/>
              </a:ext>
            </a:extLst>
          </p:cNvPr>
          <p:cNvSpPr>
            <a:spLocks noGrp="1"/>
          </p:cNvSpPr>
          <p:nvPr>
            <p:ph type="body" sz="quarter" idx="41" hasCustomPrompt="1"/>
          </p:nvPr>
        </p:nvSpPr>
        <p:spPr>
          <a:xfrm>
            <a:off x="10044584" y="3622292"/>
            <a:ext cx="1693248"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pic>
        <p:nvPicPr>
          <p:cNvPr id="46" name="Picture 45">
            <a:extLst>
              <a:ext uri="{FF2B5EF4-FFF2-40B4-BE49-F238E27FC236}">
                <a16:creationId xmlns:a16="http://schemas.microsoft.com/office/drawing/2014/main" id="{15EF402B-0A39-4444-AF7E-380A1C25739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882637" y="2301518"/>
            <a:ext cx="647418" cy="647510"/>
          </a:xfrm>
          <a:prstGeom prst="rect">
            <a:avLst/>
          </a:prstGeom>
        </p:spPr>
      </p:pic>
      <p:pic>
        <p:nvPicPr>
          <p:cNvPr id="47" name="Picture 46">
            <a:extLst>
              <a:ext uri="{FF2B5EF4-FFF2-40B4-BE49-F238E27FC236}">
                <a16:creationId xmlns:a16="http://schemas.microsoft.com/office/drawing/2014/main" id="{3E2F996C-B451-5D43-A1A7-18659348D8DF}"/>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67498" y="2301518"/>
            <a:ext cx="647418" cy="647510"/>
          </a:xfrm>
          <a:prstGeom prst="rect">
            <a:avLst/>
          </a:prstGeom>
        </p:spPr>
      </p:pic>
      <p:pic>
        <p:nvPicPr>
          <p:cNvPr id="48" name="Picture 47">
            <a:extLst>
              <a:ext uri="{FF2B5EF4-FFF2-40B4-BE49-F238E27FC236}">
                <a16:creationId xmlns:a16="http://schemas.microsoft.com/office/drawing/2014/main" id="{2164D954-D4BE-604E-A1FA-5D4A16CC776D}"/>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686028" y="2301518"/>
            <a:ext cx="647418" cy="647510"/>
          </a:xfrm>
          <a:prstGeom prst="rect">
            <a:avLst/>
          </a:prstGeom>
        </p:spPr>
      </p:pic>
      <p:pic>
        <p:nvPicPr>
          <p:cNvPr id="49" name="Picture 48">
            <a:extLst>
              <a:ext uri="{FF2B5EF4-FFF2-40B4-BE49-F238E27FC236}">
                <a16:creationId xmlns:a16="http://schemas.microsoft.com/office/drawing/2014/main" id="{5FC96516-B0E2-964A-9976-F62D8A3CA035}"/>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6752756" y="2301518"/>
            <a:ext cx="647418" cy="647510"/>
          </a:xfrm>
          <a:prstGeom prst="rect">
            <a:avLst/>
          </a:prstGeom>
        </p:spPr>
      </p:pic>
      <p:pic>
        <p:nvPicPr>
          <p:cNvPr id="50" name="Picture 49">
            <a:extLst>
              <a:ext uri="{FF2B5EF4-FFF2-40B4-BE49-F238E27FC236}">
                <a16:creationId xmlns:a16="http://schemas.microsoft.com/office/drawing/2014/main" id="{C42970E5-3D59-6D4C-802D-2A054118D505}"/>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4802988" y="2301518"/>
            <a:ext cx="647418" cy="647510"/>
          </a:xfrm>
          <a:prstGeom prst="rect">
            <a:avLst/>
          </a:prstGeom>
        </p:spPr>
      </p:pic>
      <p:pic>
        <p:nvPicPr>
          <p:cNvPr id="51" name="Picture 50">
            <a:extLst>
              <a:ext uri="{FF2B5EF4-FFF2-40B4-BE49-F238E27FC236}">
                <a16:creationId xmlns:a16="http://schemas.microsoft.com/office/drawing/2014/main" id="{32F713FA-C34D-0546-BEC6-2429F7B462C9}"/>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002611" y="2301518"/>
            <a:ext cx="647418" cy="647510"/>
          </a:xfrm>
          <a:prstGeom prst="rect">
            <a:avLst/>
          </a:prstGeom>
        </p:spPr>
      </p:pic>
    </p:spTree>
    <p:extLst>
      <p:ext uri="{BB962C8B-B14F-4D97-AF65-F5344CB8AC3E}">
        <p14:creationId xmlns:p14="http://schemas.microsoft.com/office/powerpoint/2010/main" val="3690669457"/>
      </p:ext>
    </p:extLst>
  </p:cSld>
  <p:clrMapOvr>
    <a:masterClrMapping/>
  </p:clrMapOvr>
  <p:transition>
    <p:fade/>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strike="noStrike">
                <a:solidFill>
                  <a:srgbClr val="000000"/>
                </a:solidFill>
              </a:defRPr>
            </a:lvl1pPr>
          </a:lstStyle>
          <a:p>
            <a:r>
              <a:rPr lang="en-US" dirty="0"/>
              <a:t>Title</a:t>
            </a:r>
          </a:p>
        </p:txBody>
      </p:sp>
      <p:sp>
        <p:nvSpPr>
          <p:cNvPr id="8" name="Text Box 3">
            <a:extLst>
              <a:ext uri="{FF2B5EF4-FFF2-40B4-BE49-F238E27FC236}">
                <a16:creationId xmlns:a16="http://schemas.microsoft.com/office/drawing/2014/main" id="{3F1DAFF6-F27C-B74D-96EC-43A1B70AA064}"/>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Tree>
    <p:extLst>
      <p:ext uri="{BB962C8B-B14F-4D97-AF65-F5344CB8AC3E}">
        <p14:creationId xmlns:p14="http://schemas.microsoft.com/office/powerpoint/2010/main" val="463407713"/>
      </p:ext>
    </p:extLst>
  </p:cSld>
  <p:clrMapOvr>
    <a:masterClrMapping/>
  </p:clrMapOvr>
  <p:transition>
    <p:fade/>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Section title 1">
    <p:bg>
      <p:bgPr>
        <a:solidFill>
          <a:schemeClr val="bg1"/>
        </a:solidFill>
        <a:effectLst/>
      </p:bgPr>
    </p:bg>
    <p:spTree>
      <p:nvGrpSpPr>
        <p:cNvPr id="1" name=""/>
        <p:cNvGrpSpPr/>
        <p:nvPr/>
      </p:nvGrpSpPr>
      <p:grpSpPr>
        <a:xfrm>
          <a:off x="0" y="0"/>
          <a:ext cx="0" cy="0"/>
          <a:chOff x="0" y="0"/>
          <a:chExt cx="0" cy="0"/>
        </a:xfrm>
      </p:grpSpPr>
      <p:sp>
        <p:nvSpPr>
          <p:cNvPr id="4" name="Title 35"/>
          <p:cNvSpPr>
            <a:spLocks noGrp="1"/>
          </p:cNvSpPr>
          <p:nvPr>
            <p:ph type="title" hasCustomPrompt="1"/>
          </p:nvPr>
        </p:nvSpPr>
        <p:spPr>
          <a:xfrm>
            <a:off x="455994" y="941692"/>
            <a:ext cx="7454643" cy="3558191"/>
          </a:xfrm>
          <a:prstGeom prst="rect">
            <a:avLst/>
          </a:prstGeom>
          <a:noFill/>
        </p:spPr>
        <p:txBody>
          <a:bodyPr vert="horz" wrap="square" lIns="0" tIns="0" rIns="0" bIns="0" rtlCol="0" anchor="t" anchorCtr="0">
            <a:noAutofit/>
          </a:bodyPr>
          <a:lstStyle>
            <a:lvl1pPr>
              <a:defRPr lang="en-US" sz="4705" spc="-49" baseline="0" dirty="0">
                <a:solidFill>
                  <a:srgbClr val="000000"/>
                </a:solidFill>
              </a:defRPr>
            </a:lvl1pPr>
          </a:lstStyle>
          <a:p>
            <a:pPr marL="0" lvl="0">
              <a:lnSpc>
                <a:spcPts val="5490"/>
              </a:lnSpc>
            </a:pPr>
            <a:r>
              <a:rPr lang="en-US" dirty="0"/>
              <a:t>Section title</a:t>
            </a:r>
          </a:p>
        </p:txBody>
      </p:sp>
    </p:spTree>
    <p:extLst>
      <p:ext uri="{BB962C8B-B14F-4D97-AF65-F5344CB8AC3E}">
        <p14:creationId xmlns:p14="http://schemas.microsoft.com/office/powerpoint/2010/main" val="3088484136"/>
      </p:ext>
    </p:extLst>
  </p:cSld>
  <p:clrMapOvr>
    <a:masterClrMapping/>
  </p:clrMapOvr>
  <p:transition>
    <p:fade/>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p:cSld name="Section title 2">
    <p:bg>
      <p:bgPr>
        <a:solidFill>
          <a:schemeClr val="bg2"/>
        </a:solidFill>
        <a:effectLst/>
      </p:bgPr>
    </p:bg>
    <p:spTree>
      <p:nvGrpSpPr>
        <p:cNvPr id="1" name=""/>
        <p:cNvGrpSpPr/>
        <p:nvPr/>
      </p:nvGrpSpPr>
      <p:grpSpPr>
        <a:xfrm>
          <a:off x="0" y="0"/>
          <a:ext cx="0" cy="0"/>
          <a:chOff x="0" y="0"/>
          <a:chExt cx="0" cy="0"/>
        </a:xfrm>
      </p:grpSpPr>
      <p:sp>
        <p:nvSpPr>
          <p:cNvPr id="3" name="Title 35"/>
          <p:cNvSpPr>
            <a:spLocks noGrp="1"/>
          </p:cNvSpPr>
          <p:nvPr>
            <p:ph type="title" hasCustomPrompt="1"/>
          </p:nvPr>
        </p:nvSpPr>
        <p:spPr>
          <a:xfrm>
            <a:off x="455994" y="941692"/>
            <a:ext cx="7454643" cy="3558191"/>
          </a:xfrm>
          <a:prstGeom prst="rect">
            <a:avLst/>
          </a:prstGeom>
          <a:noFill/>
        </p:spPr>
        <p:txBody>
          <a:bodyPr vert="horz" wrap="square" lIns="0" tIns="0" rIns="0" bIns="0" rtlCol="0" anchor="t" anchorCtr="0">
            <a:noAutofit/>
          </a:bodyPr>
          <a:lstStyle>
            <a:lvl1pPr>
              <a:defRPr lang="en-US" sz="4705" spc="-49" baseline="0" dirty="0">
                <a:solidFill>
                  <a:srgbClr val="FFFFFF"/>
                </a:solidFill>
              </a:defRPr>
            </a:lvl1pPr>
          </a:lstStyle>
          <a:p>
            <a:pPr marL="0" lvl="0">
              <a:lnSpc>
                <a:spcPts val="5490"/>
              </a:lnSpc>
            </a:pPr>
            <a:r>
              <a:rPr lang="en-US" dirty="0"/>
              <a:t>Section title</a:t>
            </a:r>
          </a:p>
        </p:txBody>
      </p:sp>
    </p:spTree>
    <p:extLst>
      <p:ext uri="{BB962C8B-B14F-4D97-AF65-F5344CB8AC3E}">
        <p14:creationId xmlns:p14="http://schemas.microsoft.com/office/powerpoint/2010/main" val="4289736409"/>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Section title 3">
    <p:bg>
      <p:bgPr>
        <a:solidFill>
          <a:srgbClr val="FFFFFF"/>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a:xfrm>
            <a:off x="-1" y="0"/>
            <a:ext cx="12192000" cy="6858000"/>
          </a:xfrm>
          <a:prstGeom prst="rect">
            <a:avLst/>
          </a:prstGeom>
        </p:spPr>
      </p:pic>
      <p:sp>
        <p:nvSpPr>
          <p:cNvPr id="5" name="Title 35">
            <a:extLst>
              <a:ext uri="{FF2B5EF4-FFF2-40B4-BE49-F238E27FC236}">
                <a16:creationId xmlns:a16="http://schemas.microsoft.com/office/drawing/2014/main" id="{60388DA1-8C2D-4FFD-88BD-DE4D7CEFD0D2}"/>
              </a:ext>
            </a:extLst>
          </p:cNvPr>
          <p:cNvSpPr>
            <a:spLocks noGrp="1"/>
          </p:cNvSpPr>
          <p:nvPr>
            <p:ph type="title" hasCustomPrompt="1"/>
          </p:nvPr>
        </p:nvSpPr>
        <p:spPr>
          <a:xfrm>
            <a:off x="455994" y="941692"/>
            <a:ext cx="7454643" cy="3558191"/>
          </a:xfrm>
          <a:prstGeom prst="rect">
            <a:avLst/>
          </a:prstGeom>
          <a:noFill/>
        </p:spPr>
        <p:txBody>
          <a:bodyPr vert="horz" wrap="square" lIns="0" tIns="0" rIns="0" bIns="0" rtlCol="0" anchor="t" anchorCtr="0">
            <a:noAutofit/>
          </a:bodyPr>
          <a:lstStyle>
            <a:lvl1pPr>
              <a:defRPr lang="en-US" sz="4705" spc="-49" baseline="0" dirty="0">
                <a:solidFill>
                  <a:schemeClr val="tx1"/>
                </a:solidFill>
              </a:defRPr>
            </a:lvl1pPr>
          </a:lstStyle>
          <a:p>
            <a:pPr marL="0" lvl="0">
              <a:lnSpc>
                <a:spcPts val="5490"/>
              </a:lnSpc>
            </a:pPr>
            <a:r>
              <a:rPr lang="en-US" dirty="0"/>
              <a:t>Section title</a:t>
            </a:r>
          </a:p>
        </p:txBody>
      </p:sp>
    </p:spTree>
    <p:extLst>
      <p:ext uri="{BB962C8B-B14F-4D97-AF65-F5344CB8AC3E}">
        <p14:creationId xmlns:p14="http://schemas.microsoft.com/office/powerpoint/2010/main" val="1900976395"/>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Photo layout 1">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229841" y="0"/>
            <a:ext cx="5973790" cy="6858000"/>
          </a:xfrm>
          <a:prstGeom prst="rect">
            <a:avLst/>
          </a:prstGeom>
        </p:spPr>
      </p:pic>
      <p:sp>
        <p:nvSpPr>
          <p:cNvPr id="2" name="Title 1"/>
          <p:cNvSpPr>
            <a:spLocks noGrp="1"/>
          </p:cNvSpPr>
          <p:nvPr>
            <p:ph type="title" hasCustomPrompt="1"/>
          </p:nvPr>
        </p:nvSpPr>
        <p:spPr>
          <a:xfrm>
            <a:off x="455995" y="620428"/>
            <a:ext cx="5541959" cy="403137"/>
          </a:xfrm>
          <a:prstGeom prst="rect">
            <a:avLst/>
          </a:prstGeom>
        </p:spPr>
        <p:txBody>
          <a:bodyPr wrap="square" lIns="0" tIns="0" rIns="0" bIns="0">
            <a:spAutoFit/>
          </a:bodyPr>
          <a:lstStyle>
            <a:lvl1pPr>
              <a:lnSpc>
                <a:spcPts val="3137"/>
              </a:lnSpc>
              <a:defRPr sz="2745" baseline="0">
                <a:solidFill>
                  <a:srgbClr val="000000"/>
                </a:solidFill>
              </a:defRPr>
            </a:lvl1pPr>
          </a:lstStyle>
          <a:p>
            <a:r>
              <a:rPr lang="en-US" dirty="0"/>
              <a:t>Photo layout 1</a:t>
            </a:r>
          </a:p>
        </p:txBody>
      </p:sp>
      <p:sp>
        <p:nvSpPr>
          <p:cNvPr id="5" name="Text Placeholder 4">
            <a:extLst>
              <a:ext uri="{FF2B5EF4-FFF2-40B4-BE49-F238E27FC236}">
                <a16:creationId xmlns:a16="http://schemas.microsoft.com/office/drawing/2014/main" id="{6E31D123-CA1A-4568-88C8-6B1287D07EE9}"/>
              </a:ext>
            </a:extLst>
          </p:cNvPr>
          <p:cNvSpPr>
            <a:spLocks noGrp="1"/>
          </p:cNvSpPr>
          <p:nvPr>
            <p:ph type="body" sz="quarter" idx="13" hasCustomPrompt="1"/>
          </p:nvPr>
        </p:nvSpPr>
        <p:spPr>
          <a:xfrm>
            <a:off x="455994" y="2363622"/>
            <a:ext cx="4822952" cy="495136"/>
          </a:xfrm>
          <a:prstGeom prst="rect">
            <a:avLst/>
          </a:prstGeom>
        </p:spPr>
        <p:txBody>
          <a:bodyPr lIns="0" tIns="0" rIns="0" bIns="0"/>
          <a:lstStyle>
            <a:lvl1pPr marL="0" indent="0">
              <a:lnSpc>
                <a:spcPts val="1765"/>
              </a:lnSpc>
              <a:spcBef>
                <a:spcPts val="1176"/>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dirty="0">
                <a:solidFill>
                  <a:schemeClr val="tx2"/>
                </a:solidFill>
                <a:latin typeface="+mj-lt"/>
              </a:rPr>
              <a:t>Paragraph title Segoe UI </a:t>
            </a:r>
            <a:r>
              <a:rPr lang="en-US" b="0" dirty="0" err="1">
                <a:solidFill>
                  <a:schemeClr val="tx2"/>
                </a:solidFill>
                <a:latin typeface="+mj-lt"/>
              </a:rPr>
              <a:t>Semibold</a:t>
            </a:r>
            <a:r>
              <a:rPr lang="en-US" b="0" dirty="0">
                <a:solidFill>
                  <a:schemeClr val="tx2"/>
                </a:solidFill>
                <a:latin typeface="+mj-lt"/>
              </a:rPr>
              <a:t> 14/18</a:t>
            </a:r>
            <a:endParaRPr lang="en-US" dirty="0"/>
          </a:p>
          <a:p>
            <a:pPr lvl="1"/>
            <a:endParaRPr lang="en-US" dirty="0"/>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55995" y="1922587"/>
            <a:ext cx="4822951" cy="287771"/>
          </a:xfrm>
          <a:prstGeom prst="rect">
            <a:avLst/>
          </a:prstGeom>
        </p:spPr>
        <p:txBody>
          <a:bodyPr wrap="square" lIns="0" tIns="0" rIns="0" bIns="0">
            <a:spAutoFit/>
          </a:bodyPr>
          <a:lstStyle>
            <a:lvl1pPr marL="0" indent="0">
              <a:lnSpc>
                <a:spcPts val="2353"/>
              </a:lnSpc>
              <a:buNone/>
              <a:defRPr lang="en-US" sz="1961" kern="1200" spc="0" baseline="0" dirty="0">
                <a:solidFill>
                  <a:srgbClr val="000000"/>
                </a:solidFill>
                <a:latin typeface="+mn-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dirty="0"/>
              <a:t>Subhead Segoe UI Regular 20/24. </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229842" y="3121485"/>
            <a:ext cx="5973053" cy="543185"/>
          </a:xfrm>
          <a:prstGeom prst="rect">
            <a:avLst/>
          </a:prstGeom>
        </p:spPr>
        <p:txBody>
          <a:bodyPr/>
          <a:lstStyle>
            <a:lvl1pPr algn="ctr">
              <a:defRPr>
                <a:solidFill>
                  <a:schemeClr val="bg1"/>
                </a:solidFill>
              </a:defRPr>
            </a:lvl1pPr>
          </a:lstStyle>
          <a:p>
            <a:r>
              <a:rPr lang="en-US" dirty="0"/>
              <a:t>Drop photo here</a:t>
            </a:r>
          </a:p>
        </p:txBody>
      </p:sp>
      <p:sp>
        <p:nvSpPr>
          <p:cNvPr id="13" name="Text Box 3">
            <a:extLst>
              <a:ext uri="{FF2B5EF4-FFF2-40B4-BE49-F238E27FC236}">
                <a16:creationId xmlns:a16="http://schemas.microsoft.com/office/drawing/2014/main" id="{9B6CD1B2-B033-3544-BC3C-77A135C65972}"/>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55995" y="2576675"/>
            <a:ext cx="4822951" cy="674672"/>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17" name="Text Placeholder 4">
            <a:extLst>
              <a:ext uri="{FF2B5EF4-FFF2-40B4-BE49-F238E27FC236}">
                <a16:creationId xmlns:a16="http://schemas.microsoft.com/office/drawing/2014/main" id="{0D336736-F7E2-BA48-AD3E-B0037BAC6816}"/>
              </a:ext>
            </a:extLst>
          </p:cNvPr>
          <p:cNvSpPr>
            <a:spLocks noGrp="1"/>
          </p:cNvSpPr>
          <p:nvPr>
            <p:ph type="body" sz="quarter" idx="43" hasCustomPrompt="1"/>
          </p:nvPr>
        </p:nvSpPr>
        <p:spPr>
          <a:xfrm>
            <a:off x="455993" y="3428999"/>
            <a:ext cx="4822952" cy="495136"/>
          </a:xfrm>
          <a:prstGeom prst="rect">
            <a:avLst/>
          </a:prstGeom>
        </p:spPr>
        <p:txBody>
          <a:bodyPr lIns="0" tIns="0" rIns="0" bIns="0"/>
          <a:lstStyle>
            <a:lvl1pPr marL="0" indent="0">
              <a:lnSpc>
                <a:spcPts val="1765"/>
              </a:lnSpc>
              <a:spcBef>
                <a:spcPts val="1176"/>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dirty="0">
                <a:solidFill>
                  <a:schemeClr val="tx2"/>
                </a:solidFill>
                <a:latin typeface="+mj-lt"/>
              </a:rPr>
              <a:t>Paragraph title Segoe UI </a:t>
            </a:r>
            <a:r>
              <a:rPr lang="en-US" b="0" dirty="0" err="1">
                <a:solidFill>
                  <a:schemeClr val="tx2"/>
                </a:solidFill>
                <a:latin typeface="+mj-lt"/>
              </a:rPr>
              <a:t>Semibold</a:t>
            </a:r>
            <a:r>
              <a:rPr lang="en-US" b="0" dirty="0">
                <a:solidFill>
                  <a:schemeClr val="tx2"/>
                </a:solidFill>
                <a:latin typeface="+mj-lt"/>
              </a:rPr>
              <a:t> 14/18</a:t>
            </a:r>
            <a:endParaRPr lang="en-US" dirty="0"/>
          </a:p>
          <a:p>
            <a:pPr lvl="1"/>
            <a:endParaRPr lang="en-US" dirty="0"/>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55994" y="3639464"/>
            <a:ext cx="4822951" cy="674672"/>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Tree>
    <p:extLst>
      <p:ext uri="{BB962C8B-B14F-4D97-AF65-F5344CB8AC3E}">
        <p14:creationId xmlns:p14="http://schemas.microsoft.com/office/powerpoint/2010/main" val="3518685521"/>
      </p:ext>
    </p:extLst>
  </p:cSld>
  <p:clrMapOvr>
    <a:masterClrMapping/>
  </p:clrMapOvr>
  <p:transition>
    <p:fade/>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Photo layout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dirty="0"/>
              <a:t>Photo layout 2</a:t>
            </a:r>
          </a:p>
        </p:txBody>
      </p:sp>
      <p:sp>
        <p:nvSpPr>
          <p:cNvPr id="5" name="Text Placeholder 4"/>
          <p:cNvSpPr>
            <a:spLocks noGrp="1"/>
          </p:cNvSpPr>
          <p:nvPr>
            <p:ph type="body" sz="quarter" idx="11" hasCustomPrompt="1"/>
          </p:nvPr>
        </p:nvSpPr>
        <p:spPr>
          <a:xfrm>
            <a:off x="455995" y="4927922"/>
            <a:ext cx="3618381" cy="216206"/>
          </a:xfrm>
          <a:prstGeom prst="rect">
            <a:avLst/>
          </a:prstGeo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2" b="0" kern="1200" spc="0" baseline="0" dirty="0" smtClean="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UI </a:t>
            </a:r>
            <a:r>
              <a:rPr lang="en-US" dirty="0" err="1"/>
              <a:t>Semibold</a:t>
            </a:r>
            <a:r>
              <a:rPr lang="en-US" dirty="0"/>
              <a:t> 14</a:t>
            </a:r>
          </a:p>
        </p:txBody>
      </p:sp>
      <p:sp>
        <p:nvSpPr>
          <p:cNvPr id="9" name="Text Placeholder 4"/>
          <p:cNvSpPr>
            <a:spLocks noGrp="1"/>
          </p:cNvSpPr>
          <p:nvPr>
            <p:ph type="body" sz="quarter" idx="12" hasCustomPrompt="1"/>
          </p:nvPr>
        </p:nvSpPr>
        <p:spPr>
          <a:xfrm>
            <a:off x="4300039" y="4927922"/>
            <a:ext cx="3618381" cy="216206"/>
          </a:xfrm>
          <a:prstGeom prst="rect">
            <a:avLst/>
          </a:prstGeo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sz="1372">
                <a:solidFill>
                  <a:schemeClr val="tx2"/>
                </a:solidFill>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UI </a:t>
            </a:r>
            <a:r>
              <a:rPr lang="en-US" dirty="0" err="1"/>
              <a:t>Semibold</a:t>
            </a:r>
            <a:r>
              <a:rPr lang="en-US" dirty="0"/>
              <a:t> 14</a:t>
            </a:r>
          </a:p>
        </p:txBody>
      </p:sp>
      <p:sp>
        <p:nvSpPr>
          <p:cNvPr id="10" name="Text Placeholder 4"/>
          <p:cNvSpPr>
            <a:spLocks noGrp="1"/>
          </p:cNvSpPr>
          <p:nvPr>
            <p:ph type="body" sz="quarter" idx="13" hasCustomPrompt="1"/>
          </p:nvPr>
        </p:nvSpPr>
        <p:spPr>
          <a:xfrm>
            <a:off x="8144083" y="4927922"/>
            <a:ext cx="3618381" cy="216206"/>
          </a:xfrm>
          <a:prstGeom prst="rect">
            <a:avLst/>
          </a:prstGeo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sz="1372">
                <a:solidFill>
                  <a:schemeClr val="tx2"/>
                </a:solidFill>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UI </a:t>
            </a:r>
            <a:r>
              <a:rPr lang="en-US" dirty="0" err="1"/>
              <a:t>Semibold</a:t>
            </a:r>
            <a:r>
              <a:rPr lang="en-US" dirty="0"/>
              <a:t> 14</a:t>
            </a:r>
          </a:p>
        </p:txBody>
      </p:sp>
      <p:pic>
        <p:nvPicPr>
          <p:cNvPr id="15" name="Picture 14"/>
          <p:cNvPicPr>
            <a:picLocks noChangeAspect="1"/>
          </p:cNvPicPr>
          <p:nvPr userDrawn="1"/>
        </p:nvPicPr>
        <p:blipFill rotWithShape="1">
          <a:blip r:embed="rId2" cstate="print">
            <a:extLst>
              <a:ext uri="{28A0092B-C50C-407E-A947-70E740481C1C}">
                <a14:useLocalDpi xmlns:a14="http://schemas.microsoft.com/office/drawing/2010/main" val="0"/>
              </a:ext>
            </a:extLst>
          </a:blip>
          <a:srcRect r="-1"/>
          <a:stretch/>
        </p:blipFill>
        <p:spPr>
          <a:xfrm>
            <a:off x="8150360" y="2152783"/>
            <a:ext cx="3623053" cy="2589915"/>
          </a:xfrm>
          <a:prstGeom prst="rect">
            <a:avLst/>
          </a:prstGeom>
        </p:spPr>
      </p:pic>
      <p:pic>
        <p:nvPicPr>
          <p:cNvPr id="16" name="Picture 15"/>
          <p:cNvPicPr>
            <a:picLocks noChangeAspect="1"/>
          </p:cNvPicPr>
          <p:nvPr userDrawn="1"/>
        </p:nvPicPr>
        <p:blipFill rotWithShape="1">
          <a:blip r:embed="rId3" cstate="print">
            <a:extLst>
              <a:ext uri="{28A0092B-C50C-407E-A947-70E740481C1C}">
                <a14:useLocalDpi xmlns:a14="http://schemas.microsoft.com/office/drawing/2010/main" val="0"/>
              </a:ext>
            </a:extLst>
          </a:blip>
          <a:srcRect/>
          <a:stretch/>
        </p:blipFill>
        <p:spPr>
          <a:xfrm>
            <a:off x="425647" y="2152783"/>
            <a:ext cx="3648727" cy="2589915"/>
          </a:xfrm>
          <a:prstGeom prst="rect">
            <a:avLst/>
          </a:prstGeom>
        </p:spPr>
      </p:pic>
      <p:pic>
        <p:nvPicPr>
          <p:cNvPr id="17" name="Picture 16"/>
          <p:cNvPicPr>
            <a:picLocks noChangeAspect="1"/>
          </p:cNvPicPr>
          <p:nvPr userDrawn="1"/>
        </p:nvPicPr>
        <p:blipFill rotWithShape="1">
          <a:blip r:embed="rId4" cstate="print">
            <a:extLst>
              <a:ext uri="{28A0092B-C50C-407E-A947-70E740481C1C}">
                <a14:useLocalDpi xmlns:a14="http://schemas.microsoft.com/office/drawing/2010/main" val="0"/>
              </a:ext>
            </a:extLst>
          </a:blip>
          <a:srcRect/>
          <a:stretch/>
        </p:blipFill>
        <p:spPr>
          <a:xfrm>
            <a:off x="4295368" y="2152781"/>
            <a:ext cx="3623052" cy="2589916"/>
          </a:xfrm>
          <a:prstGeom prst="rect">
            <a:avLst/>
          </a:prstGeom>
        </p:spPr>
      </p:pic>
      <p:sp>
        <p:nvSpPr>
          <p:cNvPr id="4" name="Picture Placeholder 3">
            <a:extLst>
              <a:ext uri="{FF2B5EF4-FFF2-40B4-BE49-F238E27FC236}">
                <a16:creationId xmlns:a16="http://schemas.microsoft.com/office/drawing/2014/main" id="{2717A0C5-B07A-A34B-9DBC-AEA2B456E25A}"/>
              </a:ext>
            </a:extLst>
          </p:cNvPr>
          <p:cNvSpPr>
            <a:spLocks noGrp="1"/>
          </p:cNvSpPr>
          <p:nvPr>
            <p:ph type="pic" sz="quarter" idx="14" hasCustomPrompt="1"/>
          </p:nvPr>
        </p:nvSpPr>
        <p:spPr>
          <a:xfrm>
            <a:off x="426424" y="3193694"/>
            <a:ext cx="3647951" cy="543185"/>
          </a:xfrm>
          <a:prstGeom prst="rect">
            <a:avLst/>
          </a:prstGeom>
        </p:spPr>
        <p:txBody>
          <a:bodyPr/>
          <a:lstStyle>
            <a:lvl1pPr algn="ctr">
              <a:defRPr>
                <a:solidFill>
                  <a:schemeClr val="bg1"/>
                </a:solidFill>
              </a:defRPr>
            </a:lvl1pPr>
          </a:lstStyle>
          <a:p>
            <a:r>
              <a:rPr lang="en-US" dirty="0"/>
              <a:t>Drop photo here</a:t>
            </a:r>
          </a:p>
        </p:txBody>
      </p:sp>
      <p:sp>
        <p:nvSpPr>
          <p:cNvPr id="7" name="Picture Placeholder 6">
            <a:extLst>
              <a:ext uri="{FF2B5EF4-FFF2-40B4-BE49-F238E27FC236}">
                <a16:creationId xmlns:a16="http://schemas.microsoft.com/office/drawing/2014/main" id="{F5287B92-3963-B94C-821F-3908B3544A42}"/>
              </a:ext>
            </a:extLst>
          </p:cNvPr>
          <p:cNvSpPr>
            <a:spLocks noGrp="1"/>
          </p:cNvSpPr>
          <p:nvPr>
            <p:ph type="pic" sz="quarter" idx="15" hasCustomPrompt="1"/>
          </p:nvPr>
        </p:nvSpPr>
        <p:spPr>
          <a:xfrm>
            <a:off x="4300039" y="3186832"/>
            <a:ext cx="3618381" cy="543185"/>
          </a:xfrm>
          <a:prstGeom prst="rect">
            <a:avLst/>
          </a:prstGeom>
        </p:spPr>
        <p:txBody>
          <a:bodyPr/>
          <a:lstStyle>
            <a:lvl1pPr algn="ctr">
              <a:defRPr>
                <a:solidFill>
                  <a:schemeClr val="bg1"/>
                </a:solidFill>
              </a:defRPr>
            </a:lvl1pPr>
          </a:lstStyle>
          <a:p>
            <a:r>
              <a:rPr lang="en-US" dirty="0"/>
              <a:t>Drop photo here</a:t>
            </a:r>
          </a:p>
        </p:txBody>
      </p:sp>
      <p:sp>
        <p:nvSpPr>
          <p:cNvPr id="11" name="Picture Placeholder 10">
            <a:extLst>
              <a:ext uri="{FF2B5EF4-FFF2-40B4-BE49-F238E27FC236}">
                <a16:creationId xmlns:a16="http://schemas.microsoft.com/office/drawing/2014/main" id="{1DC31788-B7D8-9D46-BE0A-6B7EED7110B6}"/>
              </a:ext>
            </a:extLst>
          </p:cNvPr>
          <p:cNvSpPr>
            <a:spLocks noGrp="1"/>
          </p:cNvSpPr>
          <p:nvPr>
            <p:ph type="pic" sz="quarter" idx="16" hasCustomPrompt="1"/>
          </p:nvPr>
        </p:nvSpPr>
        <p:spPr>
          <a:xfrm>
            <a:off x="8150308" y="3186832"/>
            <a:ext cx="3612156" cy="543185"/>
          </a:xfrm>
          <a:prstGeom prst="rect">
            <a:avLst/>
          </a:prstGeom>
        </p:spPr>
        <p:txBody>
          <a:bodyPr/>
          <a:lstStyle>
            <a:lvl1pPr algn="ctr">
              <a:defRPr>
                <a:solidFill>
                  <a:schemeClr val="bg1"/>
                </a:solidFill>
              </a:defRPr>
            </a:lvl1pPr>
          </a:lstStyle>
          <a:p>
            <a:r>
              <a:rPr lang="en-US" dirty="0"/>
              <a:t>Drop photo here</a:t>
            </a:r>
          </a:p>
        </p:txBody>
      </p:sp>
      <p:sp>
        <p:nvSpPr>
          <p:cNvPr id="20" name="Text Box 3">
            <a:extLst>
              <a:ext uri="{FF2B5EF4-FFF2-40B4-BE49-F238E27FC236}">
                <a16:creationId xmlns:a16="http://schemas.microsoft.com/office/drawing/2014/main" id="{F848FF14-9025-D34E-A47B-6D1957DCA63E}"/>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
        <p:nvSpPr>
          <p:cNvPr id="22" name="Text Placeholder 4">
            <a:extLst>
              <a:ext uri="{FF2B5EF4-FFF2-40B4-BE49-F238E27FC236}">
                <a16:creationId xmlns:a16="http://schemas.microsoft.com/office/drawing/2014/main" id="{B97163EF-E7E8-4446-98C1-DF17E29E7379}"/>
              </a:ext>
            </a:extLst>
          </p:cNvPr>
          <p:cNvSpPr>
            <a:spLocks noGrp="1"/>
          </p:cNvSpPr>
          <p:nvPr>
            <p:ph type="body" sz="quarter" idx="42" hasCustomPrompt="1"/>
          </p:nvPr>
        </p:nvSpPr>
        <p:spPr>
          <a:xfrm>
            <a:off x="454169" y="5158174"/>
            <a:ext cx="3618381" cy="905504"/>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p>
        </p:txBody>
      </p:sp>
      <p:sp>
        <p:nvSpPr>
          <p:cNvPr id="23" name="Text Placeholder 4">
            <a:extLst>
              <a:ext uri="{FF2B5EF4-FFF2-40B4-BE49-F238E27FC236}">
                <a16:creationId xmlns:a16="http://schemas.microsoft.com/office/drawing/2014/main" id="{8E57B78A-F25C-4D46-917C-E53FD3A557E0}"/>
              </a:ext>
            </a:extLst>
          </p:cNvPr>
          <p:cNvSpPr>
            <a:spLocks noGrp="1"/>
          </p:cNvSpPr>
          <p:nvPr>
            <p:ph type="body" sz="quarter" idx="43" hasCustomPrompt="1"/>
          </p:nvPr>
        </p:nvSpPr>
        <p:spPr>
          <a:xfrm>
            <a:off x="4302175" y="5158174"/>
            <a:ext cx="3616245" cy="905504"/>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p>
        </p:txBody>
      </p:sp>
      <p:sp>
        <p:nvSpPr>
          <p:cNvPr id="24" name="Text Placeholder 4">
            <a:extLst>
              <a:ext uri="{FF2B5EF4-FFF2-40B4-BE49-F238E27FC236}">
                <a16:creationId xmlns:a16="http://schemas.microsoft.com/office/drawing/2014/main" id="{A1AA5291-B66D-8249-B809-BA15DD1EEA3E}"/>
              </a:ext>
            </a:extLst>
          </p:cNvPr>
          <p:cNvSpPr>
            <a:spLocks noGrp="1"/>
          </p:cNvSpPr>
          <p:nvPr>
            <p:ph type="body" sz="quarter" idx="44" hasCustomPrompt="1"/>
          </p:nvPr>
        </p:nvSpPr>
        <p:spPr>
          <a:xfrm>
            <a:off x="8150308" y="5158174"/>
            <a:ext cx="3618381" cy="905504"/>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p>
        </p:txBody>
      </p:sp>
    </p:spTree>
    <p:extLst>
      <p:ext uri="{BB962C8B-B14F-4D97-AF65-F5344CB8AC3E}">
        <p14:creationId xmlns:p14="http://schemas.microsoft.com/office/powerpoint/2010/main" val="2309084710"/>
      </p:ext>
    </p:extLst>
  </p:cSld>
  <p:clrMapOvr>
    <a:masterClrMapping/>
  </p:clrMapOvr>
  <p:transition>
    <p:fade/>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Device layout 1">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C4B95F29-56C3-4C85-A12B-0B0BE769E70B}"/>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4444774" y="418150"/>
            <a:ext cx="7747227" cy="6439851"/>
          </a:xfrm>
          <a:prstGeom prst="rect">
            <a:avLst/>
          </a:prstGeom>
        </p:spPr>
      </p:pic>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dirty="0"/>
              <a:t>Device layout 1: one column</a:t>
            </a:r>
          </a:p>
        </p:txBody>
      </p:sp>
      <p:sp>
        <p:nvSpPr>
          <p:cNvPr id="4" name="Text Placeholder 3"/>
          <p:cNvSpPr>
            <a:spLocks noGrp="1"/>
          </p:cNvSpPr>
          <p:nvPr>
            <p:ph type="body" sz="quarter" idx="10" hasCustomPrompt="1"/>
          </p:nvPr>
        </p:nvSpPr>
        <p:spPr>
          <a:xfrm>
            <a:off x="455995" y="1922802"/>
            <a:ext cx="4758211" cy="603538"/>
          </a:xfrm>
          <a:prstGeom prst="rect">
            <a:avLst/>
          </a:prstGeom>
        </p:spPr>
        <p:txBody>
          <a:bodyPr wrap="square" lIns="0" tIns="0" rIns="0" bIns="0">
            <a:spAutoFit/>
          </a:bodyPr>
          <a:lstStyle>
            <a:lvl1pPr marL="0" indent="0">
              <a:lnSpc>
                <a:spcPts val="2353"/>
              </a:lnSpc>
              <a:buNone/>
              <a:defRPr sz="1961" b="0" i="0">
                <a:solidFill>
                  <a:srgbClr val="000000"/>
                </a:solidFill>
                <a:latin typeface="+mn-lt"/>
              </a:defRPr>
            </a:lvl1pPr>
            <a:lvl2pPr marL="224097" indent="0">
              <a:buNone/>
              <a:defRPr/>
            </a:lvl2pPr>
            <a:lvl3pPr marL="448193" indent="0">
              <a:buNone/>
              <a:defRPr/>
            </a:lvl3pPr>
            <a:lvl4pPr marL="672290" indent="0">
              <a:buNone/>
              <a:defRPr/>
            </a:lvl4pPr>
            <a:lvl5pPr marL="896386" indent="0">
              <a:buNone/>
              <a:defRPr/>
            </a:lvl5pPr>
          </a:lstStyle>
          <a:p>
            <a:pPr lvl="0"/>
            <a:r>
              <a:rPr lang="pt-BR" dirty="0"/>
              <a:t>Large subhead Segoe UI Regular 20/24. Em volor resequaectur.</a:t>
            </a:r>
            <a:endParaRPr lang="en-US" dirty="0"/>
          </a:p>
        </p:txBody>
      </p:sp>
      <p:sp>
        <p:nvSpPr>
          <p:cNvPr id="5" name="Text Placeholder 4"/>
          <p:cNvSpPr>
            <a:spLocks noGrp="1"/>
          </p:cNvSpPr>
          <p:nvPr>
            <p:ph type="body" sz="quarter" idx="11" hasCustomPrompt="1"/>
          </p:nvPr>
        </p:nvSpPr>
        <p:spPr>
          <a:xfrm>
            <a:off x="455995" y="2707597"/>
            <a:ext cx="4758210" cy="2521331"/>
          </a:xfrm>
          <a:prstGeom prst="rect">
            <a:avLst/>
          </a:prstGeom>
        </p:spPr>
        <p:txBody>
          <a:bodyPr lIns="0" tIns="0" rIns="0" bIns="0"/>
          <a:lstStyle>
            <a:lvl1pPr marL="280121" indent="-280121">
              <a:lnSpc>
                <a:spcPts val="1765"/>
              </a:lnSpc>
              <a:spcBef>
                <a:spcPts val="0"/>
              </a:spcBef>
              <a:buFont typeface="Arial" panose="020B0604020202020204" pitchFamily="34" charset="0"/>
              <a:buChar char="•"/>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a:p>
            <a:pPr lvl="0"/>
            <a:endParaRPr lang="en-US" dirty="0"/>
          </a:p>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a:p>
            <a:pPr lvl="0"/>
            <a:endParaRPr lang="en-US" dirty="0"/>
          </a:p>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a:t>
            </a:r>
          </a:p>
        </p:txBody>
      </p:sp>
      <p:sp>
        <p:nvSpPr>
          <p:cNvPr id="12" name="Picture Placeholder 11">
            <a:extLst>
              <a:ext uri="{FF2B5EF4-FFF2-40B4-BE49-F238E27FC236}">
                <a16:creationId xmlns:a16="http://schemas.microsoft.com/office/drawing/2014/main" id="{934476FE-7091-4DE7-A55E-3EF5A6569A7D}"/>
              </a:ext>
            </a:extLst>
          </p:cNvPr>
          <p:cNvSpPr>
            <a:spLocks noGrp="1"/>
          </p:cNvSpPr>
          <p:nvPr>
            <p:ph type="pic" sz="quarter" idx="12"/>
          </p:nvPr>
        </p:nvSpPr>
        <p:spPr>
          <a:xfrm>
            <a:off x="6357959" y="3422793"/>
            <a:ext cx="5834041" cy="543185"/>
          </a:xfrm>
          <a:prstGeom prst="rect">
            <a:avLst/>
          </a:prstGeom>
        </p:spPr>
        <p:txBody>
          <a:bodyPr anchor="ctr" anchorCtr="0"/>
          <a:lstStyle>
            <a:lvl1pPr algn="ctr">
              <a:defRPr>
                <a:solidFill>
                  <a:srgbClr val="000000"/>
                </a:solidFill>
              </a:defRPr>
            </a:lvl1pPr>
          </a:lstStyle>
          <a:p>
            <a:r>
              <a:rPr lang="en-US" dirty="0"/>
              <a:t>Click icon to add picture</a:t>
            </a:r>
          </a:p>
        </p:txBody>
      </p:sp>
      <p:sp>
        <p:nvSpPr>
          <p:cNvPr id="14" name="Text Box 3">
            <a:extLst>
              <a:ext uri="{FF2B5EF4-FFF2-40B4-BE49-F238E27FC236}">
                <a16:creationId xmlns:a16="http://schemas.microsoft.com/office/drawing/2014/main" id="{9732C163-B0E6-5B41-A1A7-C570F404A2CB}"/>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Tree>
    <p:extLst>
      <p:ext uri="{BB962C8B-B14F-4D97-AF65-F5344CB8AC3E}">
        <p14:creationId xmlns:p14="http://schemas.microsoft.com/office/powerpoint/2010/main" val="47389698"/>
      </p:ext>
    </p:extLst>
  </p:cSld>
  <p:clrMapOvr>
    <a:masterClrMapping/>
  </p:clrMapOvr>
  <p:transition>
    <p:fade/>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Device layout 2">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99DE98C-91A8-4163-A280-8BB561692C8E}"/>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4444774" y="418150"/>
            <a:ext cx="7747227" cy="6439851"/>
          </a:xfrm>
          <a:prstGeom prst="rect">
            <a:avLst/>
          </a:prstGeom>
        </p:spPr>
      </p:pic>
      <p:sp>
        <p:nvSpPr>
          <p:cNvPr id="9" name="Picture Placeholder 11">
            <a:extLst>
              <a:ext uri="{FF2B5EF4-FFF2-40B4-BE49-F238E27FC236}">
                <a16:creationId xmlns:a16="http://schemas.microsoft.com/office/drawing/2014/main" id="{784CA30E-A92E-4E40-944A-73B1CF9EEE0A}"/>
              </a:ext>
            </a:extLst>
          </p:cNvPr>
          <p:cNvSpPr>
            <a:spLocks noGrp="1"/>
          </p:cNvSpPr>
          <p:nvPr>
            <p:ph type="pic" sz="quarter" idx="12"/>
          </p:nvPr>
        </p:nvSpPr>
        <p:spPr>
          <a:xfrm>
            <a:off x="6357959" y="3422793"/>
            <a:ext cx="5834041" cy="543185"/>
          </a:xfrm>
          <a:prstGeom prst="rect">
            <a:avLst/>
          </a:prstGeom>
        </p:spPr>
        <p:txBody>
          <a:bodyPr anchor="ctr" anchorCtr="0"/>
          <a:lstStyle>
            <a:lvl1pPr algn="ctr">
              <a:defRPr>
                <a:solidFill>
                  <a:srgbClr val="000000"/>
                </a:solidFill>
              </a:defRPr>
            </a:lvl1pPr>
          </a:lstStyle>
          <a:p>
            <a:r>
              <a:rPr lang="en-US" dirty="0"/>
              <a:t>Click icon to add picture</a:t>
            </a:r>
          </a:p>
        </p:txBody>
      </p:sp>
      <p:sp>
        <p:nvSpPr>
          <p:cNvPr id="13" name="Text Placeholder 4">
            <a:extLst>
              <a:ext uri="{FF2B5EF4-FFF2-40B4-BE49-F238E27FC236}">
                <a16:creationId xmlns:a16="http://schemas.microsoft.com/office/drawing/2014/main" id="{8D17D4B4-B6B9-4273-ACCB-7A5ED46F35A8}"/>
              </a:ext>
            </a:extLst>
          </p:cNvPr>
          <p:cNvSpPr>
            <a:spLocks noGrp="1"/>
          </p:cNvSpPr>
          <p:nvPr>
            <p:ph type="body" sz="quarter" idx="11" hasCustomPrompt="1"/>
          </p:nvPr>
        </p:nvSpPr>
        <p:spPr>
          <a:xfrm>
            <a:off x="457672" y="2000739"/>
            <a:ext cx="1693247" cy="442532"/>
          </a:xfrm>
          <a:prstGeom prst="rect">
            <a:avLst/>
          </a:prstGeom>
        </p:spPr>
        <p:txBody>
          <a:bodyPr lIns="0" tIns="0" rIns="0" bIns="0"/>
          <a:lstStyle>
            <a:lvl1pPr marL="0" indent="0">
              <a:lnSpc>
                <a:spcPts val="1765"/>
              </a:lnSpc>
              <a:spcBef>
                <a:spcPts val="882"/>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UI </a:t>
            </a:r>
            <a:r>
              <a:rPr lang="en-US" dirty="0" err="1"/>
              <a:t>Semibold</a:t>
            </a:r>
            <a:endParaRPr lang="en-US" dirty="0"/>
          </a:p>
        </p:txBody>
      </p:sp>
      <p:sp>
        <p:nvSpPr>
          <p:cNvPr id="14" name="Text Placeholder 4">
            <a:extLst>
              <a:ext uri="{FF2B5EF4-FFF2-40B4-BE49-F238E27FC236}">
                <a16:creationId xmlns:a16="http://schemas.microsoft.com/office/drawing/2014/main" id="{FB204BE2-B985-4315-8D5B-9C54B1074DD6}"/>
              </a:ext>
            </a:extLst>
          </p:cNvPr>
          <p:cNvSpPr>
            <a:spLocks noGrp="1"/>
          </p:cNvSpPr>
          <p:nvPr>
            <p:ph type="body" sz="quarter" idx="13" hasCustomPrompt="1"/>
          </p:nvPr>
        </p:nvSpPr>
        <p:spPr>
          <a:xfrm>
            <a:off x="2385798" y="2000739"/>
            <a:ext cx="1693247" cy="442532"/>
          </a:xfrm>
          <a:prstGeom prst="rect">
            <a:avLst/>
          </a:prstGeom>
        </p:spPr>
        <p:txBody>
          <a:bodyPr lIns="0" tIns="0" rIns="0" bIns="0"/>
          <a:lstStyle>
            <a:lvl1pPr marL="0" indent="0">
              <a:lnSpc>
                <a:spcPts val="1765"/>
              </a:lnSpc>
              <a:spcBef>
                <a:spcPts val="882"/>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UI </a:t>
            </a:r>
            <a:r>
              <a:rPr lang="en-US" dirty="0" err="1"/>
              <a:t>Semibold</a:t>
            </a:r>
            <a:endParaRPr lang="en-US" dirty="0"/>
          </a:p>
        </p:txBody>
      </p:sp>
      <p:sp>
        <p:nvSpPr>
          <p:cNvPr id="15" name="Title 1">
            <a:extLst>
              <a:ext uri="{FF2B5EF4-FFF2-40B4-BE49-F238E27FC236}">
                <a16:creationId xmlns:a16="http://schemas.microsoft.com/office/drawing/2014/main" id="{889045D2-7C49-4F5C-A376-228A5A2B015B}"/>
              </a:ext>
            </a:extLst>
          </p:cNvPr>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dirty="0"/>
              <a:t>Device layout 2: two columns</a:t>
            </a:r>
          </a:p>
        </p:txBody>
      </p:sp>
      <p:sp>
        <p:nvSpPr>
          <p:cNvPr id="17" name="Text Box 3">
            <a:extLst>
              <a:ext uri="{FF2B5EF4-FFF2-40B4-BE49-F238E27FC236}">
                <a16:creationId xmlns:a16="http://schemas.microsoft.com/office/drawing/2014/main" id="{E9958694-2D93-5A49-BF9C-C2FD1753BAA3}"/>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
        <p:nvSpPr>
          <p:cNvPr id="18" name="Text Placeholder 4">
            <a:extLst>
              <a:ext uri="{FF2B5EF4-FFF2-40B4-BE49-F238E27FC236}">
                <a16:creationId xmlns:a16="http://schemas.microsoft.com/office/drawing/2014/main" id="{02963930-27DC-A146-BED0-307A0CE5F43A}"/>
              </a:ext>
            </a:extLst>
          </p:cNvPr>
          <p:cNvSpPr>
            <a:spLocks noGrp="1"/>
          </p:cNvSpPr>
          <p:nvPr>
            <p:ph type="body" sz="quarter" idx="42" hasCustomPrompt="1"/>
          </p:nvPr>
        </p:nvSpPr>
        <p:spPr>
          <a:xfrm>
            <a:off x="454170" y="2452758"/>
            <a:ext cx="1693247"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19" name="Text Placeholder 4">
            <a:extLst>
              <a:ext uri="{FF2B5EF4-FFF2-40B4-BE49-F238E27FC236}">
                <a16:creationId xmlns:a16="http://schemas.microsoft.com/office/drawing/2014/main" id="{8EE99189-A4FF-8C44-809C-285F33AF913B}"/>
              </a:ext>
            </a:extLst>
          </p:cNvPr>
          <p:cNvSpPr>
            <a:spLocks noGrp="1"/>
          </p:cNvSpPr>
          <p:nvPr>
            <p:ph type="body" sz="quarter" idx="43" hasCustomPrompt="1"/>
          </p:nvPr>
        </p:nvSpPr>
        <p:spPr>
          <a:xfrm>
            <a:off x="2385530" y="2452758"/>
            <a:ext cx="1693247"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Tree>
    <p:extLst>
      <p:ext uri="{BB962C8B-B14F-4D97-AF65-F5344CB8AC3E}">
        <p14:creationId xmlns:p14="http://schemas.microsoft.com/office/powerpoint/2010/main" val="2975222182"/>
      </p:ext>
    </p:extLst>
  </p:cSld>
  <p:clrMapOvr>
    <a:masterClrMapping/>
  </p:clrMapOvr>
  <p:transition>
    <p:fade/>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Device layout 3">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3CDB1EA-72FB-46B3-89D4-DEE1F2EF724A}"/>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384249" y="486947"/>
            <a:ext cx="10869930" cy="6371053"/>
          </a:xfrm>
          <a:prstGeom prst="rect">
            <a:avLst/>
          </a:prstGeom>
        </p:spPr>
      </p:pic>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dirty="0"/>
              <a:t>Device layout 3</a:t>
            </a:r>
          </a:p>
        </p:txBody>
      </p:sp>
      <p:sp>
        <p:nvSpPr>
          <p:cNvPr id="8" name="Picture Placeholder 11">
            <a:extLst>
              <a:ext uri="{FF2B5EF4-FFF2-40B4-BE49-F238E27FC236}">
                <a16:creationId xmlns:a16="http://schemas.microsoft.com/office/drawing/2014/main" id="{0473E679-3B6D-497A-A0F6-454C968B7607}"/>
              </a:ext>
            </a:extLst>
          </p:cNvPr>
          <p:cNvSpPr>
            <a:spLocks noGrp="1"/>
          </p:cNvSpPr>
          <p:nvPr>
            <p:ph type="pic" sz="quarter" idx="12"/>
          </p:nvPr>
        </p:nvSpPr>
        <p:spPr>
          <a:xfrm>
            <a:off x="2293976" y="3490037"/>
            <a:ext cx="7678751" cy="543185"/>
          </a:xfrm>
          <a:prstGeom prst="rect">
            <a:avLst/>
          </a:prstGeom>
        </p:spPr>
        <p:txBody>
          <a:bodyPr anchor="ctr" anchorCtr="0"/>
          <a:lstStyle>
            <a:lvl1pPr algn="ctr">
              <a:defRPr>
                <a:solidFill>
                  <a:srgbClr val="000000"/>
                </a:solidFill>
              </a:defRPr>
            </a:lvl1pPr>
          </a:lstStyle>
          <a:p>
            <a:r>
              <a:rPr lang="en-US" dirty="0"/>
              <a:t>Click icon to add picture</a:t>
            </a:r>
          </a:p>
        </p:txBody>
      </p:sp>
      <p:sp>
        <p:nvSpPr>
          <p:cNvPr id="12" name="Text Box 3">
            <a:extLst>
              <a:ext uri="{FF2B5EF4-FFF2-40B4-BE49-F238E27FC236}">
                <a16:creationId xmlns:a16="http://schemas.microsoft.com/office/drawing/2014/main" id="{A8F5F40B-56C9-1D43-9521-8583515F1C5D}"/>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Tree>
    <p:extLst>
      <p:ext uri="{BB962C8B-B14F-4D97-AF65-F5344CB8AC3E}">
        <p14:creationId xmlns:p14="http://schemas.microsoft.com/office/powerpoint/2010/main" val="3036188532"/>
      </p:ext>
    </p:extLst>
  </p:cSld>
  <p:clrMapOvr>
    <a:masterClrMapping/>
  </p:clrMapOvr>
  <p:transition>
    <p:fade/>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7" name="Chart Placeholder 6"/>
          <p:cNvSpPr>
            <a:spLocks noGrp="1"/>
          </p:cNvSpPr>
          <p:nvPr>
            <p:ph type="chart" sz="quarter" idx="21"/>
          </p:nvPr>
        </p:nvSpPr>
        <p:spPr>
          <a:xfrm>
            <a:off x="455996" y="1950780"/>
            <a:ext cx="3618377" cy="3534843"/>
          </a:xfrm>
          <a:prstGeom prst="rect">
            <a:avLst/>
          </a:prstGeom>
        </p:spPr>
        <p:txBody>
          <a:bodyPr anchor="ctr">
            <a:noAutofit/>
          </a:bodyPr>
          <a:lstStyle>
            <a:lvl1pPr marL="0" indent="0" algn="ctr">
              <a:buNone/>
              <a:defRPr sz="2353">
                <a:solidFill>
                  <a:srgbClr val="000000"/>
                </a:solidFill>
              </a:defRPr>
            </a:lvl1pPr>
          </a:lstStyle>
          <a:p>
            <a:r>
              <a:rPr lang="en-US" dirty="0"/>
              <a:t>Click icon to add chart</a:t>
            </a:r>
          </a:p>
        </p:txBody>
      </p:sp>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dirty="0"/>
              <a:t>Chart examples</a:t>
            </a:r>
          </a:p>
        </p:txBody>
      </p:sp>
      <p:sp>
        <p:nvSpPr>
          <p:cNvPr id="9" name="Text Placeholder 4"/>
          <p:cNvSpPr>
            <a:spLocks noGrp="1"/>
          </p:cNvSpPr>
          <p:nvPr>
            <p:ph type="body" sz="quarter" idx="12" hasCustomPrompt="1"/>
          </p:nvPr>
        </p:nvSpPr>
        <p:spPr>
          <a:xfrm>
            <a:off x="455992" y="5857162"/>
            <a:ext cx="3618381" cy="301770"/>
          </a:xfrm>
          <a:prstGeom prst="rect">
            <a:avLst/>
          </a:prstGeom>
        </p:spPr>
        <p:txBody>
          <a:bodyPr lIns="0" tIns="0" rIns="0" bIns="0"/>
          <a:lstStyle>
            <a:lvl1pPr marL="0" indent="0">
              <a:lnSpc>
                <a:spcPts val="1176"/>
              </a:lnSpc>
              <a:spcBef>
                <a:spcPts val="882"/>
              </a:spcBef>
              <a:buFont typeface="Arial" panose="020B0604020202020204" pitchFamily="34" charset="0"/>
              <a:buNone/>
              <a:defRPr sz="98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dirty="0"/>
              <a:t>Caption body copy Segoe Regular 10/12. </a:t>
            </a:r>
            <a:r>
              <a:rPr lang="en-US" dirty="0" err="1"/>
              <a:t>Cavorest</a:t>
            </a:r>
            <a:r>
              <a:rPr lang="en-US" dirty="0"/>
              <a:t> a </a:t>
            </a:r>
            <a:r>
              <a:rPr lang="en-US" dirty="0" err="1"/>
              <a:t>aut</a:t>
            </a:r>
            <a:r>
              <a:rPr lang="en-US" dirty="0"/>
              <a:t> arum </a:t>
            </a:r>
            <a:r>
              <a:rPr lang="en-US" dirty="0" err="1"/>
              <a:t>quam</a:t>
            </a:r>
            <a:r>
              <a:rPr lang="en-US" dirty="0"/>
              <a:t> id eat.</a:t>
            </a:r>
          </a:p>
        </p:txBody>
      </p:sp>
      <p:sp>
        <p:nvSpPr>
          <p:cNvPr id="17" name="Text Placeholder 4"/>
          <p:cNvSpPr>
            <a:spLocks noGrp="1"/>
          </p:cNvSpPr>
          <p:nvPr>
            <p:ph type="body" sz="quarter" idx="18" hasCustomPrompt="1"/>
          </p:nvPr>
        </p:nvSpPr>
        <p:spPr>
          <a:xfrm>
            <a:off x="4303152" y="5857162"/>
            <a:ext cx="3607487" cy="301770"/>
          </a:xfrm>
          <a:prstGeom prst="rect">
            <a:avLst/>
          </a:prstGeom>
        </p:spPr>
        <p:txBody>
          <a:bodyPr vert="horz" wrap="square" lIns="0" tIns="0" rIns="0" bIns="0" rtlCol="0">
            <a:spAutoFit/>
          </a:bodyPr>
          <a:lstStyle>
            <a:lvl1pPr>
              <a:tabLst/>
              <a:defRPr lang="en-US" sz="980" b="0" i="0" spc="0" dirty="0" smtClean="0">
                <a:solidFill>
                  <a:srgbClr val="000000"/>
                </a:solidFill>
                <a:latin typeface="+mn-lt"/>
              </a:defRPr>
            </a:lvl1pPr>
          </a:lstStyle>
          <a:p>
            <a:pPr marL="0" lvl="0" indent="0">
              <a:lnSpc>
                <a:spcPts val="1176"/>
              </a:lnSpc>
              <a:spcBef>
                <a:spcPts val="882"/>
              </a:spcBef>
              <a:buFont typeface="Arial" panose="020B0604020202020204" pitchFamily="34" charset="0"/>
              <a:buNone/>
            </a:pPr>
            <a:r>
              <a:rPr lang="en-US" dirty="0"/>
              <a:t>Caption body copy Segoe Regular 10/12. </a:t>
            </a:r>
            <a:r>
              <a:rPr lang="en-US" dirty="0" err="1"/>
              <a:t>Cavorest</a:t>
            </a:r>
            <a:r>
              <a:rPr lang="en-US" dirty="0"/>
              <a:t> a </a:t>
            </a:r>
            <a:r>
              <a:rPr lang="en-US" dirty="0" err="1"/>
              <a:t>aut</a:t>
            </a:r>
            <a:r>
              <a:rPr lang="en-US" dirty="0"/>
              <a:t> arum </a:t>
            </a:r>
            <a:r>
              <a:rPr lang="en-US" dirty="0" err="1"/>
              <a:t>quam</a:t>
            </a:r>
            <a:r>
              <a:rPr lang="en-US" dirty="0"/>
              <a:t> id eat.</a:t>
            </a:r>
          </a:p>
        </p:txBody>
      </p:sp>
      <p:sp>
        <p:nvSpPr>
          <p:cNvPr id="20" name="Chart Placeholder 6"/>
          <p:cNvSpPr>
            <a:spLocks noGrp="1"/>
          </p:cNvSpPr>
          <p:nvPr>
            <p:ph type="chart" sz="quarter" idx="22"/>
          </p:nvPr>
        </p:nvSpPr>
        <p:spPr>
          <a:xfrm>
            <a:off x="4303152" y="1950780"/>
            <a:ext cx="3607487" cy="3534843"/>
          </a:xfrm>
          <a:prstGeom prst="rect">
            <a:avLst/>
          </a:prstGeom>
        </p:spPr>
        <p:txBody>
          <a:bodyPr anchor="ctr">
            <a:noAutofit/>
          </a:bodyPr>
          <a:lstStyle>
            <a:lvl1pPr marL="0" indent="0" algn="ctr">
              <a:buNone/>
              <a:defRPr sz="2353">
                <a:solidFill>
                  <a:srgbClr val="000000"/>
                </a:solidFill>
              </a:defRPr>
            </a:lvl1pPr>
          </a:lstStyle>
          <a:p>
            <a:r>
              <a:rPr lang="en-US" dirty="0"/>
              <a:t>Click icon to add chart</a:t>
            </a:r>
          </a:p>
        </p:txBody>
      </p:sp>
      <p:sp>
        <p:nvSpPr>
          <p:cNvPr id="21" name="Chart Placeholder 6"/>
          <p:cNvSpPr>
            <a:spLocks noGrp="1"/>
          </p:cNvSpPr>
          <p:nvPr>
            <p:ph type="chart" sz="quarter" idx="23"/>
          </p:nvPr>
        </p:nvSpPr>
        <p:spPr>
          <a:xfrm>
            <a:off x="8139412" y="1950780"/>
            <a:ext cx="3623051" cy="3534843"/>
          </a:xfrm>
          <a:prstGeom prst="rect">
            <a:avLst/>
          </a:prstGeom>
        </p:spPr>
        <p:txBody>
          <a:bodyPr anchor="ctr">
            <a:noAutofit/>
          </a:bodyPr>
          <a:lstStyle>
            <a:lvl1pPr marL="0" indent="0" algn="ctr">
              <a:buNone/>
              <a:defRPr sz="2353">
                <a:solidFill>
                  <a:srgbClr val="000000"/>
                </a:solidFill>
              </a:defRPr>
            </a:lvl1pPr>
          </a:lstStyle>
          <a:p>
            <a:r>
              <a:rPr lang="en-US" dirty="0"/>
              <a:t>Click icon to add chart</a:t>
            </a:r>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55991" y="5670381"/>
            <a:ext cx="3629278" cy="241415"/>
          </a:xfrm>
          <a:prstGeom prst="rect">
            <a:avLst/>
          </a:prstGeom>
        </p:spPr>
        <p:txBody>
          <a:bodyPr tIns="0"/>
          <a:lstStyle>
            <a:lvl1pPr>
              <a:defRPr lang="en-US" sz="980" b="1" kern="1200" spc="0" dirty="0" smtClean="0">
                <a:solidFill>
                  <a:srgbClr val="000000"/>
                </a:solidFill>
                <a:latin typeface="+mn-lt"/>
                <a:ea typeface="+mn-ea"/>
                <a:cs typeface="+mn-cs"/>
              </a:defRPr>
            </a:lvl1pPr>
          </a:lstStyle>
          <a:p>
            <a:pPr lvl="0"/>
            <a:r>
              <a:rPr lang="en-US" dirty="0"/>
              <a:t>Caption title Segoe bold 10/12. </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4314044" y="5670381"/>
            <a:ext cx="3629278" cy="241415"/>
          </a:xfrm>
          <a:prstGeom prst="rect">
            <a:avLst/>
          </a:prstGeom>
        </p:spPr>
        <p:txBody>
          <a:bodyPr tIns="0"/>
          <a:lstStyle>
            <a:lvl1pPr>
              <a:defRPr lang="en-US" sz="980" b="1" kern="1200" spc="0" dirty="0" smtClean="0">
                <a:solidFill>
                  <a:srgbClr val="000000"/>
                </a:solidFill>
                <a:latin typeface="+mn-lt"/>
                <a:ea typeface="+mn-ea"/>
                <a:cs typeface="+mn-cs"/>
              </a:defRPr>
            </a:lvl1pPr>
          </a:lstStyle>
          <a:p>
            <a:pPr lvl="0"/>
            <a:r>
              <a:rPr lang="en-US" dirty="0"/>
              <a:t>Caption title Segoe bold 10/12. </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8139413" y="5670381"/>
            <a:ext cx="3629278" cy="241415"/>
          </a:xfrm>
          <a:prstGeom prst="rect">
            <a:avLst/>
          </a:prstGeom>
        </p:spPr>
        <p:txBody>
          <a:bodyPr tIns="0"/>
          <a:lstStyle>
            <a:lvl1pPr>
              <a:defRPr lang="en-US" sz="980" b="1" kern="1200" spc="0" dirty="0" smtClean="0">
                <a:solidFill>
                  <a:srgbClr val="000000"/>
                </a:solidFill>
                <a:latin typeface="+mn-lt"/>
                <a:ea typeface="+mn-ea"/>
                <a:cs typeface="+mn-cs"/>
              </a:defRPr>
            </a:lvl1pPr>
          </a:lstStyle>
          <a:p>
            <a:pPr lvl="0"/>
            <a:r>
              <a:rPr lang="en-US" dirty="0"/>
              <a:t>Caption title Segoe bold 10/12. </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8139413" y="5857162"/>
            <a:ext cx="3607487" cy="301770"/>
          </a:xfrm>
          <a:prstGeom prst="rect">
            <a:avLst/>
          </a:prstGeom>
        </p:spPr>
        <p:txBody>
          <a:bodyPr vert="horz" wrap="square" lIns="0" tIns="0" rIns="0" bIns="0" rtlCol="0">
            <a:spAutoFit/>
          </a:bodyPr>
          <a:lstStyle>
            <a:lvl1pPr>
              <a:tabLst/>
              <a:defRPr lang="en-US" sz="980" b="0" i="0" spc="0" dirty="0" smtClean="0">
                <a:solidFill>
                  <a:srgbClr val="000000"/>
                </a:solidFill>
                <a:latin typeface="+mn-lt"/>
              </a:defRPr>
            </a:lvl1pPr>
          </a:lstStyle>
          <a:p>
            <a:pPr marL="0" lvl="0" indent="0">
              <a:lnSpc>
                <a:spcPts val="1176"/>
              </a:lnSpc>
              <a:spcBef>
                <a:spcPts val="882"/>
              </a:spcBef>
              <a:buFont typeface="Arial" panose="020B0604020202020204" pitchFamily="34" charset="0"/>
              <a:buNone/>
            </a:pPr>
            <a:r>
              <a:rPr lang="en-US" dirty="0"/>
              <a:t>Caption body copy Segoe Regular 10/12. </a:t>
            </a:r>
            <a:r>
              <a:rPr lang="en-US" dirty="0" err="1"/>
              <a:t>Cavorest</a:t>
            </a:r>
            <a:r>
              <a:rPr lang="en-US" dirty="0"/>
              <a:t> a </a:t>
            </a:r>
            <a:r>
              <a:rPr lang="en-US" dirty="0" err="1"/>
              <a:t>aut</a:t>
            </a:r>
            <a:r>
              <a:rPr lang="en-US" dirty="0"/>
              <a:t> arum </a:t>
            </a:r>
            <a:r>
              <a:rPr lang="en-US" dirty="0" err="1"/>
              <a:t>quam</a:t>
            </a:r>
            <a:r>
              <a:rPr lang="en-US" dirty="0"/>
              <a:t> id eat.</a:t>
            </a:r>
          </a:p>
        </p:txBody>
      </p:sp>
      <p:sp>
        <p:nvSpPr>
          <p:cNvPr id="19" name="Text Box 3">
            <a:extLst>
              <a:ext uri="{FF2B5EF4-FFF2-40B4-BE49-F238E27FC236}">
                <a16:creationId xmlns:a16="http://schemas.microsoft.com/office/drawing/2014/main" id="{DD3304D6-24AF-6742-A22C-8D78DC39B073}"/>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Tree>
    <p:extLst>
      <p:ext uri="{BB962C8B-B14F-4D97-AF65-F5344CB8AC3E}">
        <p14:creationId xmlns:p14="http://schemas.microsoft.com/office/powerpoint/2010/main" val="144557022"/>
      </p:ext>
    </p:extLst>
  </p:cSld>
  <p:clrMapOvr>
    <a:masterClrMapping/>
  </p:clrMapOvr>
  <p:transition>
    <p:fade/>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p:cSld name="Tabl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dirty="0"/>
              <a:t>Table styling</a:t>
            </a:r>
          </a:p>
        </p:txBody>
      </p:sp>
      <p:sp>
        <p:nvSpPr>
          <p:cNvPr id="4" name="Table Placeholder 3"/>
          <p:cNvSpPr>
            <a:spLocks noGrp="1"/>
          </p:cNvSpPr>
          <p:nvPr>
            <p:ph type="tbl" sz="quarter" idx="10"/>
          </p:nvPr>
        </p:nvSpPr>
        <p:spPr>
          <a:xfrm>
            <a:off x="455995" y="3924852"/>
            <a:ext cx="11306469" cy="546753"/>
          </a:xfrm>
          <a:prstGeom prst="rect">
            <a:avLst/>
          </a:prstGeom>
        </p:spPr>
        <p:txBody>
          <a:bodyPr anchor="ctr" anchorCtr="0"/>
          <a:lstStyle>
            <a:lvl1pPr algn="ctr">
              <a:defRPr/>
            </a:lvl1pPr>
          </a:lstStyle>
          <a:p>
            <a:r>
              <a:rPr lang="en-US" dirty="0"/>
              <a:t>Click icon to add table</a:t>
            </a:r>
          </a:p>
        </p:txBody>
      </p:sp>
      <p:sp>
        <p:nvSpPr>
          <p:cNvPr id="10" name="Text Box 3">
            <a:extLst>
              <a:ext uri="{FF2B5EF4-FFF2-40B4-BE49-F238E27FC236}">
                <a16:creationId xmlns:a16="http://schemas.microsoft.com/office/drawing/2014/main" id="{AD9F5927-827C-2E4D-8781-07CF39C27494}"/>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Tree>
    <p:extLst>
      <p:ext uri="{BB962C8B-B14F-4D97-AF65-F5344CB8AC3E}">
        <p14:creationId xmlns:p14="http://schemas.microsoft.com/office/powerpoint/2010/main" val="2774350509"/>
      </p:ext>
    </p:extLst>
  </p:cSld>
  <p:clrMapOvr>
    <a:masterClrMapping/>
  </p:clrMapOvr>
  <p:transition>
    <p:fade/>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userDrawn="1">
  <p:cSld name="Software code slide">
    <p:bg>
      <p:bgPr>
        <a:solidFill>
          <a:schemeClr val="bg2"/>
        </a:solidFill>
        <a:effectLst/>
      </p:bgPr>
    </p:bg>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ACEE2ED2-76B4-9F41-8074-736FC3EE60AE}"/>
              </a:ext>
            </a:extLst>
          </p:cNvPr>
          <p:cNvSpPr>
            <a:spLocks noGrp="1"/>
          </p:cNvSpPr>
          <p:nvPr>
            <p:ph type="title" hasCustomPrompt="1"/>
          </p:nvPr>
        </p:nvSpPr>
        <p:spPr>
          <a:xfrm>
            <a:off x="455994" y="556381"/>
            <a:ext cx="11303917" cy="813819"/>
          </a:xfrm>
          <a:prstGeom prst="rect">
            <a:avLst/>
          </a:prstGeom>
        </p:spPr>
        <p:txBody>
          <a:bodyPr vert="horz" wrap="square" lIns="0" tIns="91440" rIns="146304" bIns="91440" rtlCol="0" anchor="t">
            <a:noAutofit/>
          </a:bodyPr>
          <a:lstStyle/>
          <a:p>
            <a:r>
              <a:rPr lang="en-US" dirty="0"/>
              <a:t>Software code slide</a:t>
            </a:r>
          </a:p>
        </p:txBody>
      </p:sp>
    </p:spTree>
    <p:extLst>
      <p:ext uri="{BB962C8B-B14F-4D97-AF65-F5344CB8AC3E}">
        <p14:creationId xmlns:p14="http://schemas.microsoft.com/office/powerpoint/2010/main" val="402490009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userDrawn="1">
  <p:cSld name="1_Text option 4">
    <p:spTree>
      <p:nvGrpSpPr>
        <p:cNvPr id="1" name=""/>
        <p:cNvGrpSpPr/>
        <p:nvPr/>
      </p:nvGrpSpPr>
      <p:grpSpPr>
        <a:xfrm>
          <a:off x="0" y="0"/>
          <a:ext cx="0" cy="0"/>
          <a:chOff x="0" y="0"/>
          <a:chExt cx="0" cy="0"/>
        </a:xfrm>
      </p:grpSpPr>
      <p:sp>
        <p:nvSpPr>
          <p:cNvPr id="24" name="Content Placeholder 15"/>
          <p:cNvSpPr>
            <a:spLocks noGrp="1"/>
          </p:cNvSpPr>
          <p:nvPr>
            <p:ph sz="quarter" idx="25" hasCustomPrompt="1"/>
          </p:nvPr>
        </p:nvSpPr>
        <p:spPr>
          <a:xfrm>
            <a:off x="455995" y="2136155"/>
            <a:ext cx="1693247" cy="1021696"/>
          </a:xfrm>
        </p:spPr>
        <p:txBody>
          <a:bodyPr>
            <a:noAutofit/>
          </a:bodyPr>
          <a:lstStyle>
            <a:lvl1pPr marL="0" indent="0">
              <a:buNone/>
              <a:defRPr sz="1961"/>
            </a:lvl1pPr>
          </a:lstStyle>
          <a:p>
            <a:pPr lvl="0"/>
            <a:r>
              <a:rPr lang="en-US" dirty="0"/>
              <a:t>Picture</a:t>
            </a:r>
          </a:p>
        </p:txBody>
      </p:sp>
      <p:sp>
        <p:nvSpPr>
          <p:cNvPr id="2" name="Title 1"/>
          <p:cNvSpPr>
            <a:spLocks noGrp="1"/>
          </p:cNvSpPr>
          <p:nvPr>
            <p:ph type="title" hasCustomPrompt="1"/>
          </p:nvPr>
        </p:nvSpPr>
        <p:spPr>
          <a:xfrm>
            <a:off x="455995" y="620428"/>
            <a:ext cx="11306469" cy="403137"/>
          </a:xfrm>
        </p:spPr>
        <p:txBody>
          <a:bodyPr wrap="square" lIns="0" tIns="0" rIns="0" bIns="0">
            <a:spAutoFit/>
          </a:bodyPr>
          <a:lstStyle>
            <a:lvl1pPr>
              <a:lnSpc>
                <a:spcPts val="3137"/>
              </a:lnSpc>
              <a:defRPr sz="2745">
                <a:solidFill>
                  <a:srgbClr val="2F2F2F"/>
                </a:solidFill>
              </a:defRPr>
            </a:lvl1pPr>
          </a:lstStyle>
          <a:p>
            <a:r>
              <a:rPr lang="en-US" dirty="0"/>
              <a:t>Text option 4: six columns (numbered list)</a:t>
            </a:r>
          </a:p>
        </p:txBody>
      </p:sp>
      <p:sp>
        <p:nvSpPr>
          <p:cNvPr id="5" name="Text Placeholder 4"/>
          <p:cNvSpPr>
            <a:spLocks noGrp="1"/>
          </p:cNvSpPr>
          <p:nvPr>
            <p:ph type="body" sz="quarter" idx="11" hasCustomPrompt="1"/>
          </p:nvPr>
        </p:nvSpPr>
        <p:spPr>
          <a:xfrm>
            <a:off x="455995" y="3167818"/>
            <a:ext cx="1693247" cy="2778790"/>
          </a:xfrm>
        </p:spPr>
        <p:txBody>
          <a:bodyPr lIns="0" tIns="0" rIns="0" bIns="0"/>
          <a:lstStyle>
            <a:lvl1pPr marL="0" indent="0">
              <a:lnSpc>
                <a:spcPts val="1765"/>
              </a:lnSpc>
              <a:spcBef>
                <a:spcPts val="882"/>
              </a:spcBef>
              <a:buNone/>
              <a:defRPr lang="en-US" sz="1372" b="1" kern="1200" spc="0" baseline="0" dirty="0">
                <a:solidFill>
                  <a:schemeClr val="accent1"/>
                </a:solidFill>
                <a:latin typeface="+mn-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chemeClr val="tx1"/>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14" name="Text Placeholder 4"/>
          <p:cNvSpPr>
            <a:spLocks noGrp="1"/>
          </p:cNvSpPr>
          <p:nvPr>
            <p:ph type="body" sz="quarter" idx="15" hasCustomPrompt="1"/>
          </p:nvPr>
        </p:nvSpPr>
        <p:spPr>
          <a:xfrm>
            <a:off x="2378328" y="3167818"/>
            <a:ext cx="1693247" cy="2803460"/>
          </a:xfrm>
        </p:spPr>
        <p:txBody>
          <a:bodyPr lIns="0" tIns="0" rIns="0" bIns="0"/>
          <a:lstStyle>
            <a:lvl1pPr marL="0" indent="0">
              <a:lnSpc>
                <a:spcPts val="1765"/>
              </a:lnSpc>
              <a:spcBef>
                <a:spcPts val="882"/>
              </a:spcBef>
              <a:buNone/>
              <a:defRPr lang="en-US" sz="1372" b="1" kern="1200" spc="0" baseline="0" dirty="0">
                <a:solidFill>
                  <a:schemeClr val="accent1"/>
                </a:solidFill>
                <a:latin typeface="+mn-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16" name="Text Placeholder 4"/>
          <p:cNvSpPr>
            <a:spLocks noGrp="1"/>
          </p:cNvSpPr>
          <p:nvPr>
            <p:ph type="body" sz="quarter" idx="17" hasCustomPrompt="1"/>
          </p:nvPr>
        </p:nvSpPr>
        <p:spPr>
          <a:xfrm>
            <a:off x="4300662" y="3167818"/>
            <a:ext cx="1693247" cy="2803460"/>
          </a:xfr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2" b="1" kern="1200" spc="0" baseline="0" dirty="0">
                <a:solidFill>
                  <a:schemeClr val="accent1"/>
                </a:solidFill>
                <a:latin typeface="+mn-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chemeClr val="tx1"/>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18" name="Text Placeholder 4"/>
          <p:cNvSpPr>
            <a:spLocks noGrp="1"/>
          </p:cNvSpPr>
          <p:nvPr>
            <p:ph type="body" sz="quarter" idx="19" hasCustomPrompt="1"/>
          </p:nvPr>
        </p:nvSpPr>
        <p:spPr>
          <a:xfrm>
            <a:off x="6222995" y="3167818"/>
            <a:ext cx="1693247" cy="2803460"/>
          </a:xfr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2" b="1" kern="1200" spc="0" baseline="0" dirty="0">
                <a:solidFill>
                  <a:schemeClr val="accent1"/>
                </a:solidFill>
                <a:latin typeface="+mn-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chemeClr val="tx1"/>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20" name="Text Placeholder 4"/>
          <p:cNvSpPr>
            <a:spLocks noGrp="1"/>
          </p:cNvSpPr>
          <p:nvPr>
            <p:ph type="body" sz="quarter" idx="21" hasCustomPrompt="1"/>
          </p:nvPr>
        </p:nvSpPr>
        <p:spPr>
          <a:xfrm>
            <a:off x="8145328" y="3167818"/>
            <a:ext cx="1693247" cy="2803460"/>
          </a:xfr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2" b="1" kern="1200" spc="0" baseline="0" dirty="0">
                <a:solidFill>
                  <a:schemeClr val="accent1"/>
                </a:solidFill>
                <a:latin typeface="+mn-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chemeClr val="tx1"/>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22" name="Text Placeholder 4"/>
          <p:cNvSpPr>
            <a:spLocks noGrp="1"/>
          </p:cNvSpPr>
          <p:nvPr>
            <p:ph type="body" sz="quarter" idx="23" hasCustomPrompt="1"/>
          </p:nvPr>
        </p:nvSpPr>
        <p:spPr>
          <a:xfrm>
            <a:off x="10067660" y="3167818"/>
            <a:ext cx="1693247" cy="2803460"/>
          </a:xfr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2" b="1" kern="1200" spc="0" baseline="0" dirty="0">
                <a:solidFill>
                  <a:schemeClr val="accent1"/>
                </a:solidFill>
                <a:latin typeface="+mn-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chemeClr val="tx1"/>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25" name="Content Placeholder 15"/>
          <p:cNvSpPr>
            <a:spLocks noGrp="1"/>
          </p:cNvSpPr>
          <p:nvPr>
            <p:ph sz="quarter" idx="26" hasCustomPrompt="1"/>
          </p:nvPr>
        </p:nvSpPr>
        <p:spPr>
          <a:xfrm>
            <a:off x="2378328" y="2136155"/>
            <a:ext cx="1693247" cy="1021696"/>
          </a:xfrm>
        </p:spPr>
        <p:txBody>
          <a:bodyPr>
            <a:noAutofit/>
          </a:bodyPr>
          <a:lstStyle>
            <a:lvl1pPr marL="0" indent="0">
              <a:buNone/>
              <a:defRPr sz="1961"/>
            </a:lvl1pPr>
          </a:lstStyle>
          <a:p>
            <a:pPr lvl="0"/>
            <a:r>
              <a:rPr lang="en-US" dirty="0"/>
              <a:t>Picture</a:t>
            </a:r>
          </a:p>
        </p:txBody>
      </p:sp>
      <p:sp>
        <p:nvSpPr>
          <p:cNvPr id="26" name="Content Placeholder 15"/>
          <p:cNvSpPr>
            <a:spLocks noGrp="1"/>
          </p:cNvSpPr>
          <p:nvPr>
            <p:ph sz="quarter" idx="27" hasCustomPrompt="1"/>
          </p:nvPr>
        </p:nvSpPr>
        <p:spPr>
          <a:xfrm>
            <a:off x="4300662" y="2136155"/>
            <a:ext cx="1693247" cy="1021696"/>
          </a:xfrm>
        </p:spPr>
        <p:txBody>
          <a:bodyPr>
            <a:noAutofit/>
          </a:bodyPr>
          <a:lstStyle>
            <a:lvl1pPr marL="0" indent="0">
              <a:buNone/>
              <a:defRPr sz="1961"/>
            </a:lvl1pPr>
          </a:lstStyle>
          <a:p>
            <a:pPr lvl="0"/>
            <a:r>
              <a:rPr lang="en-US" dirty="0"/>
              <a:t>Picture</a:t>
            </a:r>
          </a:p>
        </p:txBody>
      </p:sp>
      <p:sp>
        <p:nvSpPr>
          <p:cNvPr id="27" name="Content Placeholder 15"/>
          <p:cNvSpPr>
            <a:spLocks noGrp="1"/>
          </p:cNvSpPr>
          <p:nvPr>
            <p:ph sz="quarter" idx="28" hasCustomPrompt="1"/>
          </p:nvPr>
        </p:nvSpPr>
        <p:spPr>
          <a:xfrm>
            <a:off x="6222995" y="2136155"/>
            <a:ext cx="1693247" cy="1021696"/>
          </a:xfrm>
        </p:spPr>
        <p:txBody>
          <a:bodyPr>
            <a:noAutofit/>
          </a:bodyPr>
          <a:lstStyle>
            <a:lvl1pPr marL="0" indent="0">
              <a:buNone/>
              <a:defRPr sz="1961"/>
            </a:lvl1pPr>
          </a:lstStyle>
          <a:p>
            <a:pPr lvl="0"/>
            <a:r>
              <a:rPr lang="en-US" dirty="0"/>
              <a:t>Picture</a:t>
            </a:r>
          </a:p>
        </p:txBody>
      </p:sp>
      <p:sp>
        <p:nvSpPr>
          <p:cNvPr id="28" name="Content Placeholder 15"/>
          <p:cNvSpPr>
            <a:spLocks noGrp="1"/>
          </p:cNvSpPr>
          <p:nvPr>
            <p:ph sz="quarter" idx="29" hasCustomPrompt="1"/>
          </p:nvPr>
        </p:nvSpPr>
        <p:spPr>
          <a:xfrm>
            <a:off x="8145328" y="2136155"/>
            <a:ext cx="1693247" cy="1021696"/>
          </a:xfrm>
        </p:spPr>
        <p:txBody>
          <a:bodyPr>
            <a:noAutofit/>
          </a:bodyPr>
          <a:lstStyle>
            <a:lvl1pPr marL="0" indent="0">
              <a:buNone/>
              <a:defRPr sz="1961"/>
            </a:lvl1pPr>
          </a:lstStyle>
          <a:p>
            <a:pPr lvl="0"/>
            <a:r>
              <a:rPr lang="en-US" dirty="0"/>
              <a:t>Picture</a:t>
            </a:r>
          </a:p>
        </p:txBody>
      </p:sp>
      <p:sp>
        <p:nvSpPr>
          <p:cNvPr id="29" name="Content Placeholder 15"/>
          <p:cNvSpPr>
            <a:spLocks noGrp="1"/>
          </p:cNvSpPr>
          <p:nvPr>
            <p:ph sz="quarter" idx="30" hasCustomPrompt="1"/>
          </p:nvPr>
        </p:nvSpPr>
        <p:spPr>
          <a:xfrm>
            <a:off x="10067660" y="2136155"/>
            <a:ext cx="1693247" cy="1021696"/>
          </a:xfrm>
        </p:spPr>
        <p:txBody>
          <a:bodyPr>
            <a:noAutofit/>
          </a:bodyPr>
          <a:lstStyle>
            <a:lvl1pPr marL="0" indent="0">
              <a:buNone/>
              <a:defRPr sz="1961"/>
            </a:lvl1pPr>
          </a:lstStyle>
          <a:p>
            <a:pPr lvl="0"/>
            <a:r>
              <a:rPr lang="en-US" dirty="0"/>
              <a:t>Picture</a:t>
            </a:r>
          </a:p>
        </p:txBody>
      </p:sp>
    </p:spTree>
    <p:extLst>
      <p:ext uri="{BB962C8B-B14F-4D97-AF65-F5344CB8AC3E}">
        <p14:creationId xmlns:p14="http://schemas.microsoft.com/office/powerpoint/2010/main" val="3502008815"/>
      </p:ext>
    </p:extLst>
  </p:cSld>
  <p:clrMapOvr>
    <a:masterClrMapping/>
  </p:clrMapOvr>
  <p:transition>
    <p:fade/>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userDrawn="1">
  <p:cSld name="Title slide with graphic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800" strike="noStrike" spc="-49" baseline="0">
                <a:solidFill>
                  <a:schemeClr val="tx1"/>
                </a:solidFill>
              </a:defRPr>
            </a:lvl1pPr>
          </a:lstStyle>
          <a:p>
            <a:r>
              <a:rPr lang="en-US" dirty="0"/>
              <a:t>Azure presentation</a:t>
            </a:r>
            <a:br>
              <a:rPr lang="en-US" dirty="0"/>
            </a:br>
            <a:r>
              <a:rPr lang="en-US" dirty="0"/>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38664"/>
          </a:xfrm>
          <a:prstGeom prst="rect">
            <a:avLst/>
          </a:prstGeom>
        </p:spPr>
        <p:txBody>
          <a:bodyPr/>
          <a:lstStyle>
            <a:lvl1pPr>
              <a:defRPr sz="1800">
                <a:solidFill>
                  <a:schemeClr val="tx1"/>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
        <p:nvSpPr>
          <p:cNvPr id="13" name="Oval 12">
            <a:extLst>
              <a:ext uri="{FF2B5EF4-FFF2-40B4-BE49-F238E27FC236}">
                <a16:creationId xmlns:a16="http://schemas.microsoft.com/office/drawing/2014/main" id="{0C62E602-B038-4AA6-A699-B469CFE1AD96}"/>
              </a:ext>
              <a:ext uri="{C183D7F6-B498-43B3-948B-1728B52AA6E4}">
                <adec:decorative xmlns:adec="http://schemas.microsoft.com/office/drawing/2017/decorative" val="1"/>
              </a:ext>
            </a:extLst>
          </p:cNvPr>
          <p:cNvSpPr/>
          <p:nvPr userDrawn="1"/>
        </p:nvSpPr>
        <p:spPr bwMode="auto">
          <a:xfrm>
            <a:off x="6383137" y="589416"/>
            <a:ext cx="5671978" cy="5679168"/>
          </a:xfrm>
          <a:prstGeom prst="ellipse">
            <a:avLst/>
          </a:prstGeom>
          <a:noFill/>
          <a:ln w="1905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pic>
        <p:nvPicPr>
          <p:cNvPr id="4" name="Picture 3" descr="A picture containing drawing&#10;&#10;Description automatically generated">
            <a:extLst>
              <a:ext uri="{FF2B5EF4-FFF2-40B4-BE49-F238E27FC236}">
                <a16:creationId xmlns:a16="http://schemas.microsoft.com/office/drawing/2014/main" id="{57D6331F-1A15-46AA-A57A-300CC97487E4}"/>
              </a:ext>
            </a:extLst>
          </p:cNvPr>
          <p:cNvPicPr>
            <a:picLocks noChangeAspect="1"/>
          </p:cNvPicPr>
          <p:nvPr userDrawn="1"/>
        </p:nvPicPr>
        <p:blipFill>
          <a:blip r:embed="rId2"/>
          <a:stretch>
            <a:fillRect/>
          </a:stretch>
        </p:blipFill>
        <p:spPr>
          <a:xfrm>
            <a:off x="136885" y="159691"/>
            <a:ext cx="2635247" cy="871753"/>
          </a:xfrm>
          <a:prstGeom prst="rect">
            <a:avLst/>
          </a:prstGeom>
        </p:spPr>
      </p:pic>
      <p:grpSp>
        <p:nvGrpSpPr>
          <p:cNvPr id="37" name="Group 36">
            <a:extLst>
              <a:ext uri="{FF2B5EF4-FFF2-40B4-BE49-F238E27FC236}">
                <a16:creationId xmlns:a16="http://schemas.microsoft.com/office/drawing/2014/main" id="{695F69F3-6C65-4C67-BE9F-99EE13ECA942}"/>
              </a:ext>
            </a:extLst>
          </p:cNvPr>
          <p:cNvGrpSpPr/>
          <p:nvPr userDrawn="1"/>
        </p:nvGrpSpPr>
        <p:grpSpPr>
          <a:xfrm>
            <a:off x="6600946" y="859776"/>
            <a:ext cx="5148588" cy="5138447"/>
            <a:chOff x="6600946" y="859776"/>
            <a:chExt cx="5148588" cy="5138447"/>
          </a:xfrm>
        </p:grpSpPr>
        <p:grpSp>
          <p:nvGrpSpPr>
            <p:cNvPr id="38" name="Graphic 1">
              <a:extLst>
                <a:ext uri="{FF2B5EF4-FFF2-40B4-BE49-F238E27FC236}">
                  <a16:creationId xmlns:a16="http://schemas.microsoft.com/office/drawing/2014/main" id="{BC070748-6768-4FC2-A431-E43A99B45D24}"/>
                </a:ext>
              </a:extLst>
            </p:cNvPr>
            <p:cNvGrpSpPr/>
            <p:nvPr/>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48" name="Freeform: Shape 47">
                <a:extLst>
                  <a:ext uri="{FF2B5EF4-FFF2-40B4-BE49-F238E27FC236}">
                    <a16:creationId xmlns:a16="http://schemas.microsoft.com/office/drawing/2014/main" id="{04C016FB-6079-433E-86F5-11870BD5A617}"/>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730"/>
              </a:p>
            </p:txBody>
          </p:sp>
          <p:sp>
            <p:nvSpPr>
              <p:cNvPr id="49" name="Freeform: Shape 48">
                <a:extLst>
                  <a:ext uri="{FF2B5EF4-FFF2-40B4-BE49-F238E27FC236}">
                    <a16:creationId xmlns:a16="http://schemas.microsoft.com/office/drawing/2014/main" id="{54102133-5E8C-4CB3-AC62-D09FC824D203}"/>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730"/>
              </a:p>
            </p:txBody>
          </p:sp>
          <p:sp>
            <p:nvSpPr>
              <p:cNvPr id="50" name="Freeform: Shape 49">
                <a:extLst>
                  <a:ext uri="{FF2B5EF4-FFF2-40B4-BE49-F238E27FC236}">
                    <a16:creationId xmlns:a16="http://schemas.microsoft.com/office/drawing/2014/main" id="{0BCE9930-CFBB-4646-901A-120648FA1B9E}"/>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730"/>
              </a:p>
            </p:txBody>
          </p:sp>
          <p:sp>
            <p:nvSpPr>
              <p:cNvPr id="51" name="Freeform: Shape 50">
                <a:extLst>
                  <a:ext uri="{FF2B5EF4-FFF2-40B4-BE49-F238E27FC236}">
                    <a16:creationId xmlns:a16="http://schemas.microsoft.com/office/drawing/2014/main" id="{8C60FDBA-7C23-4806-88B5-29E31C6583DC}"/>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730"/>
              </a:p>
            </p:txBody>
          </p:sp>
          <p:sp>
            <p:nvSpPr>
              <p:cNvPr id="52" name="Freeform: Shape 51">
                <a:extLst>
                  <a:ext uri="{FF2B5EF4-FFF2-40B4-BE49-F238E27FC236}">
                    <a16:creationId xmlns:a16="http://schemas.microsoft.com/office/drawing/2014/main" id="{7DC83954-308D-4CAC-ADE0-92CE37FA6207}"/>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730"/>
              </a:p>
            </p:txBody>
          </p:sp>
          <p:sp>
            <p:nvSpPr>
              <p:cNvPr id="53" name="Freeform: Shape 52">
                <a:extLst>
                  <a:ext uri="{FF2B5EF4-FFF2-40B4-BE49-F238E27FC236}">
                    <a16:creationId xmlns:a16="http://schemas.microsoft.com/office/drawing/2014/main" id="{85339DC7-664E-4BEF-85FE-D1109A719B7E}"/>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730"/>
              </a:p>
            </p:txBody>
          </p:sp>
          <p:sp>
            <p:nvSpPr>
              <p:cNvPr id="54" name="Freeform: Shape 53">
                <a:extLst>
                  <a:ext uri="{FF2B5EF4-FFF2-40B4-BE49-F238E27FC236}">
                    <a16:creationId xmlns:a16="http://schemas.microsoft.com/office/drawing/2014/main" id="{DED6E3EF-BEB2-400D-A55F-8F548AA8A3C2}"/>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730"/>
              </a:p>
            </p:txBody>
          </p:sp>
          <p:sp>
            <p:nvSpPr>
              <p:cNvPr id="55" name="Freeform: Shape 54">
                <a:extLst>
                  <a:ext uri="{FF2B5EF4-FFF2-40B4-BE49-F238E27FC236}">
                    <a16:creationId xmlns:a16="http://schemas.microsoft.com/office/drawing/2014/main" id="{4056E671-564E-4828-B12C-3873C15097FD}"/>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730"/>
              </a:p>
            </p:txBody>
          </p:sp>
          <p:sp>
            <p:nvSpPr>
              <p:cNvPr id="56" name="Freeform: Shape 55">
                <a:extLst>
                  <a:ext uri="{FF2B5EF4-FFF2-40B4-BE49-F238E27FC236}">
                    <a16:creationId xmlns:a16="http://schemas.microsoft.com/office/drawing/2014/main" id="{CE2375AC-EE5D-462B-8769-A875F92C6D3F}"/>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730"/>
              </a:p>
            </p:txBody>
          </p:sp>
          <p:sp>
            <p:nvSpPr>
              <p:cNvPr id="57" name="Freeform: Shape 56">
                <a:extLst>
                  <a:ext uri="{FF2B5EF4-FFF2-40B4-BE49-F238E27FC236}">
                    <a16:creationId xmlns:a16="http://schemas.microsoft.com/office/drawing/2014/main" id="{5543C42A-4AA4-4EE3-9D6A-20D705974B93}"/>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730"/>
              </a:p>
            </p:txBody>
          </p:sp>
          <p:sp>
            <p:nvSpPr>
              <p:cNvPr id="58" name="Freeform: Shape 57">
                <a:extLst>
                  <a:ext uri="{FF2B5EF4-FFF2-40B4-BE49-F238E27FC236}">
                    <a16:creationId xmlns:a16="http://schemas.microsoft.com/office/drawing/2014/main" id="{5A06D381-5E3A-45E2-943A-D8A9CD6DDB02}"/>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730"/>
              </a:p>
            </p:txBody>
          </p:sp>
          <p:sp>
            <p:nvSpPr>
              <p:cNvPr id="59" name="Freeform: Shape 58">
                <a:extLst>
                  <a:ext uri="{FF2B5EF4-FFF2-40B4-BE49-F238E27FC236}">
                    <a16:creationId xmlns:a16="http://schemas.microsoft.com/office/drawing/2014/main" id="{6A50715D-06C2-4A50-B805-7C779755D7AD}"/>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730"/>
              </a:p>
            </p:txBody>
          </p:sp>
          <p:sp>
            <p:nvSpPr>
              <p:cNvPr id="60" name="Freeform: Shape 59">
                <a:extLst>
                  <a:ext uri="{FF2B5EF4-FFF2-40B4-BE49-F238E27FC236}">
                    <a16:creationId xmlns:a16="http://schemas.microsoft.com/office/drawing/2014/main" id="{76CB3FBA-91B0-4DCE-AC92-F9A18FF4D65A}"/>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730"/>
              </a:p>
            </p:txBody>
          </p:sp>
          <p:sp>
            <p:nvSpPr>
              <p:cNvPr id="61" name="Freeform: Shape 60">
                <a:extLst>
                  <a:ext uri="{FF2B5EF4-FFF2-40B4-BE49-F238E27FC236}">
                    <a16:creationId xmlns:a16="http://schemas.microsoft.com/office/drawing/2014/main" id="{22045ED4-534F-4B15-8795-D2C7547978FE}"/>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730"/>
              </a:p>
            </p:txBody>
          </p:sp>
          <p:sp>
            <p:nvSpPr>
              <p:cNvPr id="62" name="Freeform: Shape 61">
                <a:extLst>
                  <a:ext uri="{FF2B5EF4-FFF2-40B4-BE49-F238E27FC236}">
                    <a16:creationId xmlns:a16="http://schemas.microsoft.com/office/drawing/2014/main" id="{FEE68F87-0B6B-4885-866B-61423AE3724E}"/>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730"/>
              </a:p>
            </p:txBody>
          </p:sp>
          <p:sp>
            <p:nvSpPr>
              <p:cNvPr id="63" name="Freeform: Shape 62">
                <a:extLst>
                  <a:ext uri="{FF2B5EF4-FFF2-40B4-BE49-F238E27FC236}">
                    <a16:creationId xmlns:a16="http://schemas.microsoft.com/office/drawing/2014/main" id="{E99B4F58-0E6C-41DE-99A2-C3FCE7F11DB0}"/>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730"/>
              </a:p>
            </p:txBody>
          </p:sp>
          <p:sp>
            <p:nvSpPr>
              <p:cNvPr id="64" name="Freeform: Shape 63">
                <a:extLst>
                  <a:ext uri="{FF2B5EF4-FFF2-40B4-BE49-F238E27FC236}">
                    <a16:creationId xmlns:a16="http://schemas.microsoft.com/office/drawing/2014/main" id="{98213603-4044-4EDC-B3E0-CE20E3EE9BC2}"/>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730"/>
              </a:p>
            </p:txBody>
          </p:sp>
          <p:sp>
            <p:nvSpPr>
              <p:cNvPr id="65" name="Freeform: Shape 64">
                <a:extLst>
                  <a:ext uri="{FF2B5EF4-FFF2-40B4-BE49-F238E27FC236}">
                    <a16:creationId xmlns:a16="http://schemas.microsoft.com/office/drawing/2014/main" id="{DB035EF0-F3DA-4581-9198-447F52894F88}"/>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730"/>
              </a:p>
            </p:txBody>
          </p:sp>
          <p:sp>
            <p:nvSpPr>
              <p:cNvPr id="66" name="Freeform: Shape 65">
                <a:extLst>
                  <a:ext uri="{FF2B5EF4-FFF2-40B4-BE49-F238E27FC236}">
                    <a16:creationId xmlns:a16="http://schemas.microsoft.com/office/drawing/2014/main" id="{41AE2AF0-7DD9-443B-8718-D31F62D3CF64}"/>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730"/>
              </a:p>
            </p:txBody>
          </p:sp>
          <p:sp>
            <p:nvSpPr>
              <p:cNvPr id="67" name="Freeform: Shape 66">
                <a:extLst>
                  <a:ext uri="{FF2B5EF4-FFF2-40B4-BE49-F238E27FC236}">
                    <a16:creationId xmlns:a16="http://schemas.microsoft.com/office/drawing/2014/main" id="{1CB79995-5784-46B8-8607-92B5827FD726}"/>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730"/>
              </a:p>
            </p:txBody>
          </p:sp>
          <p:sp>
            <p:nvSpPr>
              <p:cNvPr id="68" name="Freeform: Shape 67">
                <a:extLst>
                  <a:ext uri="{FF2B5EF4-FFF2-40B4-BE49-F238E27FC236}">
                    <a16:creationId xmlns:a16="http://schemas.microsoft.com/office/drawing/2014/main" id="{C2CD6B3F-A5CA-4C9E-A462-6CF2EE2A5719}"/>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730"/>
              </a:p>
            </p:txBody>
          </p:sp>
          <p:sp>
            <p:nvSpPr>
              <p:cNvPr id="69" name="Freeform: Shape 68">
                <a:extLst>
                  <a:ext uri="{FF2B5EF4-FFF2-40B4-BE49-F238E27FC236}">
                    <a16:creationId xmlns:a16="http://schemas.microsoft.com/office/drawing/2014/main" id="{078CAE18-6328-4577-A1E2-68D4E723AA5D}"/>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730"/>
              </a:p>
            </p:txBody>
          </p:sp>
          <p:sp>
            <p:nvSpPr>
              <p:cNvPr id="70" name="Freeform: Shape 69">
                <a:extLst>
                  <a:ext uri="{FF2B5EF4-FFF2-40B4-BE49-F238E27FC236}">
                    <a16:creationId xmlns:a16="http://schemas.microsoft.com/office/drawing/2014/main" id="{EBA2E409-2F87-44E1-BDE0-C3F0C5F0EE68}"/>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730"/>
              </a:p>
            </p:txBody>
          </p:sp>
          <p:sp>
            <p:nvSpPr>
              <p:cNvPr id="71" name="Freeform: Shape 70">
                <a:extLst>
                  <a:ext uri="{FF2B5EF4-FFF2-40B4-BE49-F238E27FC236}">
                    <a16:creationId xmlns:a16="http://schemas.microsoft.com/office/drawing/2014/main" id="{4B3569C1-CDDE-4300-A777-F5A88095235D}"/>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730"/>
              </a:p>
            </p:txBody>
          </p:sp>
        </p:grpSp>
        <p:sp>
          <p:nvSpPr>
            <p:cNvPr id="39" name="Oval 38">
              <a:extLst>
                <a:ext uri="{FF2B5EF4-FFF2-40B4-BE49-F238E27FC236}">
                  <a16:creationId xmlns:a16="http://schemas.microsoft.com/office/drawing/2014/main" id="{9AE111FB-FF99-4626-BF15-A4F33CA3E1B5}"/>
                </a:ext>
              </a:extLst>
            </p:cNvPr>
            <p:cNvSpPr/>
            <p:nvPr userDrawn="1"/>
          </p:nvSpPr>
          <p:spPr bwMode="auto">
            <a:xfrm>
              <a:off x="7282905" y="3548967"/>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0" name="Oval 39">
              <a:extLst>
                <a:ext uri="{FF2B5EF4-FFF2-40B4-BE49-F238E27FC236}">
                  <a16:creationId xmlns:a16="http://schemas.microsoft.com/office/drawing/2014/main" id="{EEBF4D1F-7718-4CBE-B978-16FFCC2E3239}"/>
                </a:ext>
              </a:extLst>
            </p:cNvPr>
            <p:cNvSpPr/>
            <p:nvPr userDrawn="1"/>
          </p:nvSpPr>
          <p:spPr bwMode="auto">
            <a:xfrm>
              <a:off x="10896617" y="2909240"/>
              <a:ext cx="124272" cy="12429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1" name="Oval 40">
              <a:extLst>
                <a:ext uri="{FF2B5EF4-FFF2-40B4-BE49-F238E27FC236}">
                  <a16:creationId xmlns:a16="http://schemas.microsoft.com/office/drawing/2014/main" id="{59426D11-A3B4-4FDE-8641-D925588DAB39}"/>
                </a:ext>
              </a:extLst>
            </p:cNvPr>
            <p:cNvSpPr/>
            <p:nvPr userDrawn="1"/>
          </p:nvSpPr>
          <p:spPr bwMode="auto">
            <a:xfrm>
              <a:off x="9437993" y="5187887"/>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2" name="Oval 41">
              <a:extLst>
                <a:ext uri="{FF2B5EF4-FFF2-40B4-BE49-F238E27FC236}">
                  <a16:creationId xmlns:a16="http://schemas.microsoft.com/office/drawing/2014/main" id="{57EDB010-9BE7-4344-984B-7453B4FF8307}"/>
                </a:ext>
              </a:extLst>
            </p:cNvPr>
            <p:cNvSpPr/>
            <p:nvPr userDrawn="1"/>
          </p:nvSpPr>
          <p:spPr bwMode="auto">
            <a:xfrm>
              <a:off x="9087616" y="1541433"/>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3" name="Oval 42">
              <a:extLst>
                <a:ext uri="{FF2B5EF4-FFF2-40B4-BE49-F238E27FC236}">
                  <a16:creationId xmlns:a16="http://schemas.microsoft.com/office/drawing/2014/main" id="{786CA2CE-9797-4C92-9057-B3C8D9338727}"/>
                </a:ext>
              </a:extLst>
            </p:cNvPr>
            <p:cNvSpPr/>
            <p:nvPr userDrawn="1"/>
          </p:nvSpPr>
          <p:spPr bwMode="auto">
            <a:xfrm>
              <a:off x="9052314" y="3314275"/>
              <a:ext cx="229418" cy="22945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4" name="Oval 43">
              <a:extLst>
                <a:ext uri="{FF2B5EF4-FFF2-40B4-BE49-F238E27FC236}">
                  <a16:creationId xmlns:a16="http://schemas.microsoft.com/office/drawing/2014/main" id="{F9A1662E-1481-432B-8DC4-FF834AA60F57}"/>
                </a:ext>
              </a:extLst>
            </p:cNvPr>
            <p:cNvSpPr/>
            <p:nvPr userDrawn="1"/>
          </p:nvSpPr>
          <p:spPr bwMode="auto">
            <a:xfrm>
              <a:off x="9104887" y="2889394"/>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5" name="Oval 44">
              <a:extLst>
                <a:ext uri="{FF2B5EF4-FFF2-40B4-BE49-F238E27FC236}">
                  <a16:creationId xmlns:a16="http://schemas.microsoft.com/office/drawing/2014/main" id="{715F718A-84C5-42DA-9B9C-64E200753714}"/>
                </a:ext>
              </a:extLst>
            </p:cNvPr>
            <p:cNvSpPr/>
            <p:nvPr userDrawn="1"/>
          </p:nvSpPr>
          <p:spPr bwMode="auto">
            <a:xfrm>
              <a:off x="9104887" y="3844315"/>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6" name="Oval 45">
              <a:extLst>
                <a:ext uri="{FF2B5EF4-FFF2-40B4-BE49-F238E27FC236}">
                  <a16:creationId xmlns:a16="http://schemas.microsoft.com/office/drawing/2014/main" id="{48AC1770-CB0D-4E0F-BBE4-41A23A7256AC}"/>
                </a:ext>
              </a:extLst>
            </p:cNvPr>
            <p:cNvSpPr/>
            <p:nvPr userDrawn="1"/>
          </p:nvSpPr>
          <p:spPr bwMode="auto">
            <a:xfrm rot="16200000">
              <a:off x="8628699"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7" name="Oval 46">
              <a:extLst>
                <a:ext uri="{FF2B5EF4-FFF2-40B4-BE49-F238E27FC236}">
                  <a16:creationId xmlns:a16="http://schemas.microsoft.com/office/drawing/2014/main" id="{4DE4736B-6655-4B31-833F-1C130B67E3D0}"/>
                </a:ext>
              </a:extLst>
            </p:cNvPr>
            <p:cNvSpPr/>
            <p:nvPr userDrawn="1"/>
          </p:nvSpPr>
          <p:spPr bwMode="auto">
            <a:xfrm rot="16200000">
              <a:off x="9583486"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grpSp>
    </p:spTree>
    <p:extLst>
      <p:ext uri="{BB962C8B-B14F-4D97-AF65-F5344CB8AC3E}">
        <p14:creationId xmlns:p14="http://schemas.microsoft.com/office/powerpoint/2010/main" val="2576827224"/>
      </p:ext>
    </p:extLst>
  </p:cSld>
  <p:clrMapOvr>
    <a:masterClrMapping/>
  </p:clrMapOvr>
  <p:transition>
    <p:fade/>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userDrawn="1">
  <p:cSld name="Agenda 3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8580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dirty="0"/>
              <a:t>Agenda</a:t>
            </a:r>
            <a:br>
              <a:rPr lang="en-US" dirty="0"/>
            </a:br>
            <a:r>
              <a:rPr lang="en-US" dirty="0"/>
              <a:t>3 rows</a:t>
            </a:r>
          </a:p>
        </p:txBody>
      </p:sp>
      <p:sp>
        <p:nvSpPr>
          <p:cNvPr id="5" name="Text Placeholder 4"/>
          <p:cNvSpPr>
            <a:spLocks noGrp="1"/>
          </p:cNvSpPr>
          <p:nvPr>
            <p:ph type="body" sz="quarter" idx="11" hasCustomPrompt="1"/>
          </p:nvPr>
        </p:nvSpPr>
        <p:spPr>
          <a:xfrm>
            <a:off x="4078288" y="1358901"/>
            <a:ext cx="7695070" cy="1224434"/>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2816784"/>
            <a:ext cx="7695070" cy="1224434"/>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15" name="Text Placeholder 4">
            <a:extLst>
              <a:ext uri="{FF2B5EF4-FFF2-40B4-BE49-F238E27FC236}">
                <a16:creationId xmlns:a16="http://schemas.microsoft.com/office/drawing/2014/main" id="{17004B21-C7C1-4F96-8432-F7255C26DB8E}"/>
              </a:ext>
            </a:extLst>
          </p:cNvPr>
          <p:cNvSpPr>
            <a:spLocks noGrp="1"/>
          </p:cNvSpPr>
          <p:nvPr>
            <p:ph type="body" sz="quarter" idx="20" hasCustomPrompt="1"/>
          </p:nvPr>
        </p:nvSpPr>
        <p:spPr>
          <a:xfrm>
            <a:off x="4078288" y="4274667"/>
            <a:ext cx="7695070" cy="1224434"/>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D3BC550B-9B11-4380-8D6F-F4741FB779EC}"/>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707331979"/>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4A36DC34-EED6-8F49-8473-3802F6C2A3D1}"/>
              </a:ext>
            </a:extLst>
          </p:cNvPr>
          <p:cNvSpPr>
            <a:spLocks noGrp="1"/>
          </p:cNvSpPr>
          <p:nvPr>
            <p:ph type="title" hasCustomPrompt="1"/>
          </p:nvPr>
        </p:nvSpPr>
        <p:spPr>
          <a:xfrm>
            <a:off x="428681" y="2532448"/>
            <a:ext cx="9630389" cy="1793104"/>
          </a:xfrm>
          <a:prstGeom prst="rect">
            <a:avLst/>
          </a:prstGeom>
          <a:noFill/>
        </p:spPr>
        <p:txBody>
          <a:bodyPr lIns="0" tIns="0" rIns="0" bIns="182880" anchor="b" anchorCtr="0"/>
          <a:lstStyle>
            <a:lvl1pPr>
              <a:defRPr sz="4800" strike="noStrike" spc="-49" baseline="0">
                <a:solidFill>
                  <a:schemeClr val="tx2"/>
                </a:solidFill>
              </a:defRPr>
            </a:lvl1pPr>
          </a:lstStyle>
          <a:p>
            <a:r>
              <a:rPr lang="en-US" dirty="0">
                <a:solidFill>
                  <a:schemeClr val="tx1"/>
                </a:solidFill>
              </a:rPr>
              <a:t>Microsoft Security title</a:t>
            </a:r>
            <a:endParaRPr lang="en-US" dirty="0"/>
          </a:p>
        </p:txBody>
      </p:sp>
      <p:sp>
        <p:nvSpPr>
          <p:cNvPr id="14" name="Text Placeholder 10">
            <a:extLst>
              <a:ext uri="{FF2B5EF4-FFF2-40B4-BE49-F238E27FC236}">
                <a16:creationId xmlns:a16="http://schemas.microsoft.com/office/drawing/2014/main" id="{2E500E80-DD0C-EF4F-BB7D-03960A098E1F}"/>
              </a:ext>
            </a:extLst>
          </p:cNvPr>
          <p:cNvSpPr>
            <a:spLocks noGrp="1"/>
          </p:cNvSpPr>
          <p:nvPr>
            <p:ph type="body" sz="quarter" idx="15" hasCustomPrompt="1"/>
          </p:nvPr>
        </p:nvSpPr>
        <p:spPr>
          <a:xfrm>
            <a:off x="442466" y="4350114"/>
            <a:ext cx="9602819" cy="738664"/>
          </a:xfrm>
          <a:prstGeom prst="rect">
            <a:avLst/>
          </a:prstGeom>
        </p:spPr>
        <p:txBody>
          <a:bodyPr/>
          <a:lstStyle>
            <a:lvl1pPr>
              <a:defRPr sz="1800">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82FAE6D0-0992-4139-9359-5135BCE47E11}"/>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pic>
        <p:nvPicPr>
          <p:cNvPr id="3" name="Picture 2" descr="A picture containing drawing&#10;&#10;Description automatically generated">
            <a:extLst>
              <a:ext uri="{FF2B5EF4-FFF2-40B4-BE49-F238E27FC236}">
                <a16:creationId xmlns:a16="http://schemas.microsoft.com/office/drawing/2014/main" id="{50DC78AD-4336-4E8D-8F70-4C35FEF409C7}"/>
              </a:ext>
            </a:extLst>
          </p:cNvPr>
          <p:cNvPicPr>
            <a:picLocks noChangeAspect="1"/>
          </p:cNvPicPr>
          <p:nvPr userDrawn="1"/>
        </p:nvPicPr>
        <p:blipFill>
          <a:blip r:embed="rId2"/>
          <a:stretch>
            <a:fillRect/>
          </a:stretch>
        </p:blipFill>
        <p:spPr>
          <a:xfrm>
            <a:off x="136885" y="159691"/>
            <a:ext cx="2635247" cy="871753"/>
          </a:xfrm>
          <a:prstGeom prst="rect">
            <a:avLst/>
          </a:prstGeom>
        </p:spPr>
      </p:pic>
    </p:spTree>
    <p:extLst>
      <p:ext uri="{BB962C8B-B14F-4D97-AF65-F5344CB8AC3E}">
        <p14:creationId xmlns:p14="http://schemas.microsoft.com/office/powerpoint/2010/main" val="271115436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Title Slide with blue background">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FDD3BB94-DC99-244C-91E3-A9764AF2671E}"/>
              </a:ext>
            </a:extLst>
          </p:cNvPr>
          <p:cNvSpPr>
            <a:spLocks noGrp="1"/>
          </p:cNvSpPr>
          <p:nvPr>
            <p:ph type="title" hasCustomPrompt="1"/>
          </p:nvPr>
        </p:nvSpPr>
        <p:spPr>
          <a:xfrm>
            <a:off x="428681" y="2532448"/>
            <a:ext cx="9630389" cy="1793104"/>
          </a:xfrm>
          <a:prstGeom prst="rect">
            <a:avLst/>
          </a:prstGeom>
          <a:noFill/>
        </p:spPr>
        <p:txBody>
          <a:bodyPr lIns="0" tIns="0" rIns="0" bIns="182880" anchor="b" anchorCtr="0"/>
          <a:lstStyle>
            <a:lvl1pPr>
              <a:defRPr sz="4800" strike="noStrike" spc="-49" baseline="0">
                <a:solidFill>
                  <a:schemeClr val="bg1"/>
                </a:solidFill>
              </a:defRPr>
            </a:lvl1pPr>
          </a:lstStyle>
          <a:p>
            <a:r>
              <a:rPr lang="en-US" dirty="0"/>
              <a:t>Microsoft 365 title</a:t>
            </a:r>
          </a:p>
        </p:txBody>
      </p:sp>
      <p:sp>
        <p:nvSpPr>
          <p:cNvPr id="16" name="Text Placeholder 10">
            <a:extLst>
              <a:ext uri="{FF2B5EF4-FFF2-40B4-BE49-F238E27FC236}">
                <a16:creationId xmlns:a16="http://schemas.microsoft.com/office/drawing/2014/main" id="{63FCEA3C-C822-5A4A-9561-695239EA77C3}"/>
              </a:ext>
            </a:extLst>
          </p:cNvPr>
          <p:cNvSpPr>
            <a:spLocks noGrp="1"/>
          </p:cNvSpPr>
          <p:nvPr>
            <p:ph type="body" sz="quarter" idx="15" hasCustomPrompt="1"/>
          </p:nvPr>
        </p:nvSpPr>
        <p:spPr>
          <a:xfrm>
            <a:off x="442466" y="4350114"/>
            <a:ext cx="9602819" cy="738664"/>
          </a:xfrm>
          <a:prstGeom prst="rect">
            <a:avLst/>
          </a:prstGeom>
        </p:spPr>
        <p:txBody>
          <a:bodyPr/>
          <a:lstStyle>
            <a:lvl1pPr>
              <a:defRPr sz="1800">
                <a:solidFill>
                  <a:schemeClr val="bg1"/>
                </a:solidFill>
              </a:defRPr>
            </a:lvl1pPr>
            <a:lvl2pPr>
              <a:defRPr sz="1765">
                <a:solidFill>
                  <a:srgbClr val="000000"/>
                </a:solidFill>
              </a:defRPr>
            </a:lvl2pPr>
            <a:lvl3pPr>
              <a:defRPr sz="1372"/>
            </a:lvl3pPr>
            <a:lvl4pPr>
              <a:defRPr sz="1372"/>
            </a:lvl4pPr>
            <a:lvl5pPr>
              <a:defRPr sz="1029"/>
            </a:lvl5pPr>
          </a:lstStyle>
          <a:p>
            <a:pPr lvl="0"/>
            <a:r>
              <a:rPr lang="en-US" dirty="0"/>
              <a:t>Author name</a:t>
            </a:r>
            <a:br>
              <a:rPr lang="en-US" dirty="0"/>
            </a:br>
            <a:r>
              <a:rPr lang="en-US" dirty="0"/>
              <a:t>Date</a:t>
            </a:r>
          </a:p>
        </p:txBody>
      </p:sp>
      <p:sp>
        <p:nvSpPr>
          <p:cNvPr id="2" name="Footer Placeholder 1">
            <a:extLst>
              <a:ext uri="{FF2B5EF4-FFF2-40B4-BE49-F238E27FC236}">
                <a16:creationId xmlns:a16="http://schemas.microsoft.com/office/drawing/2014/main" id="{DE984AF9-42B3-4123-927E-CEC8570AFE35}"/>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solidFill>
                  <a:schemeClr val="bg1"/>
                </a:solidFill>
              </a:rPr>
              <a:t>© Copyright Microsoft Corporation. All rights reserved.</a:t>
            </a:r>
          </a:p>
        </p:txBody>
      </p:sp>
      <p:pic>
        <p:nvPicPr>
          <p:cNvPr id="3" name="Picture 2" descr="A picture containing drawing&#10;&#10;Description automatically generated">
            <a:extLst>
              <a:ext uri="{FF2B5EF4-FFF2-40B4-BE49-F238E27FC236}">
                <a16:creationId xmlns:a16="http://schemas.microsoft.com/office/drawing/2014/main" id="{0AF2B48A-0CD5-4E5D-BBFC-0FF17E42D728}"/>
              </a:ext>
            </a:extLst>
          </p:cNvPr>
          <p:cNvPicPr>
            <a:picLocks noChangeAspect="1"/>
          </p:cNvPicPr>
          <p:nvPr userDrawn="1"/>
        </p:nvPicPr>
        <p:blipFill>
          <a:blip r:embed="rId2"/>
          <a:stretch>
            <a:fillRect/>
          </a:stretch>
        </p:blipFill>
        <p:spPr>
          <a:xfrm>
            <a:off x="136885" y="159691"/>
            <a:ext cx="2635247" cy="871753"/>
          </a:xfrm>
          <a:prstGeom prst="rect">
            <a:avLst/>
          </a:prstGeom>
        </p:spPr>
      </p:pic>
    </p:spTree>
    <p:extLst>
      <p:ext uri="{BB962C8B-B14F-4D97-AF65-F5344CB8AC3E}">
        <p14:creationId xmlns:p14="http://schemas.microsoft.com/office/powerpoint/2010/main" val="168944879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preserve="1" userDrawn="1">
  <p:cSld name="Title slide with graphic 1">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D09A9D1-6212-8B49-96D7-B3E9D17D4BAB}"/>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800" strike="noStrike" spc="-49" baseline="0">
                <a:solidFill>
                  <a:srgbClr val="000000"/>
                </a:solidFill>
              </a:defRPr>
            </a:lvl1pPr>
          </a:lstStyle>
          <a:p>
            <a:r>
              <a:rPr lang="en-US" dirty="0"/>
              <a:t>Azure presentation</a:t>
            </a:r>
            <a:br>
              <a:rPr lang="en-US" dirty="0"/>
            </a:br>
            <a:r>
              <a:rPr lang="en-US" dirty="0"/>
              <a:t>title or event name</a:t>
            </a:r>
          </a:p>
        </p:txBody>
      </p:sp>
      <p:sp>
        <p:nvSpPr>
          <p:cNvPr id="9" name="Text Placeholder 10">
            <a:extLst>
              <a:ext uri="{FF2B5EF4-FFF2-40B4-BE49-F238E27FC236}">
                <a16:creationId xmlns:a16="http://schemas.microsoft.com/office/drawing/2014/main" id="{0881A9F1-B3A4-0742-8DAD-18EC8A78C522}"/>
              </a:ext>
            </a:extLst>
          </p:cNvPr>
          <p:cNvSpPr>
            <a:spLocks noGrp="1"/>
          </p:cNvSpPr>
          <p:nvPr>
            <p:ph type="body" sz="quarter" idx="15" hasCustomPrompt="1"/>
          </p:nvPr>
        </p:nvSpPr>
        <p:spPr>
          <a:xfrm>
            <a:off x="442466" y="4350114"/>
            <a:ext cx="5413394" cy="738664"/>
          </a:xfrm>
          <a:prstGeom prst="rect">
            <a:avLst/>
          </a:prstGeom>
        </p:spPr>
        <p:txBody>
          <a:bodyPr/>
          <a:lstStyle>
            <a:lvl1pPr>
              <a:defRPr sz="1800">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7" name="Footer Placeholder 1">
            <a:extLst>
              <a:ext uri="{FF2B5EF4-FFF2-40B4-BE49-F238E27FC236}">
                <a16:creationId xmlns:a16="http://schemas.microsoft.com/office/drawing/2014/main" id="{1B6BA0D2-3614-405C-8BB6-C5242154BADB}"/>
              </a:ext>
            </a:extLst>
          </p:cNvPr>
          <p:cNvSpPr txBox="1">
            <a:spLocks/>
          </p:cNvSpPr>
          <p:nvPr userDrawn="1"/>
        </p:nvSpPr>
        <p:spPr>
          <a:xfrm>
            <a:off x="442466"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r>
              <a:rPr lang="en-US" dirty="0"/>
              <a:t>© Copyright Microsoft Corporation. All rights reserved.</a:t>
            </a:r>
          </a:p>
        </p:txBody>
      </p:sp>
      <p:pic>
        <p:nvPicPr>
          <p:cNvPr id="3" name="Picture 2" descr="A picture containing drawing&#10;&#10;Description automatically generated">
            <a:extLst>
              <a:ext uri="{FF2B5EF4-FFF2-40B4-BE49-F238E27FC236}">
                <a16:creationId xmlns:a16="http://schemas.microsoft.com/office/drawing/2014/main" id="{DA65376C-9C1C-452A-9C27-75EE7927ABA8}"/>
              </a:ext>
            </a:extLst>
          </p:cNvPr>
          <p:cNvPicPr>
            <a:picLocks noChangeAspect="1"/>
          </p:cNvPicPr>
          <p:nvPr userDrawn="1"/>
        </p:nvPicPr>
        <p:blipFill>
          <a:blip r:embed="rId2"/>
          <a:stretch>
            <a:fillRect/>
          </a:stretch>
        </p:blipFill>
        <p:spPr>
          <a:xfrm>
            <a:off x="136885" y="159691"/>
            <a:ext cx="2635247" cy="871753"/>
          </a:xfrm>
          <a:prstGeom prst="rect">
            <a:avLst/>
          </a:prstGeom>
        </p:spPr>
      </p:pic>
      <p:pic>
        <p:nvPicPr>
          <p:cNvPr id="4" name="Picture 3">
            <a:extLst>
              <a:ext uri="{FF2B5EF4-FFF2-40B4-BE49-F238E27FC236}">
                <a16:creationId xmlns:a16="http://schemas.microsoft.com/office/drawing/2014/main" id="{C4B6689F-D3DF-4DE9-BFA0-0A8E724877B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857617" y="0"/>
            <a:ext cx="5973790" cy="6858000"/>
          </a:xfrm>
          <a:prstGeom prst="rect">
            <a:avLst/>
          </a:prstGeom>
        </p:spPr>
      </p:pic>
    </p:spTree>
    <p:extLst>
      <p:ext uri="{BB962C8B-B14F-4D97-AF65-F5344CB8AC3E}">
        <p14:creationId xmlns:p14="http://schemas.microsoft.com/office/powerpoint/2010/main" val="891904648"/>
      </p:ext>
    </p:extLst>
  </p:cSld>
  <p:clrMapOvr>
    <a:masterClrMapping/>
  </p:clrMapOvr>
  <p:transition>
    <p:fade/>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Title slide with graphic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800" strike="noStrike" spc="-49" baseline="0">
                <a:solidFill>
                  <a:schemeClr val="tx1"/>
                </a:solidFill>
              </a:defRPr>
            </a:lvl1pPr>
          </a:lstStyle>
          <a:p>
            <a:r>
              <a:rPr lang="en-US" dirty="0"/>
              <a:t>Azure presentation</a:t>
            </a:r>
            <a:br>
              <a:rPr lang="en-US" dirty="0"/>
            </a:br>
            <a:r>
              <a:rPr lang="en-US" dirty="0"/>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38664"/>
          </a:xfrm>
          <a:prstGeom prst="rect">
            <a:avLst/>
          </a:prstGeom>
        </p:spPr>
        <p:txBody>
          <a:bodyPr/>
          <a:lstStyle>
            <a:lvl1pPr>
              <a:defRPr sz="1800">
                <a:solidFill>
                  <a:schemeClr val="tx1"/>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
        <p:nvSpPr>
          <p:cNvPr id="13" name="Oval 12">
            <a:extLst>
              <a:ext uri="{FF2B5EF4-FFF2-40B4-BE49-F238E27FC236}">
                <a16:creationId xmlns:a16="http://schemas.microsoft.com/office/drawing/2014/main" id="{0C62E602-B038-4AA6-A699-B469CFE1AD96}"/>
              </a:ext>
              <a:ext uri="{C183D7F6-B498-43B3-948B-1728B52AA6E4}">
                <adec:decorative xmlns:adec="http://schemas.microsoft.com/office/drawing/2017/decorative" val="1"/>
              </a:ext>
            </a:extLst>
          </p:cNvPr>
          <p:cNvSpPr/>
          <p:nvPr userDrawn="1"/>
        </p:nvSpPr>
        <p:spPr bwMode="auto">
          <a:xfrm>
            <a:off x="6383137" y="589416"/>
            <a:ext cx="5671978" cy="5679168"/>
          </a:xfrm>
          <a:prstGeom prst="ellipse">
            <a:avLst/>
          </a:prstGeom>
          <a:noFill/>
          <a:ln w="1905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pic>
        <p:nvPicPr>
          <p:cNvPr id="4" name="Picture 3" descr="A picture containing drawing&#10;&#10;Description automatically generated">
            <a:extLst>
              <a:ext uri="{FF2B5EF4-FFF2-40B4-BE49-F238E27FC236}">
                <a16:creationId xmlns:a16="http://schemas.microsoft.com/office/drawing/2014/main" id="{57D6331F-1A15-46AA-A57A-300CC97487E4}"/>
              </a:ext>
            </a:extLst>
          </p:cNvPr>
          <p:cNvPicPr>
            <a:picLocks noChangeAspect="1"/>
          </p:cNvPicPr>
          <p:nvPr userDrawn="1"/>
        </p:nvPicPr>
        <p:blipFill>
          <a:blip r:embed="rId2"/>
          <a:stretch>
            <a:fillRect/>
          </a:stretch>
        </p:blipFill>
        <p:spPr>
          <a:xfrm>
            <a:off x="136885" y="159691"/>
            <a:ext cx="2635247" cy="871753"/>
          </a:xfrm>
          <a:prstGeom prst="rect">
            <a:avLst/>
          </a:prstGeom>
        </p:spPr>
      </p:pic>
      <p:grpSp>
        <p:nvGrpSpPr>
          <p:cNvPr id="37" name="Group 36">
            <a:extLst>
              <a:ext uri="{FF2B5EF4-FFF2-40B4-BE49-F238E27FC236}">
                <a16:creationId xmlns:a16="http://schemas.microsoft.com/office/drawing/2014/main" id="{695F69F3-6C65-4C67-BE9F-99EE13ECA942}"/>
              </a:ext>
            </a:extLst>
          </p:cNvPr>
          <p:cNvGrpSpPr/>
          <p:nvPr userDrawn="1"/>
        </p:nvGrpSpPr>
        <p:grpSpPr>
          <a:xfrm>
            <a:off x="6600946" y="859776"/>
            <a:ext cx="5148588" cy="5138447"/>
            <a:chOff x="6600946" y="859776"/>
            <a:chExt cx="5148588" cy="5138447"/>
          </a:xfrm>
        </p:grpSpPr>
        <p:grpSp>
          <p:nvGrpSpPr>
            <p:cNvPr id="38" name="Graphic 1">
              <a:extLst>
                <a:ext uri="{FF2B5EF4-FFF2-40B4-BE49-F238E27FC236}">
                  <a16:creationId xmlns:a16="http://schemas.microsoft.com/office/drawing/2014/main" id="{BC070748-6768-4FC2-A431-E43A99B45D24}"/>
                </a:ext>
              </a:extLst>
            </p:cNvPr>
            <p:cNvGrpSpPr/>
            <p:nvPr/>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48" name="Freeform: Shape 47">
                <a:extLst>
                  <a:ext uri="{FF2B5EF4-FFF2-40B4-BE49-F238E27FC236}">
                    <a16:creationId xmlns:a16="http://schemas.microsoft.com/office/drawing/2014/main" id="{04C016FB-6079-433E-86F5-11870BD5A617}"/>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730"/>
              </a:p>
            </p:txBody>
          </p:sp>
          <p:sp>
            <p:nvSpPr>
              <p:cNvPr id="49" name="Freeform: Shape 48">
                <a:extLst>
                  <a:ext uri="{FF2B5EF4-FFF2-40B4-BE49-F238E27FC236}">
                    <a16:creationId xmlns:a16="http://schemas.microsoft.com/office/drawing/2014/main" id="{54102133-5E8C-4CB3-AC62-D09FC824D203}"/>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730"/>
              </a:p>
            </p:txBody>
          </p:sp>
          <p:sp>
            <p:nvSpPr>
              <p:cNvPr id="50" name="Freeform: Shape 49">
                <a:extLst>
                  <a:ext uri="{FF2B5EF4-FFF2-40B4-BE49-F238E27FC236}">
                    <a16:creationId xmlns:a16="http://schemas.microsoft.com/office/drawing/2014/main" id="{0BCE9930-CFBB-4646-901A-120648FA1B9E}"/>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730"/>
              </a:p>
            </p:txBody>
          </p:sp>
          <p:sp>
            <p:nvSpPr>
              <p:cNvPr id="51" name="Freeform: Shape 50">
                <a:extLst>
                  <a:ext uri="{FF2B5EF4-FFF2-40B4-BE49-F238E27FC236}">
                    <a16:creationId xmlns:a16="http://schemas.microsoft.com/office/drawing/2014/main" id="{8C60FDBA-7C23-4806-88B5-29E31C6583DC}"/>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730"/>
              </a:p>
            </p:txBody>
          </p:sp>
          <p:sp>
            <p:nvSpPr>
              <p:cNvPr id="52" name="Freeform: Shape 51">
                <a:extLst>
                  <a:ext uri="{FF2B5EF4-FFF2-40B4-BE49-F238E27FC236}">
                    <a16:creationId xmlns:a16="http://schemas.microsoft.com/office/drawing/2014/main" id="{7DC83954-308D-4CAC-ADE0-92CE37FA6207}"/>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730"/>
              </a:p>
            </p:txBody>
          </p:sp>
          <p:sp>
            <p:nvSpPr>
              <p:cNvPr id="53" name="Freeform: Shape 52">
                <a:extLst>
                  <a:ext uri="{FF2B5EF4-FFF2-40B4-BE49-F238E27FC236}">
                    <a16:creationId xmlns:a16="http://schemas.microsoft.com/office/drawing/2014/main" id="{85339DC7-664E-4BEF-85FE-D1109A719B7E}"/>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730"/>
              </a:p>
            </p:txBody>
          </p:sp>
          <p:sp>
            <p:nvSpPr>
              <p:cNvPr id="54" name="Freeform: Shape 53">
                <a:extLst>
                  <a:ext uri="{FF2B5EF4-FFF2-40B4-BE49-F238E27FC236}">
                    <a16:creationId xmlns:a16="http://schemas.microsoft.com/office/drawing/2014/main" id="{DED6E3EF-BEB2-400D-A55F-8F548AA8A3C2}"/>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730"/>
              </a:p>
            </p:txBody>
          </p:sp>
          <p:sp>
            <p:nvSpPr>
              <p:cNvPr id="55" name="Freeform: Shape 54">
                <a:extLst>
                  <a:ext uri="{FF2B5EF4-FFF2-40B4-BE49-F238E27FC236}">
                    <a16:creationId xmlns:a16="http://schemas.microsoft.com/office/drawing/2014/main" id="{4056E671-564E-4828-B12C-3873C15097FD}"/>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730"/>
              </a:p>
            </p:txBody>
          </p:sp>
          <p:sp>
            <p:nvSpPr>
              <p:cNvPr id="56" name="Freeform: Shape 55">
                <a:extLst>
                  <a:ext uri="{FF2B5EF4-FFF2-40B4-BE49-F238E27FC236}">
                    <a16:creationId xmlns:a16="http://schemas.microsoft.com/office/drawing/2014/main" id="{CE2375AC-EE5D-462B-8769-A875F92C6D3F}"/>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730"/>
              </a:p>
            </p:txBody>
          </p:sp>
          <p:sp>
            <p:nvSpPr>
              <p:cNvPr id="57" name="Freeform: Shape 56">
                <a:extLst>
                  <a:ext uri="{FF2B5EF4-FFF2-40B4-BE49-F238E27FC236}">
                    <a16:creationId xmlns:a16="http://schemas.microsoft.com/office/drawing/2014/main" id="{5543C42A-4AA4-4EE3-9D6A-20D705974B93}"/>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730"/>
              </a:p>
            </p:txBody>
          </p:sp>
          <p:sp>
            <p:nvSpPr>
              <p:cNvPr id="58" name="Freeform: Shape 57">
                <a:extLst>
                  <a:ext uri="{FF2B5EF4-FFF2-40B4-BE49-F238E27FC236}">
                    <a16:creationId xmlns:a16="http://schemas.microsoft.com/office/drawing/2014/main" id="{5A06D381-5E3A-45E2-943A-D8A9CD6DDB02}"/>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730"/>
              </a:p>
            </p:txBody>
          </p:sp>
          <p:sp>
            <p:nvSpPr>
              <p:cNvPr id="59" name="Freeform: Shape 58">
                <a:extLst>
                  <a:ext uri="{FF2B5EF4-FFF2-40B4-BE49-F238E27FC236}">
                    <a16:creationId xmlns:a16="http://schemas.microsoft.com/office/drawing/2014/main" id="{6A50715D-06C2-4A50-B805-7C779755D7AD}"/>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730"/>
              </a:p>
            </p:txBody>
          </p:sp>
          <p:sp>
            <p:nvSpPr>
              <p:cNvPr id="60" name="Freeform: Shape 59">
                <a:extLst>
                  <a:ext uri="{FF2B5EF4-FFF2-40B4-BE49-F238E27FC236}">
                    <a16:creationId xmlns:a16="http://schemas.microsoft.com/office/drawing/2014/main" id="{76CB3FBA-91B0-4DCE-AC92-F9A18FF4D65A}"/>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730"/>
              </a:p>
            </p:txBody>
          </p:sp>
          <p:sp>
            <p:nvSpPr>
              <p:cNvPr id="61" name="Freeform: Shape 60">
                <a:extLst>
                  <a:ext uri="{FF2B5EF4-FFF2-40B4-BE49-F238E27FC236}">
                    <a16:creationId xmlns:a16="http://schemas.microsoft.com/office/drawing/2014/main" id="{22045ED4-534F-4B15-8795-D2C7547978FE}"/>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730"/>
              </a:p>
            </p:txBody>
          </p:sp>
          <p:sp>
            <p:nvSpPr>
              <p:cNvPr id="62" name="Freeform: Shape 61">
                <a:extLst>
                  <a:ext uri="{FF2B5EF4-FFF2-40B4-BE49-F238E27FC236}">
                    <a16:creationId xmlns:a16="http://schemas.microsoft.com/office/drawing/2014/main" id="{FEE68F87-0B6B-4885-866B-61423AE3724E}"/>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730"/>
              </a:p>
            </p:txBody>
          </p:sp>
          <p:sp>
            <p:nvSpPr>
              <p:cNvPr id="63" name="Freeform: Shape 62">
                <a:extLst>
                  <a:ext uri="{FF2B5EF4-FFF2-40B4-BE49-F238E27FC236}">
                    <a16:creationId xmlns:a16="http://schemas.microsoft.com/office/drawing/2014/main" id="{E99B4F58-0E6C-41DE-99A2-C3FCE7F11DB0}"/>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730"/>
              </a:p>
            </p:txBody>
          </p:sp>
          <p:sp>
            <p:nvSpPr>
              <p:cNvPr id="64" name="Freeform: Shape 63">
                <a:extLst>
                  <a:ext uri="{FF2B5EF4-FFF2-40B4-BE49-F238E27FC236}">
                    <a16:creationId xmlns:a16="http://schemas.microsoft.com/office/drawing/2014/main" id="{98213603-4044-4EDC-B3E0-CE20E3EE9BC2}"/>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730"/>
              </a:p>
            </p:txBody>
          </p:sp>
          <p:sp>
            <p:nvSpPr>
              <p:cNvPr id="65" name="Freeform: Shape 64">
                <a:extLst>
                  <a:ext uri="{FF2B5EF4-FFF2-40B4-BE49-F238E27FC236}">
                    <a16:creationId xmlns:a16="http://schemas.microsoft.com/office/drawing/2014/main" id="{DB035EF0-F3DA-4581-9198-447F52894F88}"/>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730"/>
              </a:p>
            </p:txBody>
          </p:sp>
          <p:sp>
            <p:nvSpPr>
              <p:cNvPr id="66" name="Freeform: Shape 65">
                <a:extLst>
                  <a:ext uri="{FF2B5EF4-FFF2-40B4-BE49-F238E27FC236}">
                    <a16:creationId xmlns:a16="http://schemas.microsoft.com/office/drawing/2014/main" id="{41AE2AF0-7DD9-443B-8718-D31F62D3CF64}"/>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730"/>
              </a:p>
            </p:txBody>
          </p:sp>
          <p:sp>
            <p:nvSpPr>
              <p:cNvPr id="67" name="Freeform: Shape 66">
                <a:extLst>
                  <a:ext uri="{FF2B5EF4-FFF2-40B4-BE49-F238E27FC236}">
                    <a16:creationId xmlns:a16="http://schemas.microsoft.com/office/drawing/2014/main" id="{1CB79995-5784-46B8-8607-92B5827FD726}"/>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730"/>
              </a:p>
            </p:txBody>
          </p:sp>
          <p:sp>
            <p:nvSpPr>
              <p:cNvPr id="68" name="Freeform: Shape 67">
                <a:extLst>
                  <a:ext uri="{FF2B5EF4-FFF2-40B4-BE49-F238E27FC236}">
                    <a16:creationId xmlns:a16="http://schemas.microsoft.com/office/drawing/2014/main" id="{C2CD6B3F-A5CA-4C9E-A462-6CF2EE2A5719}"/>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730"/>
              </a:p>
            </p:txBody>
          </p:sp>
          <p:sp>
            <p:nvSpPr>
              <p:cNvPr id="69" name="Freeform: Shape 68">
                <a:extLst>
                  <a:ext uri="{FF2B5EF4-FFF2-40B4-BE49-F238E27FC236}">
                    <a16:creationId xmlns:a16="http://schemas.microsoft.com/office/drawing/2014/main" id="{078CAE18-6328-4577-A1E2-68D4E723AA5D}"/>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730"/>
              </a:p>
            </p:txBody>
          </p:sp>
          <p:sp>
            <p:nvSpPr>
              <p:cNvPr id="70" name="Freeform: Shape 69">
                <a:extLst>
                  <a:ext uri="{FF2B5EF4-FFF2-40B4-BE49-F238E27FC236}">
                    <a16:creationId xmlns:a16="http://schemas.microsoft.com/office/drawing/2014/main" id="{EBA2E409-2F87-44E1-BDE0-C3F0C5F0EE68}"/>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730"/>
              </a:p>
            </p:txBody>
          </p:sp>
          <p:sp>
            <p:nvSpPr>
              <p:cNvPr id="71" name="Freeform: Shape 70">
                <a:extLst>
                  <a:ext uri="{FF2B5EF4-FFF2-40B4-BE49-F238E27FC236}">
                    <a16:creationId xmlns:a16="http://schemas.microsoft.com/office/drawing/2014/main" id="{4B3569C1-CDDE-4300-A777-F5A88095235D}"/>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730"/>
              </a:p>
            </p:txBody>
          </p:sp>
        </p:grpSp>
        <p:sp>
          <p:nvSpPr>
            <p:cNvPr id="39" name="Oval 38">
              <a:extLst>
                <a:ext uri="{FF2B5EF4-FFF2-40B4-BE49-F238E27FC236}">
                  <a16:creationId xmlns:a16="http://schemas.microsoft.com/office/drawing/2014/main" id="{9AE111FB-FF99-4626-BF15-A4F33CA3E1B5}"/>
                </a:ext>
              </a:extLst>
            </p:cNvPr>
            <p:cNvSpPr/>
            <p:nvPr userDrawn="1"/>
          </p:nvSpPr>
          <p:spPr bwMode="auto">
            <a:xfrm>
              <a:off x="7282905" y="3548967"/>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0" name="Oval 39">
              <a:extLst>
                <a:ext uri="{FF2B5EF4-FFF2-40B4-BE49-F238E27FC236}">
                  <a16:creationId xmlns:a16="http://schemas.microsoft.com/office/drawing/2014/main" id="{EEBF4D1F-7718-4CBE-B978-16FFCC2E3239}"/>
                </a:ext>
              </a:extLst>
            </p:cNvPr>
            <p:cNvSpPr/>
            <p:nvPr userDrawn="1"/>
          </p:nvSpPr>
          <p:spPr bwMode="auto">
            <a:xfrm>
              <a:off x="10896617" y="2909240"/>
              <a:ext cx="124272" cy="12429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1" name="Oval 40">
              <a:extLst>
                <a:ext uri="{FF2B5EF4-FFF2-40B4-BE49-F238E27FC236}">
                  <a16:creationId xmlns:a16="http://schemas.microsoft.com/office/drawing/2014/main" id="{59426D11-A3B4-4FDE-8641-D925588DAB39}"/>
                </a:ext>
              </a:extLst>
            </p:cNvPr>
            <p:cNvSpPr/>
            <p:nvPr userDrawn="1"/>
          </p:nvSpPr>
          <p:spPr bwMode="auto">
            <a:xfrm>
              <a:off x="9437993" y="5187887"/>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2" name="Oval 41">
              <a:extLst>
                <a:ext uri="{FF2B5EF4-FFF2-40B4-BE49-F238E27FC236}">
                  <a16:creationId xmlns:a16="http://schemas.microsoft.com/office/drawing/2014/main" id="{57EDB010-9BE7-4344-984B-7453B4FF8307}"/>
                </a:ext>
              </a:extLst>
            </p:cNvPr>
            <p:cNvSpPr/>
            <p:nvPr userDrawn="1"/>
          </p:nvSpPr>
          <p:spPr bwMode="auto">
            <a:xfrm>
              <a:off x="9087616" y="1541433"/>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3" name="Oval 42">
              <a:extLst>
                <a:ext uri="{FF2B5EF4-FFF2-40B4-BE49-F238E27FC236}">
                  <a16:creationId xmlns:a16="http://schemas.microsoft.com/office/drawing/2014/main" id="{786CA2CE-9797-4C92-9057-B3C8D9338727}"/>
                </a:ext>
              </a:extLst>
            </p:cNvPr>
            <p:cNvSpPr/>
            <p:nvPr userDrawn="1"/>
          </p:nvSpPr>
          <p:spPr bwMode="auto">
            <a:xfrm>
              <a:off x="9052314" y="3314275"/>
              <a:ext cx="229418" cy="22945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4" name="Oval 43">
              <a:extLst>
                <a:ext uri="{FF2B5EF4-FFF2-40B4-BE49-F238E27FC236}">
                  <a16:creationId xmlns:a16="http://schemas.microsoft.com/office/drawing/2014/main" id="{F9A1662E-1481-432B-8DC4-FF834AA60F57}"/>
                </a:ext>
              </a:extLst>
            </p:cNvPr>
            <p:cNvSpPr/>
            <p:nvPr userDrawn="1"/>
          </p:nvSpPr>
          <p:spPr bwMode="auto">
            <a:xfrm>
              <a:off x="9104887" y="2889394"/>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5" name="Oval 44">
              <a:extLst>
                <a:ext uri="{FF2B5EF4-FFF2-40B4-BE49-F238E27FC236}">
                  <a16:creationId xmlns:a16="http://schemas.microsoft.com/office/drawing/2014/main" id="{715F718A-84C5-42DA-9B9C-64E200753714}"/>
                </a:ext>
              </a:extLst>
            </p:cNvPr>
            <p:cNvSpPr/>
            <p:nvPr userDrawn="1"/>
          </p:nvSpPr>
          <p:spPr bwMode="auto">
            <a:xfrm>
              <a:off x="9104887" y="3844315"/>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6" name="Oval 45">
              <a:extLst>
                <a:ext uri="{FF2B5EF4-FFF2-40B4-BE49-F238E27FC236}">
                  <a16:creationId xmlns:a16="http://schemas.microsoft.com/office/drawing/2014/main" id="{48AC1770-CB0D-4E0F-BBE4-41A23A7256AC}"/>
                </a:ext>
              </a:extLst>
            </p:cNvPr>
            <p:cNvSpPr/>
            <p:nvPr userDrawn="1"/>
          </p:nvSpPr>
          <p:spPr bwMode="auto">
            <a:xfrm rot="16200000">
              <a:off x="8628699"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7" name="Oval 46">
              <a:extLst>
                <a:ext uri="{FF2B5EF4-FFF2-40B4-BE49-F238E27FC236}">
                  <a16:creationId xmlns:a16="http://schemas.microsoft.com/office/drawing/2014/main" id="{4DE4736B-6655-4B31-833F-1C130B67E3D0}"/>
                </a:ext>
              </a:extLst>
            </p:cNvPr>
            <p:cNvSpPr/>
            <p:nvPr userDrawn="1"/>
          </p:nvSpPr>
          <p:spPr bwMode="auto">
            <a:xfrm rot="16200000">
              <a:off x="9583486"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grpSp>
    </p:spTree>
    <p:extLst>
      <p:ext uri="{BB962C8B-B14F-4D97-AF65-F5344CB8AC3E}">
        <p14:creationId xmlns:p14="http://schemas.microsoft.com/office/powerpoint/2010/main" val="90154017"/>
      </p:ext>
    </p:extLst>
  </p:cSld>
  <p:clrMapOvr>
    <a:masterClrMapping/>
  </p:clrMapOvr>
  <p:transition>
    <p:fade/>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Title slide with graphic 3">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800" strike="noStrike" spc="-49" baseline="0">
                <a:solidFill>
                  <a:schemeClr val="tx1"/>
                </a:solidFill>
              </a:defRPr>
            </a:lvl1pPr>
          </a:lstStyle>
          <a:p>
            <a:r>
              <a:rPr lang="en-US" dirty="0"/>
              <a:t>Azure presentation</a:t>
            </a:r>
            <a:br>
              <a:rPr lang="en-US" dirty="0"/>
            </a:br>
            <a:r>
              <a:rPr lang="en-US" dirty="0"/>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38664"/>
          </a:xfrm>
          <a:prstGeom prst="rect">
            <a:avLst/>
          </a:prstGeom>
        </p:spPr>
        <p:txBody>
          <a:bodyPr/>
          <a:lstStyle>
            <a:lvl1pPr>
              <a:defRPr sz="1800">
                <a:solidFill>
                  <a:schemeClr val="tx1"/>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pic>
        <p:nvPicPr>
          <p:cNvPr id="4" name="Picture 3" descr="A picture containing drawing&#10;&#10;Description automatically generated">
            <a:extLst>
              <a:ext uri="{FF2B5EF4-FFF2-40B4-BE49-F238E27FC236}">
                <a16:creationId xmlns:a16="http://schemas.microsoft.com/office/drawing/2014/main" id="{57D6331F-1A15-46AA-A57A-300CC97487E4}"/>
              </a:ext>
            </a:extLst>
          </p:cNvPr>
          <p:cNvPicPr>
            <a:picLocks noChangeAspect="1"/>
          </p:cNvPicPr>
          <p:nvPr userDrawn="1"/>
        </p:nvPicPr>
        <p:blipFill>
          <a:blip r:embed="rId2"/>
          <a:stretch>
            <a:fillRect/>
          </a:stretch>
        </p:blipFill>
        <p:spPr>
          <a:xfrm>
            <a:off x="136885" y="159691"/>
            <a:ext cx="2635247" cy="871753"/>
          </a:xfrm>
          <a:prstGeom prst="rect">
            <a:avLst/>
          </a:prstGeom>
        </p:spPr>
      </p:pic>
      <p:sp>
        <p:nvSpPr>
          <p:cNvPr id="72" name="Rectangle 71">
            <a:extLst>
              <a:ext uri="{FF2B5EF4-FFF2-40B4-BE49-F238E27FC236}">
                <a16:creationId xmlns:a16="http://schemas.microsoft.com/office/drawing/2014/main" id="{5E3B1CB1-53A4-41B0-A2BE-8C0CF51F9838}"/>
              </a:ext>
            </a:extLst>
          </p:cNvPr>
          <p:cNvSpPr/>
          <p:nvPr userDrawn="1"/>
        </p:nvSpPr>
        <p:spPr bwMode="auto">
          <a:xfrm>
            <a:off x="6229842" y="0"/>
            <a:ext cx="5962158"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pic>
        <p:nvPicPr>
          <p:cNvPr id="73" name="Picture 72">
            <a:extLst>
              <a:ext uri="{FF2B5EF4-FFF2-40B4-BE49-F238E27FC236}">
                <a16:creationId xmlns:a16="http://schemas.microsoft.com/office/drawing/2014/main" id="{D680D2A1-07E3-478C-BBA8-560737A24311}"/>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a:stretch/>
        </p:blipFill>
        <p:spPr>
          <a:xfrm>
            <a:off x="6111901" y="0"/>
            <a:ext cx="6080099" cy="6858000"/>
          </a:xfrm>
          <a:prstGeom prst="rect">
            <a:avLst/>
          </a:prstGeom>
        </p:spPr>
      </p:pic>
      <p:grpSp>
        <p:nvGrpSpPr>
          <p:cNvPr id="74" name="Graphic 1">
            <a:extLst>
              <a:ext uri="{FF2B5EF4-FFF2-40B4-BE49-F238E27FC236}">
                <a16:creationId xmlns:a16="http://schemas.microsoft.com/office/drawing/2014/main" id="{4D1B2C3D-109D-46DF-9BA8-640EAF66A03A}"/>
              </a:ext>
            </a:extLst>
          </p:cNvPr>
          <p:cNvGrpSpPr/>
          <p:nvPr userDrawn="1"/>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75" name="Freeform: Shape 74">
              <a:extLst>
                <a:ext uri="{FF2B5EF4-FFF2-40B4-BE49-F238E27FC236}">
                  <a16:creationId xmlns:a16="http://schemas.microsoft.com/office/drawing/2014/main" id="{4DD6AF04-319F-47B0-AAC8-6520DF9B67CE}"/>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730"/>
            </a:p>
          </p:txBody>
        </p:sp>
        <p:sp>
          <p:nvSpPr>
            <p:cNvPr id="76" name="Freeform: Shape 75">
              <a:extLst>
                <a:ext uri="{FF2B5EF4-FFF2-40B4-BE49-F238E27FC236}">
                  <a16:creationId xmlns:a16="http://schemas.microsoft.com/office/drawing/2014/main" id="{283985E4-C6DA-4D56-A4B2-188AF3D29025}"/>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730"/>
            </a:p>
          </p:txBody>
        </p:sp>
        <p:sp>
          <p:nvSpPr>
            <p:cNvPr id="77" name="Freeform: Shape 76">
              <a:extLst>
                <a:ext uri="{FF2B5EF4-FFF2-40B4-BE49-F238E27FC236}">
                  <a16:creationId xmlns:a16="http://schemas.microsoft.com/office/drawing/2014/main" id="{720519B8-1B86-435B-BE56-B5FAEAD39754}"/>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730"/>
            </a:p>
          </p:txBody>
        </p:sp>
        <p:sp>
          <p:nvSpPr>
            <p:cNvPr id="78" name="Freeform: Shape 77">
              <a:extLst>
                <a:ext uri="{FF2B5EF4-FFF2-40B4-BE49-F238E27FC236}">
                  <a16:creationId xmlns:a16="http://schemas.microsoft.com/office/drawing/2014/main" id="{DF83B222-A47F-44B5-9AB0-6ED40197E618}"/>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730"/>
            </a:p>
          </p:txBody>
        </p:sp>
        <p:sp>
          <p:nvSpPr>
            <p:cNvPr id="79" name="Freeform: Shape 78">
              <a:extLst>
                <a:ext uri="{FF2B5EF4-FFF2-40B4-BE49-F238E27FC236}">
                  <a16:creationId xmlns:a16="http://schemas.microsoft.com/office/drawing/2014/main" id="{589A001D-6C7B-4022-B9DE-F83CEC98FE10}"/>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730"/>
            </a:p>
          </p:txBody>
        </p:sp>
        <p:sp>
          <p:nvSpPr>
            <p:cNvPr id="80" name="Freeform: Shape 79">
              <a:extLst>
                <a:ext uri="{FF2B5EF4-FFF2-40B4-BE49-F238E27FC236}">
                  <a16:creationId xmlns:a16="http://schemas.microsoft.com/office/drawing/2014/main" id="{5DCC5C22-8F39-4F71-91FB-71155D0A374F}"/>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730"/>
            </a:p>
          </p:txBody>
        </p:sp>
        <p:sp>
          <p:nvSpPr>
            <p:cNvPr id="81" name="Freeform: Shape 80">
              <a:extLst>
                <a:ext uri="{FF2B5EF4-FFF2-40B4-BE49-F238E27FC236}">
                  <a16:creationId xmlns:a16="http://schemas.microsoft.com/office/drawing/2014/main" id="{0ABDA59A-625F-451E-BBC5-4F89B8E5CA51}"/>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730"/>
            </a:p>
          </p:txBody>
        </p:sp>
        <p:sp>
          <p:nvSpPr>
            <p:cNvPr id="82" name="Freeform: Shape 81">
              <a:extLst>
                <a:ext uri="{FF2B5EF4-FFF2-40B4-BE49-F238E27FC236}">
                  <a16:creationId xmlns:a16="http://schemas.microsoft.com/office/drawing/2014/main" id="{8FF37886-1883-475A-9E61-5E78DBBEDDAE}"/>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730"/>
            </a:p>
          </p:txBody>
        </p:sp>
        <p:sp>
          <p:nvSpPr>
            <p:cNvPr id="83" name="Freeform: Shape 82">
              <a:extLst>
                <a:ext uri="{FF2B5EF4-FFF2-40B4-BE49-F238E27FC236}">
                  <a16:creationId xmlns:a16="http://schemas.microsoft.com/office/drawing/2014/main" id="{798377FB-665F-4899-86A8-48FF769AC164}"/>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730"/>
            </a:p>
          </p:txBody>
        </p:sp>
        <p:sp>
          <p:nvSpPr>
            <p:cNvPr id="84" name="Freeform: Shape 83">
              <a:extLst>
                <a:ext uri="{FF2B5EF4-FFF2-40B4-BE49-F238E27FC236}">
                  <a16:creationId xmlns:a16="http://schemas.microsoft.com/office/drawing/2014/main" id="{A1B6E554-C7FE-437C-B43A-26461DDBED1D}"/>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730"/>
            </a:p>
          </p:txBody>
        </p:sp>
        <p:sp>
          <p:nvSpPr>
            <p:cNvPr id="85" name="Freeform: Shape 84">
              <a:extLst>
                <a:ext uri="{FF2B5EF4-FFF2-40B4-BE49-F238E27FC236}">
                  <a16:creationId xmlns:a16="http://schemas.microsoft.com/office/drawing/2014/main" id="{6916078A-4E6C-4B1D-8F43-B3F2605CCBBA}"/>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730"/>
            </a:p>
          </p:txBody>
        </p:sp>
        <p:sp>
          <p:nvSpPr>
            <p:cNvPr id="86" name="Freeform: Shape 85">
              <a:extLst>
                <a:ext uri="{FF2B5EF4-FFF2-40B4-BE49-F238E27FC236}">
                  <a16:creationId xmlns:a16="http://schemas.microsoft.com/office/drawing/2014/main" id="{870BEE33-905A-44A9-86EB-CC160AFE1010}"/>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730"/>
            </a:p>
          </p:txBody>
        </p:sp>
        <p:sp>
          <p:nvSpPr>
            <p:cNvPr id="87" name="Freeform: Shape 86">
              <a:extLst>
                <a:ext uri="{FF2B5EF4-FFF2-40B4-BE49-F238E27FC236}">
                  <a16:creationId xmlns:a16="http://schemas.microsoft.com/office/drawing/2014/main" id="{D0FEA133-67C4-462C-B78A-0D3B435D0A56}"/>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730"/>
            </a:p>
          </p:txBody>
        </p:sp>
        <p:sp>
          <p:nvSpPr>
            <p:cNvPr id="88" name="Freeform: Shape 87">
              <a:extLst>
                <a:ext uri="{FF2B5EF4-FFF2-40B4-BE49-F238E27FC236}">
                  <a16:creationId xmlns:a16="http://schemas.microsoft.com/office/drawing/2014/main" id="{0191B600-F65E-475C-99A2-EDC38A117B47}"/>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730"/>
            </a:p>
          </p:txBody>
        </p:sp>
        <p:sp>
          <p:nvSpPr>
            <p:cNvPr id="89" name="Freeform: Shape 88">
              <a:extLst>
                <a:ext uri="{FF2B5EF4-FFF2-40B4-BE49-F238E27FC236}">
                  <a16:creationId xmlns:a16="http://schemas.microsoft.com/office/drawing/2014/main" id="{81D1CB41-4153-4C2B-95A8-8E51D544C2A6}"/>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730"/>
            </a:p>
          </p:txBody>
        </p:sp>
        <p:sp>
          <p:nvSpPr>
            <p:cNvPr id="90" name="Freeform: Shape 89">
              <a:extLst>
                <a:ext uri="{FF2B5EF4-FFF2-40B4-BE49-F238E27FC236}">
                  <a16:creationId xmlns:a16="http://schemas.microsoft.com/office/drawing/2014/main" id="{AD85E53E-76EE-4693-B925-448F1AED55C3}"/>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730"/>
            </a:p>
          </p:txBody>
        </p:sp>
        <p:sp>
          <p:nvSpPr>
            <p:cNvPr id="91" name="Freeform: Shape 90">
              <a:extLst>
                <a:ext uri="{FF2B5EF4-FFF2-40B4-BE49-F238E27FC236}">
                  <a16:creationId xmlns:a16="http://schemas.microsoft.com/office/drawing/2014/main" id="{FBF422B5-FEC5-4A6F-980D-F4DCB2842F2D}"/>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730"/>
            </a:p>
          </p:txBody>
        </p:sp>
        <p:sp>
          <p:nvSpPr>
            <p:cNvPr id="92" name="Freeform: Shape 91">
              <a:extLst>
                <a:ext uri="{FF2B5EF4-FFF2-40B4-BE49-F238E27FC236}">
                  <a16:creationId xmlns:a16="http://schemas.microsoft.com/office/drawing/2014/main" id="{73E90C96-7BF3-4653-8F6B-20B2AEFF9C9A}"/>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730"/>
            </a:p>
          </p:txBody>
        </p:sp>
        <p:sp>
          <p:nvSpPr>
            <p:cNvPr id="93" name="Freeform: Shape 92">
              <a:extLst>
                <a:ext uri="{FF2B5EF4-FFF2-40B4-BE49-F238E27FC236}">
                  <a16:creationId xmlns:a16="http://schemas.microsoft.com/office/drawing/2014/main" id="{10255508-CD31-475F-9938-E6992594AD7F}"/>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730"/>
            </a:p>
          </p:txBody>
        </p:sp>
        <p:sp>
          <p:nvSpPr>
            <p:cNvPr id="94" name="Freeform: Shape 93">
              <a:extLst>
                <a:ext uri="{FF2B5EF4-FFF2-40B4-BE49-F238E27FC236}">
                  <a16:creationId xmlns:a16="http://schemas.microsoft.com/office/drawing/2014/main" id="{6180CF46-AD3A-4882-BF8C-42A4079F05AC}"/>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730"/>
            </a:p>
          </p:txBody>
        </p:sp>
        <p:sp>
          <p:nvSpPr>
            <p:cNvPr id="95" name="Freeform: Shape 94">
              <a:extLst>
                <a:ext uri="{FF2B5EF4-FFF2-40B4-BE49-F238E27FC236}">
                  <a16:creationId xmlns:a16="http://schemas.microsoft.com/office/drawing/2014/main" id="{E32DF239-2F1F-4DEF-84E6-8AA4C60B1814}"/>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730"/>
            </a:p>
          </p:txBody>
        </p:sp>
        <p:sp>
          <p:nvSpPr>
            <p:cNvPr id="96" name="Freeform: Shape 95">
              <a:extLst>
                <a:ext uri="{FF2B5EF4-FFF2-40B4-BE49-F238E27FC236}">
                  <a16:creationId xmlns:a16="http://schemas.microsoft.com/office/drawing/2014/main" id="{1FF529E2-E4DE-4BC2-AD36-9E2F91168396}"/>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730"/>
            </a:p>
          </p:txBody>
        </p:sp>
        <p:sp>
          <p:nvSpPr>
            <p:cNvPr id="97" name="Freeform: Shape 96">
              <a:extLst>
                <a:ext uri="{FF2B5EF4-FFF2-40B4-BE49-F238E27FC236}">
                  <a16:creationId xmlns:a16="http://schemas.microsoft.com/office/drawing/2014/main" id="{EBD42EE8-F67C-4184-AC55-B277B9D45512}"/>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730"/>
            </a:p>
          </p:txBody>
        </p:sp>
        <p:sp>
          <p:nvSpPr>
            <p:cNvPr id="98" name="Freeform: Shape 97">
              <a:extLst>
                <a:ext uri="{FF2B5EF4-FFF2-40B4-BE49-F238E27FC236}">
                  <a16:creationId xmlns:a16="http://schemas.microsoft.com/office/drawing/2014/main" id="{2FCFEDC0-0434-46B3-BDE6-2A548497D148}"/>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730"/>
            </a:p>
          </p:txBody>
        </p:sp>
      </p:grpSp>
    </p:spTree>
    <p:extLst>
      <p:ext uri="{BB962C8B-B14F-4D97-AF65-F5344CB8AC3E}">
        <p14:creationId xmlns:p14="http://schemas.microsoft.com/office/powerpoint/2010/main" val="1508354074"/>
      </p:ext>
    </p:extLst>
  </p:cSld>
  <p:clrMapOvr>
    <a:masterClrMapping/>
  </p:clrMapOvr>
  <p:transition>
    <p:fade/>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2" name="Footer Placeholder 1">
            <a:extLst>
              <a:ext uri="{FF2B5EF4-FFF2-40B4-BE49-F238E27FC236}">
                <a16:creationId xmlns:a16="http://schemas.microsoft.com/office/drawing/2014/main" id="{B852478B-55EF-4189-A468-2CD5FFD82747}"/>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697882738"/>
      </p:ext>
    </p:extLst>
  </p:cSld>
  <p:clrMapOvr>
    <a:masterClrMapping/>
  </p:clrMapOvr>
  <p:transition>
    <p:fade/>
  </p:transition>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Title and subheadin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4CBFC5-126D-4E5D-BA79-A65662FA3631}"/>
              </a:ext>
            </a:extLst>
          </p:cNvPr>
          <p:cNvSpPr>
            <a:spLocks noGrp="1"/>
          </p:cNvSpPr>
          <p:nvPr>
            <p:ph type="title"/>
          </p:nvPr>
        </p:nvSpPr>
        <p:spPr>
          <a:xfrm>
            <a:off x="418643" y="440494"/>
            <a:ext cx="11341268" cy="642840"/>
          </a:xfrm>
        </p:spPr>
        <p:txBody>
          <a:bodyPr/>
          <a:lstStyle/>
          <a:p>
            <a:r>
              <a:rPr lang="en-US"/>
              <a:t>Click to edit Master title style</a:t>
            </a:r>
          </a:p>
        </p:txBody>
      </p:sp>
      <p:sp>
        <p:nvSpPr>
          <p:cNvPr id="4" name="Text Placeholder 3">
            <a:extLst>
              <a:ext uri="{FF2B5EF4-FFF2-40B4-BE49-F238E27FC236}">
                <a16:creationId xmlns:a16="http://schemas.microsoft.com/office/drawing/2014/main" id="{DB521330-4B4A-4C5F-85CF-D5CBC2772D39}"/>
              </a:ext>
            </a:extLst>
          </p:cNvPr>
          <p:cNvSpPr>
            <a:spLocks noGrp="1"/>
          </p:cNvSpPr>
          <p:nvPr>
            <p:ph type="body" sz="quarter" idx="10" hasCustomPrompt="1"/>
          </p:nvPr>
        </p:nvSpPr>
        <p:spPr>
          <a:xfrm>
            <a:off x="432089" y="1083334"/>
            <a:ext cx="11341268" cy="400110"/>
          </a:xfrm>
        </p:spPr>
        <p:txBody>
          <a:bodyPr tIns="45720" rIns="0" bIns="45720"/>
          <a:lstStyle>
            <a:lvl1pPr>
              <a:defRPr sz="2000">
                <a:solidFill>
                  <a:schemeClr val="tx1"/>
                </a:solidFill>
              </a:defRPr>
            </a:lvl1pPr>
          </a:lstStyle>
          <a:p>
            <a:r>
              <a:rPr lang="en-US"/>
              <a:t>Subheading Segoe UI </a:t>
            </a:r>
            <a:r>
              <a:rPr lang="en-US" err="1"/>
              <a:t>Semibold</a:t>
            </a:r>
            <a:r>
              <a:rPr lang="en-US"/>
              <a:t> 20 </a:t>
            </a:r>
            <a:r>
              <a:rPr lang="en-US" err="1"/>
              <a:t>pt</a:t>
            </a:r>
            <a:endParaRPr lang="en-US"/>
          </a:p>
        </p:txBody>
      </p:sp>
      <p:sp>
        <p:nvSpPr>
          <p:cNvPr id="2" name="Footer Placeholder 1">
            <a:extLst>
              <a:ext uri="{FF2B5EF4-FFF2-40B4-BE49-F238E27FC236}">
                <a16:creationId xmlns:a16="http://schemas.microsoft.com/office/drawing/2014/main" id="{64899B17-8D01-4107-A0A6-0451351ABAED}"/>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450237783"/>
      </p:ext>
    </p:extLst>
  </p:cSld>
  <p:clrMapOvr>
    <a:masterClrMapping/>
  </p:clrMapOvr>
  <p:transition>
    <p:fade/>
  </p:transition>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1_Text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dirty="0"/>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9100" y="1456897"/>
            <a:ext cx="11340811" cy="2051844"/>
          </a:xfrm>
        </p:spPr>
        <p:txBody>
          <a:bodyPr/>
          <a:lstStyle>
            <a:lvl1pPr>
              <a:spcBef>
                <a:spcPts val="392"/>
              </a:spcBef>
              <a:spcAft>
                <a:spcPts val="588"/>
              </a:spcAft>
              <a:defRPr sz="2400"/>
            </a:lvl1pPr>
            <a:lvl2pPr>
              <a:spcBef>
                <a:spcPts val="392"/>
              </a:spcBef>
              <a:spcAft>
                <a:spcPts val="588"/>
              </a:spcAft>
              <a:defRPr/>
            </a:lvl2pPr>
            <a:lvl3pPr>
              <a:spcBef>
                <a:spcPts val="392"/>
              </a:spcBef>
              <a:spcAft>
                <a:spcPts val="588"/>
              </a:spcAft>
              <a:defRPr/>
            </a:lvl3pPr>
            <a:lvl4pPr>
              <a:spcBef>
                <a:spcPts val="392"/>
              </a:spcBef>
              <a:spcAft>
                <a:spcPts val="588"/>
              </a:spcAft>
              <a:defRPr/>
            </a:lvl4pPr>
            <a:lvl5pPr>
              <a:spcBef>
                <a:spcPts val="392"/>
              </a:spcBef>
              <a:spcAft>
                <a:spcPts val="588"/>
              </a:spcAf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Footer Placeholder 1">
            <a:extLst>
              <a:ext uri="{FF2B5EF4-FFF2-40B4-BE49-F238E27FC236}">
                <a16:creationId xmlns:a16="http://schemas.microsoft.com/office/drawing/2014/main" id="{F415B60E-29D3-45EF-9FD0-D9924E0B78BB}"/>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514292304"/>
      </p:ext>
    </p:extLst>
  </p:cSld>
  <p:clrMapOvr>
    <a:masterClrMapping/>
  </p:clrMapOvr>
  <p:transition>
    <p:fade/>
  </p:transition>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Text Layout with footnot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9100" y="1456897"/>
            <a:ext cx="11340811" cy="2051844"/>
          </a:xfrm>
        </p:spPr>
        <p:txBody>
          <a:bodyPr/>
          <a:lstStyle>
            <a:lvl1pPr>
              <a:spcBef>
                <a:spcPts val="392"/>
              </a:spcBef>
              <a:spcAft>
                <a:spcPts val="588"/>
              </a:spcAft>
              <a:defRPr sz="2400"/>
            </a:lvl1pPr>
            <a:lvl2pPr>
              <a:spcBef>
                <a:spcPts val="392"/>
              </a:spcBef>
              <a:spcAft>
                <a:spcPts val="588"/>
              </a:spcAft>
              <a:defRPr/>
            </a:lvl2pPr>
            <a:lvl3pPr>
              <a:spcBef>
                <a:spcPts val="392"/>
              </a:spcBef>
              <a:spcAft>
                <a:spcPts val="588"/>
              </a:spcAft>
              <a:defRPr/>
            </a:lvl3pPr>
            <a:lvl4pPr>
              <a:spcBef>
                <a:spcPts val="392"/>
              </a:spcBef>
              <a:spcAft>
                <a:spcPts val="588"/>
              </a:spcAft>
              <a:defRPr/>
            </a:lvl4pPr>
            <a:lvl5pPr>
              <a:spcBef>
                <a:spcPts val="392"/>
              </a:spcBef>
              <a:spcAft>
                <a:spcPts val="588"/>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F5777EA2-9454-422E-AEC3-45CEC596AEB8}"/>
              </a:ext>
            </a:extLst>
          </p:cNvPr>
          <p:cNvSpPr/>
          <p:nvPr userDrawn="1"/>
        </p:nvSpPr>
        <p:spPr bwMode="auto">
          <a:xfrm>
            <a:off x="0" y="5670550"/>
            <a:ext cx="12192000" cy="746955"/>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764357BA-0098-4BE6-A38B-76E4D9E64E6E}"/>
              </a:ext>
            </a:extLst>
          </p:cNvPr>
          <p:cNvSpPr>
            <a:spLocks noGrp="1"/>
          </p:cNvSpPr>
          <p:nvPr>
            <p:ph type="body" sz="quarter" idx="11"/>
          </p:nvPr>
        </p:nvSpPr>
        <p:spPr>
          <a:xfrm>
            <a:off x="418643" y="5797806"/>
            <a:ext cx="11341268" cy="492443"/>
          </a:xfrm>
        </p:spPr>
        <p:txBody>
          <a:bodyPr anchor="ctr"/>
          <a:lstStyle>
            <a:lvl1pPr>
              <a:defRPr sz="2000"/>
            </a:lvl1pPr>
          </a:lstStyle>
          <a:p>
            <a:pPr lvl="0"/>
            <a:r>
              <a:rPr lang="en-US" dirty="0"/>
              <a:t>Click to edit Master text styles</a:t>
            </a:r>
          </a:p>
        </p:txBody>
      </p:sp>
      <p:sp>
        <p:nvSpPr>
          <p:cNvPr id="4" name="Footer Placeholder 1">
            <a:extLst>
              <a:ext uri="{FF2B5EF4-FFF2-40B4-BE49-F238E27FC236}">
                <a16:creationId xmlns:a16="http://schemas.microsoft.com/office/drawing/2014/main" id="{BBE90075-187C-4F60-81BA-E239B43D9044}"/>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397167717"/>
      </p:ext>
    </p:extLst>
  </p:cSld>
  <p:clrMapOvr>
    <a:masterClrMapping/>
  </p:clrMapOvr>
  <p:transition>
    <p:fade/>
  </p:transition>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41468" y="1456896"/>
            <a:ext cx="5543785" cy="3762803"/>
          </a:xfrm>
          <a:solidFill>
            <a:schemeClr val="bg1">
              <a:lumMod val="95000"/>
            </a:schemeClr>
          </a:solidFill>
        </p:spPr>
        <p:txBody>
          <a:bodyPr lIns="137160">
            <a:noAutofit/>
          </a:bodyPr>
          <a:lstStyle>
            <a:lvl1pPr>
              <a:spcBef>
                <a:spcPts val="392"/>
              </a:spcBef>
              <a:spcAft>
                <a:spcPts val="588"/>
              </a:spcAft>
              <a:defRPr sz="2400"/>
            </a:lvl1pPr>
            <a:lvl2pPr>
              <a:spcBef>
                <a:spcPts val="392"/>
              </a:spcBef>
              <a:spcAft>
                <a:spcPts val="588"/>
              </a:spcAft>
              <a:defRPr/>
            </a:lvl2pPr>
            <a:lvl3pPr>
              <a:spcBef>
                <a:spcPts val="392"/>
              </a:spcBef>
              <a:spcAft>
                <a:spcPts val="588"/>
              </a:spcAft>
              <a:defRPr/>
            </a:lvl3pPr>
            <a:lvl4pPr>
              <a:spcBef>
                <a:spcPts val="392"/>
              </a:spcBef>
              <a:spcAft>
                <a:spcPts val="588"/>
              </a:spcAft>
              <a:defRPr/>
            </a:lvl4pPr>
            <a:lvl5pPr>
              <a:spcBef>
                <a:spcPts val="392"/>
              </a:spcBef>
              <a:spcAft>
                <a:spcPts val="588"/>
              </a:spcAf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4">
            <a:extLst>
              <a:ext uri="{FF2B5EF4-FFF2-40B4-BE49-F238E27FC236}">
                <a16:creationId xmlns:a16="http://schemas.microsoft.com/office/drawing/2014/main" id="{1884D379-CA81-40D3-9E78-E89E7861D50F}"/>
              </a:ext>
            </a:extLst>
          </p:cNvPr>
          <p:cNvSpPr>
            <a:spLocks noGrp="1"/>
          </p:cNvSpPr>
          <p:nvPr>
            <p:ph sz="quarter" idx="11"/>
          </p:nvPr>
        </p:nvSpPr>
        <p:spPr>
          <a:xfrm>
            <a:off x="6229350" y="1456896"/>
            <a:ext cx="5543550" cy="3762803"/>
          </a:xfrm>
          <a:solidFill>
            <a:schemeClr val="bg1">
              <a:lumMod val="95000"/>
            </a:schemeClr>
          </a:solidFill>
        </p:spPr>
        <p:txBody>
          <a:bodyPr lIns="137160">
            <a:noAutofit/>
          </a:bodyPr>
          <a:lstStyle>
            <a:lvl1pPr>
              <a:spcBef>
                <a:spcPts val="392"/>
              </a:spcBef>
              <a:spcAft>
                <a:spcPts val="588"/>
              </a:spcAft>
              <a:defRPr sz="2400"/>
            </a:lvl1pPr>
            <a:lvl2pPr>
              <a:spcBef>
                <a:spcPts val="392"/>
              </a:spcBef>
              <a:spcAft>
                <a:spcPts val="588"/>
              </a:spcAft>
              <a:defRPr/>
            </a:lvl2pPr>
            <a:lvl3pPr>
              <a:spcBef>
                <a:spcPts val="392"/>
              </a:spcBef>
              <a:spcAft>
                <a:spcPts val="588"/>
              </a:spcAft>
              <a:defRPr/>
            </a:lvl3pPr>
            <a:lvl4pPr>
              <a:spcBef>
                <a:spcPts val="392"/>
              </a:spcBef>
              <a:spcAft>
                <a:spcPts val="588"/>
              </a:spcAft>
              <a:defRPr/>
            </a:lvl4pPr>
            <a:lvl5pPr>
              <a:spcBef>
                <a:spcPts val="392"/>
              </a:spcBef>
              <a:spcAft>
                <a:spcPts val="588"/>
              </a:spcAf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Footer Placeholder 1">
            <a:extLst>
              <a:ext uri="{FF2B5EF4-FFF2-40B4-BE49-F238E27FC236}">
                <a16:creationId xmlns:a16="http://schemas.microsoft.com/office/drawing/2014/main" id="{1EECB910-8937-4CC4-AEC5-2DD554C2D636}"/>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675702564"/>
      </p:ext>
    </p:extLst>
  </p:cSld>
  <p:clrMapOvr>
    <a:masterClrMapping/>
  </p:clrMapOvr>
  <p:transition>
    <p:fade/>
  </p:transition>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Bulleted Text Layout_two columns_half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dirty="0"/>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8643" y="1456897"/>
            <a:ext cx="5394960" cy="2487861"/>
          </a:xfrm>
        </p:spPr>
        <p:txBody>
          <a:bodyPr/>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dirty="0"/>
              <a:t>Click to edit Master text styles</a:t>
            </a:r>
          </a:p>
          <a:p>
            <a:pPr lvl="1"/>
            <a:r>
              <a:rPr lang="en-US" dirty="0"/>
              <a:t>Second level</a:t>
            </a:r>
          </a:p>
          <a:p>
            <a:pPr lvl="3"/>
            <a:r>
              <a:rPr lang="en-US" dirty="0"/>
              <a:t>Third level</a:t>
            </a:r>
          </a:p>
          <a:p>
            <a:pPr lvl="3"/>
            <a:r>
              <a:rPr lang="en-US" dirty="0"/>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dirty="0"/>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dirty="0"/>
              <a:t>Third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6089277" y="1611250"/>
            <a:ext cx="0" cy="225458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6364951" y="1456897"/>
            <a:ext cx="5394960" cy="2487861"/>
          </a:xfrm>
        </p:spPr>
        <p:txBody>
          <a:bodyPr/>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dirty="0"/>
              <a:t>Click to edit Master text styles</a:t>
            </a:r>
          </a:p>
          <a:p>
            <a:pPr lvl="1"/>
            <a:r>
              <a:rPr lang="en-US" dirty="0"/>
              <a:t>Second level</a:t>
            </a:r>
          </a:p>
          <a:p>
            <a:pPr lvl="3"/>
            <a:r>
              <a:rPr lang="en-US" dirty="0"/>
              <a:t>Third level</a:t>
            </a:r>
          </a:p>
          <a:p>
            <a:pPr lvl="3"/>
            <a:r>
              <a:rPr lang="en-US" dirty="0"/>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dirty="0"/>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dirty="0"/>
              <a:t>Third level</a:t>
            </a:r>
          </a:p>
        </p:txBody>
      </p:sp>
      <p:sp>
        <p:nvSpPr>
          <p:cNvPr id="2" name="Footer Placeholder 1">
            <a:extLst>
              <a:ext uri="{FF2B5EF4-FFF2-40B4-BE49-F238E27FC236}">
                <a16:creationId xmlns:a16="http://schemas.microsoft.com/office/drawing/2014/main" id="{7516BD94-AE1C-455F-8D7D-7082BB27F029}"/>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865057592"/>
      </p:ext>
    </p:extLst>
  </p:cSld>
  <p:clrMapOvr>
    <a:masterClrMapping/>
  </p:clrMapOvr>
  <p:transition>
    <p:fade/>
  </p:transition>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1_Bulleted Text Layout_two columns_full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dirty="0"/>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8642" y="1456897"/>
            <a:ext cx="5394960" cy="4734629"/>
          </a:xfrm>
        </p:spPr>
        <p:txBody>
          <a:bodyPr/>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dirty="0"/>
              <a:t>Click to edit Master text styles</a:t>
            </a:r>
          </a:p>
          <a:p>
            <a:pPr lvl="1"/>
            <a:r>
              <a:rPr lang="en-US" dirty="0"/>
              <a:t>Second level</a:t>
            </a:r>
          </a:p>
          <a:p>
            <a:pPr lvl="3"/>
            <a:r>
              <a:rPr lang="en-US" dirty="0"/>
              <a:t>Third level</a:t>
            </a:r>
          </a:p>
          <a:p>
            <a:pPr lvl="3"/>
            <a:r>
              <a:rPr lang="en-US" dirty="0"/>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dirty="0"/>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dirty="0"/>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dirty="0"/>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dirty="0"/>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dirty="0"/>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dirty="0"/>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dirty="0"/>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dirty="0"/>
              <a:t>Third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6089276" y="1611250"/>
            <a:ext cx="0" cy="4563213"/>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6364951" y="1456897"/>
            <a:ext cx="5394960" cy="4734629"/>
          </a:xfrm>
        </p:spPr>
        <p:txBody>
          <a:bodyPr/>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dirty="0"/>
              <a:t>Click to edit Master text styles</a:t>
            </a:r>
          </a:p>
          <a:p>
            <a:pPr lvl="1"/>
            <a:r>
              <a:rPr lang="en-US" dirty="0"/>
              <a:t>Second level</a:t>
            </a:r>
          </a:p>
          <a:p>
            <a:pPr lvl="3"/>
            <a:r>
              <a:rPr lang="en-US" dirty="0"/>
              <a:t>Third level</a:t>
            </a:r>
          </a:p>
          <a:p>
            <a:pPr lvl="3"/>
            <a:r>
              <a:rPr lang="en-US" dirty="0"/>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dirty="0"/>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dirty="0"/>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dirty="0"/>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dirty="0"/>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dirty="0"/>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dirty="0"/>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dirty="0"/>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dirty="0"/>
              <a:t>Third level</a:t>
            </a:r>
          </a:p>
        </p:txBody>
      </p:sp>
      <p:sp>
        <p:nvSpPr>
          <p:cNvPr id="2" name="Footer Placeholder 1">
            <a:extLst>
              <a:ext uri="{FF2B5EF4-FFF2-40B4-BE49-F238E27FC236}">
                <a16:creationId xmlns:a16="http://schemas.microsoft.com/office/drawing/2014/main" id="{87A06669-B2CF-43F2-99B5-001A005A3AA1}"/>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32082006"/>
      </p:ext>
    </p:extLst>
  </p:cSld>
  <p:clrMapOvr>
    <a:masterClrMapping/>
  </p:clrMapOvr>
  <p:transition>
    <p:fade/>
  </p:transition>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1_Bulleted 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41468" y="1456896"/>
            <a:ext cx="5543785" cy="4194604"/>
          </a:xfrm>
          <a:solidFill>
            <a:schemeClr val="bg1">
              <a:lumMod val="95000"/>
            </a:schemeClr>
          </a:solidFill>
        </p:spPr>
        <p:txBody>
          <a:bodyPr lIns="137160" rIns="137160"/>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dirty="0"/>
              <a:t>Click to edit Master text styles</a:t>
            </a:r>
          </a:p>
          <a:p>
            <a:pPr lvl="1"/>
            <a:r>
              <a:rPr lang="en-US" dirty="0"/>
              <a:t>Second level</a:t>
            </a:r>
          </a:p>
          <a:p>
            <a:pPr lvl="3"/>
            <a:r>
              <a:rPr lang="en-US" dirty="0"/>
              <a:t>Third level</a:t>
            </a:r>
          </a:p>
          <a:p>
            <a:pPr lvl="3"/>
            <a:r>
              <a:rPr lang="en-US" dirty="0"/>
              <a:t>Fourth level</a:t>
            </a:r>
          </a:p>
        </p:txBody>
      </p: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6229350" y="1456896"/>
            <a:ext cx="5531577" cy="4194604"/>
          </a:xfrm>
          <a:solidFill>
            <a:schemeClr val="bg1">
              <a:lumMod val="95000"/>
            </a:schemeClr>
          </a:solidFill>
        </p:spPr>
        <p:txBody>
          <a:bodyPr lIns="137160" rIns="137160"/>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dirty="0"/>
              <a:t>Click to edit Master text styles</a:t>
            </a:r>
          </a:p>
          <a:p>
            <a:pPr lvl="1"/>
            <a:r>
              <a:rPr lang="en-US" dirty="0"/>
              <a:t>Second level</a:t>
            </a:r>
          </a:p>
          <a:p>
            <a:pPr lvl="3"/>
            <a:r>
              <a:rPr lang="en-US" dirty="0"/>
              <a:t>Third level</a:t>
            </a:r>
          </a:p>
          <a:p>
            <a:pPr lvl="3"/>
            <a:r>
              <a:rPr lang="en-US" dirty="0"/>
              <a:t>Fourth level</a:t>
            </a:r>
          </a:p>
        </p:txBody>
      </p:sp>
      <p:sp>
        <p:nvSpPr>
          <p:cNvPr id="2" name="Footer Placeholder 1">
            <a:extLst>
              <a:ext uri="{FF2B5EF4-FFF2-40B4-BE49-F238E27FC236}">
                <a16:creationId xmlns:a16="http://schemas.microsoft.com/office/drawing/2014/main" id="{FD7644AB-9D01-4585-9388-8EB76A4E16D3}"/>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4169515979"/>
      </p:ext>
    </p:extLst>
  </p:cSld>
  <p:clrMapOvr>
    <a:masterClrMapping/>
  </p:clrMapOvr>
  <p:transition>
    <p:fade/>
  </p:transition>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Agenda 3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8580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dirty="0"/>
              <a:t>Agenda</a:t>
            </a:r>
            <a:br>
              <a:rPr lang="en-US" dirty="0"/>
            </a:br>
            <a:r>
              <a:rPr lang="en-US" dirty="0"/>
              <a:t>3 rows</a:t>
            </a:r>
          </a:p>
        </p:txBody>
      </p:sp>
      <p:sp>
        <p:nvSpPr>
          <p:cNvPr id="5" name="Text Placeholder 4"/>
          <p:cNvSpPr>
            <a:spLocks noGrp="1"/>
          </p:cNvSpPr>
          <p:nvPr>
            <p:ph type="body" sz="quarter" idx="11" hasCustomPrompt="1"/>
          </p:nvPr>
        </p:nvSpPr>
        <p:spPr>
          <a:xfrm>
            <a:off x="4078288" y="1358901"/>
            <a:ext cx="7695070" cy="1224434"/>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2816784"/>
            <a:ext cx="7695070" cy="1224434"/>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15" name="Text Placeholder 4">
            <a:extLst>
              <a:ext uri="{FF2B5EF4-FFF2-40B4-BE49-F238E27FC236}">
                <a16:creationId xmlns:a16="http://schemas.microsoft.com/office/drawing/2014/main" id="{17004B21-C7C1-4F96-8432-F7255C26DB8E}"/>
              </a:ext>
            </a:extLst>
          </p:cNvPr>
          <p:cNvSpPr>
            <a:spLocks noGrp="1"/>
          </p:cNvSpPr>
          <p:nvPr>
            <p:ph type="body" sz="quarter" idx="20" hasCustomPrompt="1"/>
          </p:nvPr>
        </p:nvSpPr>
        <p:spPr>
          <a:xfrm>
            <a:off x="4078288" y="4274667"/>
            <a:ext cx="7695070" cy="1224434"/>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D3BC550B-9B11-4380-8D6F-F4741FB779EC}"/>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34312327"/>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Agenda 4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8580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dirty="0"/>
              <a:t>Agenda</a:t>
            </a:r>
            <a:br>
              <a:rPr lang="en-US" dirty="0"/>
            </a:br>
            <a:r>
              <a:rPr lang="en-US" dirty="0"/>
              <a:t>4 rows</a:t>
            </a:r>
          </a:p>
        </p:txBody>
      </p:sp>
      <p:sp>
        <p:nvSpPr>
          <p:cNvPr id="5" name="Text Placeholder 4"/>
          <p:cNvSpPr>
            <a:spLocks noGrp="1"/>
          </p:cNvSpPr>
          <p:nvPr>
            <p:ph type="body" sz="quarter" idx="11" hasCustomPrompt="1"/>
          </p:nvPr>
        </p:nvSpPr>
        <p:spPr>
          <a:xfrm>
            <a:off x="4078288" y="985704"/>
            <a:ext cx="7695070"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2339411"/>
            <a:ext cx="7695070"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4078288" y="3693118"/>
            <a:ext cx="7695070"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4078288" y="5046824"/>
            <a:ext cx="7695070"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1FA6548C-890C-4150-B5BD-A8AF55A82E70}"/>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078949468"/>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Agenda 6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8580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dirty="0"/>
              <a:t>Agenda</a:t>
            </a:r>
            <a:br>
              <a:rPr lang="en-US" dirty="0"/>
            </a:br>
            <a:r>
              <a:rPr lang="en-US" dirty="0"/>
              <a:t>6 rows</a:t>
            </a:r>
          </a:p>
        </p:txBody>
      </p:sp>
      <p:sp>
        <p:nvSpPr>
          <p:cNvPr id="5" name="Text Placeholder 4"/>
          <p:cNvSpPr>
            <a:spLocks noGrp="1"/>
          </p:cNvSpPr>
          <p:nvPr>
            <p:ph type="body" sz="quarter" idx="11" hasCustomPrompt="1"/>
          </p:nvPr>
        </p:nvSpPr>
        <p:spPr>
          <a:xfrm>
            <a:off x="4078288" y="691125"/>
            <a:ext cx="7695070" cy="822645"/>
          </a:xfrm>
        </p:spPr>
        <p:txBody>
          <a:bodyPr vert="horz" wrap="square" lIns="0" tIns="0" rIns="0" bIns="0" rtlCol="0" anchor="ctr">
            <a:noAutofit/>
          </a:bodyPr>
          <a:lstStyle>
            <a:lvl2pPr>
              <a:defRPr lang="en-US" sz="1800" b="0" dirty="0"/>
            </a:lvl2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1619933"/>
            <a:ext cx="7695070" cy="822645"/>
          </a:xfrm>
        </p:spPr>
        <p:txBody>
          <a:bodyPr vert="horz" wrap="square" lIns="0" tIns="0" rIns="0" bIns="0" rtlCol="0" anchor="ctr">
            <a:noAutofit/>
          </a:bodyPr>
          <a:lstStyle>
            <a:lvl2pPr>
              <a:defRPr lang="en-US" sz="1800" b="0"/>
            </a:lvl2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4078288" y="2548741"/>
            <a:ext cx="7695070" cy="822645"/>
          </a:xfrm>
        </p:spPr>
        <p:txBody>
          <a:bodyPr vert="horz" wrap="square" lIns="0" tIns="0" rIns="0" bIns="0" rtlCol="0" anchor="ctr">
            <a:noAutofit/>
          </a:bodyPr>
          <a:lstStyle>
            <a:lvl2pPr>
              <a:defRPr lang="en-US" sz="1800" b="0"/>
            </a:lvl2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18" name="Text Placeholder 4"/>
          <p:cNvSpPr>
            <a:spLocks noGrp="1"/>
          </p:cNvSpPr>
          <p:nvPr>
            <p:ph type="body" sz="quarter" idx="19" hasCustomPrompt="1"/>
          </p:nvPr>
        </p:nvSpPr>
        <p:spPr>
          <a:xfrm>
            <a:off x="4078288" y="3477549"/>
            <a:ext cx="7695070" cy="822645"/>
          </a:xfrm>
        </p:spPr>
        <p:txBody>
          <a:bodyPr vert="horz" wrap="square" lIns="0" tIns="0" rIns="0" bIns="0" rtlCol="0" anchor="ctr">
            <a:noAutofit/>
          </a:bodyPr>
          <a:lstStyle>
            <a:lvl2pPr>
              <a:defRPr lang="en-US" sz="1800" b="0"/>
            </a:lvl2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4078288" y="4406357"/>
            <a:ext cx="7695070" cy="822645"/>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4078288" y="5335167"/>
            <a:ext cx="7695070" cy="822645"/>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3CE3F527-08C7-43D0-8032-F2A71F76D6A3}"/>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150807046"/>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Agenda 8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8580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dirty="0"/>
              <a:t>Agenda</a:t>
            </a:r>
            <a:br>
              <a:rPr lang="en-US" dirty="0"/>
            </a:br>
            <a:r>
              <a:rPr lang="en-US" dirty="0"/>
              <a:t>8 rows</a:t>
            </a:r>
          </a:p>
        </p:txBody>
      </p:sp>
      <p:sp>
        <p:nvSpPr>
          <p:cNvPr id="5" name="Text Placeholder 4"/>
          <p:cNvSpPr>
            <a:spLocks noGrp="1"/>
          </p:cNvSpPr>
          <p:nvPr>
            <p:ph type="body" sz="quarter" idx="11" hasCustomPrompt="1"/>
          </p:nvPr>
        </p:nvSpPr>
        <p:spPr>
          <a:xfrm>
            <a:off x="4078288" y="466348"/>
            <a:ext cx="7695069" cy="675889"/>
          </a:xfr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dirty="0"/>
              <a:t>Body copy Segoe UI Regular 14/18. The quick brown fox jumps over the lazy dog. </a:t>
            </a:r>
            <a:br>
              <a:rPr lang="en-US" dirty="0"/>
            </a:br>
            <a:r>
              <a:rPr lang="en-US" dirty="0"/>
              <a:t>The quick brown fox jumps over the lazy dog. </a:t>
            </a:r>
          </a:p>
        </p:txBody>
      </p:sp>
      <p:sp>
        <p:nvSpPr>
          <p:cNvPr id="14" name="Text Placeholder 4"/>
          <p:cNvSpPr>
            <a:spLocks noGrp="1"/>
          </p:cNvSpPr>
          <p:nvPr>
            <p:ph type="body" sz="quarter" idx="15" hasCustomPrompt="1"/>
          </p:nvPr>
        </p:nvSpPr>
        <p:spPr>
          <a:xfrm>
            <a:off x="4078288" y="1216264"/>
            <a:ext cx="7695069" cy="675889"/>
          </a:xfrm>
        </p:spPr>
        <p:txBody>
          <a:bodyPr vert="horz" wrap="square" lIns="0" tIns="0" rIns="0" bIns="0" rtlCol="0" anchor="ctr">
            <a:noAutofit/>
          </a:bodyPr>
          <a:lstStyle>
            <a:lvl2pPr>
              <a:defRPr lang="en-US" sz="1600" b="0"/>
            </a:lvl2pPr>
          </a:lstStyle>
          <a:p>
            <a:pPr lvl="1">
              <a:buFont typeface="Arial" panose="020B0604020202020204" pitchFamily="34" charset="0"/>
            </a:pPr>
            <a:r>
              <a:rPr lang="en-US" dirty="0"/>
              <a:t>Body copy Segoe UI Regular 14/18. The quick brown fox jumps over the lazy dog. </a:t>
            </a:r>
            <a:br>
              <a:rPr lang="en-US" dirty="0"/>
            </a:br>
            <a:r>
              <a:rPr lang="en-US" dirty="0"/>
              <a:t>The quick brown fox jumps over the lazy dog. </a:t>
            </a:r>
          </a:p>
        </p:txBody>
      </p:sp>
      <p:sp>
        <p:nvSpPr>
          <p:cNvPr id="16" name="Text Placeholder 4"/>
          <p:cNvSpPr>
            <a:spLocks noGrp="1"/>
          </p:cNvSpPr>
          <p:nvPr>
            <p:ph type="body" sz="quarter" idx="17" hasCustomPrompt="1"/>
          </p:nvPr>
        </p:nvSpPr>
        <p:spPr>
          <a:xfrm>
            <a:off x="4078288" y="1966180"/>
            <a:ext cx="7695069" cy="675889"/>
          </a:xfrm>
        </p:spPr>
        <p:txBody>
          <a:bodyPr vert="horz" wrap="square" lIns="0" tIns="0" rIns="0" bIns="0" rtlCol="0" anchor="ctr">
            <a:noAutofit/>
          </a:bodyPr>
          <a:lstStyle>
            <a:lvl2pPr>
              <a:defRPr lang="en-US" sz="1600" b="0" dirty="0" smtClean="0"/>
            </a:lvl2pPr>
          </a:lstStyle>
          <a:p>
            <a:pPr lvl="1">
              <a:buFont typeface="Arial" panose="020B0604020202020204" pitchFamily="34" charset="0"/>
            </a:pPr>
            <a:r>
              <a:rPr lang="en-US" dirty="0"/>
              <a:t>Body copy Segoe UI Regular 14/18. The quick brown fox jumps over the lazy dog. </a:t>
            </a:r>
            <a:br>
              <a:rPr lang="en-US" dirty="0"/>
            </a:br>
            <a:r>
              <a:rPr lang="en-US" dirty="0"/>
              <a:t>The quick brown fox jumps over the lazy dog. </a:t>
            </a:r>
          </a:p>
        </p:txBody>
      </p:sp>
      <p:sp>
        <p:nvSpPr>
          <p:cNvPr id="18" name="Text Placeholder 4"/>
          <p:cNvSpPr>
            <a:spLocks noGrp="1"/>
          </p:cNvSpPr>
          <p:nvPr>
            <p:ph type="body" sz="quarter" idx="19" hasCustomPrompt="1"/>
          </p:nvPr>
        </p:nvSpPr>
        <p:spPr>
          <a:xfrm>
            <a:off x="4078288" y="2716096"/>
            <a:ext cx="7695069" cy="675889"/>
          </a:xfr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dirty="0"/>
              <a:t>Body copy Segoe UI Regular 14/18. The quick brown fox jumps over the lazy dog. </a:t>
            </a:r>
            <a:br>
              <a:rPr lang="en-US" dirty="0"/>
            </a:br>
            <a:r>
              <a:rPr lang="en-US" dirty="0"/>
              <a:t>The quick brown fox jumps over the lazy dog. </a:t>
            </a:r>
          </a:p>
        </p:txBody>
      </p:sp>
      <p:sp>
        <p:nvSpPr>
          <p:cNvPr id="20" name="Text Placeholder 4"/>
          <p:cNvSpPr>
            <a:spLocks noGrp="1"/>
          </p:cNvSpPr>
          <p:nvPr>
            <p:ph type="body" sz="quarter" idx="21" hasCustomPrompt="1"/>
          </p:nvPr>
        </p:nvSpPr>
        <p:spPr>
          <a:xfrm>
            <a:off x="4078288" y="3466012"/>
            <a:ext cx="7695069" cy="675889"/>
          </a:xfr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dirty="0"/>
              <a:t>Body copy Segoe UI Regular 14/18. The quick brown fox jumps over the lazy dog. </a:t>
            </a:r>
            <a:br>
              <a:rPr lang="en-US" dirty="0"/>
            </a:br>
            <a:r>
              <a:rPr lang="en-US" dirty="0"/>
              <a:t>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4078288" y="4215928"/>
            <a:ext cx="7695069"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a:t>
            </a:r>
            <a:br>
              <a:rPr lang="en-US" dirty="0"/>
            </a:br>
            <a:r>
              <a:rPr lang="en-US" dirty="0"/>
              <a:t>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4078288" y="4965844"/>
            <a:ext cx="7695069"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a:t>
            </a:r>
            <a:br>
              <a:rPr lang="en-US" dirty="0"/>
            </a:br>
            <a:r>
              <a:rPr lang="en-US" dirty="0"/>
              <a:t>The quick brown fox jumps over the lazy dog. </a:t>
            </a:r>
          </a:p>
        </p:txBody>
      </p:sp>
      <p:sp>
        <p:nvSpPr>
          <p:cNvPr id="11" name="Text Placeholder 4">
            <a:extLst>
              <a:ext uri="{FF2B5EF4-FFF2-40B4-BE49-F238E27FC236}">
                <a16:creationId xmlns:a16="http://schemas.microsoft.com/office/drawing/2014/main" id="{BBE4C696-54C0-4167-89B1-D1FE9690F330}"/>
              </a:ext>
            </a:extLst>
          </p:cNvPr>
          <p:cNvSpPr>
            <a:spLocks noGrp="1"/>
          </p:cNvSpPr>
          <p:nvPr>
            <p:ph type="body" sz="quarter" idx="24" hasCustomPrompt="1"/>
          </p:nvPr>
        </p:nvSpPr>
        <p:spPr>
          <a:xfrm>
            <a:off x="4078288" y="5715763"/>
            <a:ext cx="7695069"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a:t>
            </a:r>
            <a:br>
              <a:rPr lang="en-US" dirty="0"/>
            </a:br>
            <a:r>
              <a:rPr lang="en-US" dirty="0"/>
              <a:t>The quick brown fox jumps over the lazy dog. </a:t>
            </a:r>
          </a:p>
        </p:txBody>
      </p:sp>
      <p:sp>
        <p:nvSpPr>
          <p:cNvPr id="4" name="Footer Placeholder 1">
            <a:extLst>
              <a:ext uri="{FF2B5EF4-FFF2-40B4-BE49-F238E27FC236}">
                <a16:creationId xmlns:a16="http://schemas.microsoft.com/office/drawing/2014/main" id="{FCBBA077-FCDA-4F62-B502-F11F61DDA34D}"/>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073908851"/>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4">
          <p15:clr>
            <a:srgbClr val="FBAE40"/>
          </p15:clr>
        </p15:guide>
      </p15:sldGuideLst>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Agenda 2 column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378075" cy="68580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rIns="0" anchor="ctr"/>
          <a:lstStyle>
            <a:lvl1pPr>
              <a:defRPr>
                <a:solidFill>
                  <a:schemeClr val="bg1"/>
                </a:solidFill>
              </a:defRPr>
            </a:lvl1pPr>
          </a:lstStyle>
          <a:p>
            <a:r>
              <a:rPr lang="en-US" dirty="0"/>
              <a:t>Agenda</a:t>
            </a:r>
            <a:br>
              <a:rPr lang="en-US" dirty="0"/>
            </a:br>
            <a:r>
              <a:rPr lang="en-US" dirty="0"/>
              <a:t>8 rows</a:t>
            </a:r>
          </a:p>
        </p:txBody>
      </p:sp>
      <p:sp>
        <p:nvSpPr>
          <p:cNvPr id="5" name="Text Placeholder 4"/>
          <p:cNvSpPr>
            <a:spLocks noGrp="1"/>
          </p:cNvSpPr>
          <p:nvPr>
            <p:ph type="body" sz="quarter" idx="11" hasCustomPrompt="1"/>
          </p:nvPr>
        </p:nvSpPr>
        <p:spPr>
          <a:xfrm>
            <a:off x="3619500" y="466348"/>
            <a:ext cx="3330574" cy="675889"/>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dirty="0"/>
              <a:t>Body copy Segoe UI Regular 14/18. The quick brown fox jumps over the lazy dog. </a:t>
            </a:r>
          </a:p>
        </p:txBody>
      </p:sp>
      <p:sp>
        <p:nvSpPr>
          <p:cNvPr id="14" name="Text Placeholder 4"/>
          <p:cNvSpPr>
            <a:spLocks noGrp="1"/>
          </p:cNvSpPr>
          <p:nvPr>
            <p:ph type="body" sz="quarter" idx="15" hasCustomPrompt="1"/>
          </p:nvPr>
        </p:nvSpPr>
        <p:spPr>
          <a:xfrm>
            <a:off x="3619500" y="1308612"/>
            <a:ext cx="3330574" cy="675889"/>
          </a:xfrm>
        </p:spPr>
        <p:txBody>
          <a:bodyPr vert="horz" wrap="square" lIns="0" tIns="0" rIns="0" bIns="0" rtlCol="0" anchor="ctr">
            <a:noAutofit/>
          </a:bodyPr>
          <a:lstStyle>
            <a:lvl2pPr>
              <a:defRPr lang="en-US" sz="1400" b="0"/>
            </a:lvl2pPr>
          </a:lstStyle>
          <a:p>
            <a:pPr lvl="1">
              <a:buFont typeface="Arial" panose="020B0604020202020204" pitchFamily="34" charset="0"/>
            </a:pPr>
            <a:r>
              <a:rPr lang="en-US" dirty="0"/>
              <a:t>Body copy Segoe UI Regular 14/18. The quick brown fox jumps over the lazy dog. </a:t>
            </a:r>
          </a:p>
        </p:txBody>
      </p:sp>
      <p:sp>
        <p:nvSpPr>
          <p:cNvPr id="16" name="Text Placeholder 4"/>
          <p:cNvSpPr>
            <a:spLocks noGrp="1"/>
          </p:cNvSpPr>
          <p:nvPr>
            <p:ph type="body" sz="quarter" idx="17" hasCustomPrompt="1"/>
          </p:nvPr>
        </p:nvSpPr>
        <p:spPr>
          <a:xfrm>
            <a:off x="3619500" y="2150876"/>
            <a:ext cx="3330574" cy="675889"/>
          </a:xfrm>
        </p:spPr>
        <p:txBody>
          <a:bodyPr vert="horz" wrap="square" lIns="0" tIns="0" rIns="0" bIns="0" rtlCol="0" anchor="ctr">
            <a:noAutofit/>
          </a:bodyPr>
          <a:lstStyle>
            <a:lvl2pPr>
              <a:defRPr lang="en-US" sz="1400" b="0" dirty="0" smtClean="0"/>
            </a:lvl2pPr>
          </a:lstStyle>
          <a:p>
            <a:pPr lvl="1">
              <a:buFont typeface="Arial" panose="020B0604020202020204" pitchFamily="34" charset="0"/>
            </a:pPr>
            <a:r>
              <a:rPr lang="en-US" dirty="0"/>
              <a:t>Body copy Segoe UI Regular 14/18. The quick brown fox jumps over the lazy dog. </a:t>
            </a:r>
          </a:p>
        </p:txBody>
      </p:sp>
      <p:sp>
        <p:nvSpPr>
          <p:cNvPr id="18" name="Text Placeholder 4"/>
          <p:cNvSpPr>
            <a:spLocks noGrp="1"/>
          </p:cNvSpPr>
          <p:nvPr>
            <p:ph type="body" sz="quarter" idx="19" hasCustomPrompt="1"/>
          </p:nvPr>
        </p:nvSpPr>
        <p:spPr>
          <a:xfrm>
            <a:off x="3619500" y="2993140"/>
            <a:ext cx="3330574" cy="675889"/>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dirty="0"/>
              <a:t>Body copy Segoe UI Regular 14/18. The quick brown fox jumps over the lazy dog. </a:t>
            </a:r>
          </a:p>
        </p:txBody>
      </p:sp>
      <p:sp>
        <p:nvSpPr>
          <p:cNvPr id="20" name="Text Placeholder 4"/>
          <p:cNvSpPr>
            <a:spLocks noGrp="1"/>
          </p:cNvSpPr>
          <p:nvPr>
            <p:ph type="body" sz="quarter" idx="21" hasCustomPrompt="1"/>
          </p:nvPr>
        </p:nvSpPr>
        <p:spPr>
          <a:xfrm>
            <a:off x="3619500" y="3835404"/>
            <a:ext cx="3330574" cy="675889"/>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dirty="0"/>
              <a:t>Body copy Segoe UI Regular 14/18.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619500" y="4677668"/>
            <a:ext cx="3330574"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3619500" y="5519930"/>
            <a:ext cx="3330574"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a:t>
            </a:r>
          </a:p>
        </p:txBody>
      </p:sp>
      <p:sp>
        <p:nvSpPr>
          <p:cNvPr id="12" name="Text Placeholder 4">
            <a:extLst>
              <a:ext uri="{FF2B5EF4-FFF2-40B4-BE49-F238E27FC236}">
                <a16:creationId xmlns:a16="http://schemas.microsoft.com/office/drawing/2014/main" id="{B26AB1BC-D652-40F2-83A2-06F6897248D2}"/>
              </a:ext>
            </a:extLst>
          </p:cNvPr>
          <p:cNvSpPr>
            <a:spLocks noGrp="1"/>
          </p:cNvSpPr>
          <p:nvPr>
            <p:ph type="body" sz="quarter" idx="24" hasCustomPrompt="1"/>
          </p:nvPr>
        </p:nvSpPr>
        <p:spPr>
          <a:xfrm>
            <a:off x="8331200" y="466348"/>
            <a:ext cx="3442157" cy="675889"/>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dirty="0"/>
              <a:t>Body copy Segoe UI Regular 14/18. The quick brown fox jumps over the lazy dog. </a:t>
            </a:r>
          </a:p>
        </p:txBody>
      </p:sp>
      <p:sp>
        <p:nvSpPr>
          <p:cNvPr id="13" name="Text Placeholder 4">
            <a:extLst>
              <a:ext uri="{FF2B5EF4-FFF2-40B4-BE49-F238E27FC236}">
                <a16:creationId xmlns:a16="http://schemas.microsoft.com/office/drawing/2014/main" id="{B7BCA0EE-6780-4007-A1E7-E2C766ADB6AC}"/>
              </a:ext>
            </a:extLst>
          </p:cNvPr>
          <p:cNvSpPr>
            <a:spLocks noGrp="1"/>
          </p:cNvSpPr>
          <p:nvPr>
            <p:ph type="body" sz="quarter" idx="25" hasCustomPrompt="1"/>
          </p:nvPr>
        </p:nvSpPr>
        <p:spPr>
          <a:xfrm>
            <a:off x="8331200" y="1308612"/>
            <a:ext cx="3442157" cy="675889"/>
          </a:xfrm>
        </p:spPr>
        <p:txBody>
          <a:bodyPr vert="horz" wrap="square" lIns="0" tIns="0" rIns="0" bIns="0" rtlCol="0" anchor="ctr">
            <a:noAutofit/>
          </a:bodyPr>
          <a:lstStyle>
            <a:lvl2pPr>
              <a:defRPr lang="en-US" sz="1400" b="0"/>
            </a:lvl2pPr>
          </a:lstStyle>
          <a:p>
            <a:pPr lvl="1">
              <a:buFont typeface="Arial" panose="020B0604020202020204" pitchFamily="34" charset="0"/>
            </a:pPr>
            <a:r>
              <a:rPr lang="en-US" dirty="0"/>
              <a:t>Body copy Segoe UI Regular 14/18. The quick brown fox jumps over the lazy dog. </a:t>
            </a:r>
          </a:p>
        </p:txBody>
      </p:sp>
      <p:sp>
        <p:nvSpPr>
          <p:cNvPr id="15" name="Text Placeholder 4">
            <a:extLst>
              <a:ext uri="{FF2B5EF4-FFF2-40B4-BE49-F238E27FC236}">
                <a16:creationId xmlns:a16="http://schemas.microsoft.com/office/drawing/2014/main" id="{42F7FEE8-0C97-4A8D-B62A-F9127046CA49}"/>
              </a:ext>
            </a:extLst>
          </p:cNvPr>
          <p:cNvSpPr>
            <a:spLocks noGrp="1"/>
          </p:cNvSpPr>
          <p:nvPr>
            <p:ph type="body" sz="quarter" idx="26" hasCustomPrompt="1"/>
          </p:nvPr>
        </p:nvSpPr>
        <p:spPr>
          <a:xfrm>
            <a:off x="8331200" y="2150876"/>
            <a:ext cx="3442157" cy="675889"/>
          </a:xfrm>
        </p:spPr>
        <p:txBody>
          <a:bodyPr vert="horz" wrap="square" lIns="0" tIns="0" rIns="0" bIns="0" rtlCol="0" anchor="ctr">
            <a:noAutofit/>
          </a:bodyPr>
          <a:lstStyle>
            <a:lvl2pPr>
              <a:defRPr lang="en-US" sz="1400" b="0" dirty="0" smtClean="0"/>
            </a:lvl2pPr>
          </a:lstStyle>
          <a:p>
            <a:pPr lvl="1">
              <a:buFont typeface="Arial" panose="020B0604020202020204" pitchFamily="34" charset="0"/>
            </a:pPr>
            <a:r>
              <a:rPr lang="en-US" dirty="0"/>
              <a:t>Body copy Segoe UI Regular 14/18. The quick brown fox jumps over the lazy dog. </a:t>
            </a:r>
          </a:p>
        </p:txBody>
      </p:sp>
      <p:sp>
        <p:nvSpPr>
          <p:cNvPr id="17" name="Text Placeholder 4">
            <a:extLst>
              <a:ext uri="{FF2B5EF4-FFF2-40B4-BE49-F238E27FC236}">
                <a16:creationId xmlns:a16="http://schemas.microsoft.com/office/drawing/2014/main" id="{A2CDDCC0-5CE0-47BF-9A58-947FAAFE0464}"/>
              </a:ext>
            </a:extLst>
          </p:cNvPr>
          <p:cNvSpPr>
            <a:spLocks noGrp="1"/>
          </p:cNvSpPr>
          <p:nvPr>
            <p:ph type="body" sz="quarter" idx="27" hasCustomPrompt="1"/>
          </p:nvPr>
        </p:nvSpPr>
        <p:spPr>
          <a:xfrm>
            <a:off x="8331200" y="2993140"/>
            <a:ext cx="3442157" cy="675889"/>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dirty="0"/>
              <a:t>Body copy Segoe UI Regular 14/18. The quick brown fox jumps over the lazy dog. </a:t>
            </a:r>
          </a:p>
        </p:txBody>
      </p:sp>
      <p:sp>
        <p:nvSpPr>
          <p:cNvPr id="19" name="Text Placeholder 4">
            <a:extLst>
              <a:ext uri="{FF2B5EF4-FFF2-40B4-BE49-F238E27FC236}">
                <a16:creationId xmlns:a16="http://schemas.microsoft.com/office/drawing/2014/main" id="{CE365600-EF9A-4204-AC1D-49DA60EE0BC9}"/>
              </a:ext>
            </a:extLst>
          </p:cNvPr>
          <p:cNvSpPr>
            <a:spLocks noGrp="1"/>
          </p:cNvSpPr>
          <p:nvPr>
            <p:ph type="body" sz="quarter" idx="28" hasCustomPrompt="1"/>
          </p:nvPr>
        </p:nvSpPr>
        <p:spPr>
          <a:xfrm>
            <a:off x="8331200" y="3835404"/>
            <a:ext cx="3442157" cy="675889"/>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dirty="0"/>
              <a:t>Body copy Segoe UI Regular 14/18. The quick brown fox jumps over the lazy dog. </a:t>
            </a:r>
          </a:p>
        </p:txBody>
      </p:sp>
      <p:sp>
        <p:nvSpPr>
          <p:cNvPr id="21" name="Text Placeholder 4">
            <a:extLst>
              <a:ext uri="{FF2B5EF4-FFF2-40B4-BE49-F238E27FC236}">
                <a16:creationId xmlns:a16="http://schemas.microsoft.com/office/drawing/2014/main" id="{7C988AC2-C93F-4C50-A6B6-35E8D243E2D3}"/>
              </a:ext>
            </a:extLst>
          </p:cNvPr>
          <p:cNvSpPr>
            <a:spLocks noGrp="1"/>
          </p:cNvSpPr>
          <p:nvPr>
            <p:ph type="body" sz="quarter" idx="29" hasCustomPrompt="1"/>
          </p:nvPr>
        </p:nvSpPr>
        <p:spPr>
          <a:xfrm>
            <a:off x="8331200" y="4677668"/>
            <a:ext cx="3442157"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a:t>
            </a:r>
          </a:p>
        </p:txBody>
      </p:sp>
      <p:sp>
        <p:nvSpPr>
          <p:cNvPr id="22" name="Text Placeholder 4">
            <a:extLst>
              <a:ext uri="{FF2B5EF4-FFF2-40B4-BE49-F238E27FC236}">
                <a16:creationId xmlns:a16="http://schemas.microsoft.com/office/drawing/2014/main" id="{1BAD9B5E-AACF-4B5D-9D05-A8B6E03E279B}"/>
              </a:ext>
            </a:extLst>
          </p:cNvPr>
          <p:cNvSpPr>
            <a:spLocks noGrp="1"/>
          </p:cNvSpPr>
          <p:nvPr>
            <p:ph type="body" sz="quarter" idx="30" hasCustomPrompt="1"/>
          </p:nvPr>
        </p:nvSpPr>
        <p:spPr>
          <a:xfrm>
            <a:off x="8331200" y="5519930"/>
            <a:ext cx="3442157"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a:t>
            </a:r>
          </a:p>
        </p:txBody>
      </p:sp>
      <p:sp>
        <p:nvSpPr>
          <p:cNvPr id="4" name="Footer Placeholder 1">
            <a:extLst>
              <a:ext uri="{FF2B5EF4-FFF2-40B4-BE49-F238E27FC236}">
                <a16:creationId xmlns:a16="http://schemas.microsoft.com/office/drawing/2014/main" id="{9F52899F-4DD5-4919-A5F9-0A5E692D4537}"/>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469217169"/>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280">
          <p15:clr>
            <a:srgbClr val="FBAE40"/>
          </p15:clr>
        </p15:guide>
      </p15:sldGuideLst>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Text option 3">
    <p:spTree>
      <p:nvGrpSpPr>
        <p:cNvPr id="1" name=""/>
        <p:cNvGrpSpPr/>
        <p:nvPr/>
      </p:nvGrpSpPr>
      <p:grpSpPr>
        <a:xfrm>
          <a:off x="0" y="0"/>
          <a:ext cx="0" cy="0"/>
          <a:chOff x="0" y="0"/>
          <a:chExt cx="0" cy="0"/>
        </a:xfrm>
      </p:grpSpPr>
      <p:sp>
        <p:nvSpPr>
          <p:cNvPr id="29" name="Title 28">
            <a:extLst>
              <a:ext uri="{FF2B5EF4-FFF2-40B4-BE49-F238E27FC236}">
                <a16:creationId xmlns:a16="http://schemas.microsoft.com/office/drawing/2014/main" id="{DB14B4B7-6595-4F80-A720-AEE6406FDDDB}"/>
              </a:ext>
            </a:extLst>
          </p:cNvPr>
          <p:cNvSpPr>
            <a:spLocks noGrp="1"/>
          </p:cNvSpPr>
          <p:nvPr>
            <p:ph type="title" hasCustomPrompt="1"/>
          </p:nvPr>
        </p:nvSpPr>
        <p:spPr/>
        <p:txBody>
          <a:bodyPr/>
          <a:lstStyle/>
          <a:p>
            <a:r>
              <a:rPr lang="en-US" dirty="0"/>
              <a:t>Text layout three columns images and text</a:t>
            </a:r>
          </a:p>
        </p:txBody>
      </p:sp>
      <p:sp>
        <p:nvSpPr>
          <p:cNvPr id="16" name="Rectangle 15">
            <a:extLst>
              <a:ext uri="{FF2B5EF4-FFF2-40B4-BE49-F238E27FC236}">
                <a16:creationId xmlns:a16="http://schemas.microsoft.com/office/drawing/2014/main" id="{A6AC17A7-7CAA-4CA5-89CD-184D76C19F56}"/>
              </a:ext>
              <a:ext uri="{C183D7F6-B498-43B3-948B-1728B52AA6E4}">
                <adec:decorative xmlns:adec="http://schemas.microsoft.com/office/drawing/2017/decorative" val="1"/>
              </a:ext>
            </a:extLst>
          </p:cNvPr>
          <p:cNvSpPr/>
          <p:nvPr userDrawn="1"/>
        </p:nvSpPr>
        <p:spPr bwMode="auto">
          <a:xfrm>
            <a:off x="468134" y="1456896"/>
            <a:ext cx="3603442" cy="3100576"/>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E501F238-570E-E648-9E57-DAA86A7A8ED3}"/>
              </a:ext>
            </a:extLst>
          </p:cNvPr>
          <p:cNvSpPr>
            <a:spLocks noGrp="1"/>
          </p:cNvSpPr>
          <p:nvPr>
            <p:ph type="pic" sz="quarter" idx="21" hasCustomPrompt="1"/>
          </p:nvPr>
        </p:nvSpPr>
        <p:spPr>
          <a:xfrm>
            <a:off x="592758" y="1564130"/>
            <a:ext cx="3354191" cy="2886109"/>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a:t>Drag &amp; drop your</a:t>
            </a:r>
            <a:br>
              <a:rPr lang="en-US"/>
            </a:br>
            <a:r>
              <a:rPr lang="en-US"/>
              <a:t>photo here </a:t>
            </a:r>
            <a:br>
              <a:rPr lang="en-US"/>
            </a:br>
            <a:r>
              <a:rPr lang="en-US"/>
              <a:t>or click or tap icon</a:t>
            </a:r>
            <a:br>
              <a:rPr lang="en-US"/>
            </a:br>
            <a:r>
              <a:rPr lang="en-US"/>
              <a:t>below to insert</a:t>
            </a:r>
          </a:p>
        </p:txBody>
      </p:sp>
      <p:sp>
        <p:nvSpPr>
          <p:cNvPr id="5" name="Text Placeholder 4"/>
          <p:cNvSpPr>
            <a:spLocks noGrp="1"/>
          </p:cNvSpPr>
          <p:nvPr>
            <p:ph type="body" sz="quarter" idx="11" hasCustomPrompt="1"/>
          </p:nvPr>
        </p:nvSpPr>
        <p:spPr>
          <a:xfrm>
            <a:off x="418643" y="4708215"/>
            <a:ext cx="3652931" cy="584775"/>
          </a:xfrm>
          <a:prstGeom prst="rect">
            <a:avLst/>
          </a:prstGeom>
        </p:spPr>
        <p:txBody>
          <a:bodyPr lIns="0" tIns="45720" rIns="0" bIns="45720"/>
          <a:lstStyle>
            <a:lvl1pPr marL="0" indent="0">
              <a:lnSpc>
                <a:spcPct val="100000"/>
              </a:lnSpc>
              <a:spcBef>
                <a:spcPts val="1176"/>
              </a:spcBef>
              <a:buNone/>
              <a:defRPr lang="en-US" sz="16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19" name="Text Placeholder 4">
            <a:extLst>
              <a:ext uri="{FF2B5EF4-FFF2-40B4-BE49-F238E27FC236}">
                <a16:creationId xmlns:a16="http://schemas.microsoft.com/office/drawing/2014/main" id="{F22038DD-9076-B34B-B54A-107DF3F024EE}"/>
              </a:ext>
            </a:extLst>
          </p:cNvPr>
          <p:cNvSpPr>
            <a:spLocks noGrp="1"/>
          </p:cNvSpPr>
          <p:nvPr>
            <p:ph type="body" sz="quarter" idx="17" hasCustomPrompt="1"/>
          </p:nvPr>
        </p:nvSpPr>
        <p:spPr>
          <a:xfrm>
            <a:off x="418643" y="5014828"/>
            <a:ext cx="3652931" cy="954107"/>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7A2E6301-6404-4EF3-A39A-8E79FFA3C974}"/>
              </a:ext>
              <a:ext uri="{C183D7F6-B498-43B3-948B-1728B52AA6E4}">
                <adec:decorative xmlns:adec="http://schemas.microsoft.com/office/drawing/2017/decorative" val="1"/>
              </a:ext>
            </a:extLst>
          </p:cNvPr>
          <p:cNvSpPr/>
          <p:nvPr userDrawn="1"/>
        </p:nvSpPr>
        <p:spPr bwMode="auto">
          <a:xfrm>
            <a:off x="4308909" y="1456896"/>
            <a:ext cx="3603442" cy="3100576"/>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31" name="Picture Placeholder 7">
            <a:extLst>
              <a:ext uri="{FF2B5EF4-FFF2-40B4-BE49-F238E27FC236}">
                <a16:creationId xmlns:a16="http://schemas.microsoft.com/office/drawing/2014/main" id="{1BE65963-6DE8-471D-88DB-2FC78087003C}"/>
              </a:ext>
            </a:extLst>
          </p:cNvPr>
          <p:cNvSpPr>
            <a:spLocks noGrp="1"/>
          </p:cNvSpPr>
          <p:nvPr>
            <p:ph type="pic" sz="quarter" idx="26" hasCustomPrompt="1"/>
          </p:nvPr>
        </p:nvSpPr>
        <p:spPr>
          <a:xfrm>
            <a:off x="4433534" y="1564130"/>
            <a:ext cx="3354191" cy="2886109"/>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a:t>Drag &amp; drop your</a:t>
            </a:r>
            <a:br>
              <a:rPr lang="en-US"/>
            </a:br>
            <a:r>
              <a:rPr lang="en-US"/>
              <a:t>photo here </a:t>
            </a:r>
            <a:br>
              <a:rPr lang="en-US"/>
            </a:br>
            <a:r>
              <a:rPr lang="en-US"/>
              <a:t>or click or tap icon</a:t>
            </a:r>
            <a:br>
              <a:rPr lang="en-US"/>
            </a:br>
            <a:r>
              <a:rPr lang="en-US"/>
              <a:t>below to insert</a:t>
            </a:r>
          </a:p>
        </p:txBody>
      </p:sp>
      <p:sp>
        <p:nvSpPr>
          <p:cNvPr id="32" name="Text Placeholder 4">
            <a:extLst>
              <a:ext uri="{FF2B5EF4-FFF2-40B4-BE49-F238E27FC236}">
                <a16:creationId xmlns:a16="http://schemas.microsoft.com/office/drawing/2014/main" id="{197742EC-5845-4BB1-84A3-00C1CF89012A}"/>
              </a:ext>
            </a:extLst>
          </p:cNvPr>
          <p:cNvSpPr>
            <a:spLocks noGrp="1"/>
          </p:cNvSpPr>
          <p:nvPr>
            <p:ph type="body" sz="quarter" idx="20" hasCustomPrompt="1"/>
          </p:nvPr>
        </p:nvSpPr>
        <p:spPr>
          <a:xfrm>
            <a:off x="4293969" y="4708215"/>
            <a:ext cx="3618381" cy="584775"/>
          </a:xfrm>
          <a:prstGeom prst="rect">
            <a:avLst/>
          </a:prstGeom>
        </p:spPr>
        <p:txBody>
          <a:bodyPr lIns="0" tIns="45720" rIns="0" bIns="45720"/>
          <a:lstStyle>
            <a:lvl1pPr marL="0" indent="0">
              <a:lnSpc>
                <a:spcPct val="100000"/>
              </a:lnSpc>
              <a:spcBef>
                <a:spcPts val="1176"/>
              </a:spcBef>
              <a:buNone/>
              <a:defRPr lang="en-US" sz="16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1" name="Text Placeholder 4">
            <a:extLst>
              <a:ext uri="{FF2B5EF4-FFF2-40B4-BE49-F238E27FC236}">
                <a16:creationId xmlns:a16="http://schemas.microsoft.com/office/drawing/2014/main" id="{B0C89B53-FA50-F248-AD0B-933DE098D70A}"/>
              </a:ext>
            </a:extLst>
          </p:cNvPr>
          <p:cNvSpPr>
            <a:spLocks noGrp="1"/>
          </p:cNvSpPr>
          <p:nvPr>
            <p:ph type="body" sz="quarter" idx="24" hasCustomPrompt="1"/>
          </p:nvPr>
        </p:nvSpPr>
        <p:spPr>
          <a:xfrm>
            <a:off x="4293969" y="5014828"/>
            <a:ext cx="3618381" cy="954107"/>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The quick brown fox jumps over the lazy dog. The quick brown fox jumps over the lazy dog.</a:t>
            </a:r>
          </a:p>
        </p:txBody>
      </p:sp>
      <p:sp>
        <p:nvSpPr>
          <p:cNvPr id="17" name="Rectangle 16">
            <a:extLst>
              <a:ext uri="{FF2B5EF4-FFF2-40B4-BE49-F238E27FC236}">
                <a16:creationId xmlns:a16="http://schemas.microsoft.com/office/drawing/2014/main" id="{5EC0DAC3-9E26-491C-A10D-7D086E91DB76}"/>
              </a:ext>
              <a:ext uri="{C183D7F6-B498-43B3-948B-1728B52AA6E4}">
                <adec:decorative xmlns:adec="http://schemas.microsoft.com/office/drawing/2017/decorative" val="1"/>
              </a:ext>
            </a:extLst>
          </p:cNvPr>
          <p:cNvSpPr/>
          <p:nvPr userDrawn="1"/>
        </p:nvSpPr>
        <p:spPr bwMode="auto">
          <a:xfrm>
            <a:off x="8159021" y="1456896"/>
            <a:ext cx="3603442" cy="3100576"/>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33" name="Picture Placeholder 7">
            <a:extLst>
              <a:ext uri="{FF2B5EF4-FFF2-40B4-BE49-F238E27FC236}">
                <a16:creationId xmlns:a16="http://schemas.microsoft.com/office/drawing/2014/main" id="{907DE53F-AA57-4741-9DAA-A44C19F78D30}"/>
              </a:ext>
            </a:extLst>
          </p:cNvPr>
          <p:cNvSpPr>
            <a:spLocks noGrp="1"/>
          </p:cNvSpPr>
          <p:nvPr>
            <p:ph type="pic" sz="quarter" idx="27" hasCustomPrompt="1"/>
          </p:nvPr>
        </p:nvSpPr>
        <p:spPr>
          <a:xfrm>
            <a:off x="8283647" y="1564130"/>
            <a:ext cx="3354191" cy="2886109"/>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a:t>Drag &amp; drop your</a:t>
            </a:r>
            <a:br>
              <a:rPr lang="en-US"/>
            </a:br>
            <a:r>
              <a:rPr lang="en-US"/>
              <a:t>photo here </a:t>
            </a:r>
            <a:br>
              <a:rPr lang="en-US"/>
            </a:br>
            <a:r>
              <a:rPr lang="en-US"/>
              <a:t>or click or tap icon</a:t>
            </a:r>
            <a:br>
              <a:rPr lang="en-US"/>
            </a:br>
            <a:r>
              <a:rPr lang="en-US"/>
              <a:t>below to insert</a:t>
            </a:r>
          </a:p>
        </p:txBody>
      </p:sp>
      <p:sp>
        <p:nvSpPr>
          <p:cNvPr id="10" name="Text Placeholder 4"/>
          <p:cNvSpPr>
            <a:spLocks noGrp="1"/>
          </p:cNvSpPr>
          <p:nvPr>
            <p:ph type="body" sz="quarter" idx="13" hasCustomPrompt="1"/>
          </p:nvPr>
        </p:nvSpPr>
        <p:spPr>
          <a:xfrm>
            <a:off x="8144083" y="4708215"/>
            <a:ext cx="3618381" cy="584775"/>
          </a:xfrm>
          <a:prstGeom prst="rect">
            <a:avLst/>
          </a:prstGeom>
        </p:spPr>
        <p:txBody>
          <a:bodyPr lIns="0" tIns="45720" rIns="0" bIns="45720"/>
          <a:lstStyle>
            <a:lvl1pPr marL="0" indent="0">
              <a:lnSpc>
                <a:spcPct val="100000"/>
              </a:lnSpc>
              <a:spcBef>
                <a:spcPts val="1176"/>
              </a:spcBef>
              <a:buNone/>
              <a:defRPr lang="en-US" sz="16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2" name="Text Placeholder 4">
            <a:extLst>
              <a:ext uri="{FF2B5EF4-FFF2-40B4-BE49-F238E27FC236}">
                <a16:creationId xmlns:a16="http://schemas.microsoft.com/office/drawing/2014/main" id="{C11EA858-BBCA-2149-9368-C1FDBC6C8DFD}"/>
              </a:ext>
            </a:extLst>
          </p:cNvPr>
          <p:cNvSpPr>
            <a:spLocks noGrp="1"/>
          </p:cNvSpPr>
          <p:nvPr>
            <p:ph type="body" sz="quarter" idx="25" hasCustomPrompt="1"/>
          </p:nvPr>
        </p:nvSpPr>
        <p:spPr>
          <a:xfrm>
            <a:off x="8144083" y="5014828"/>
            <a:ext cx="3618381" cy="954107"/>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D26B0962-7685-4EBF-B99E-792210E71636}"/>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862882444"/>
      </p:ext>
    </p:extLst>
  </p:cSld>
  <p:clrMapOvr>
    <a:masterClrMapping/>
  </p:clrMapOvr>
  <p:transition>
    <p:fade/>
  </p:transition>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Section slide">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990B4C-4B23-479D-ADA8-DD6E0658DF5A}"/>
              </a:ext>
            </a:extLst>
          </p:cNvPr>
          <p:cNvSpPr/>
          <p:nvPr userDrawn="1"/>
        </p:nvSpPr>
        <p:spPr bwMode="auto">
          <a:xfrm>
            <a:off x="1" y="2526646"/>
            <a:ext cx="9697686" cy="1784048"/>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4" name="Title 35"/>
          <p:cNvSpPr>
            <a:spLocks noGrp="1"/>
          </p:cNvSpPr>
          <p:nvPr>
            <p:ph type="title" hasCustomPrompt="1"/>
          </p:nvPr>
        </p:nvSpPr>
        <p:spPr>
          <a:xfrm>
            <a:off x="418644" y="2526646"/>
            <a:ext cx="9189910" cy="1784048"/>
          </a:xfrm>
          <a:prstGeom prst="rect">
            <a:avLst/>
          </a:prstGeom>
          <a:noFill/>
        </p:spPr>
        <p:txBody>
          <a:bodyPr vert="horz" wrap="square" lIns="0" tIns="0" rIns="0" bIns="0" rtlCol="0" anchor="ctr" anchorCtr="0">
            <a:noAutofit/>
          </a:bodyPr>
          <a:lstStyle>
            <a:lvl1pPr>
              <a:defRPr lang="en-US" sz="3600" spc="-49" baseline="0" dirty="0">
                <a:solidFill>
                  <a:schemeClr val="bg1"/>
                </a:solidFill>
              </a:defRPr>
            </a:lvl1pPr>
          </a:lstStyle>
          <a:p>
            <a:pPr marL="0" lvl="0">
              <a:lnSpc>
                <a:spcPts val="5490"/>
              </a:lnSpc>
            </a:pPr>
            <a:r>
              <a:rPr lang="en-US" dirty="0"/>
              <a:t>Section title</a:t>
            </a:r>
          </a:p>
        </p:txBody>
      </p:sp>
      <p:sp>
        <p:nvSpPr>
          <p:cNvPr id="6" name="Rectangle 5">
            <a:extLst>
              <a:ext uri="{FF2B5EF4-FFF2-40B4-BE49-F238E27FC236}">
                <a16:creationId xmlns:a16="http://schemas.microsoft.com/office/drawing/2014/main" id="{E7A7DCD7-2A9A-4303-B73A-A8AA23BAF4B6}"/>
              </a:ext>
            </a:extLst>
          </p:cNvPr>
          <p:cNvSpPr/>
          <p:nvPr userDrawn="1"/>
        </p:nvSpPr>
        <p:spPr bwMode="auto">
          <a:xfrm>
            <a:off x="9697686" y="2526646"/>
            <a:ext cx="2082603" cy="1784048"/>
          </a:xfrm>
          <a:prstGeom prst="rect">
            <a:avLst/>
          </a:prstGeom>
          <a:solidFill>
            <a:schemeClr val="bg2">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7" name="Rectangle 6">
            <a:extLst>
              <a:ext uri="{FF2B5EF4-FFF2-40B4-BE49-F238E27FC236}">
                <a16:creationId xmlns:a16="http://schemas.microsoft.com/office/drawing/2014/main" id="{79F5CEB5-AAB3-4E98-82B0-2B2EDFAC7F19}"/>
              </a:ext>
            </a:extLst>
          </p:cNvPr>
          <p:cNvSpPr/>
          <p:nvPr userDrawn="1"/>
        </p:nvSpPr>
        <p:spPr bwMode="auto">
          <a:xfrm>
            <a:off x="11569483" y="2481083"/>
            <a:ext cx="203874" cy="1875174"/>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6">
            <a:extLst>
              <a:ext uri="{FF2B5EF4-FFF2-40B4-BE49-F238E27FC236}">
                <a16:creationId xmlns:a16="http://schemas.microsoft.com/office/drawing/2014/main" id="{C39A4550-468E-4965-BBF3-650AD824060F}"/>
              </a:ext>
            </a:extLst>
          </p:cNvPr>
          <p:cNvSpPr/>
          <p:nvPr userDrawn="1"/>
        </p:nvSpPr>
        <p:spPr bwMode="auto">
          <a:xfrm flipH="1">
            <a:off x="9697686" y="2481083"/>
            <a:ext cx="203874" cy="1875174"/>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12" name="Picture Placeholder 11">
            <a:extLst>
              <a:ext uri="{FF2B5EF4-FFF2-40B4-BE49-F238E27FC236}">
                <a16:creationId xmlns:a16="http://schemas.microsoft.com/office/drawing/2014/main" id="{A0F18A81-5AF1-41EB-B335-9EF67062969B}"/>
              </a:ext>
            </a:extLst>
          </p:cNvPr>
          <p:cNvSpPr>
            <a:spLocks noGrp="1"/>
          </p:cNvSpPr>
          <p:nvPr>
            <p:ph type="pic" sz="quarter" idx="10"/>
          </p:nvPr>
        </p:nvSpPr>
        <p:spPr>
          <a:xfrm>
            <a:off x="10098361" y="2777952"/>
            <a:ext cx="1281254" cy="1281436"/>
          </a:xfrm>
        </p:spPr>
        <p:txBody>
          <a:bodyPr anchor="ctr">
            <a:noAutofit/>
          </a:bodyPr>
          <a:lstStyle>
            <a:lvl1pPr algn="ctr">
              <a:defRPr/>
            </a:lvl1pPr>
          </a:lstStyle>
          <a:p>
            <a:endParaRPr lang="en-US"/>
          </a:p>
        </p:txBody>
      </p:sp>
      <p:sp>
        <p:nvSpPr>
          <p:cNvPr id="3" name="Footer Placeholder 1">
            <a:extLst>
              <a:ext uri="{FF2B5EF4-FFF2-40B4-BE49-F238E27FC236}">
                <a16:creationId xmlns:a16="http://schemas.microsoft.com/office/drawing/2014/main" id="{C6B75234-9944-48A2-8A21-99500C7BBB40}"/>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938708996"/>
      </p:ext>
    </p:extLst>
  </p:cSld>
  <p:clrMapOvr>
    <a:masterClrMapping/>
  </p:clrMapOvr>
  <p:transition>
    <p:fade/>
  </p:transition>
</p:sldLayout>
</file>

<file path=ppt/slideLayouts/slideLayout140.xml><?xml version="1.0" encoding="utf-8"?>
<p:sldLayout xmlns:a="http://schemas.openxmlformats.org/drawingml/2006/main" xmlns:r="http://schemas.openxmlformats.org/officeDocument/2006/relationships" xmlns:p="http://schemas.openxmlformats.org/presentationml/2006/main" showMasterSp="0" preserve="1" userDrawn="1">
  <p:cSld name="Photo layou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5543516" cy="728448"/>
          </a:xfrm>
        </p:spPr>
        <p:txBody>
          <a:bodyPr/>
          <a:lstStyle>
            <a:lvl1pPr>
              <a:defRPr>
                <a:solidFill>
                  <a:schemeClr val="tx1"/>
                </a:solidFill>
              </a:defRPr>
            </a:lvl1pPr>
          </a:lstStyle>
          <a:p>
            <a:r>
              <a:rPr lang="en-US" dirty="0"/>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456897"/>
            <a:ext cx="5579310" cy="307777"/>
          </a:xfrm>
          <a:prstGeom prst="rect">
            <a:avLst/>
          </a:prstGeom>
        </p:spPr>
        <p:txBody>
          <a:bodyPr wrap="square" lIns="0" tIns="0" rIns="0" bIns="0">
            <a:spAutoFit/>
          </a:bodyPr>
          <a:lstStyle>
            <a:lvl1pPr marL="0" indent="0">
              <a:lnSpc>
                <a:spcPts val="2353"/>
              </a:lnSpc>
              <a:buNone/>
              <a:defRPr lang="en-US" sz="20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a:t>Subhead Segoe UI </a:t>
            </a:r>
            <a:r>
              <a:rPr lang="en-US" err="1"/>
              <a:t>Semibold</a:t>
            </a:r>
            <a:r>
              <a:rPr lang="en-US"/>
              <a:t> 20/24. </a:t>
            </a:r>
          </a:p>
        </p:txBody>
      </p:sp>
      <p:sp>
        <p:nvSpPr>
          <p:cNvPr id="5" name="Text Placeholder 4">
            <a:extLst>
              <a:ext uri="{FF2B5EF4-FFF2-40B4-BE49-F238E27FC236}">
                <a16:creationId xmlns:a16="http://schemas.microsoft.com/office/drawing/2014/main" id="{6E31D123-CA1A-4568-88C8-6B1287D07EE9}"/>
              </a:ext>
            </a:extLst>
          </p:cNvPr>
          <p:cNvSpPr>
            <a:spLocks noGrp="1"/>
          </p:cNvSpPr>
          <p:nvPr>
            <p:ph type="body" sz="quarter" idx="13" hasCustomPrompt="1"/>
          </p:nvPr>
        </p:nvSpPr>
        <p:spPr>
          <a:xfrm>
            <a:off x="418643" y="2161629"/>
            <a:ext cx="5579311" cy="338554"/>
          </a:xfrm>
          <a:prstGeom prst="rect">
            <a:avLst/>
          </a:prstGeom>
        </p:spPr>
        <p:txBody>
          <a:bodyPr lIns="0" tIns="45720" rIns="0" bIns="45720"/>
          <a:lstStyle>
            <a:lvl1pPr marL="0" indent="0">
              <a:lnSpc>
                <a:spcPct val="100000"/>
              </a:lnSpc>
              <a:spcBef>
                <a:spcPts val="1176"/>
              </a:spcBef>
              <a:buNone/>
              <a:defRPr lang="en-US" sz="16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dirty="0">
                <a:solidFill>
                  <a:schemeClr val="tx2"/>
                </a:solidFill>
                <a:latin typeface="+mj-lt"/>
              </a:rPr>
              <a:t>Paragraph title Segoe UI </a:t>
            </a:r>
            <a:r>
              <a:rPr lang="en-US" b="0" dirty="0" err="1">
                <a:solidFill>
                  <a:schemeClr val="tx2"/>
                </a:solidFill>
                <a:latin typeface="+mj-lt"/>
              </a:rPr>
              <a:t>Semibold</a:t>
            </a:r>
            <a:r>
              <a:rPr lang="en-US" b="0" dirty="0">
                <a:solidFill>
                  <a:schemeClr val="tx2"/>
                </a:solidFill>
                <a:latin typeface="+mj-lt"/>
              </a:rPr>
              <a:t> 14/18</a:t>
            </a:r>
            <a:endParaRPr lang="en-US" dirty="0"/>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2474101"/>
            <a:ext cx="5579310" cy="76700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7" name="Text Placeholder 4">
            <a:extLst>
              <a:ext uri="{FF2B5EF4-FFF2-40B4-BE49-F238E27FC236}">
                <a16:creationId xmlns:a16="http://schemas.microsoft.com/office/drawing/2014/main" id="{0D336736-F7E2-BA48-AD3E-B0037BAC6816}"/>
              </a:ext>
            </a:extLst>
          </p:cNvPr>
          <p:cNvSpPr>
            <a:spLocks noGrp="1"/>
          </p:cNvSpPr>
          <p:nvPr>
            <p:ph type="body" sz="quarter" idx="43" hasCustomPrompt="1"/>
          </p:nvPr>
        </p:nvSpPr>
        <p:spPr>
          <a:xfrm>
            <a:off x="418643" y="3628878"/>
            <a:ext cx="5579311" cy="338554"/>
          </a:xfrm>
          <a:prstGeom prst="rect">
            <a:avLst/>
          </a:prstGeom>
        </p:spPr>
        <p:txBody>
          <a:bodyPr lIns="0" tIns="45720" rIns="0" bIns="45720"/>
          <a:lstStyle>
            <a:lvl1pPr marL="0" indent="0">
              <a:lnSpc>
                <a:spcPct val="100000"/>
              </a:lnSpc>
              <a:spcBef>
                <a:spcPts val="1176"/>
              </a:spcBef>
              <a:buNone/>
              <a:defRPr lang="en-US" sz="16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dirty="0">
                <a:solidFill>
                  <a:schemeClr val="tx2"/>
                </a:solidFill>
                <a:latin typeface="+mj-lt"/>
              </a:rPr>
              <a:t>Paragraph title Segoe UI </a:t>
            </a:r>
            <a:r>
              <a:rPr lang="en-US" b="0" dirty="0" err="1">
                <a:solidFill>
                  <a:schemeClr val="tx2"/>
                </a:solidFill>
                <a:latin typeface="+mj-lt"/>
              </a:rPr>
              <a:t>Semibold</a:t>
            </a:r>
            <a:r>
              <a:rPr lang="en-US" b="0" dirty="0">
                <a:solidFill>
                  <a:schemeClr val="tx2"/>
                </a:solidFill>
                <a:latin typeface="+mj-lt"/>
              </a:rPr>
              <a:t> 14/18</a:t>
            </a:r>
            <a:endParaRPr lang="en-US" dirty="0"/>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3929012"/>
            <a:ext cx="5579310" cy="76700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229842" y="-1"/>
            <a:ext cx="5973053" cy="6858001"/>
          </a:xfrm>
          <a:prstGeom prst="rect">
            <a:avLst/>
          </a:prstGeom>
          <a:blipFill>
            <a:blip r:embed="rId2"/>
            <a:stretch>
              <a:fillRect/>
            </a:stretch>
          </a:blipFill>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2" name="Footer Placeholder 1">
            <a:extLst>
              <a:ext uri="{FF2B5EF4-FFF2-40B4-BE49-F238E27FC236}">
                <a16:creationId xmlns:a16="http://schemas.microsoft.com/office/drawing/2014/main" id="{C3405CC5-9896-4E3A-9373-436306F5BF12}"/>
              </a:ext>
            </a:extLst>
          </p:cNvPr>
          <p:cNvSpPr txBox="1">
            <a:spLocks/>
          </p:cNvSpPr>
          <p:nvPr userDrawn="1"/>
        </p:nvSpPr>
        <p:spPr>
          <a:xfrm>
            <a:off x="418644"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l"/>
            <a:r>
              <a:rPr lang="en-US" dirty="0"/>
              <a:t>© Copyright Microsoft Corporation. All rights reserved.</a:t>
            </a:r>
          </a:p>
        </p:txBody>
      </p:sp>
    </p:spTree>
    <p:extLst>
      <p:ext uri="{BB962C8B-B14F-4D97-AF65-F5344CB8AC3E}">
        <p14:creationId xmlns:p14="http://schemas.microsoft.com/office/powerpoint/2010/main" val="2573403850"/>
      </p:ext>
    </p:extLst>
  </p:cSld>
  <p:clrMapOvr>
    <a:masterClrMapping/>
  </p:clrMapOvr>
  <p:transition>
    <p:fade/>
  </p:transition>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Photo layout with bullet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5543516" cy="728448"/>
          </a:xfrm>
        </p:spPr>
        <p:txBody>
          <a:bodyPr/>
          <a:lstStyle>
            <a:lvl1pPr>
              <a:defRPr>
                <a:solidFill>
                  <a:schemeClr val="tx1"/>
                </a:solidFill>
              </a:defRPr>
            </a:lvl1pPr>
          </a:lstStyle>
          <a:p>
            <a:r>
              <a:rPr lang="en-US" dirty="0"/>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456896"/>
            <a:ext cx="5579310" cy="369332"/>
          </a:xfrm>
          <a:prstGeom prst="rect">
            <a:avLst/>
          </a:prstGeom>
        </p:spPr>
        <p:txBody>
          <a:bodyPr wrap="square" lIns="0" tIns="0" rIns="0" bIns="0" anchor="t">
            <a:spAutoFit/>
          </a:bodyPr>
          <a:lstStyle>
            <a:lvl1pPr marL="0" indent="0">
              <a:lnSpc>
                <a:spcPct val="100000"/>
              </a:lnSpc>
              <a:buNone/>
              <a:defRPr lang="en-US" sz="24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dirty="0"/>
              <a:t>Subhead Segoe UI </a:t>
            </a:r>
            <a:r>
              <a:rPr lang="en-US" dirty="0" err="1"/>
              <a:t>Semibold</a:t>
            </a:r>
            <a:r>
              <a:rPr lang="en-US" dirty="0"/>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2268946"/>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userDrawn="1"/>
        </p:nvCxnSpPr>
        <p:spPr>
          <a:xfrm>
            <a:off x="418644" y="3068044"/>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3282367"/>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userDrawn="1"/>
        </p:nvCxnSpPr>
        <p:spPr>
          <a:xfrm>
            <a:off x="418644" y="4081465"/>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418644" y="4295788"/>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userDrawn="1"/>
        </p:nvCxnSpPr>
        <p:spPr>
          <a:xfrm>
            <a:off x="418644" y="5094886"/>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418644" y="5309208"/>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a:t>
            </a:r>
          </a:p>
        </p:txBody>
      </p:sp>
      <p:sp>
        <p:nvSpPr>
          <p:cNvPr id="2" name="Rectangle 1">
            <a:extLst>
              <a:ext uri="{FF2B5EF4-FFF2-40B4-BE49-F238E27FC236}">
                <a16:creationId xmlns:a16="http://schemas.microsoft.com/office/drawing/2014/main" id="{56B6D240-D672-4F0A-95ED-D92FC8351E6D}"/>
              </a:ext>
              <a:ext uri="{C183D7F6-B498-43B3-948B-1728B52AA6E4}">
                <adec:decorative xmlns:adec="http://schemas.microsoft.com/office/drawing/2017/decorative" val="1"/>
              </a:ext>
            </a:extLst>
          </p:cNvPr>
          <p:cNvSpPr/>
          <p:nvPr userDrawn="1"/>
        </p:nvSpPr>
        <p:spPr bwMode="auto">
          <a:xfrm>
            <a:off x="6229842" y="1456896"/>
            <a:ext cx="5543514" cy="4960611"/>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19" name="Picture Placeholder 7">
            <a:extLst>
              <a:ext uri="{FF2B5EF4-FFF2-40B4-BE49-F238E27FC236}">
                <a16:creationId xmlns:a16="http://schemas.microsoft.com/office/drawing/2014/main" id="{CA973F78-0779-41C2-98B4-4547D2CD7C11}"/>
              </a:ext>
            </a:extLst>
          </p:cNvPr>
          <p:cNvSpPr>
            <a:spLocks noGrp="1"/>
          </p:cNvSpPr>
          <p:nvPr>
            <p:ph type="pic" sz="quarter" idx="47" hasCustomPrompt="1"/>
          </p:nvPr>
        </p:nvSpPr>
        <p:spPr>
          <a:xfrm>
            <a:off x="6349678" y="1564130"/>
            <a:ext cx="5303845" cy="4746143"/>
          </a:xfrm>
          <a:prstGeom prst="rect">
            <a:avLst/>
          </a:prstGeom>
          <a:blipFill dpi="0" rotWithShape="1">
            <a:blip r:embed="rId2"/>
            <a:srcRect/>
            <a:stretch>
              <a:fillRect/>
            </a:stretch>
          </a:blipFill>
          <a:ln w="19050">
            <a:noFill/>
          </a:ln>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Footer Placeholder 1">
            <a:extLst>
              <a:ext uri="{FF2B5EF4-FFF2-40B4-BE49-F238E27FC236}">
                <a16:creationId xmlns:a16="http://schemas.microsoft.com/office/drawing/2014/main" id="{B3B62F3E-D0DF-4A13-A005-3CCFDD6DFC1A}"/>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4126077019"/>
      </p:ext>
    </p:extLst>
  </p:cSld>
  <p:clrMapOvr>
    <a:masterClrMapping/>
  </p:clrMapOvr>
  <p:transition>
    <p:fade/>
  </p:transition>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1_Photo layout with bullet text &amp; icon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5543516" cy="728448"/>
          </a:xfrm>
        </p:spPr>
        <p:txBody>
          <a:bodyPr/>
          <a:lstStyle>
            <a:lvl1pPr>
              <a:defRPr>
                <a:solidFill>
                  <a:schemeClr val="tx1"/>
                </a:solidFill>
              </a:defRPr>
            </a:lvl1pPr>
          </a:lstStyle>
          <a:p>
            <a:r>
              <a:rPr lang="en-US" dirty="0"/>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709493"/>
            <a:ext cx="5579310" cy="369332"/>
          </a:xfrm>
          <a:prstGeom prst="rect">
            <a:avLst/>
          </a:prstGeom>
        </p:spPr>
        <p:txBody>
          <a:bodyPr wrap="square" lIns="0" tIns="0" rIns="0" bIns="0" anchor="b">
            <a:spAutoFit/>
          </a:bodyPr>
          <a:lstStyle>
            <a:lvl1pPr marL="0" indent="0">
              <a:lnSpc>
                <a:spcPct val="100000"/>
              </a:lnSpc>
              <a:buNone/>
              <a:defRPr lang="en-US" sz="24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dirty="0"/>
              <a:t>Subhead Segoe UI </a:t>
            </a:r>
            <a:r>
              <a:rPr lang="en-US" dirty="0" err="1"/>
              <a:t>Semibold</a:t>
            </a:r>
            <a:r>
              <a:rPr lang="en-US" dirty="0"/>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1422400" y="2267319"/>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userDrawn="1"/>
        </p:nvCxnSpPr>
        <p:spPr>
          <a:xfrm>
            <a:off x="1422400" y="3066417"/>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1422400" y="3280740"/>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userDrawn="1"/>
        </p:nvCxnSpPr>
        <p:spPr>
          <a:xfrm>
            <a:off x="1422400" y="4079838"/>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1422400" y="4294161"/>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userDrawn="1"/>
        </p:nvCxnSpPr>
        <p:spPr>
          <a:xfrm>
            <a:off x="1422400" y="5093259"/>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1422400" y="5307581"/>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229842" y="-1"/>
            <a:ext cx="5973053" cy="6858001"/>
          </a:xfrm>
          <a:prstGeom prst="rect">
            <a:avLst/>
          </a:prstGeom>
          <a:blipFill>
            <a:blip r:embed="rId2"/>
            <a:stretch>
              <a:fillRect/>
            </a:stretch>
          </a:blipFill>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2" name="Footer Placeholder 1">
            <a:extLst>
              <a:ext uri="{FF2B5EF4-FFF2-40B4-BE49-F238E27FC236}">
                <a16:creationId xmlns:a16="http://schemas.microsoft.com/office/drawing/2014/main" id="{5F6EB83D-C2A5-4189-B12B-1320B6ADB9B8}"/>
              </a:ext>
            </a:extLst>
          </p:cNvPr>
          <p:cNvSpPr txBox="1">
            <a:spLocks/>
          </p:cNvSpPr>
          <p:nvPr userDrawn="1"/>
        </p:nvSpPr>
        <p:spPr>
          <a:xfrm>
            <a:off x="418644"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l"/>
            <a:r>
              <a:rPr lang="en-US" dirty="0"/>
              <a:t>© Copyright Microsoft Corporation. All rights reserved.</a:t>
            </a:r>
          </a:p>
        </p:txBody>
      </p:sp>
    </p:spTree>
    <p:extLst>
      <p:ext uri="{BB962C8B-B14F-4D97-AF65-F5344CB8AC3E}">
        <p14:creationId xmlns:p14="http://schemas.microsoft.com/office/powerpoint/2010/main" val="4167343867"/>
      </p:ext>
    </p:extLst>
  </p:cSld>
  <p:clrMapOvr>
    <a:masterClrMapping/>
  </p:clrMapOvr>
  <p:transition>
    <p:fade/>
  </p:transition>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Photo layout with 4 rows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11354712" cy="728448"/>
          </a:xfrm>
        </p:spPr>
        <p:txBody>
          <a:bodyPr/>
          <a:lstStyle>
            <a:lvl1pPr>
              <a:defRPr>
                <a:solidFill>
                  <a:schemeClr val="tx1"/>
                </a:solidFill>
              </a:defRPr>
            </a:lvl1pPr>
          </a:lstStyle>
          <a:p>
            <a:r>
              <a:rPr lang="en-US" dirty="0"/>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456897"/>
            <a:ext cx="5579310" cy="1128821"/>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2734160"/>
            <a:ext cx="5579310" cy="1128821"/>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418644" y="4011423"/>
            <a:ext cx="5579310" cy="1128821"/>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418644" y="5288687"/>
            <a:ext cx="5579310" cy="1128821"/>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2" name="Rectangle 1">
            <a:extLst>
              <a:ext uri="{FF2B5EF4-FFF2-40B4-BE49-F238E27FC236}">
                <a16:creationId xmlns:a16="http://schemas.microsoft.com/office/drawing/2014/main" id="{680D905E-E7A9-44EC-830B-323C290AAA27}"/>
              </a:ext>
              <a:ext uri="{C183D7F6-B498-43B3-948B-1728B52AA6E4}">
                <adec:decorative xmlns:adec="http://schemas.microsoft.com/office/drawing/2017/decorative" val="1"/>
              </a:ext>
            </a:extLst>
          </p:cNvPr>
          <p:cNvSpPr/>
          <p:nvPr userDrawn="1"/>
        </p:nvSpPr>
        <p:spPr bwMode="auto">
          <a:xfrm>
            <a:off x="6229842" y="1456896"/>
            <a:ext cx="5543514" cy="4960611"/>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349678" y="1564130"/>
            <a:ext cx="5303845" cy="4746143"/>
          </a:xfrm>
          <a:prstGeom prst="rect">
            <a:avLst/>
          </a:prstGeom>
          <a:blipFill dpi="0" rotWithShape="1">
            <a:blip r:embed="rId2"/>
            <a:srcRect/>
            <a:stretch>
              <a:fillRect/>
            </a:stretch>
          </a:blipFill>
          <a:ln w="19050">
            <a:noFill/>
          </a:ln>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cxnSp>
        <p:nvCxnSpPr>
          <p:cNvPr id="9" name="Straight Connector 8">
            <a:extLst>
              <a:ext uri="{FF2B5EF4-FFF2-40B4-BE49-F238E27FC236}">
                <a16:creationId xmlns:a16="http://schemas.microsoft.com/office/drawing/2014/main" id="{5E2F051F-FAD1-40B7-AD8D-86ACA838D32B}"/>
              </a:ext>
              <a:ext uri="{C183D7F6-B498-43B3-948B-1728B52AA6E4}">
                <adec:decorative xmlns:adec="http://schemas.microsoft.com/office/drawing/2017/decorative" val="1"/>
              </a:ext>
            </a:extLst>
          </p:cNvPr>
          <p:cNvCxnSpPr>
            <a:cxnSpLocks/>
          </p:cNvCxnSpPr>
          <p:nvPr userDrawn="1"/>
        </p:nvCxnSpPr>
        <p:spPr>
          <a:xfrm>
            <a:off x="418644" y="2660048"/>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8966B79-BC7C-4DB8-80D4-01380DB97330}"/>
              </a:ext>
              <a:ext uri="{C183D7F6-B498-43B3-948B-1728B52AA6E4}">
                <adec:decorative xmlns:adec="http://schemas.microsoft.com/office/drawing/2017/decorative" val="1"/>
              </a:ext>
            </a:extLst>
          </p:cNvPr>
          <p:cNvCxnSpPr>
            <a:cxnSpLocks/>
          </p:cNvCxnSpPr>
          <p:nvPr userDrawn="1"/>
        </p:nvCxnSpPr>
        <p:spPr>
          <a:xfrm>
            <a:off x="418644" y="3937131"/>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69D048A-1B0B-4837-8CE2-BD16F3AE2B1C}"/>
              </a:ext>
              <a:ext uri="{C183D7F6-B498-43B3-948B-1728B52AA6E4}">
                <adec:decorative xmlns:adec="http://schemas.microsoft.com/office/drawing/2017/decorative" val="1"/>
              </a:ext>
            </a:extLst>
          </p:cNvPr>
          <p:cNvCxnSpPr>
            <a:cxnSpLocks/>
          </p:cNvCxnSpPr>
          <p:nvPr userDrawn="1"/>
        </p:nvCxnSpPr>
        <p:spPr>
          <a:xfrm>
            <a:off x="418644" y="5214214"/>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 name="Footer Placeholder 1">
            <a:extLst>
              <a:ext uri="{FF2B5EF4-FFF2-40B4-BE49-F238E27FC236}">
                <a16:creationId xmlns:a16="http://schemas.microsoft.com/office/drawing/2014/main" id="{B394CE8A-C8F7-40DD-84CF-FE592D7BC2D8}"/>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170092745"/>
      </p:ext>
    </p:extLst>
  </p:cSld>
  <p:clrMapOvr>
    <a:masterClrMapping/>
  </p:clrMapOvr>
  <p:transition>
    <p:fade/>
  </p:transition>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Photo layout with gray filled text box">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3" y="440494"/>
            <a:ext cx="11354714" cy="728448"/>
          </a:xfrm>
        </p:spPr>
        <p:txBody>
          <a:bodyPr/>
          <a:lstStyle>
            <a:lvl1pPr>
              <a:defRPr>
                <a:solidFill>
                  <a:schemeClr val="tx1"/>
                </a:solidFill>
              </a:defRPr>
            </a:lvl1pPr>
          </a:lstStyle>
          <a:p>
            <a:r>
              <a:rPr lang="en-US" dirty="0"/>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456897"/>
            <a:ext cx="5579310" cy="1128821"/>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2734160"/>
            <a:ext cx="5579310" cy="1128821"/>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418644" y="4011423"/>
            <a:ext cx="5579310" cy="1128821"/>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418644" y="5288687"/>
            <a:ext cx="5579310" cy="1128821"/>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userDrawn="1"/>
        </p:nvSpPr>
        <p:spPr bwMode="auto">
          <a:xfrm>
            <a:off x="6229842" y="1456896"/>
            <a:ext cx="5543514" cy="4960611"/>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349678" y="1564130"/>
            <a:ext cx="5303845" cy="4746143"/>
          </a:xfrm>
          <a:prstGeom prst="rect">
            <a:avLst/>
          </a:prstGeom>
          <a:blipFill dpi="0" rotWithShape="1">
            <a:blip r:embed="rId2"/>
            <a:srcRect/>
            <a:stretch>
              <a:fillRect/>
            </a:stretch>
          </a:blipFill>
          <a:ln w="19050">
            <a:noFill/>
          </a:ln>
        </p:spPr>
        <p:txBody>
          <a:bodyPr tIns="9144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2" name="Footer Placeholder 1">
            <a:extLst>
              <a:ext uri="{FF2B5EF4-FFF2-40B4-BE49-F238E27FC236}">
                <a16:creationId xmlns:a16="http://schemas.microsoft.com/office/drawing/2014/main" id="{BDD9959D-3459-4484-BDE0-9F4EABE5443B}"/>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989396767"/>
      </p:ext>
    </p:extLst>
  </p:cSld>
  <p:clrMapOvr>
    <a:masterClrMapping/>
  </p:clrMapOvr>
  <p:transition>
    <p:fade/>
  </p:transition>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Demo slide with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9E5E14-01F2-4F10-A177-A81144B86D44}"/>
              </a:ext>
            </a:extLst>
          </p:cNvPr>
          <p:cNvSpPr>
            <a:spLocks noGrp="1"/>
          </p:cNvSpPr>
          <p:nvPr>
            <p:ph type="title"/>
          </p:nvPr>
        </p:nvSpPr>
        <p:spPr>
          <a:xfrm>
            <a:off x="418643" y="440494"/>
            <a:ext cx="11341268" cy="728448"/>
          </a:xfrm>
        </p:spPr>
        <p:txBody>
          <a:bodyPr/>
          <a:lstStyle/>
          <a:p>
            <a:r>
              <a:rPr lang="en-US" dirty="0"/>
              <a:t>Click to edit Master title style</a:t>
            </a:r>
          </a:p>
        </p:txBody>
      </p:sp>
      <p:sp>
        <p:nvSpPr>
          <p:cNvPr id="4" name="Text Placeholder 3"/>
          <p:cNvSpPr>
            <a:spLocks noGrp="1"/>
          </p:cNvSpPr>
          <p:nvPr>
            <p:ph type="body" sz="quarter" idx="10" hasCustomPrompt="1"/>
          </p:nvPr>
        </p:nvSpPr>
        <p:spPr>
          <a:xfrm>
            <a:off x="418644" y="1456898"/>
            <a:ext cx="5408119" cy="615553"/>
          </a:xfrm>
          <a:prstGeom prst="rect">
            <a:avLst/>
          </a:prstGeom>
        </p:spPr>
        <p:txBody>
          <a:bodyPr wrap="square" lIns="0" tIns="0" rIns="0" bIns="0">
            <a:spAutoFit/>
          </a:bodyPr>
          <a:lstStyle>
            <a:lvl1pPr marL="0" indent="0">
              <a:lnSpc>
                <a:spcPts val="2353"/>
              </a:lnSpc>
              <a:buNone/>
              <a:defRPr sz="2400" b="0" i="0" spc="0">
                <a:solidFill>
                  <a:schemeClr val="tx1"/>
                </a:solidFill>
                <a:latin typeface="+mj-lt"/>
              </a:defRPr>
            </a:lvl1pPr>
            <a:lvl2pPr marL="224097" indent="0">
              <a:buNone/>
              <a:defRPr/>
            </a:lvl2pPr>
            <a:lvl3pPr marL="448193" indent="0">
              <a:buNone/>
              <a:defRPr/>
            </a:lvl3pPr>
            <a:lvl4pPr marL="672290" indent="0">
              <a:buNone/>
              <a:defRPr/>
            </a:lvl4pPr>
            <a:lvl5pPr marL="896386" indent="0">
              <a:buNone/>
              <a:defRPr/>
            </a:lvl5pPr>
          </a:lstStyle>
          <a:p>
            <a:pPr lvl="0"/>
            <a:r>
              <a:rPr lang="pt-BR" dirty="0" err="1"/>
              <a:t>Large</a:t>
            </a:r>
            <a:r>
              <a:rPr lang="pt-BR" dirty="0"/>
              <a:t> </a:t>
            </a:r>
            <a:r>
              <a:rPr lang="pt-BR" dirty="0" err="1"/>
              <a:t>subhead</a:t>
            </a:r>
            <a:r>
              <a:rPr lang="pt-BR" dirty="0"/>
              <a:t> Segoe UI </a:t>
            </a:r>
            <a:r>
              <a:rPr lang="pt-BR" dirty="0" err="1"/>
              <a:t>Semibold</a:t>
            </a:r>
            <a:r>
              <a:rPr lang="pt-BR" dirty="0"/>
              <a:t> Regular 20/24</a:t>
            </a:r>
            <a:endParaRPr lang="en-US" dirty="0"/>
          </a:p>
        </p:txBody>
      </p:sp>
      <p:sp>
        <p:nvSpPr>
          <p:cNvPr id="5" name="Text Placeholder 4"/>
          <p:cNvSpPr>
            <a:spLocks noGrp="1"/>
          </p:cNvSpPr>
          <p:nvPr>
            <p:ph type="body" sz="quarter" idx="11" hasCustomPrompt="1"/>
          </p:nvPr>
        </p:nvSpPr>
        <p:spPr>
          <a:xfrm>
            <a:off x="418643" y="2158886"/>
            <a:ext cx="5408118" cy="2339102"/>
          </a:xfrm>
          <a:prstGeom prst="rect">
            <a:avLst/>
          </a:prstGeom>
        </p:spPr>
        <p:txBody>
          <a:bodyPr lIns="0" tIns="45720" rIns="0" bIns="45720"/>
          <a:lstStyle>
            <a:lvl1pPr marL="0" indent="0">
              <a:lnSpc>
                <a:spcPct val="100000"/>
              </a:lnSpc>
              <a:spcBef>
                <a:spcPts val="0"/>
              </a:spcBef>
              <a:spcAft>
                <a:spcPts val="12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Segoe UI Regular 14/18. The quick brown fox jumps over the lazy dog. The quick brown fox jumps over the lazy dog. The quick brown fox jumps over the lazy dog.</a:t>
            </a:r>
          </a:p>
          <a:p>
            <a:pPr lvl="0"/>
            <a:r>
              <a:rPr lang="en-US" dirty="0"/>
              <a:t>Body copy Segoe UI Regular 14/18. The quick brown fox jumps over the lazy dog. The quick brown fox jumps over the lazy dog. The quick brown fox jumps over the lazy dog.</a:t>
            </a:r>
          </a:p>
          <a:p>
            <a:pPr lvl="0"/>
            <a:r>
              <a:rPr lang="en-US" dirty="0"/>
              <a:t>Body copy Segoe UI Regular 14/18. The quick brown fox jumps over the lazy dog. The quick brown fox jumps over the lazy dog. The quick brown fox jumps over the lazy dog.</a:t>
            </a:r>
          </a:p>
        </p:txBody>
      </p:sp>
      <p:pic>
        <p:nvPicPr>
          <p:cNvPr id="11" name="Picture 10" descr="Tablet image">
            <a:extLst>
              <a:ext uri="{FF2B5EF4-FFF2-40B4-BE49-F238E27FC236}">
                <a16:creationId xmlns:a16="http://schemas.microsoft.com/office/drawing/2014/main" id="{C4B95F29-56C3-4C85-A12B-0B0BE769E70B}"/>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b="2610"/>
          <a:stretch/>
        </p:blipFill>
        <p:spPr>
          <a:xfrm>
            <a:off x="4444774" y="586254"/>
            <a:ext cx="7747227" cy="6271747"/>
          </a:xfrm>
          <a:prstGeom prst="rect">
            <a:avLst/>
          </a:prstGeom>
        </p:spPr>
      </p:pic>
      <p:sp>
        <p:nvSpPr>
          <p:cNvPr id="12" name="Picture Placeholder 11">
            <a:extLst>
              <a:ext uri="{FF2B5EF4-FFF2-40B4-BE49-F238E27FC236}">
                <a16:creationId xmlns:a16="http://schemas.microsoft.com/office/drawing/2014/main" id="{934476FE-7091-4DE7-A55E-3EF5A6569A7D}"/>
              </a:ext>
            </a:extLst>
          </p:cNvPr>
          <p:cNvSpPr>
            <a:spLocks noGrp="1"/>
          </p:cNvSpPr>
          <p:nvPr>
            <p:ph type="pic" sz="quarter" idx="12" hasCustomPrompt="1"/>
          </p:nvPr>
        </p:nvSpPr>
        <p:spPr>
          <a:xfrm>
            <a:off x="6357959" y="1699714"/>
            <a:ext cx="5834041" cy="4319326"/>
          </a:xfrm>
          <a:prstGeom prst="rect">
            <a:avLst/>
          </a:prstGeom>
        </p:spPr>
        <p:txBody>
          <a:bodyPr anchor="ctr" anchorCtr="0">
            <a:noAutofit/>
          </a:bodyPr>
          <a:lstStyle>
            <a:lvl1pPr algn="ctr">
              <a:defRPr sz="3529">
                <a:solidFill>
                  <a:srgbClr val="000000"/>
                </a:solidFill>
              </a:defRPr>
            </a:lvl1pPr>
          </a:lstStyle>
          <a:p>
            <a:r>
              <a:rPr lang="en-US"/>
              <a:t>DEMO</a:t>
            </a:r>
          </a:p>
        </p:txBody>
      </p:sp>
      <p:sp>
        <p:nvSpPr>
          <p:cNvPr id="2" name="Footer Placeholder 1">
            <a:extLst>
              <a:ext uri="{FF2B5EF4-FFF2-40B4-BE49-F238E27FC236}">
                <a16:creationId xmlns:a16="http://schemas.microsoft.com/office/drawing/2014/main" id="{8A22579A-F1B5-42C9-964C-C03AC4869056}"/>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230900718"/>
      </p:ext>
    </p:extLst>
  </p:cSld>
  <p:clrMapOvr>
    <a:masterClrMapping/>
  </p:clrMapOvr>
  <p:transition>
    <p:fade/>
  </p:transition>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Demo sli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A9A2FC6-09D2-4CBB-A8B4-445680BD8200}"/>
              </a:ext>
            </a:extLst>
          </p:cNvPr>
          <p:cNvSpPr>
            <a:spLocks noGrp="1"/>
          </p:cNvSpPr>
          <p:nvPr>
            <p:ph type="title" hasCustomPrompt="1"/>
          </p:nvPr>
        </p:nvSpPr>
        <p:spPr/>
        <p:txBody>
          <a:bodyPr/>
          <a:lstStyle>
            <a:lvl1pPr>
              <a:defRPr/>
            </a:lvl1pPr>
          </a:lstStyle>
          <a:p>
            <a:r>
              <a:rPr lang="en-US" dirty="0"/>
              <a:t>Demo </a:t>
            </a:r>
          </a:p>
        </p:txBody>
      </p:sp>
      <p:pic>
        <p:nvPicPr>
          <p:cNvPr id="10" name="Picture 9" descr="Tablet image">
            <a:extLst>
              <a:ext uri="{FF2B5EF4-FFF2-40B4-BE49-F238E27FC236}">
                <a16:creationId xmlns:a16="http://schemas.microsoft.com/office/drawing/2014/main" id="{73CDB1EA-72FB-46B3-89D4-DEE1F2EF724A}"/>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b="1563"/>
          <a:stretch/>
        </p:blipFill>
        <p:spPr>
          <a:xfrm>
            <a:off x="334447" y="586564"/>
            <a:ext cx="10869930" cy="6271436"/>
          </a:xfrm>
          <a:prstGeom prst="rect">
            <a:avLst/>
          </a:prstGeom>
        </p:spPr>
      </p:pic>
      <p:sp>
        <p:nvSpPr>
          <p:cNvPr id="8" name="Picture Placeholder 11">
            <a:extLst>
              <a:ext uri="{FF2B5EF4-FFF2-40B4-BE49-F238E27FC236}">
                <a16:creationId xmlns:a16="http://schemas.microsoft.com/office/drawing/2014/main" id="{0473E679-3B6D-497A-A0F6-454C968B7607}"/>
              </a:ext>
            </a:extLst>
          </p:cNvPr>
          <p:cNvSpPr>
            <a:spLocks noGrp="1"/>
          </p:cNvSpPr>
          <p:nvPr>
            <p:ph type="pic" sz="quarter" idx="12" hasCustomPrompt="1"/>
          </p:nvPr>
        </p:nvSpPr>
        <p:spPr>
          <a:xfrm>
            <a:off x="2265962" y="1702827"/>
            <a:ext cx="7660076" cy="4311543"/>
          </a:xfrm>
          <a:prstGeom prst="rect">
            <a:avLst/>
          </a:prstGeom>
        </p:spPr>
        <p:txBody>
          <a:bodyPr anchor="ctr" anchorCtr="0">
            <a:noAutofit/>
          </a:bodyPr>
          <a:lstStyle>
            <a:lvl1pPr algn="ctr">
              <a:defRPr sz="3529">
                <a:solidFill>
                  <a:srgbClr val="000000"/>
                </a:solidFill>
              </a:defRPr>
            </a:lvl1pPr>
          </a:lstStyle>
          <a:p>
            <a:r>
              <a:rPr lang="en-US"/>
              <a:t>DEMO</a:t>
            </a:r>
          </a:p>
        </p:txBody>
      </p:sp>
      <p:sp>
        <p:nvSpPr>
          <p:cNvPr id="2" name="Footer Placeholder 1">
            <a:extLst>
              <a:ext uri="{FF2B5EF4-FFF2-40B4-BE49-F238E27FC236}">
                <a16:creationId xmlns:a16="http://schemas.microsoft.com/office/drawing/2014/main" id="{E84FE4C0-97E2-47A0-A924-D46358B22C16}"/>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969981603"/>
      </p:ext>
    </p:extLst>
  </p:cSld>
  <p:clrMapOvr>
    <a:masterClrMapping/>
  </p:clrMapOvr>
  <p:transition>
    <p:fade/>
  </p:transition>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7" name="Chart Placeholder 6"/>
          <p:cNvSpPr>
            <a:spLocks noGrp="1"/>
          </p:cNvSpPr>
          <p:nvPr>
            <p:ph type="chart" sz="quarter" idx="21"/>
          </p:nvPr>
        </p:nvSpPr>
        <p:spPr>
          <a:xfrm>
            <a:off x="455996" y="1950780"/>
            <a:ext cx="3618377" cy="3534843"/>
          </a:xfrm>
          <a:prstGeom prst="rect">
            <a:avLst/>
          </a:prstGeom>
        </p:spPr>
        <p:txBody>
          <a:bodyPr anchor="ctr">
            <a:noAutofit/>
          </a:bodyPr>
          <a:lstStyle>
            <a:lvl1pPr marL="0" indent="0" algn="ctr">
              <a:buNone/>
              <a:defRPr sz="2353">
                <a:solidFill>
                  <a:srgbClr val="000000"/>
                </a:solidFill>
              </a:defRPr>
            </a:lvl1pPr>
          </a:lstStyle>
          <a:p>
            <a:r>
              <a:rPr lang="en-US"/>
              <a:t>Click icon to add chart</a:t>
            </a:r>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55991" y="5670381"/>
            <a:ext cx="3629278" cy="276999"/>
          </a:xfrm>
          <a:prstGeom prst="rect">
            <a:avLst/>
          </a:prstGeom>
        </p:spPr>
        <p:txBody>
          <a:bodyPr t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bold 10/12. </a:t>
            </a:r>
          </a:p>
        </p:txBody>
      </p:sp>
      <p:sp>
        <p:nvSpPr>
          <p:cNvPr id="9" name="Text Placeholder 4"/>
          <p:cNvSpPr>
            <a:spLocks noGrp="1"/>
          </p:cNvSpPr>
          <p:nvPr>
            <p:ph type="body" sz="quarter" idx="12" hasCustomPrompt="1"/>
          </p:nvPr>
        </p:nvSpPr>
        <p:spPr>
          <a:xfrm>
            <a:off x="455992" y="5947380"/>
            <a:ext cx="3618381" cy="307777"/>
          </a:xfrm>
          <a:prstGeom prst="rect">
            <a:avLst/>
          </a:prstGeom>
        </p:spPr>
        <p:txBody>
          <a:bodyPr lIns="0" tIns="0" rIns="0" bIns="0"/>
          <a:lstStyle>
            <a:lvl1pPr marL="0" indent="0">
              <a:lnSpc>
                <a:spcPct val="100000"/>
              </a:lnSpc>
              <a:spcBef>
                <a:spcPts val="882"/>
              </a:spcBef>
              <a:buFont typeface="Arial" panose="020B0604020202020204" pitchFamily="34" charset="0"/>
              <a:buNone/>
              <a:defRPr sz="10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10/12. The quick brown fox jumps over the lazy dog.</a:t>
            </a:r>
          </a:p>
        </p:txBody>
      </p:sp>
      <p:sp>
        <p:nvSpPr>
          <p:cNvPr id="20" name="Chart Placeholder 6"/>
          <p:cNvSpPr>
            <a:spLocks noGrp="1"/>
          </p:cNvSpPr>
          <p:nvPr>
            <p:ph type="chart" sz="quarter" idx="22"/>
          </p:nvPr>
        </p:nvSpPr>
        <p:spPr>
          <a:xfrm>
            <a:off x="4303152" y="1950780"/>
            <a:ext cx="3607487" cy="3534843"/>
          </a:xfrm>
          <a:prstGeom prst="rect">
            <a:avLst/>
          </a:prstGeom>
        </p:spPr>
        <p:txBody>
          <a:bodyPr anchor="ctr">
            <a:noAutofit/>
          </a:bodyPr>
          <a:lstStyle>
            <a:lvl1pPr marL="0" indent="0" algn="ctr">
              <a:buNone/>
              <a:defRPr sz="2353">
                <a:solidFill>
                  <a:srgbClr val="000000"/>
                </a:solidFill>
              </a:defRPr>
            </a:lvl1pPr>
          </a:lstStyle>
          <a:p>
            <a:r>
              <a:rPr lang="en-US"/>
              <a:t>Click icon to add chart</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4314044" y="5670381"/>
            <a:ext cx="3629278" cy="276999"/>
          </a:xfrm>
          <a:prstGeom prst="rect">
            <a:avLst/>
          </a:prstGeom>
        </p:spPr>
        <p:txBody>
          <a:bodyPr t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bold 10/12. </a:t>
            </a:r>
          </a:p>
        </p:txBody>
      </p:sp>
      <p:sp>
        <p:nvSpPr>
          <p:cNvPr id="17" name="Text Placeholder 4"/>
          <p:cNvSpPr>
            <a:spLocks noGrp="1"/>
          </p:cNvSpPr>
          <p:nvPr>
            <p:ph type="body" sz="quarter" idx="18" hasCustomPrompt="1"/>
          </p:nvPr>
        </p:nvSpPr>
        <p:spPr>
          <a:xfrm>
            <a:off x="4303152" y="5947380"/>
            <a:ext cx="3607487" cy="307777"/>
          </a:xfrm>
          <a:prstGeom prst="rect">
            <a:avLst/>
          </a:prstGeom>
        </p:spPr>
        <p:txBody>
          <a:bodyPr vert="horz" wrap="square" lIns="0" tIns="0" rIns="0" bIns="0" rtlCol="0">
            <a:spAutoFit/>
          </a:bodyPr>
          <a:lstStyle>
            <a:lvl1pPr>
              <a:lnSpc>
                <a:spcPct val="100000"/>
              </a:lnSpc>
              <a:tabLst/>
              <a:defRPr lang="en-US" sz="1000" b="0" i="0" spc="0" dirty="0" smtClean="0">
                <a:solidFill>
                  <a:srgbClr val="000000"/>
                </a:solidFill>
                <a:latin typeface="+mn-lt"/>
              </a:defRPr>
            </a:lvl1pPr>
          </a:lstStyle>
          <a:p>
            <a:pPr lvl="0"/>
            <a:r>
              <a:rPr lang="en-US"/>
              <a:t>Caption body copy Segoe UI Regular 10/12. The quick brown fox jumps over the lazy dog.</a:t>
            </a:r>
          </a:p>
        </p:txBody>
      </p:sp>
      <p:sp>
        <p:nvSpPr>
          <p:cNvPr id="21" name="Chart Placeholder 6"/>
          <p:cNvSpPr>
            <a:spLocks noGrp="1"/>
          </p:cNvSpPr>
          <p:nvPr>
            <p:ph type="chart" sz="quarter" idx="23"/>
          </p:nvPr>
        </p:nvSpPr>
        <p:spPr>
          <a:xfrm>
            <a:off x="8139412" y="1950780"/>
            <a:ext cx="3623051" cy="3534843"/>
          </a:xfrm>
          <a:prstGeom prst="rect">
            <a:avLst/>
          </a:prstGeom>
        </p:spPr>
        <p:txBody>
          <a:bodyPr anchor="ctr">
            <a:noAutofit/>
          </a:bodyPr>
          <a:lstStyle>
            <a:lvl1pPr marL="0" indent="0" algn="ctr">
              <a:buNone/>
              <a:defRPr sz="2353">
                <a:solidFill>
                  <a:srgbClr val="000000"/>
                </a:solidFill>
              </a:defRPr>
            </a:lvl1pPr>
          </a:lstStyle>
          <a:p>
            <a:r>
              <a:rPr lang="en-US"/>
              <a:t>Click icon to add chart</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8139413" y="5947380"/>
            <a:ext cx="3607487" cy="307777"/>
          </a:xfrm>
          <a:prstGeom prst="rect">
            <a:avLst/>
          </a:prstGeom>
        </p:spPr>
        <p:txBody>
          <a:bodyPr vert="horz" wrap="square" lIns="0" tIns="0" rIns="0" bIns="0" rtlCol="0">
            <a:spAutoFit/>
          </a:bodyPr>
          <a:lstStyle>
            <a:lvl1pPr>
              <a:lnSpc>
                <a:spcPct val="100000"/>
              </a:lnSpc>
              <a:tabLst/>
              <a:defRPr lang="en-US" sz="1000" b="0" i="0" spc="0" dirty="0" smtClean="0">
                <a:solidFill>
                  <a:srgbClr val="000000"/>
                </a:solidFill>
                <a:latin typeface="+mn-lt"/>
              </a:defRPr>
            </a:lvl1pPr>
          </a:lstStyle>
          <a:p>
            <a:pPr lvl="0"/>
            <a:r>
              <a:rPr lang="en-US"/>
              <a:t>Caption body copy Segoe UI Regular 10/12.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8139413" y="5670381"/>
            <a:ext cx="3629278" cy="276999"/>
          </a:xfrm>
          <a:prstGeom prst="rect">
            <a:avLst/>
          </a:prstGeom>
        </p:spPr>
        <p:txBody>
          <a:bodyPr t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bold 10/12. </a:t>
            </a:r>
          </a:p>
        </p:txBody>
      </p:sp>
      <p:sp>
        <p:nvSpPr>
          <p:cNvPr id="3" name="Footer Placeholder 1">
            <a:extLst>
              <a:ext uri="{FF2B5EF4-FFF2-40B4-BE49-F238E27FC236}">
                <a16:creationId xmlns:a16="http://schemas.microsoft.com/office/drawing/2014/main" id="{FA5328AC-6A58-453B-9802-C4F04C292953}"/>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
        <p:nvSpPr>
          <p:cNvPr id="5" name="Title 4">
            <a:extLst>
              <a:ext uri="{FF2B5EF4-FFF2-40B4-BE49-F238E27FC236}">
                <a16:creationId xmlns:a16="http://schemas.microsoft.com/office/drawing/2014/main" id="{4C72913C-59D3-4340-A6C5-32B69C2989A0}"/>
              </a:ext>
            </a:extLst>
          </p:cNvPr>
          <p:cNvSpPr>
            <a:spLocks noGrp="1"/>
          </p:cNvSpPr>
          <p:nvPr>
            <p:ph type="title"/>
          </p:nvPr>
        </p:nvSpPr>
        <p:spPr/>
        <p:txBody>
          <a:bodyPr/>
          <a:lstStyle/>
          <a:p>
            <a:r>
              <a:rPr lang="en-US"/>
              <a:t>Click to edit Master title style</a:t>
            </a:r>
            <a:endParaRPr lang="fr-FR"/>
          </a:p>
        </p:txBody>
      </p:sp>
    </p:spTree>
    <p:extLst>
      <p:ext uri="{BB962C8B-B14F-4D97-AF65-F5344CB8AC3E}">
        <p14:creationId xmlns:p14="http://schemas.microsoft.com/office/powerpoint/2010/main" val="2802293332"/>
      </p:ext>
    </p:extLst>
  </p:cSld>
  <p:clrMapOvr>
    <a:masterClrMapping/>
  </p:clrMapOvr>
  <p:transition>
    <p:fade/>
  </p:transition>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Tabl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9320125-45A4-4C74-9D99-B161A1AC8C9F}"/>
              </a:ext>
            </a:extLst>
          </p:cNvPr>
          <p:cNvSpPr>
            <a:spLocks noGrp="1"/>
          </p:cNvSpPr>
          <p:nvPr>
            <p:ph type="title"/>
          </p:nvPr>
        </p:nvSpPr>
        <p:spPr/>
        <p:txBody>
          <a:bodyPr/>
          <a:lstStyle/>
          <a:p>
            <a:r>
              <a:rPr lang="en-US"/>
              <a:t>Click to edit Master title style</a:t>
            </a:r>
          </a:p>
        </p:txBody>
      </p:sp>
      <p:sp>
        <p:nvSpPr>
          <p:cNvPr id="4" name="Table Placeholder 3"/>
          <p:cNvSpPr>
            <a:spLocks noGrp="1"/>
          </p:cNvSpPr>
          <p:nvPr>
            <p:ph type="tbl" sz="quarter" idx="10"/>
          </p:nvPr>
        </p:nvSpPr>
        <p:spPr>
          <a:xfrm>
            <a:off x="418644" y="1457324"/>
            <a:ext cx="11343820" cy="4960181"/>
          </a:xfrm>
          <a:prstGeom prst="rect">
            <a:avLst/>
          </a:prstGeom>
        </p:spPr>
        <p:txBody>
          <a:bodyPr anchor="ctr" anchorCtr="0"/>
          <a:lstStyle>
            <a:lvl1pPr algn="ctr">
              <a:defRPr sz="2400"/>
            </a:lvl1pPr>
          </a:lstStyle>
          <a:p>
            <a:r>
              <a:rPr lang="en-US"/>
              <a:t>Click icon to add table</a:t>
            </a:r>
          </a:p>
        </p:txBody>
      </p:sp>
      <p:sp>
        <p:nvSpPr>
          <p:cNvPr id="2" name="Footer Placeholder 1">
            <a:extLst>
              <a:ext uri="{FF2B5EF4-FFF2-40B4-BE49-F238E27FC236}">
                <a16:creationId xmlns:a16="http://schemas.microsoft.com/office/drawing/2014/main" id="{71E5784C-2CDD-4699-AC34-0D913D75C715}"/>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543371668"/>
      </p:ext>
    </p:extLst>
  </p:cSld>
  <p:clrMapOvr>
    <a:masterClrMapping/>
  </p:clrMapOvr>
  <p:transition>
    <p:fade/>
  </p:transition>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Lab exercise layout -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two rows</a:t>
            </a:r>
          </a:p>
        </p:txBody>
      </p:sp>
      <p:sp>
        <p:nvSpPr>
          <p:cNvPr id="5" name="Text Placeholder 4"/>
          <p:cNvSpPr>
            <a:spLocks noGrp="1"/>
          </p:cNvSpPr>
          <p:nvPr>
            <p:ph type="body" sz="quarter" idx="11" hasCustomPrompt="1"/>
          </p:nvPr>
        </p:nvSpPr>
        <p:spPr>
          <a:xfrm>
            <a:off x="1568744" y="1456896"/>
            <a:ext cx="10204614" cy="896552"/>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lvl="1"/>
            <a:r>
              <a:rPr lang="en-US" dirty="0"/>
              <a:t>Body copy Segoe UI </a:t>
            </a:r>
            <a:r>
              <a:rPr lang="en-US" dirty="0" err="1"/>
              <a:t>Semibold</a:t>
            </a:r>
            <a:r>
              <a:rPr lang="en-US" dirty="0"/>
              <a:t> 20/24. </a:t>
            </a:r>
          </a:p>
          <a:p>
            <a:pPr lvl="1"/>
            <a:r>
              <a:rPr lang="en-US" dirty="0"/>
              <a:t>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432090" y="2980724"/>
            <a:ext cx="11341268" cy="537176"/>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a:t>
            </a:r>
            <a:r>
              <a:rPr lang="en-US" dirty="0" err="1"/>
              <a:t>Semibold</a:t>
            </a:r>
            <a:r>
              <a:rPr lang="en-US" dirty="0"/>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90" y="3517900"/>
            <a:ext cx="5435768" cy="2006600"/>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dirty="0"/>
              <a:t>Click to edit Master text styles</a:t>
            </a:r>
          </a:p>
          <a:p>
            <a:pPr lvl="1"/>
            <a:r>
              <a:rPr lang="en-US" dirty="0"/>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6337590" y="3517900"/>
            <a:ext cx="5435768" cy="2006600"/>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dirty="0"/>
              <a:t>Click to edit Master text styles</a:t>
            </a:r>
          </a:p>
          <a:p>
            <a:pPr lvl="1"/>
            <a:r>
              <a:rPr lang="en-US" dirty="0"/>
              <a:t>Second level</a:t>
            </a:r>
          </a:p>
        </p:txBody>
      </p:sp>
      <p:sp>
        <p:nvSpPr>
          <p:cNvPr id="2" name="Footer Placeholder 1">
            <a:extLst>
              <a:ext uri="{FF2B5EF4-FFF2-40B4-BE49-F238E27FC236}">
                <a16:creationId xmlns:a16="http://schemas.microsoft.com/office/drawing/2014/main" id="{6E88CC05-5984-4661-94A2-4BD7378D4A33}"/>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532113811"/>
      </p:ext>
    </p:extLst>
  </p:cSld>
  <p:clrMapOvr>
    <a:masterClrMapping/>
  </p:clrMapOvr>
  <p:transition>
    <p:fade/>
  </p:transition>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Lab exercise layout -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three rows</a:t>
            </a:r>
          </a:p>
        </p:txBody>
      </p:sp>
      <p:sp>
        <p:nvSpPr>
          <p:cNvPr id="14" name="Text Placeholder 4"/>
          <p:cNvSpPr>
            <a:spLocks noGrp="1"/>
          </p:cNvSpPr>
          <p:nvPr>
            <p:ph type="body" sz="quarter" idx="15" hasCustomPrompt="1"/>
          </p:nvPr>
        </p:nvSpPr>
        <p:spPr>
          <a:xfrm>
            <a:off x="432090" y="1456896"/>
            <a:ext cx="11341268" cy="537176"/>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a:t>
            </a:r>
            <a:r>
              <a:rPr lang="en-US" dirty="0" err="1"/>
              <a:t>Semibold</a:t>
            </a:r>
            <a:r>
              <a:rPr lang="en-US" dirty="0"/>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89" y="1994072"/>
            <a:ext cx="3650357" cy="2006600"/>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dirty="0"/>
              <a:t>Click to edit Master text styles</a:t>
            </a:r>
          </a:p>
          <a:p>
            <a:pPr lvl="1"/>
            <a:r>
              <a:rPr lang="en-US" dirty="0"/>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277544" y="1994072"/>
            <a:ext cx="3650357" cy="2006600"/>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dirty="0"/>
              <a:t>Click to edit Master text styles</a:t>
            </a:r>
          </a:p>
          <a:p>
            <a:pPr lvl="1"/>
            <a:r>
              <a:rPr lang="en-US" dirty="0"/>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8123000" y="1994072"/>
            <a:ext cx="3650357" cy="2006600"/>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dirty="0"/>
              <a:t>Click to edit Master text styles</a:t>
            </a:r>
          </a:p>
          <a:p>
            <a:pPr lvl="1"/>
            <a:r>
              <a:rPr lang="en-US" dirty="0"/>
              <a:t>Second level</a:t>
            </a:r>
          </a:p>
        </p:txBody>
      </p:sp>
      <p:sp>
        <p:nvSpPr>
          <p:cNvPr id="2" name="Footer Placeholder 1">
            <a:extLst>
              <a:ext uri="{FF2B5EF4-FFF2-40B4-BE49-F238E27FC236}">
                <a16:creationId xmlns:a16="http://schemas.microsoft.com/office/drawing/2014/main" id="{7A1D06E4-7443-4456-ADAE-C55531420538}"/>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18984863"/>
      </p:ext>
    </p:extLst>
  </p:cSld>
  <p:clrMapOvr>
    <a:masterClrMapping/>
  </p:clrMapOvr>
  <p:transition>
    <p:fade/>
  </p:transition>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Lab exercise layout - 3">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three rows</a:t>
            </a:r>
          </a:p>
        </p:txBody>
      </p:sp>
      <p:sp>
        <p:nvSpPr>
          <p:cNvPr id="14" name="Text Placeholder 4"/>
          <p:cNvSpPr>
            <a:spLocks noGrp="1"/>
          </p:cNvSpPr>
          <p:nvPr>
            <p:ph type="body" sz="quarter" idx="15" hasCustomPrompt="1"/>
          </p:nvPr>
        </p:nvSpPr>
        <p:spPr>
          <a:xfrm>
            <a:off x="432090" y="1456896"/>
            <a:ext cx="11341268" cy="537176"/>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a:t>
            </a:r>
            <a:r>
              <a:rPr lang="en-US" dirty="0" err="1"/>
              <a:t>Semibold</a:t>
            </a:r>
            <a:r>
              <a:rPr lang="en-US" dirty="0"/>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89" y="1994072"/>
            <a:ext cx="3650357" cy="1752428"/>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dirty="0"/>
              <a:t>Click to edit Master text styles</a:t>
            </a:r>
          </a:p>
          <a:p>
            <a:pPr lvl="1"/>
            <a:r>
              <a:rPr lang="en-US" dirty="0"/>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277544" y="1994072"/>
            <a:ext cx="3650357" cy="1752428"/>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dirty="0"/>
              <a:t>Click to edit Master text styles</a:t>
            </a:r>
          </a:p>
          <a:p>
            <a:pPr lvl="1"/>
            <a:r>
              <a:rPr lang="en-US" dirty="0"/>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8123000" y="1994072"/>
            <a:ext cx="3650357" cy="1752428"/>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dirty="0"/>
              <a:t>Click to edit Master text styles</a:t>
            </a:r>
          </a:p>
          <a:p>
            <a:pPr lvl="1"/>
            <a:r>
              <a:rPr lang="en-US" dirty="0"/>
              <a:t>Second level</a:t>
            </a:r>
          </a:p>
        </p:txBody>
      </p:sp>
      <p:sp>
        <p:nvSpPr>
          <p:cNvPr id="9" name="Text Placeholder 3">
            <a:extLst>
              <a:ext uri="{FF2B5EF4-FFF2-40B4-BE49-F238E27FC236}">
                <a16:creationId xmlns:a16="http://schemas.microsoft.com/office/drawing/2014/main" id="{E6D80433-266B-4248-A258-DDF54D650DFC}"/>
              </a:ext>
            </a:extLst>
          </p:cNvPr>
          <p:cNvSpPr>
            <a:spLocks noGrp="1"/>
          </p:cNvSpPr>
          <p:nvPr>
            <p:ph type="body" sz="quarter" idx="19"/>
          </p:nvPr>
        </p:nvSpPr>
        <p:spPr>
          <a:xfrm>
            <a:off x="432089" y="3924472"/>
            <a:ext cx="3650357" cy="1752428"/>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dirty="0"/>
              <a:t>Click to edit Master text styles</a:t>
            </a:r>
          </a:p>
          <a:p>
            <a:pPr lvl="1"/>
            <a:r>
              <a:rPr lang="en-US" dirty="0"/>
              <a:t>Second level</a:t>
            </a:r>
          </a:p>
        </p:txBody>
      </p:sp>
      <p:sp>
        <p:nvSpPr>
          <p:cNvPr id="10" name="Text Placeholder 3">
            <a:extLst>
              <a:ext uri="{FF2B5EF4-FFF2-40B4-BE49-F238E27FC236}">
                <a16:creationId xmlns:a16="http://schemas.microsoft.com/office/drawing/2014/main" id="{1CFB4F84-2AE0-40B1-A3E4-5505E85C8B2E}"/>
              </a:ext>
            </a:extLst>
          </p:cNvPr>
          <p:cNvSpPr>
            <a:spLocks noGrp="1"/>
          </p:cNvSpPr>
          <p:nvPr>
            <p:ph type="body" sz="quarter" idx="20"/>
          </p:nvPr>
        </p:nvSpPr>
        <p:spPr>
          <a:xfrm>
            <a:off x="4277544" y="3924472"/>
            <a:ext cx="3650357" cy="1752428"/>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dirty="0"/>
              <a:t>Click to edit Master text styles</a:t>
            </a:r>
          </a:p>
          <a:p>
            <a:pPr lvl="1"/>
            <a:r>
              <a:rPr lang="en-US" dirty="0"/>
              <a:t>Second level</a:t>
            </a:r>
          </a:p>
        </p:txBody>
      </p:sp>
      <p:sp>
        <p:nvSpPr>
          <p:cNvPr id="11" name="Text Placeholder 3">
            <a:extLst>
              <a:ext uri="{FF2B5EF4-FFF2-40B4-BE49-F238E27FC236}">
                <a16:creationId xmlns:a16="http://schemas.microsoft.com/office/drawing/2014/main" id="{E6BF108F-CD54-497C-81CA-E67ED2BA7279}"/>
              </a:ext>
            </a:extLst>
          </p:cNvPr>
          <p:cNvSpPr>
            <a:spLocks noGrp="1"/>
          </p:cNvSpPr>
          <p:nvPr>
            <p:ph type="body" sz="quarter" idx="21"/>
          </p:nvPr>
        </p:nvSpPr>
        <p:spPr>
          <a:xfrm>
            <a:off x="8123000" y="3924472"/>
            <a:ext cx="3650357" cy="1752428"/>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dirty="0"/>
              <a:t>Click to edit Master text styles</a:t>
            </a:r>
          </a:p>
          <a:p>
            <a:pPr lvl="1"/>
            <a:r>
              <a:rPr lang="en-US" dirty="0"/>
              <a:t>Second level</a:t>
            </a:r>
          </a:p>
        </p:txBody>
      </p:sp>
      <p:sp>
        <p:nvSpPr>
          <p:cNvPr id="2" name="Footer Placeholder 1">
            <a:extLst>
              <a:ext uri="{FF2B5EF4-FFF2-40B4-BE49-F238E27FC236}">
                <a16:creationId xmlns:a16="http://schemas.microsoft.com/office/drawing/2014/main" id="{B097EA0F-56BD-4B59-86D1-C17851D8F2FF}"/>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631181229"/>
      </p:ext>
    </p:extLst>
  </p:cSld>
  <p:clrMapOvr>
    <a:masterClrMapping/>
  </p:clrMapOvr>
  <p:transition>
    <p:fade/>
  </p:transition>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Text option_2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four rows</a:t>
            </a:r>
          </a:p>
        </p:txBody>
      </p:sp>
      <p:sp>
        <p:nvSpPr>
          <p:cNvPr id="5" name="Text Placeholder 4"/>
          <p:cNvSpPr>
            <a:spLocks noGrp="1"/>
          </p:cNvSpPr>
          <p:nvPr>
            <p:ph type="body" sz="quarter" idx="11" hasCustomPrompt="1"/>
          </p:nvPr>
        </p:nvSpPr>
        <p:spPr>
          <a:xfrm>
            <a:off x="1568744" y="1456896"/>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dirty="0"/>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568744" y="2667086"/>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980724"/>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3F2E7435-DA42-4296-B846-4E91740D178D}"/>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731821162"/>
      </p:ext>
    </p:extLst>
  </p:cSld>
  <p:clrMapOvr>
    <a:masterClrMapping/>
  </p:clrMapOvr>
  <p:transition>
    <p:fade/>
  </p:transition>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Text option_3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four rows</a:t>
            </a:r>
          </a:p>
        </p:txBody>
      </p:sp>
      <p:sp>
        <p:nvSpPr>
          <p:cNvPr id="5" name="Text Placeholder 4"/>
          <p:cNvSpPr>
            <a:spLocks noGrp="1"/>
          </p:cNvSpPr>
          <p:nvPr>
            <p:ph type="body" sz="quarter" idx="11" hasCustomPrompt="1"/>
          </p:nvPr>
        </p:nvSpPr>
        <p:spPr>
          <a:xfrm>
            <a:off x="1568744" y="1456896"/>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dirty="0"/>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568744" y="2450308"/>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546889"/>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userDrawn="1"/>
        </p:nvCxnSpPr>
        <p:spPr>
          <a:xfrm>
            <a:off x="1568744" y="3540146"/>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3636882"/>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7A2B48ED-C92C-41E9-BE87-4EFFC1455674}"/>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682103814"/>
      </p:ext>
    </p:extLst>
  </p:cSld>
  <p:clrMapOvr>
    <a:masterClrMapping/>
  </p:clrMapOvr>
  <p:transition>
    <p:fade/>
  </p:transition>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Text option_4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four rows</a:t>
            </a:r>
          </a:p>
        </p:txBody>
      </p:sp>
      <p:sp>
        <p:nvSpPr>
          <p:cNvPr id="5" name="Text Placeholder 4"/>
          <p:cNvSpPr>
            <a:spLocks noGrp="1"/>
          </p:cNvSpPr>
          <p:nvPr>
            <p:ph type="body" sz="quarter" idx="11" hasCustomPrompt="1"/>
          </p:nvPr>
        </p:nvSpPr>
        <p:spPr>
          <a:xfrm>
            <a:off x="1568744" y="1456896"/>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dirty="0"/>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568744" y="2450308"/>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546889"/>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userDrawn="1"/>
        </p:nvCxnSpPr>
        <p:spPr>
          <a:xfrm>
            <a:off x="1568744" y="3540146"/>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3636882"/>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15248E5B-B35D-43BA-B0E9-DDA9F982CABC}"/>
              </a:ext>
              <a:ext uri="{C183D7F6-B498-43B3-948B-1728B52AA6E4}">
                <adec:decorative xmlns:adec="http://schemas.microsoft.com/office/drawing/2017/decorative" val="1"/>
              </a:ext>
            </a:extLst>
          </p:cNvPr>
          <p:cNvCxnSpPr>
            <a:cxnSpLocks/>
          </p:cNvCxnSpPr>
          <p:nvPr userDrawn="1"/>
        </p:nvCxnSpPr>
        <p:spPr>
          <a:xfrm>
            <a:off x="1568744" y="4629985"/>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568744" y="4726875"/>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84CDC89F-49F0-4D24-9E6F-B7B972EB3B8F}"/>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003351971"/>
      </p:ext>
    </p:extLst>
  </p:cSld>
  <p:clrMapOvr>
    <a:masterClrMapping/>
  </p:clrMapOvr>
  <p:transition>
    <p:fade/>
  </p:transition>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Text option_5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five rows</a:t>
            </a:r>
          </a:p>
        </p:txBody>
      </p:sp>
      <p:sp>
        <p:nvSpPr>
          <p:cNvPr id="5" name="Text Placeholder 4"/>
          <p:cNvSpPr>
            <a:spLocks noGrp="1"/>
          </p:cNvSpPr>
          <p:nvPr>
            <p:ph type="body" sz="quarter" idx="11" hasCustomPrompt="1"/>
          </p:nvPr>
        </p:nvSpPr>
        <p:spPr>
          <a:xfrm>
            <a:off x="1568744" y="1456896"/>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8C7A5BA-6D5F-4F89-8133-5E7B5AFA5388}"/>
              </a:ext>
              <a:ext uri="{C183D7F6-B498-43B3-948B-1728B52AA6E4}">
                <adec:decorative xmlns:adec="http://schemas.microsoft.com/office/drawing/2017/decorative" val="1"/>
              </a:ext>
            </a:extLst>
          </p:cNvPr>
          <p:cNvCxnSpPr>
            <a:cxnSpLocks/>
          </p:cNvCxnSpPr>
          <p:nvPr userDrawn="1"/>
        </p:nvCxnSpPr>
        <p:spPr>
          <a:xfrm>
            <a:off x="1568744" y="2412957"/>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472176"/>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CBD0695E-5B97-44BE-B0A8-F9214D354151}"/>
              </a:ext>
              <a:ext uri="{C183D7F6-B498-43B3-948B-1728B52AA6E4}">
                <adec:decorative xmlns:adec="http://schemas.microsoft.com/office/drawing/2017/decorative" val="1"/>
              </a:ext>
            </a:extLst>
          </p:cNvPr>
          <p:cNvCxnSpPr>
            <a:cxnSpLocks/>
          </p:cNvCxnSpPr>
          <p:nvPr userDrawn="1"/>
        </p:nvCxnSpPr>
        <p:spPr>
          <a:xfrm>
            <a:off x="1568744" y="3428093"/>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3487457"/>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D602F602-8AD2-44FB-96AC-197B0B03616F}"/>
              </a:ext>
              <a:ext uri="{C183D7F6-B498-43B3-948B-1728B52AA6E4}">
                <adec:decorative xmlns:adec="http://schemas.microsoft.com/office/drawing/2017/decorative" val="1"/>
              </a:ext>
            </a:extLst>
          </p:cNvPr>
          <p:cNvCxnSpPr>
            <a:cxnSpLocks/>
          </p:cNvCxnSpPr>
          <p:nvPr userDrawn="1"/>
        </p:nvCxnSpPr>
        <p:spPr>
          <a:xfrm>
            <a:off x="1568744" y="4443230"/>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568744" y="4502737"/>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userDrawn="1"/>
        </p:nvCxnSpPr>
        <p:spPr>
          <a:xfrm>
            <a:off x="1568744" y="5458366"/>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568744" y="5518016"/>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4ED2AB97-27A5-4C49-966A-5D75D13B8CC2}"/>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374684879"/>
      </p:ext>
    </p:extLst>
  </p:cSld>
  <p:clrMapOvr>
    <a:masterClrMapping/>
  </p:clrMapOvr>
  <p:transition>
    <p:fade/>
  </p:transition>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Text option_6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six rows</a:t>
            </a:r>
          </a:p>
        </p:txBody>
      </p:sp>
      <p:sp>
        <p:nvSpPr>
          <p:cNvPr id="5" name="Text Placeholder 4"/>
          <p:cNvSpPr>
            <a:spLocks noGrp="1"/>
          </p:cNvSpPr>
          <p:nvPr>
            <p:ph type="body" sz="quarter" idx="11" hasCustomPrompt="1"/>
          </p:nvPr>
        </p:nvSpPr>
        <p:spPr>
          <a:xfrm>
            <a:off x="1389459" y="1456896"/>
            <a:ext cx="10383899" cy="728448"/>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91176662-41A1-45F5-9F2A-CB3D5785A657}"/>
              </a:ext>
              <a:ext uri="{C183D7F6-B498-43B3-948B-1728B52AA6E4}">
                <adec:decorative xmlns:adec="http://schemas.microsoft.com/office/drawing/2017/decorative" val="1"/>
              </a:ext>
            </a:extLst>
          </p:cNvPr>
          <p:cNvCxnSpPr>
            <a:cxnSpLocks/>
          </p:cNvCxnSpPr>
          <p:nvPr userDrawn="1"/>
        </p:nvCxnSpPr>
        <p:spPr>
          <a:xfrm>
            <a:off x="1403101" y="2244505"/>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303329"/>
            <a:ext cx="10383899" cy="728448"/>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F1B8295B-9399-43B5-961D-6D1444246663}"/>
              </a:ext>
              <a:ext uri="{C183D7F6-B498-43B3-948B-1728B52AA6E4}">
                <adec:decorative xmlns:adec="http://schemas.microsoft.com/office/drawing/2017/decorative" val="1"/>
              </a:ext>
            </a:extLst>
          </p:cNvPr>
          <p:cNvCxnSpPr>
            <a:cxnSpLocks/>
          </p:cNvCxnSpPr>
          <p:nvPr userDrawn="1"/>
        </p:nvCxnSpPr>
        <p:spPr>
          <a:xfrm>
            <a:off x="1403101" y="3090816"/>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149762"/>
            <a:ext cx="10383899" cy="728448"/>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8661FE75-B00C-4695-B37C-FB53546A5F0A}"/>
              </a:ext>
              <a:ext uri="{C183D7F6-B498-43B3-948B-1728B52AA6E4}">
                <adec:decorative xmlns:adec="http://schemas.microsoft.com/office/drawing/2017/decorative" val="1"/>
              </a:ext>
            </a:extLst>
          </p:cNvPr>
          <p:cNvCxnSpPr>
            <a:cxnSpLocks/>
          </p:cNvCxnSpPr>
          <p:nvPr userDrawn="1"/>
        </p:nvCxnSpPr>
        <p:spPr>
          <a:xfrm>
            <a:off x="1403101" y="3937128"/>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3996194"/>
            <a:ext cx="10383899" cy="728448"/>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44FEBE66-8971-4138-8B29-7373BB7CD1B7}"/>
              </a:ext>
              <a:ext uri="{C183D7F6-B498-43B3-948B-1728B52AA6E4}">
                <adec:decorative xmlns:adec="http://schemas.microsoft.com/office/drawing/2017/decorative" val="1"/>
              </a:ext>
            </a:extLst>
          </p:cNvPr>
          <p:cNvCxnSpPr>
            <a:cxnSpLocks/>
          </p:cNvCxnSpPr>
          <p:nvPr userDrawn="1"/>
        </p:nvCxnSpPr>
        <p:spPr>
          <a:xfrm>
            <a:off x="1403101" y="4783440"/>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4842627"/>
            <a:ext cx="10383899" cy="728448"/>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2" name="Straight Connector 11">
            <a:extLst>
              <a:ext uri="{FF2B5EF4-FFF2-40B4-BE49-F238E27FC236}">
                <a16:creationId xmlns:a16="http://schemas.microsoft.com/office/drawing/2014/main" id="{EE9B15D9-25BA-4AE3-B36D-961D8C817DC1}"/>
              </a:ext>
              <a:ext uri="{C183D7F6-B498-43B3-948B-1728B52AA6E4}">
                <adec:decorative xmlns:adec="http://schemas.microsoft.com/office/drawing/2017/decorative" val="1"/>
              </a:ext>
            </a:extLst>
          </p:cNvPr>
          <p:cNvCxnSpPr>
            <a:cxnSpLocks/>
          </p:cNvCxnSpPr>
          <p:nvPr userDrawn="1"/>
        </p:nvCxnSpPr>
        <p:spPr>
          <a:xfrm>
            <a:off x="1403101" y="5629751"/>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4349BD30-0784-4B45-BEA2-C53624DF62CA}"/>
              </a:ext>
            </a:extLst>
          </p:cNvPr>
          <p:cNvSpPr>
            <a:spLocks noGrp="1"/>
          </p:cNvSpPr>
          <p:nvPr>
            <p:ph type="body" sz="quarter" idx="30" hasCustomPrompt="1"/>
          </p:nvPr>
        </p:nvSpPr>
        <p:spPr>
          <a:xfrm>
            <a:off x="1389459" y="5689059"/>
            <a:ext cx="10383899" cy="728448"/>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EA2F36BF-4C66-4F60-9687-8A7789E05AB2}"/>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442608906"/>
      </p:ext>
    </p:extLst>
  </p:cSld>
  <p:clrMapOvr>
    <a:masterClrMapping/>
  </p:clrMapOvr>
  <p:transition>
    <p:fade/>
  </p:transition>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Text option- Text thre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three rows &amp; two columns</a:t>
            </a:r>
          </a:p>
        </p:txBody>
      </p:sp>
      <p:sp>
        <p:nvSpPr>
          <p:cNvPr id="5" name="Text Placeholder 4"/>
          <p:cNvSpPr>
            <a:spLocks noGrp="1"/>
          </p:cNvSpPr>
          <p:nvPr>
            <p:ph type="body" sz="quarter" idx="11" hasCustomPrompt="1"/>
          </p:nvPr>
        </p:nvSpPr>
        <p:spPr>
          <a:xfrm>
            <a:off x="1568744" y="1456896"/>
            <a:ext cx="4393416" cy="1271868"/>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Regular 14/18. The quick brown fox jumps over the lazy dog. </a:t>
            </a:r>
          </a:p>
        </p:txBody>
      </p:sp>
      <p:cxnSp>
        <p:nvCxnSpPr>
          <p:cNvPr id="13" name="Straight Connector 12">
            <a:extLst>
              <a:ext uri="{FF2B5EF4-FFF2-40B4-BE49-F238E27FC236}">
                <a16:creationId xmlns:a16="http://schemas.microsoft.com/office/drawing/2014/main" id="{B2BC2D45-166A-42A4-BFA4-B0E61DE53CD1}"/>
              </a:ext>
              <a:ext uri="{C183D7F6-B498-43B3-948B-1728B52AA6E4}">
                <adec:decorative xmlns:adec="http://schemas.microsoft.com/office/drawing/2017/decorative" val="1"/>
              </a:ext>
            </a:extLst>
          </p:cNvPr>
          <p:cNvCxnSpPr>
            <a:cxnSpLocks/>
          </p:cNvCxnSpPr>
          <p:nvPr userDrawn="1"/>
        </p:nvCxnSpPr>
        <p:spPr>
          <a:xfrm>
            <a:off x="1568744" y="287510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3021452"/>
            <a:ext cx="4393416" cy="1271868"/>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C17E5589-50A4-4ADA-A3D2-DFB8558FE78E}"/>
              </a:ext>
              <a:ext uri="{C183D7F6-B498-43B3-948B-1728B52AA6E4}">
                <adec:decorative xmlns:adec="http://schemas.microsoft.com/office/drawing/2017/decorative" val="1"/>
              </a:ext>
            </a:extLst>
          </p:cNvPr>
          <p:cNvCxnSpPr>
            <a:cxnSpLocks/>
          </p:cNvCxnSpPr>
          <p:nvPr userDrawn="1"/>
        </p:nvCxnSpPr>
        <p:spPr>
          <a:xfrm>
            <a:off x="1568744" y="4439664"/>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4586007"/>
            <a:ext cx="4393416" cy="1271868"/>
          </a:xfrm>
        </p:spPr>
        <p:txBody>
          <a:bodyPr wrap="square" lIns="0" tIns="0" rIns="0" bIns="0" anchor="t">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379942" y="1456896"/>
            <a:ext cx="4393416" cy="1271868"/>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599F4609-3CD7-4077-B992-04F71C504EF4}"/>
              </a:ext>
              <a:ext uri="{C183D7F6-B498-43B3-948B-1728B52AA6E4}">
                <adec:decorative xmlns:adec="http://schemas.microsoft.com/office/drawing/2017/decorative" val="1"/>
              </a:ext>
            </a:extLst>
          </p:cNvPr>
          <p:cNvCxnSpPr>
            <a:cxnSpLocks/>
          </p:cNvCxnSpPr>
          <p:nvPr userDrawn="1"/>
        </p:nvCxnSpPr>
        <p:spPr>
          <a:xfrm>
            <a:off x="7379943" y="287510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379942" y="3021452"/>
            <a:ext cx="4393416" cy="1271868"/>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C2F439E-21AC-47A7-8FF2-2B3B30023C2D}"/>
              </a:ext>
              <a:ext uri="{C183D7F6-B498-43B3-948B-1728B52AA6E4}">
                <adec:decorative xmlns:adec="http://schemas.microsoft.com/office/drawing/2017/decorative" val="1"/>
              </a:ext>
            </a:extLst>
          </p:cNvPr>
          <p:cNvCxnSpPr>
            <a:cxnSpLocks/>
          </p:cNvCxnSpPr>
          <p:nvPr userDrawn="1"/>
        </p:nvCxnSpPr>
        <p:spPr>
          <a:xfrm>
            <a:off x="7379943" y="4439664"/>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379942" y="4586007"/>
            <a:ext cx="4393416" cy="1271868"/>
          </a:xfrm>
        </p:spPr>
        <p:txBody>
          <a:bodyPr wrap="square" lIns="0" tIns="0" rIns="0" bIns="0" anchor="t">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Regular 14/18. The quick brown fox jumps over the lazy dog. </a:t>
            </a:r>
          </a:p>
        </p:txBody>
      </p:sp>
      <p:sp>
        <p:nvSpPr>
          <p:cNvPr id="2" name="Footer Placeholder 1">
            <a:extLst>
              <a:ext uri="{FF2B5EF4-FFF2-40B4-BE49-F238E27FC236}">
                <a16:creationId xmlns:a16="http://schemas.microsoft.com/office/drawing/2014/main" id="{AFC478E9-3BC1-400C-AA34-1E1599FAEDDC}"/>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08009301"/>
      </p:ext>
    </p:extLst>
  </p:cSld>
  <p:clrMapOvr>
    <a:masterClrMapping/>
  </p:clrMapOvr>
  <p:transition>
    <p:fade/>
  </p:transition>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Text option- Text fiv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five rows &amp; two columns</a:t>
            </a:r>
          </a:p>
        </p:txBody>
      </p:sp>
      <p:sp>
        <p:nvSpPr>
          <p:cNvPr id="5" name="Text Placeholder 4"/>
          <p:cNvSpPr>
            <a:spLocks noGrp="1"/>
          </p:cNvSpPr>
          <p:nvPr>
            <p:ph type="body" sz="quarter" idx="11" hasCustomPrompt="1"/>
          </p:nvPr>
        </p:nvSpPr>
        <p:spPr>
          <a:xfrm>
            <a:off x="1568744" y="1456896"/>
            <a:ext cx="4393416"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Regular 14/18. The quick brown fox jumps over the lazy dog. </a:t>
            </a:r>
          </a:p>
        </p:txBody>
      </p:sp>
      <p:cxnSp>
        <p:nvCxnSpPr>
          <p:cNvPr id="13" name="Straight Connector 12">
            <a:extLst>
              <a:ext uri="{FF2B5EF4-FFF2-40B4-BE49-F238E27FC236}">
                <a16:creationId xmlns:a16="http://schemas.microsoft.com/office/drawing/2014/main" id="{99FD6DBF-9FC0-43E4-BB25-187F987ED548}"/>
              </a:ext>
              <a:ext uri="{C183D7F6-B498-43B3-948B-1728B52AA6E4}">
                <adec:decorative xmlns:adec="http://schemas.microsoft.com/office/drawing/2017/decorative" val="1"/>
              </a:ext>
            </a:extLst>
          </p:cNvPr>
          <p:cNvCxnSpPr>
            <a:cxnSpLocks/>
          </p:cNvCxnSpPr>
          <p:nvPr userDrawn="1"/>
        </p:nvCxnSpPr>
        <p:spPr>
          <a:xfrm>
            <a:off x="1568744" y="2412957"/>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472176"/>
            <a:ext cx="4393416"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BCEDF675-8A34-4183-9100-9743BB5854C2}"/>
              </a:ext>
              <a:ext uri="{C183D7F6-B498-43B3-948B-1728B52AA6E4}">
                <adec:decorative xmlns:adec="http://schemas.microsoft.com/office/drawing/2017/decorative" val="1"/>
              </a:ext>
            </a:extLst>
          </p:cNvPr>
          <p:cNvCxnSpPr>
            <a:cxnSpLocks/>
          </p:cNvCxnSpPr>
          <p:nvPr userDrawn="1"/>
        </p:nvCxnSpPr>
        <p:spPr>
          <a:xfrm>
            <a:off x="1568744" y="3428093"/>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3487457"/>
            <a:ext cx="4393416"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389062B4-E38A-48D0-9FC3-A198B27C2B9D}"/>
              </a:ext>
              <a:ext uri="{C183D7F6-B498-43B3-948B-1728B52AA6E4}">
                <adec:decorative xmlns:adec="http://schemas.microsoft.com/office/drawing/2017/decorative" val="1"/>
              </a:ext>
            </a:extLst>
          </p:cNvPr>
          <p:cNvCxnSpPr>
            <a:cxnSpLocks/>
          </p:cNvCxnSpPr>
          <p:nvPr userDrawn="1"/>
        </p:nvCxnSpPr>
        <p:spPr>
          <a:xfrm>
            <a:off x="1568744" y="4443230"/>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568744" y="4502737"/>
            <a:ext cx="4393416"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FBA8527-2F9F-46AE-A168-2E369F0A4E4C}"/>
              </a:ext>
              <a:ext uri="{C183D7F6-B498-43B3-948B-1728B52AA6E4}">
                <adec:decorative xmlns:adec="http://schemas.microsoft.com/office/drawing/2017/decorative" val="1"/>
              </a:ext>
            </a:extLst>
          </p:cNvPr>
          <p:cNvCxnSpPr>
            <a:cxnSpLocks/>
          </p:cNvCxnSpPr>
          <p:nvPr userDrawn="1"/>
        </p:nvCxnSpPr>
        <p:spPr>
          <a:xfrm>
            <a:off x="1568744" y="5458366"/>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568744" y="5518016"/>
            <a:ext cx="4393416"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379942" y="1456896"/>
            <a:ext cx="4393416"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1" name="Straight Connector 20">
            <a:extLst>
              <a:ext uri="{FF2B5EF4-FFF2-40B4-BE49-F238E27FC236}">
                <a16:creationId xmlns:a16="http://schemas.microsoft.com/office/drawing/2014/main" id="{8B458FFC-8336-43D5-A0E5-A4CEF85D5F6D}"/>
              </a:ext>
              <a:ext uri="{C183D7F6-B498-43B3-948B-1728B52AA6E4}">
                <adec:decorative xmlns:adec="http://schemas.microsoft.com/office/drawing/2017/decorative" val="1"/>
              </a:ext>
            </a:extLst>
          </p:cNvPr>
          <p:cNvCxnSpPr>
            <a:cxnSpLocks/>
          </p:cNvCxnSpPr>
          <p:nvPr userDrawn="1"/>
        </p:nvCxnSpPr>
        <p:spPr>
          <a:xfrm>
            <a:off x="7379943" y="2412957"/>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379942" y="2472176"/>
            <a:ext cx="4393416"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2" name="Straight Connector 21">
            <a:extLst>
              <a:ext uri="{FF2B5EF4-FFF2-40B4-BE49-F238E27FC236}">
                <a16:creationId xmlns:a16="http://schemas.microsoft.com/office/drawing/2014/main" id="{A8128678-7D34-47E0-BE94-ECE7CD383DD9}"/>
              </a:ext>
              <a:ext uri="{C183D7F6-B498-43B3-948B-1728B52AA6E4}">
                <adec:decorative xmlns:adec="http://schemas.microsoft.com/office/drawing/2017/decorative" val="1"/>
              </a:ext>
            </a:extLst>
          </p:cNvPr>
          <p:cNvCxnSpPr>
            <a:cxnSpLocks/>
          </p:cNvCxnSpPr>
          <p:nvPr userDrawn="1"/>
        </p:nvCxnSpPr>
        <p:spPr>
          <a:xfrm>
            <a:off x="7379943" y="3428093"/>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379942" y="3487457"/>
            <a:ext cx="4393416"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3" name="Straight Connector 22">
            <a:extLst>
              <a:ext uri="{FF2B5EF4-FFF2-40B4-BE49-F238E27FC236}">
                <a16:creationId xmlns:a16="http://schemas.microsoft.com/office/drawing/2014/main" id="{70E98085-E858-4C10-983A-14182332938A}"/>
              </a:ext>
              <a:ext uri="{C183D7F6-B498-43B3-948B-1728B52AA6E4}">
                <adec:decorative xmlns:adec="http://schemas.microsoft.com/office/drawing/2017/decorative" val="1"/>
              </a:ext>
            </a:extLst>
          </p:cNvPr>
          <p:cNvCxnSpPr>
            <a:cxnSpLocks/>
          </p:cNvCxnSpPr>
          <p:nvPr userDrawn="1"/>
        </p:nvCxnSpPr>
        <p:spPr>
          <a:xfrm>
            <a:off x="7379943" y="4443230"/>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2" name="Text Placeholder 4">
            <a:extLst>
              <a:ext uri="{FF2B5EF4-FFF2-40B4-BE49-F238E27FC236}">
                <a16:creationId xmlns:a16="http://schemas.microsoft.com/office/drawing/2014/main" id="{234777AC-02E0-4220-86CD-507697625215}"/>
              </a:ext>
            </a:extLst>
          </p:cNvPr>
          <p:cNvSpPr>
            <a:spLocks noGrp="1"/>
          </p:cNvSpPr>
          <p:nvPr>
            <p:ph type="body" sz="quarter" idx="34" hasCustomPrompt="1"/>
          </p:nvPr>
        </p:nvSpPr>
        <p:spPr>
          <a:xfrm>
            <a:off x="7379942" y="4502737"/>
            <a:ext cx="4393416"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4" name="Straight Connector 23">
            <a:extLst>
              <a:ext uri="{FF2B5EF4-FFF2-40B4-BE49-F238E27FC236}">
                <a16:creationId xmlns:a16="http://schemas.microsoft.com/office/drawing/2014/main" id="{683B0E2A-4AAD-468F-8AFA-306B72CCD47E}"/>
              </a:ext>
              <a:ext uri="{C183D7F6-B498-43B3-948B-1728B52AA6E4}">
                <adec:decorative xmlns:adec="http://schemas.microsoft.com/office/drawing/2017/decorative" val="1"/>
              </a:ext>
            </a:extLst>
          </p:cNvPr>
          <p:cNvCxnSpPr>
            <a:cxnSpLocks/>
          </p:cNvCxnSpPr>
          <p:nvPr userDrawn="1"/>
        </p:nvCxnSpPr>
        <p:spPr>
          <a:xfrm>
            <a:off x="7379943" y="5458366"/>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3" name="Text Placeholder 4">
            <a:extLst>
              <a:ext uri="{FF2B5EF4-FFF2-40B4-BE49-F238E27FC236}">
                <a16:creationId xmlns:a16="http://schemas.microsoft.com/office/drawing/2014/main" id="{74535A38-66F8-4A7C-9C33-D0D74D7212FB}"/>
              </a:ext>
            </a:extLst>
          </p:cNvPr>
          <p:cNvSpPr>
            <a:spLocks noGrp="1"/>
          </p:cNvSpPr>
          <p:nvPr>
            <p:ph type="body" sz="quarter" idx="35" hasCustomPrompt="1"/>
          </p:nvPr>
        </p:nvSpPr>
        <p:spPr>
          <a:xfrm>
            <a:off x="7379942" y="5518016"/>
            <a:ext cx="4393416"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 name="Footer Placeholder 1">
            <a:extLst>
              <a:ext uri="{FF2B5EF4-FFF2-40B4-BE49-F238E27FC236}">
                <a16:creationId xmlns:a16="http://schemas.microsoft.com/office/drawing/2014/main" id="{C7FD0CAD-A9AA-414D-8022-E74A70833154}"/>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949066895"/>
      </p:ext>
    </p:extLst>
  </p:cSld>
  <p:clrMapOvr>
    <a:masterClrMapping/>
  </p:clrMapOvr>
  <p:transition>
    <p:fade/>
  </p:transition>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Two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8642" y="1457323"/>
            <a:ext cx="5578933" cy="1047601"/>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dirty="0"/>
              <a:t>Caption title Segoe UI </a:t>
            </a:r>
            <a:r>
              <a:rPr lang="en-US" dirty="0" err="1"/>
              <a:t>Semibold</a:t>
            </a:r>
            <a:endParaRPr lang="en-US" dirty="0"/>
          </a:p>
        </p:txBody>
      </p:sp>
      <p:sp>
        <p:nvSpPr>
          <p:cNvPr id="9" name="Text Placeholder 4"/>
          <p:cNvSpPr>
            <a:spLocks noGrp="1"/>
          </p:cNvSpPr>
          <p:nvPr>
            <p:ph type="body" sz="quarter" idx="12" hasCustomPrompt="1"/>
          </p:nvPr>
        </p:nvSpPr>
        <p:spPr>
          <a:xfrm>
            <a:off x="418643" y="2628195"/>
            <a:ext cx="5562182"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dirty="0"/>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229350" y="2628195"/>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95890" y="1457323"/>
            <a:ext cx="5572801" cy="1047601"/>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dirty="0"/>
              <a:t>Caption title Segoe UI </a:t>
            </a:r>
            <a:r>
              <a:rPr lang="en-US" dirty="0" err="1"/>
              <a:t>Semibold</a:t>
            </a:r>
            <a:endParaRPr lang="en-US" dirty="0"/>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418643" y="3664462"/>
            <a:ext cx="5562182"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dirty="0"/>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6229350" y="3664463"/>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418643" y="4700731"/>
            <a:ext cx="5562182"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dirty="0"/>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6229350" y="4700731"/>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userDrawn="1"/>
        </p:nvCxnSpPr>
        <p:spPr>
          <a:xfrm>
            <a:off x="418643" y="3532700"/>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userDrawn="1"/>
        </p:nvCxnSpPr>
        <p:spPr>
          <a:xfrm>
            <a:off x="418643" y="4568967"/>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userDrawn="1">
            <p:ph type="title"/>
          </p:nvPr>
        </p:nvSpPr>
        <p:spPr>
          <a:xfrm>
            <a:off x="418643" y="440494"/>
            <a:ext cx="11341268" cy="680196"/>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userDrawn="1"/>
        </p:nvCxnSpPr>
        <p:spPr>
          <a:xfrm>
            <a:off x="6229350" y="3532700"/>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userDrawn="1"/>
        </p:nvCxnSpPr>
        <p:spPr>
          <a:xfrm>
            <a:off x="6229350" y="4568967"/>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96EF592D-EEA7-47F4-9146-7AA8A3F44C47}"/>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136468578"/>
      </p:ext>
    </p:extLst>
  </p:cSld>
  <p:clrMapOvr>
    <a:masterClrMapping/>
  </p:clrMapOvr>
  <p:transition>
    <p:fade/>
  </p:transition>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three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8643" y="1457323"/>
            <a:ext cx="3629278" cy="1047601"/>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dirty="0"/>
              <a:t>Caption title Segoe UI </a:t>
            </a:r>
            <a:r>
              <a:rPr lang="en-US" dirty="0" err="1"/>
              <a:t>Semibold</a:t>
            </a:r>
            <a:endParaRPr lang="en-US" dirty="0"/>
          </a:p>
        </p:txBody>
      </p:sp>
      <p:sp>
        <p:nvSpPr>
          <p:cNvPr id="9" name="Text Placeholder 4"/>
          <p:cNvSpPr>
            <a:spLocks noGrp="1"/>
          </p:cNvSpPr>
          <p:nvPr>
            <p:ph type="body" sz="quarter" idx="12" hasCustomPrompt="1"/>
          </p:nvPr>
        </p:nvSpPr>
        <p:spPr>
          <a:xfrm>
            <a:off x="418643" y="2628195"/>
            <a:ext cx="3618381"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dirty="0"/>
              <a:t>Caption body copy Segoe UI Regular 12/14. The quick brown fox jumps over the lazy dog.</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4303152" y="1457323"/>
            <a:ext cx="3629278" cy="1047601"/>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dirty="0"/>
              <a:t>Caption title Segoe UI </a:t>
            </a:r>
            <a:r>
              <a:rPr lang="en-US" dirty="0" err="1"/>
              <a:t>Semibold</a:t>
            </a:r>
            <a:endParaRPr lang="en-US" dirty="0"/>
          </a:p>
        </p:txBody>
      </p:sp>
      <p:sp>
        <p:nvSpPr>
          <p:cNvPr id="17" name="Text Placeholder 4"/>
          <p:cNvSpPr>
            <a:spLocks noGrp="1"/>
          </p:cNvSpPr>
          <p:nvPr>
            <p:ph type="body" sz="quarter" idx="18" hasCustomPrompt="1"/>
          </p:nvPr>
        </p:nvSpPr>
        <p:spPr>
          <a:xfrm>
            <a:off x="4303152" y="2628195"/>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8161204" y="2628195"/>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8139413" y="1457323"/>
            <a:ext cx="3629278" cy="1047601"/>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dirty="0"/>
              <a:t>Caption title Segoe UI </a:t>
            </a:r>
            <a:r>
              <a:rPr lang="en-US" dirty="0" err="1"/>
              <a:t>Semibold</a:t>
            </a:r>
            <a:endParaRPr lang="en-US" dirty="0"/>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418643" y="3664462"/>
            <a:ext cx="3618381"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dirty="0"/>
              <a:t>Caption body copy Segoe UI Regular 12/14. The quick brown fox jumps over the lazy dog.</a:t>
            </a:r>
          </a:p>
        </p:txBody>
      </p:sp>
      <p:sp>
        <p:nvSpPr>
          <p:cNvPr id="13" name="Text Placeholder 4">
            <a:extLst>
              <a:ext uri="{FF2B5EF4-FFF2-40B4-BE49-F238E27FC236}">
                <a16:creationId xmlns:a16="http://schemas.microsoft.com/office/drawing/2014/main" id="{79BC4586-7FC3-4659-9310-CCDD1B8FB8A1}"/>
              </a:ext>
            </a:extLst>
          </p:cNvPr>
          <p:cNvSpPr>
            <a:spLocks noGrp="1"/>
          </p:cNvSpPr>
          <p:nvPr>
            <p:ph type="body" sz="quarter" idx="29" hasCustomPrompt="1"/>
          </p:nvPr>
        </p:nvSpPr>
        <p:spPr>
          <a:xfrm>
            <a:off x="4303152" y="3664463"/>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8161204" y="3664463"/>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418643" y="4700731"/>
            <a:ext cx="3618381"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dirty="0"/>
              <a:t>Caption body copy Segoe UI Regular 12/14. The quick brown fox jumps over the lazy dog.</a:t>
            </a:r>
          </a:p>
        </p:txBody>
      </p:sp>
      <p:sp>
        <p:nvSpPr>
          <p:cNvPr id="18" name="Text Placeholder 4">
            <a:extLst>
              <a:ext uri="{FF2B5EF4-FFF2-40B4-BE49-F238E27FC236}">
                <a16:creationId xmlns:a16="http://schemas.microsoft.com/office/drawing/2014/main" id="{284BF132-1328-44E8-A629-D64096388C74}"/>
              </a:ext>
            </a:extLst>
          </p:cNvPr>
          <p:cNvSpPr>
            <a:spLocks noGrp="1"/>
          </p:cNvSpPr>
          <p:nvPr>
            <p:ph type="body" sz="quarter" idx="32" hasCustomPrompt="1"/>
          </p:nvPr>
        </p:nvSpPr>
        <p:spPr>
          <a:xfrm>
            <a:off x="4303152" y="4700731"/>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8161204" y="4700731"/>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userDrawn="1"/>
        </p:nvCxnSpPr>
        <p:spPr>
          <a:xfrm>
            <a:off x="418643" y="3532700"/>
            <a:ext cx="363355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userDrawn="1"/>
        </p:nvCxnSpPr>
        <p:spPr>
          <a:xfrm>
            <a:off x="418643" y="4568967"/>
            <a:ext cx="363355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BF3C7B5-A8EA-4ECD-A968-2546248701F3}"/>
              </a:ext>
              <a:ext uri="{C183D7F6-B498-43B3-948B-1728B52AA6E4}">
                <adec:decorative xmlns:adec="http://schemas.microsoft.com/office/drawing/2017/decorative" val="1"/>
              </a:ext>
            </a:extLst>
          </p:cNvPr>
          <p:cNvCxnSpPr>
            <a:cxnSpLocks/>
          </p:cNvCxnSpPr>
          <p:nvPr userDrawn="1"/>
        </p:nvCxnSpPr>
        <p:spPr>
          <a:xfrm>
            <a:off x="4303713" y="3532700"/>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14FEAA1-EB50-4B84-96EB-E171DE39A0A8}"/>
              </a:ext>
              <a:ext uri="{C183D7F6-B498-43B3-948B-1728B52AA6E4}">
                <adec:decorative xmlns:adec="http://schemas.microsoft.com/office/drawing/2017/decorative" val="1"/>
              </a:ext>
            </a:extLst>
          </p:cNvPr>
          <p:cNvCxnSpPr>
            <a:cxnSpLocks/>
          </p:cNvCxnSpPr>
          <p:nvPr userDrawn="1"/>
        </p:nvCxnSpPr>
        <p:spPr>
          <a:xfrm>
            <a:off x="4303713" y="4568967"/>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userDrawn="1">
            <p:ph type="title"/>
          </p:nvPr>
        </p:nvSpPr>
        <p:spPr>
          <a:xfrm>
            <a:off x="418643" y="440494"/>
            <a:ext cx="11341268" cy="680196"/>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userDrawn="1"/>
        </p:nvCxnSpPr>
        <p:spPr>
          <a:xfrm>
            <a:off x="8161204" y="3532700"/>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userDrawn="1"/>
        </p:nvCxnSpPr>
        <p:spPr>
          <a:xfrm>
            <a:off x="8161204" y="4568967"/>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B30B5A80-F666-460D-9090-8493217C8FD1}"/>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402032558"/>
      </p:ext>
    </p:extLst>
  </p:cSld>
  <p:clrMapOvr>
    <a:masterClrMapping/>
  </p:clrMapOvr>
  <p:transition>
    <p:fade/>
  </p:transition>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Title with graphic">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dirty="0"/>
              <a:t>Heading Segoe UI </a:t>
            </a:r>
            <a:r>
              <a:rPr lang="en-US" dirty="0" err="1"/>
              <a:t>Semibold</a:t>
            </a:r>
            <a:r>
              <a:rPr lang="en-US" dirty="0"/>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418642" y="1457325"/>
            <a:ext cx="3439206" cy="3439206"/>
          </a:xfrm>
          <a:prstGeom prst="ellipse">
            <a:avLst/>
          </a:prstGeom>
          <a:solidFill>
            <a:schemeClr val="bg1">
              <a:lumMod val="95000"/>
            </a:schemeClr>
          </a:solidFill>
        </p:spPr>
        <p:txBody>
          <a:bodyPr tIns="0" rIns="0" bIns="0" anchor="ctr">
            <a:noAutofit/>
          </a:bodyPr>
          <a:lstStyle>
            <a:lvl1pPr algn="ctr">
              <a:defRPr sz="2800"/>
            </a:lvl1pPr>
          </a:lstStyle>
          <a:p>
            <a:pPr lvl="0"/>
            <a:r>
              <a:rPr lang="en-US" dirty="0"/>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4369674" y="1457325"/>
            <a:ext cx="3439206" cy="3439206"/>
          </a:xfrm>
          <a:prstGeom prst="ellipse">
            <a:avLst/>
          </a:prstGeom>
          <a:solidFill>
            <a:schemeClr val="bg1">
              <a:lumMod val="95000"/>
            </a:schemeClr>
          </a:solidFill>
        </p:spPr>
        <p:txBody>
          <a:bodyPr tIns="0" rIns="0" bIns="0" anchor="ctr">
            <a:noAutofit/>
          </a:bodyPr>
          <a:lstStyle>
            <a:lvl1pPr algn="ctr">
              <a:defRPr sz="2800"/>
            </a:lvl1pPr>
          </a:lstStyle>
          <a:p>
            <a:pPr lvl="0"/>
            <a:r>
              <a:rPr lang="en-US" dirty="0"/>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8320705" y="1457325"/>
            <a:ext cx="3439206" cy="3439206"/>
          </a:xfrm>
          <a:prstGeom prst="ellipse">
            <a:avLst/>
          </a:prstGeom>
          <a:solidFill>
            <a:schemeClr val="bg1">
              <a:lumMod val="95000"/>
            </a:schemeClr>
          </a:solidFill>
        </p:spPr>
        <p:txBody>
          <a:bodyPr tIns="0" rIns="0" bIns="0" anchor="ctr">
            <a:noAutofit/>
          </a:bodyPr>
          <a:lstStyle>
            <a:lvl1pPr algn="ctr">
              <a:defRPr sz="2800"/>
            </a:lvl1pPr>
          </a:lstStyle>
          <a:p>
            <a:pPr lvl="0"/>
            <a:r>
              <a:rPr lang="en-US" dirty="0"/>
              <a:t>Click to edit Master text styles</a:t>
            </a:r>
          </a:p>
        </p:txBody>
      </p:sp>
      <p:sp>
        <p:nvSpPr>
          <p:cNvPr id="2" name="Footer Placeholder 1">
            <a:extLst>
              <a:ext uri="{FF2B5EF4-FFF2-40B4-BE49-F238E27FC236}">
                <a16:creationId xmlns:a16="http://schemas.microsoft.com/office/drawing/2014/main" id="{538B82E4-7444-4181-B6FE-B79D11D3EA6F}"/>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544543550"/>
      </p:ext>
    </p:extLst>
  </p:cSld>
  <p:clrMapOvr>
    <a:masterClrMapping/>
  </p:clrMapOvr>
  <p:transition>
    <p:fade/>
  </p:transition>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Title with graphic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dirty="0"/>
              <a:t>Heading Segoe UI </a:t>
            </a:r>
            <a:r>
              <a:rPr lang="en-US" dirty="0" err="1"/>
              <a:t>Semibold</a:t>
            </a:r>
            <a:r>
              <a:rPr lang="en-US" dirty="0"/>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418643" y="2359592"/>
            <a:ext cx="2138816" cy="2138816"/>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dirty="0"/>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2722617" y="2359592"/>
            <a:ext cx="2138816" cy="2138816"/>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dirty="0"/>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5026591" y="2359592"/>
            <a:ext cx="2138816" cy="2138816"/>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dirty="0"/>
              <a:t>Click to edit Master text styles</a:t>
            </a:r>
          </a:p>
        </p:txBody>
      </p:sp>
      <p:sp>
        <p:nvSpPr>
          <p:cNvPr id="7" name="Text Placeholder 3">
            <a:extLst>
              <a:ext uri="{FF2B5EF4-FFF2-40B4-BE49-F238E27FC236}">
                <a16:creationId xmlns:a16="http://schemas.microsoft.com/office/drawing/2014/main" id="{FFCA379A-FFA6-4179-AD94-3B9D20DBAA50}"/>
              </a:ext>
            </a:extLst>
          </p:cNvPr>
          <p:cNvSpPr>
            <a:spLocks noGrp="1"/>
          </p:cNvSpPr>
          <p:nvPr>
            <p:ph type="body" sz="quarter" idx="13"/>
          </p:nvPr>
        </p:nvSpPr>
        <p:spPr>
          <a:xfrm>
            <a:off x="7330565" y="2359592"/>
            <a:ext cx="2138816" cy="2138816"/>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dirty="0"/>
              <a:t>Click to edit Master text styles</a:t>
            </a:r>
          </a:p>
        </p:txBody>
      </p:sp>
      <p:sp>
        <p:nvSpPr>
          <p:cNvPr id="8" name="Text Placeholder 3">
            <a:extLst>
              <a:ext uri="{FF2B5EF4-FFF2-40B4-BE49-F238E27FC236}">
                <a16:creationId xmlns:a16="http://schemas.microsoft.com/office/drawing/2014/main" id="{86EE9769-6679-49C8-860D-5CACDB09DBD2}"/>
              </a:ext>
            </a:extLst>
          </p:cNvPr>
          <p:cNvSpPr>
            <a:spLocks noGrp="1"/>
          </p:cNvSpPr>
          <p:nvPr>
            <p:ph type="body" sz="quarter" idx="14"/>
          </p:nvPr>
        </p:nvSpPr>
        <p:spPr>
          <a:xfrm>
            <a:off x="9634541" y="2359592"/>
            <a:ext cx="2138816" cy="2138816"/>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dirty="0"/>
              <a:t>Click to edit Master text styles</a:t>
            </a:r>
          </a:p>
        </p:txBody>
      </p:sp>
      <p:sp>
        <p:nvSpPr>
          <p:cNvPr id="2" name="Footer Placeholder 1">
            <a:extLst>
              <a:ext uri="{FF2B5EF4-FFF2-40B4-BE49-F238E27FC236}">
                <a16:creationId xmlns:a16="http://schemas.microsoft.com/office/drawing/2014/main" id="{136AABF9-4169-453B-83D4-823782CAB5B6}"/>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00962015"/>
      </p:ext>
    </p:extLst>
  </p:cSld>
  <p:clrMapOvr>
    <a:masterClrMapping/>
  </p:clrMapOvr>
  <p:transition>
    <p:fade/>
  </p:transition>
</p:sldLayout>
</file>

<file path=ppt/slideLayouts/slideLayout163.xml><?xml version="1.0" encoding="utf-8"?>
<p:sldLayout xmlns:a="http://schemas.openxmlformats.org/drawingml/2006/main" xmlns:r="http://schemas.openxmlformats.org/officeDocument/2006/relationships" xmlns:p="http://schemas.openxmlformats.org/presentationml/2006/main" showMasterSp="0" preserve="1" userDrawn="1">
  <p:cSld name="Closing slide">
    <p:bg>
      <p:bgPr>
        <a:solidFill>
          <a:srgbClr val="243A5E"/>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8830E1E-F06E-469F-9154-F8DEA4B068FE}"/>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solidFill>
                  <a:schemeClr val="bg1"/>
                </a:solidFill>
              </a:rPr>
              <a:t>© Copyright Microsoft Corporation. All rights reserved.</a:t>
            </a:r>
          </a:p>
        </p:txBody>
      </p:sp>
      <p:pic>
        <p:nvPicPr>
          <p:cNvPr id="3" name="Picture 2" descr="Microsoft Azure Logo">
            <a:extLst>
              <a:ext uri="{FF2B5EF4-FFF2-40B4-BE49-F238E27FC236}">
                <a16:creationId xmlns:a16="http://schemas.microsoft.com/office/drawing/2014/main" id="{6DBB60A6-4F30-44C8-AA64-6CF2E695EED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42012" y="499153"/>
            <a:ext cx="2351988" cy="335013"/>
          </a:xfrm>
          <a:prstGeom prst="rect">
            <a:avLst/>
          </a:prstGeom>
        </p:spPr>
      </p:pic>
    </p:spTree>
    <p:extLst>
      <p:ext uri="{BB962C8B-B14F-4D97-AF65-F5344CB8AC3E}">
        <p14:creationId xmlns:p14="http://schemas.microsoft.com/office/powerpoint/2010/main" val="877414331"/>
      </p:ext>
    </p:extLst>
  </p:cSld>
  <p:clrMapOvr>
    <a:masterClrMapping/>
  </p:clrMapOvr>
  <p:transition>
    <p:fade/>
  </p:transition>
</p:sldLayout>
</file>

<file path=ppt/slideLayouts/slideLayout164.xml><?xml version="1.0" encoding="utf-8"?>
<p:sldLayout xmlns:a="http://schemas.openxmlformats.org/drawingml/2006/main" xmlns:r="http://schemas.openxmlformats.org/officeDocument/2006/relationships" xmlns:p="http://schemas.openxmlformats.org/presentationml/2006/main" showMasterSp="0" preserve="1" userDrawn="1">
  <p:cSld name="Title Slide 1">
    <p:bg>
      <p:bgPr>
        <a:solidFill>
          <a:schemeClr val="bg1"/>
        </a:soli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4A36DC34-EED6-8F49-8473-3802F6C2A3D1}"/>
              </a:ext>
            </a:extLst>
          </p:cNvPr>
          <p:cNvSpPr>
            <a:spLocks noGrp="1"/>
          </p:cNvSpPr>
          <p:nvPr>
            <p:ph type="title" hasCustomPrompt="1"/>
          </p:nvPr>
        </p:nvSpPr>
        <p:spPr>
          <a:xfrm>
            <a:off x="428681" y="2532448"/>
            <a:ext cx="9630389" cy="1793104"/>
          </a:xfrm>
          <a:prstGeom prst="rect">
            <a:avLst/>
          </a:prstGeom>
          <a:noFill/>
        </p:spPr>
        <p:txBody>
          <a:bodyPr lIns="0" tIns="0" rIns="0" bIns="182880" anchor="b" anchorCtr="0"/>
          <a:lstStyle>
            <a:lvl1pPr>
              <a:defRPr sz="3600" strike="noStrike" spc="-49" baseline="0">
                <a:solidFill>
                  <a:schemeClr val="tx2"/>
                </a:solidFill>
              </a:defRPr>
            </a:lvl1pPr>
          </a:lstStyle>
          <a:p>
            <a:r>
              <a:rPr lang="en-US">
                <a:solidFill>
                  <a:schemeClr val="tx1"/>
                </a:solidFill>
              </a:rPr>
              <a:t>Microsoft Azure title</a:t>
            </a:r>
            <a:endParaRPr lang="en-US"/>
          </a:p>
        </p:txBody>
      </p:sp>
      <p:sp>
        <p:nvSpPr>
          <p:cNvPr id="14" name="Text Placeholder 10">
            <a:extLst>
              <a:ext uri="{FF2B5EF4-FFF2-40B4-BE49-F238E27FC236}">
                <a16:creationId xmlns:a16="http://schemas.microsoft.com/office/drawing/2014/main" id="{2E500E80-DD0C-EF4F-BB7D-03960A098E1F}"/>
              </a:ext>
            </a:extLst>
          </p:cNvPr>
          <p:cNvSpPr>
            <a:spLocks noGrp="1"/>
          </p:cNvSpPr>
          <p:nvPr>
            <p:ph type="body" sz="quarter" idx="15" hasCustomPrompt="1"/>
          </p:nvPr>
        </p:nvSpPr>
        <p:spPr>
          <a:xfrm>
            <a:off x="442466" y="4350114"/>
            <a:ext cx="9602819" cy="738664"/>
          </a:xfrm>
          <a:prstGeom prst="rect">
            <a:avLst/>
          </a:prstGeom>
        </p:spPr>
        <p:txBody>
          <a:bodyPr/>
          <a:lstStyle>
            <a:lvl1pPr>
              <a:defRPr sz="1800">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3" name="Footer Placeholder 1">
            <a:extLst>
              <a:ext uri="{FF2B5EF4-FFF2-40B4-BE49-F238E27FC236}">
                <a16:creationId xmlns:a16="http://schemas.microsoft.com/office/drawing/2014/main" id="{F8B43D0D-A719-438E-B092-F8DB6E9C9562}"/>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pic>
        <p:nvPicPr>
          <p:cNvPr id="2" name="Picture 1" descr="Microsoft Azure logo">
            <a:extLst>
              <a:ext uri="{FF2B5EF4-FFF2-40B4-BE49-F238E27FC236}">
                <a16:creationId xmlns:a16="http://schemas.microsoft.com/office/drawing/2014/main" id="{D668B8DE-8869-4679-AEE9-FFC840F28501}"/>
              </a:ext>
            </a:extLst>
          </p:cNvPr>
          <p:cNvPicPr>
            <a:picLocks noChangeAspect="1"/>
          </p:cNvPicPr>
          <p:nvPr userDrawn="1"/>
        </p:nvPicPr>
        <p:blipFill>
          <a:blip r:embed="rId2"/>
          <a:stretch>
            <a:fillRect/>
          </a:stretch>
        </p:blipFill>
        <p:spPr>
          <a:xfrm>
            <a:off x="136885" y="159691"/>
            <a:ext cx="2635247" cy="871753"/>
          </a:xfrm>
          <a:prstGeom prst="rect">
            <a:avLst/>
          </a:prstGeom>
        </p:spPr>
      </p:pic>
    </p:spTree>
    <p:extLst>
      <p:ext uri="{BB962C8B-B14F-4D97-AF65-F5344CB8AC3E}">
        <p14:creationId xmlns:p14="http://schemas.microsoft.com/office/powerpoint/2010/main" val="290376076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5.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FDD3BB94-DC99-244C-91E3-A9764AF2671E}"/>
              </a:ext>
            </a:extLst>
          </p:cNvPr>
          <p:cNvSpPr>
            <a:spLocks noGrp="1"/>
          </p:cNvSpPr>
          <p:nvPr>
            <p:ph type="title" hasCustomPrompt="1"/>
          </p:nvPr>
        </p:nvSpPr>
        <p:spPr>
          <a:xfrm>
            <a:off x="428681" y="2532448"/>
            <a:ext cx="9630389" cy="1793104"/>
          </a:xfrm>
          <a:prstGeom prst="rect">
            <a:avLst/>
          </a:prstGeom>
          <a:noFill/>
        </p:spPr>
        <p:txBody>
          <a:bodyPr lIns="0" tIns="0" rIns="0" bIns="182880" anchor="b" anchorCtr="0"/>
          <a:lstStyle>
            <a:lvl1pPr>
              <a:defRPr sz="3600" strike="noStrike" spc="-49" baseline="0">
                <a:solidFill>
                  <a:schemeClr val="bg2"/>
                </a:solidFill>
              </a:defRPr>
            </a:lvl1pPr>
          </a:lstStyle>
          <a:p>
            <a:r>
              <a:rPr lang="en-US"/>
              <a:t>Microsoft Azure title</a:t>
            </a:r>
          </a:p>
        </p:txBody>
      </p:sp>
      <p:sp>
        <p:nvSpPr>
          <p:cNvPr id="16" name="Text Placeholder 10">
            <a:extLst>
              <a:ext uri="{FF2B5EF4-FFF2-40B4-BE49-F238E27FC236}">
                <a16:creationId xmlns:a16="http://schemas.microsoft.com/office/drawing/2014/main" id="{63FCEA3C-C822-5A4A-9561-695239EA77C3}"/>
              </a:ext>
            </a:extLst>
          </p:cNvPr>
          <p:cNvSpPr>
            <a:spLocks noGrp="1"/>
          </p:cNvSpPr>
          <p:nvPr>
            <p:ph type="body" sz="quarter" idx="15" hasCustomPrompt="1"/>
          </p:nvPr>
        </p:nvSpPr>
        <p:spPr>
          <a:xfrm>
            <a:off x="442466" y="4350114"/>
            <a:ext cx="9602819" cy="738664"/>
          </a:xfrm>
          <a:prstGeom prst="rect">
            <a:avLst/>
          </a:prstGeom>
        </p:spPr>
        <p:txBody>
          <a:bodyPr/>
          <a:lstStyle>
            <a:lvl1pPr>
              <a:defRPr sz="1800">
                <a:solidFill>
                  <a:schemeClr val="bg2"/>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3" name="Footer Placeholder 1">
            <a:extLst>
              <a:ext uri="{FF2B5EF4-FFF2-40B4-BE49-F238E27FC236}">
                <a16:creationId xmlns:a16="http://schemas.microsoft.com/office/drawing/2014/main" id="{0AA712FF-FC9D-46B5-A459-E64B25CB6DF4}"/>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solidFill>
                  <a:schemeClr val="bg1"/>
                </a:solidFill>
              </a:rPr>
              <a:t>© Copyright Microsoft Corporation. All rights reserved.</a:t>
            </a:r>
          </a:p>
        </p:txBody>
      </p:sp>
      <p:pic>
        <p:nvPicPr>
          <p:cNvPr id="2" name="Picture 1" descr="Microsoft Azure logo">
            <a:extLst>
              <a:ext uri="{FF2B5EF4-FFF2-40B4-BE49-F238E27FC236}">
                <a16:creationId xmlns:a16="http://schemas.microsoft.com/office/drawing/2014/main" id="{02DCC0E7-1C9C-415C-8C35-2CC155580D77}"/>
              </a:ext>
            </a:extLst>
          </p:cNvPr>
          <p:cNvPicPr>
            <a:picLocks noChangeAspect="1"/>
          </p:cNvPicPr>
          <p:nvPr userDrawn="1"/>
        </p:nvPicPr>
        <p:blipFill>
          <a:blip r:embed="rId2"/>
          <a:stretch>
            <a:fillRect/>
          </a:stretch>
        </p:blipFill>
        <p:spPr>
          <a:xfrm>
            <a:off x="136885" y="159691"/>
            <a:ext cx="2635247" cy="871753"/>
          </a:xfrm>
          <a:prstGeom prst="rect">
            <a:avLst/>
          </a:prstGeom>
        </p:spPr>
      </p:pic>
    </p:spTree>
    <p:extLst>
      <p:ext uri="{BB962C8B-B14F-4D97-AF65-F5344CB8AC3E}">
        <p14:creationId xmlns:p14="http://schemas.microsoft.com/office/powerpoint/2010/main" val="122936248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6.xml><?xml version="1.0" encoding="utf-8"?>
<p:sldLayout xmlns:a="http://schemas.openxmlformats.org/drawingml/2006/main" xmlns:r="http://schemas.openxmlformats.org/officeDocument/2006/relationships" xmlns:p="http://schemas.openxmlformats.org/presentationml/2006/main" showMasterSp="0" preserve="1" userDrawn="1">
  <p:cSld name="Title slide 3 with picture">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D09A9D1-6212-8B49-96D7-B3E9D17D4BAB}"/>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3600" strike="noStrike" spc="-49" baseline="0">
                <a:solidFill>
                  <a:srgbClr val="000000"/>
                </a:solidFill>
              </a:defRPr>
            </a:lvl1pPr>
          </a:lstStyle>
          <a:p>
            <a:r>
              <a:rPr lang="en-US"/>
              <a:t>Microsoft Azure title</a:t>
            </a:r>
          </a:p>
        </p:txBody>
      </p:sp>
      <p:sp>
        <p:nvSpPr>
          <p:cNvPr id="9" name="Text Placeholder 10">
            <a:extLst>
              <a:ext uri="{FF2B5EF4-FFF2-40B4-BE49-F238E27FC236}">
                <a16:creationId xmlns:a16="http://schemas.microsoft.com/office/drawing/2014/main" id="{0881A9F1-B3A4-0742-8DAD-18EC8A78C522}"/>
              </a:ext>
            </a:extLst>
          </p:cNvPr>
          <p:cNvSpPr>
            <a:spLocks noGrp="1"/>
          </p:cNvSpPr>
          <p:nvPr>
            <p:ph type="body" sz="quarter" idx="15" hasCustomPrompt="1"/>
          </p:nvPr>
        </p:nvSpPr>
        <p:spPr>
          <a:xfrm>
            <a:off x="442466" y="4350114"/>
            <a:ext cx="5413394" cy="738664"/>
          </a:xfrm>
          <a:prstGeom prst="rect">
            <a:avLst/>
          </a:prstGeom>
        </p:spPr>
        <p:txBody>
          <a:bodyPr/>
          <a:lstStyle>
            <a:lvl1pPr>
              <a:defRPr sz="1800">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7" name="Footer Placeholder 1">
            <a:extLst>
              <a:ext uri="{FF2B5EF4-FFF2-40B4-BE49-F238E27FC236}">
                <a16:creationId xmlns:a16="http://schemas.microsoft.com/office/drawing/2014/main" id="{1B6BA0D2-3614-405C-8BB6-C5242154BADB}"/>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pic>
        <p:nvPicPr>
          <p:cNvPr id="3" name="Picture 2" descr="Microsoft Azure logo">
            <a:extLst>
              <a:ext uri="{FF2B5EF4-FFF2-40B4-BE49-F238E27FC236}">
                <a16:creationId xmlns:a16="http://schemas.microsoft.com/office/drawing/2014/main" id="{CF49581D-D3CF-40EF-B525-95539EB7C2D1}"/>
              </a:ext>
            </a:extLst>
          </p:cNvPr>
          <p:cNvPicPr>
            <a:picLocks noChangeAspect="1"/>
          </p:cNvPicPr>
          <p:nvPr userDrawn="1"/>
        </p:nvPicPr>
        <p:blipFill>
          <a:blip r:embed="rId2"/>
          <a:stretch>
            <a:fillRect/>
          </a:stretch>
        </p:blipFill>
        <p:spPr>
          <a:xfrm>
            <a:off x="136885" y="159691"/>
            <a:ext cx="2635247" cy="871753"/>
          </a:xfrm>
          <a:prstGeom prst="rect">
            <a:avLst/>
          </a:prstGeom>
        </p:spPr>
      </p:pic>
      <p:pic>
        <p:nvPicPr>
          <p:cNvPr id="4" name="Picture 3">
            <a:extLst>
              <a:ext uri="{FF2B5EF4-FFF2-40B4-BE49-F238E27FC236}">
                <a16:creationId xmlns:a16="http://schemas.microsoft.com/office/drawing/2014/main" id="{98CDC23F-FCF7-47E1-B4DA-D74A0C28B55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857617" y="0"/>
            <a:ext cx="5973790" cy="6858000"/>
          </a:xfrm>
          <a:prstGeom prst="rect">
            <a:avLst/>
          </a:prstGeom>
        </p:spPr>
      </p:pic>
    </p:spTree>
    <p:extLst>
      <p:ext uri="{BB962C8B-B14F-4D97-AF65-F5344CB8AC3E}">
        <p14:creationId xmlns:p14="http://schemas.microsoft.com/office/powerpoint/2010/main" val="3842161821"/>
      </p:ext>
    </p:extLst>
  </p:cSld>
  <p:clrMapOvr>
    <a:masterClrMapping/>
  </p:clrMapOvr>
  <p:transition>
    <p:fade/>
  </p:transition>
</p:sldLayout>
</file>

<file path=ppt/slideLayouts/slideLayout167.xml><?xml version="1.0" encoding="utf-8"?>
<p:sldLayout xmlns:a="http://schemas.openxmlformats.org/drawingml/2006/main" xmlns:r="http://schemas.openxmlformats.org/officeDocument/2006/relationships" xmlns:p="http://schemas.openxmlformats.org/presentationml/2006/main" showMasterSp="0" preserve="1" userDrawn="1">
  <p:cSld name="Title slide 4 with graphic">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3600" strike="noStrike" spc="-49" baseline="0">
                <a:solidFill>
                  <a:schemeClr val="tx1"/>
                </a:solidFill>
              </a:defRPr>
            </a:lvl1pPr>
          </a:lstStyle>
          <a:p>
            <a:r>
              <a:rPr lang="en-US"/>
              <a:t>Microsoft Azure title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38664"/>
          </a:xfrm>
          <a:prstGeom prst="rect">
            <a:avLst/>
          </a:prstGeom>
        </p:spPr>
        <p:txBody>
          <a:bodyPr/>
          <a:lstStyle>
            <a:lvl1pPr>
              <a:defRPr sz="1800">
                <a:solidFill>
                  <a:schemeClr val="tx1"/>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4" name="Footer Placeholder 1">
            <a:extLst>
              <a:ext uri="{FF2B5EF4-FFF2-40B4-BE49-F238E27FC236}">
                <a16:creationId xmlns:a16="http://schemas.microsoft.com/office/drawing/2014/main" id="{54FD6A87-9742-4B26-A085-EB77376E3B5E}"/>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pic>
        <p:nvPicPr>
          <p:cNvPr id="2" name="Picture 1" descr="Microsoft Azure logo">
            <a:extLst>
              <a:ext uri="{FF2B5EF4-FFF2-40B4-BE49-F238E27FC236}">
                <a16:creationId xmlns:a16="http://schemas.microsoft.com/office/drawing/2014/main" id="{FA6DB1E0-DB27-42BC-BA66-1A760537ACFA}"/>
              </a:ext>
            </a:extLst>
          </p:cNvPr>
          <p:cNvPicPr>
            <a:picLocks noChangeAspect="1"/>
          </p:cNvPicPr>
          <p:nvPr userDrawn="1"/>
        </p:nvPicPr>
        <p:blipFill>
          <a:blip r:embed="rId2"/>
          <a:stretch>
            <a:fillRect/>
          </a:stretch>
        </p:blipFill>
        <p:spPr>
          <a:xfrm>
            <a:off x="136885" y="159691"/>
            <a:ext cx="2635247" cy="871753"/>
          </a:xfrm>
          <a:prstGeom prst="rect">
            <a:avLst/>
          </a:prstGeom>
        </p:spPr>
      </p:pic>
      <p:grpSp>
        <p:nvGrpSpPr>
          <p:cNvPr id="11" name="Group 10">
            <a:extLst>
              <a:ext uri="{FF2B5EF4-FFF2-40B4-BE49-F238E27FC236}">
                <a16:creationId xmlns:a16="http://schemas.microsoft.com/office/drawing/2014/main" id="{DBCFDBAA-F2E9-4E84-AF9D-6B3ABCD9121B}"/>
              </a:ext>
            </a:extLst>
          </p:cNvPr>
          <p:cNvGrpSpPr/>
          <p:nvPr userDrawn="1"/>
        </p:nvGrpSpPr>
        <p:grpSpPr>
          <a:xfrm>
            <a:off x="6383137" y="589416"/>
            <a:ext cx="5671978" cy="5679168"/>
            <a:chOff x="6383137" y="589416"/>
            <a:chExt cx="5671978" cy="5679168"/>
          </a:xfrm>
        </p:grpSpPr>
        <p:sp>
          <p:nvSpPr>
            <p:cNvPr id="12" name="Oval 11">
              <a:extLst>
                <a:ext uri="{FF2B5EF4-FFF2-40B4-BE49-F238E27FC236}">
                  <a16:creationId xmlns:a16="http://schemas.microsoft.com/office/drawing/2014/main" id="{7F4A7F08-7570-4702-A949-4835CCE9B03E}"/>
                </a:ext>
                <a:ext uri="{C183D7F6-B498-43B3-948B-1728B52AA6E4}">
                  <adec:decorative xmlns:adec="http://schemas.microsoft.com/office/drawing/2017/decorative" val="1"/>
                </a:ext>
              </a:extLst>
            </p:cNvPr>
            <p:cNvSpPr/>
            <p:nvPr userDrawn="1"/>
          </p:nvSpPr>
          <p:spPr bwMode="auto">
            <a:xfrm>
              <a:off x="6383137" y="589416"/>
              <a:ext cx="5671978" cy="5679168"/>
            </a:xfrm>
            <a:prstGeom prst="ellipse">
              <a:avLst/>
            </a:prstGeom>
            <a:noFill/>
            <a:ln w="1905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grpSp>
          <p:nvGrpSpPr>
            <p:cNvPr id="13" name="Group 12">
              <a:extLst>
                <a:ext uri="{FF2B5EF4-FFF2-40B4-BE49-F238E27FC236}">
                  <a16:creationId xmlns:a16="http://schemas.microsoft.com/office/drawing/2014/main" id="{9E06BEA2-ABC1-4CD4-B9FC-F45A71AC9859}"/>
                </a:ext>
              </a:extLst>
            </p:cNvPr>
            <p:cNvGrpSpPr/>
            <p:nvPr userDrawn="1"/>
          </p:nvGrpSpPr>
          <p:grpSpPr>
            <a:xfrm>
              <a:off x="6600946" y="859776"/>
              <a:ext cx="5148588" cy="5138447"/>
              <a:chOff x="6600946" y="859776"/>
              <a:chExt cx="5148588" cy="5138447"/>
            </a:xfrm>
          </p:grpSpPr>
          <p:grpSp>
            <p:nvGrpSpPr>
              <p:cNvPr id="14" name="Graphic 1">
                <a:extLst>
                  <a:ext uri="{FF2B5EF4-FFF2-40B4-BE49-F238E27FC236}">
                    <a16:creationId xmlns:a16="http://schemas.microsoft.com/office/drawing/2014/main" id="{F9BAC21C-F989-4EBD-81C6-7EE9418B8FA2}"/>
                  </a:ext>
                </a:extLst>
              </p:cNvPr>
              <p:cNvGrpSpPr/>
              <p:nvPr/>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26" name="Freeform: Shape 25">
                  <a:extLst>
                    <a:ext uri="{FF2B5EF4-FFF2-40B4-BE49-F238E27FC236}">
                      <a16:creationId xmlns:a16="http://schemas.microsoft.com/office/drawing/2014/main" id="{D8DED2E4-1305-4F89-A5A3-E9F04ED34E0F}"/>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730" dirty="0"/>
                </a:p>
              </p:txBody>
            </p:sp>
            <p:sp>
              <p:nvSpPr>
                <p:cNvPr id="27" name="Freeform: Shape 26">
                  <a:extLst>
                    <a:ext uri="{FF2B5EF4-FFF2-40B4-BE49-F238E27FC236}">
                      <a16:creationId xmlns:a16="http://schemas.microsoft.com/office/drawing/2014/main" id="{8B8FDFD2-6DC2-46C3-BEBA-C3C38CB0E870}"/>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730" dirty="0"/>
                </a:p>
              </p:txBody>
            </p:sp>
            <p:sp>
              <p:nvSpPr>
                <p:cNvPr id="28" name="Freeform: Shape 27">
                  <a:extLst>
                    <a:ext uri="{FF2B5EF4-FFF2-40B4-BE49-F238E27FC236}">
                      <a16:creationId xmlns:a16="http://schemas.microsoft.com/office/drawing/2014/main" id="{6E4C7E11-B3E1-4D45-B156-5EC4DE2F6D98}"/>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730" dirty="0"/>
                </a:p>
              </p:txBody>
            </p:sp>
            <p:sp>
              <p:nvSpPr>
                <p:cNvPr id="29" name="Freeform: Shape 28">
                  <a:extLst>
                    <a:ext uri="{FF2B5EF4-FFF2-40B4-BE49-F238E27FC236}">
                      <a16:creationId xmlns:a16="http://schemas.microsoft.com/office/drawing/2014/main" id="{539C0DAE-0A7B-47B1-9D94-46CF71201782}"/>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730" dirty="0"/>
                </a:p>
              </p:txBody>
            </p:sp>
            <p:sp>
              <p:nvSpPr>
                <p:cNvPr id="30" name="Freeform: Shape 29">
                  <a:extLst>
                    <a:ext uri="{FF2B5EF4-FFF2-40B4-BE49-F238E27FC236}">
                      <a16:creationId xmlns:a16="http://schemas.microsoft.com/office/drawing/2014/main" id="{9ED92269-8257-43A2-A5A6-A5D8531C86D9}"/>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730" dirty="0"/>
                </a:p>
              </p:txBody>
            </p:sp>
            <p:sp>
              <p:nvSpPr>
                <p:cNvPr id="31" name="Freeform: Shape 30">
                  <a:extLst>
                    <a:ext uri="{FF2B5EF4-FFF2-40B4-BE49-F238E27FC236}">
                      <a16:creationId xmlns:a16="http://schemas.microsoft.com/office/drawing/2014/main" id="{210A87AF-2A78-4E38-9F04-A90BA7EFCCF9}"/>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730" dirty="0"/>
                </a:p>
              </p:txBody>
            </p:sp>
            <p:sp>
              <p:nvSpPr>
                <p:cNvPr id="32" name="Freeform: Shape 31">
                  <a:extLst>
                    <a:ext uri="{FF2B5EF4-FFF2-40B4-BE49-F238E27FC236}">
                      <a16:creationId xmlns:a16="http://schemas.microsoft.com/office/drawing/2014/main" id="{68AB032E-C55A-479E-967C-DDD3EBD31ACC}"/>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730" dirty="0"/>
                </a:p>
              </p:txBody>
            </p:sp>
            <p:sp>
              <p:nvSpPr>
                <p:cNvPr id="33" name="Freeform: Shape 32">
                  <a:extLst>
                    <a:ext uri="{FF2B5EF4-FFF2-40B4-BE49-F238E27FC236}">
                      <a16:creationId xmlns:a16="http://schemas.microsoft.com/office/drawing/2014/main" id="{0E920397-911B-4B13-9B54-DE6B738DA0CD}"/>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730" dirty="0"/>
                </a:p>
              </p:txBody>
            </p:sp>
            <p:sp>
              <p:nvSpPr>
                <p:cNvPr id="34" name="Freeform: Shape 33">
                  <a:extLst>
                    <a:ext uri="{FF2B5EF4-FFF2-40B4-BE49-F238E27FC236}">
                      <a16:creationId xmlns:a16="http://schemas.microsoft.com/office/drawing/2014/main" id="{96906B36-03C9-4D78-9F2B-7404A5256EC0}"/>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730" dirty="0"/>
                </a:p>
              </p:txBody>
            </p:sp>
            <p:sp>
              <p:nvSpPr>
                <p:cNvPr id="35" name="Freeform: Shape 34">
                  <a:extLst>
                    <a:ext uri="{FF2B5EF4-FFF2-40B4-BE49-F238E27FC236}">
                      <a16:creationId xmlns:a16="http://schemas.microsoft.com/office/drawing/2014/main" id="{45B1856C-F96B-402D-875F-EFB4AD53D798}"/>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730" dirty="0"/>
                </a:p>
              </p:txBody>
            </p:sp>
            <p:sp>
              <p:nvSpPr>
                <p:cNvPr id="36" name="Freeform: Shape 35">
                  <a:extLst>
                    <a:ext uri="{FF2B5EF4-FFF2-40B4-BE49-F238E27FC236}">
                      <a16:creationId xmlns:a16="http://schemas.microsoft.com/office/drawing/2014/main" id="{527EA758-0E18-46FC-B237-13A9D2CFBA88}"/>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730" dirty="0"/>
                </a:p>
              </p:txBody>
            </p:sp>
            <p:sp>
              <p:nvSpPr>
                <p:cNvPr id="37" name="Freeform: Shape 36">
                  <a:extLst>
                    <a:ext uri="{FF2B5EF4-FFF2-40B4-BE49-F238E27FC236}">
                      <a16:creationId xmlns:a16="http://schemas.microsoft.com/office/drawing/2014/main" id="{908C230E-B5F2-4289-94E6-3AA7884E2C18}"/>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730" dirty="0"/>
                </a:p>
              </p:txBody>
            </p:sp>
            <p:sp>
              <p:nvSpPr>
                <p:cNvPr id="38" name="Freeform: Shape 37">
                  <a:extLst>
                    <a:ext uri="{FF2B5EF4-FFF2-40B4-BE49-F238E27FC236}">
                      <a16:creationId xmlns:a16="http://schemas.microsoft.com/office/drawing/2014/main" id="{E4EA9F46-94E7-46E0-BE8E-F6DCFF2545C1}"/>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730" dirty="0"/>
                </a:p>
              </p:txBody>
            </p:sp>
            <p:sp>
              <p:nvSpPr>
                <p:cNvPr id="39" name="Freeform: Shape 38">
                  <a:extLst>
                    <a:ext uri="{FF2B5EF4-FFF2-40B4-BE49-F238E27FC236}">
                      <a16:creationId xmlns:a16="http://schemas.microsoft.com/office/drawing/2014/main" id="{39AEC4BE-26B9-48DE-994D-6F2CF0101081}"/>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730" dirty="0"/>
                </a:p>
              </p:txBody>
            </p:sp>
            <p:sp>
              <p:nvSpPr>
                <p:cNvPr id="40" name="Freeform: Shape 39">
                  <a:extLst>
                    <a:ext uri="{FF2B5EF4-FFF2-40B4-BE49-F238E27FC236}">
                      <a16:creationId xmlns:a16="http://schemas.microsoft.com/office/drawing/2014/main" id="{F0BD796C-8AF4-40D5-BB9A-908F59971CD7}"/>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730" dirty="0"/>
                </a:p>
              </p:txBody>
            </p:sp>
            <p:sp>
              <p:nvSpPr>
                <p:cNvPr id="41" name="Freeform: Shape 40">
                  <a:extLst>
                    <a:ext uri="{FF2B5EF4-FFF2-40B4-BE49-F238E27FC236}">
                      <a16:creationId xmlns:a16="http://schemas.microsoft.com/office/drawing/2014/main" id="{448D5FB5-0EA7-4531-99EE-40DBB5DB06BB}"/>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730" dirty="0"/>
                </a:p>
              </p:txBody>
            </p:sp>
            <p:sp>
              <p:nvSpPr>
                <p:cNvPr id="42" name="Freeform: Shape 41">
                  <a:extLst>
                    <a:ext uri="{FF2B5EF4-FFF2-40B4-BE49-F238E27FC236}">
                      <a16:creationId xmlns:a16="http://schemas.microsoft.com/office/drawing/2014/main" id="{0C1669B7-9FDA-4884-A519-157D40BC91A3}"/>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730" dirty="0"/>
                </a:p>
              </p:txBody>
            </p:sp>
            <p:sp>
              <p:nvSpPr>
                <p:cNvPr id="43" name="Freeform: Shape 42">
                  <a:extLst>
                    <a:ext uri="{FF2B5EF4-FFF2-40B4-BE49-F238E27FC236}">
                      <a16:creationId xmlns:a16="http://schemas.microsoft.com/office/drawing/2014/main" id="{DDF47D3A-C39D-447A-A0B5-A64D6B0BB3A7}"/>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730" dirty="0"/>
                </a:p>
              </p:txBody>
            </p:sp>
            <p:sp>
              <p:nvSpPr>
                <p:cNvPr id="44" name="Freeform: Shape 43">
                  <a:extLst>
                    <a:ext uri="{FF2B5EF4-FFF2-40B4-BE49-F238E27FC236}">
                      <a16:creationId xmlns:a16="http://schemas.microsoft.com/office/drawing/2014/main" id="{DBAD286D-44FA-469A-951B-64F495B9A811}"/>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730" dirty="0"/>
                </a:p>
              </p:txBody>
            </p:sp>
            <p:sp>
              <p:nvSpPr>
                <p:cNvPr id="45" name="Freeform: Shape 44">
                  <a:extLst>
                    <a:ext uri="{FF2B5EF4-FFF2-40B4-BE49-F238E27FC236}">
                      <a16:creationId xmlns:a16="http://schemas.microsoft.com/office/drawing/2014/main" id="{2E176131-CAD3-45CC-BEDF-6B6611AB620E}"/>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730" dirty="0"/>
                </a:p>
              </p:txBody>
            </p:sp>
            <p:sp>
              <p:nvSpPr>
                <p:cNvPr id="46" name="Freeform: Shape 45">
                  <a:extLst>
                    <a:ext uri="{FF2B5EF4-FFF2-40B4-BE49-F238E27FC236}">
                      <a16:creationId xmlns:a16="http://schemas.microsoft.com/office/drawing/2014/main" id="{4F78C6ED-873A-4154-B15B-2BC408976511}"/>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730" dirty="0"/>
                </a:p>
              </p:txBody>
            </p:sp>
            <p:sp>
              <p:nvSpPr>
                <p:cNvPr id="47" name="Freeform: Shape 46">
                  <a:extLst>
                    <a:ext uri="{FF2B5EF4-FFF2-40B4-BE49-F238E27FC236}">
                      <a16:creationId xmlns:a16="http://schemas.microsoft.com/office/drawing/2014/main" id="{04A7B95B-7472-40B2-854E-027E7157863B}"/>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730" dirty="0"/>
                </a:p>
              </p:txBody>
            </p:sp>
            <p:sp>
              <p:nvSpPr>
                <p:cNvPr id="48" name="Freeform: Shape 47">
                  <a:extLst>
                    <a:ext uri="{FF2B5EF4-FFF2-40B4-BE49-F238E27FC236}">
                      <a16:creationId xmlns:a16="http://schemas.microsoft.com/office/drawing/2014/main" id="{D1E0D023-04AB-4EA7-86EB-5DC683506A93}"/>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730" dirty="0"/>
                </a:p>
              </p:txBody>
            </p:sp>
            <p:sp>
              <p:nvSpPr>
                <p:cNvPr id="49" name="Freeform: Shape 48">
                  <a:extLst>
                    <a:ext uri="{FF2B5EF4-FFF2-40B4-BE49-F238E27FC236}">
                      <a16:creationId xmlns:a16="http://schemas.microsoft.com/office/drawing/2014/main" id="{133E4CB6-70DA-48B3-919F-934A01EAB393}"/>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730" dirty="0"/>
                </a:p>
              </p:txBody>
            </p:sp>
          </p:grpSp>
          <p:sp>
            <p:nvSpPr>
              <p:cNvPr id="15" name="Oval 14">
                <a:extLst>
                  <a:ext uri="{FF2B5EF4-FFF2-40B4-BE49-F238E27FC236}">
                    <a16:creationId xmlns:a16="http://schemas.microsoft.com/office/drawing/2014/main" id="{EBEFECB7-4083-436F-9B0E-F4A5179D71CD}"/>
                  </a:ext>
                </a:extLst>
              </p:cNvPr>
              <p:cNvSpPr/>
              <p:nvPr userDrawn="1"/>
            </p:nvSpPr>
            <p:spPr bwMode="auto">
              <a:xfrm>
                <a:off x="7282905" y="3548967"/>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16" name="Oval 15">
                <a:extLst>
                  <a:ext uri="{FF2B5EF4-FFF2-40B4-BE49-F238E27FC236}">
                    <a16:creationId xmlns:a16="http://schemas.microsoft.com/office/drawing/2014/main" id="{BEB8C8F2-2DD9-4204-9366-0C9D26A0AD87}"/>
                  </a:ext>
                </a:extLst>
              </p:cNvPr>
              <p:cNvSpPr/>
              <p:nvPr userDrawn="1"/>
            </p:nvSpPr>
            <p:spPr bwMode="auto">
              <a:xfrm>
                <a:off x="10896617" y="2909240"/>
                <a:ext cx="124272" cy="12429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17" name="Oval 16">
                <a:extLst>
                  <a:ext uri="{FF2B5EF4-FFF2-40B4-BE49-F238E27FC236}">
                    <a16:creationId xmlns:a16="http://schemas.microsoft.com/office/drawing/2014/main" id="{65AFF4B0-EBFA-4304-9DEC-A90263124089}"/>
                  </a:ext>
                </a:extLst>
              </p:cNvPr>
              <p:cNvSpPr/>
              <p:nvPr userDrawn="1"/>
            </p:nvSpPr>
            <p:spPr bwMode="auto">
              <a:xfrm>
                <a:off x="9437993" y="5187887"/>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18" name="Oval 17">
                <a:extLst>
                  <a:ext uri="{FF2B5EF4-FFF2-40B4-BE49-F238E27FC236}">
                    <a16:creationId xmlns:a16="http://schemas.microsoft.com/office/drawing/2014/main" id="{D73375B9-2A69-4279-BA8B-9EC491045BEE}"/>
                  </a:ext>
                </a:extLst>
              </p:cNvPr>
              <p:cNvSpPr/>
              <p:nvPr userDrawn="1"/>
            </p:nvSpPr>
            <p:spPr bwMode="auto">
              <a:xfrm>
                <a:off x="9087616" y="1541433"/>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19" name="Oval 18">
                <a:extLst>
                  <a:ext uri="{FF2B5EF4-FFF2-40B4-BE49-F238E27FC236}">
                    <a16:creationId xmlns:a16="http://schemas.microsoft.com/office/drawing/2014/main" id="{D8A2E957-C140-4B29-99D3-6FD7746A180A}"/>
                  </a:ext>
                </a:extLst>
              </p:cNvPr>
              <p:cNvSpPr/>
              <p:nvPr userDrawn="1"/>
            </p:nvSpPr>
            <p:spPr bwMode="auto">
              <a:xfrm>
                <a:off x="9052314" y="3314275"/>
                <a:ext cx="229418" cy="22945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20" name="Oval 19">
                <a:extLst>
                  <a:ext uri="{FF2B5EF4-FFF2-40B4-BE49-F238E27FC236}">
                    <a16:creationId xmlns:a16="http://schemas.microsoft.com/office/drawing/2014/main" id="{16300C53-36AA-4E7E-AD14-AC9AE750D286}"/>
                  </a:ext>
                </a:extLst>
              </p:cNvPr>
              <p:cNvSpPr/>
              <p:nvPr userDrawn="1"/>
            </p:nvSpPr>
            <p:spPr bwMode="auto">
              <a:xfrm>
                <a:off x="9104887" y="2889394"/>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21" name="Oval 20">
                <a:extLst>
                  <a:ext uri="{FF2B5EF4-FFF2-40B4-BE49-F238E27FC236}">
                    <a16:creationId xmlns:a16="http://schemas.microsoft.com/office/drawing/2014/main" id="{88B58FA7-A703-425C-9BB9-EBB81A1881A8}"/>
                  </a:ext>
                </a:extLst>
              </p:cNvPr>
              <p:cNvSpPr/>
              <p:nvPr userDrawn="1"/>
            </p:nvSpPr>
            <p:spPr bwMode="auto">
              <a:xfrm>
                <a:off x="9104887" y="3844315"/>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22" name="Oval 21">
                <a:extLst>
                  <a:ext uri="{FF2B5EF4-FFF2-40B4-BE49-F238E27FC236}">
                    <a16:creationId xmlns:a16="http://schemas.microsoft.com/office/drawing/2014/main" id="{D546F9A5-1FE0-4E97-B232-0045AB1672E9}"/>
                  </a:ext>
                </a:extLst>
              </p:cNvPr>
              <p:cNvSpPr/>
              <p:nvPr userDrawn="1"/>
            </p:nvSpPr>
            <p:spPr bwMode="auto">
              <a:xfrm rot="16200000">
                <a:off x="8628699"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23" name="Oval 22">
                <a:extLst>
                  <a:ext uri="{FF2B5EF4-FFF2-40B4-BE49-F238E27FC236}">
                    <a16:creationId xmlns:a16="http://schemas.microsoft.com/office/drawing/2014/main" id="{DA46D431-056B-4B33-A543-EB40F0760605}"/>
                  </a:ext>
                </a:extLst>
              </p:cNvPr>
              <p:cNvSpPr/>
              <p:nvPr userDrawn="1"/>
            </p:nvSpPr>
            <p:spPr bwMode="auto">
              <a:xfrm rot="16200000">
                <a:off x="9583486"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grpSp>
      </p:grpSp>
    </p:spTree>
    <p:extLst>
      <p:ext uri="{BB962C8B-B14F-4D97-AF65-F5344CB8AC3E}">
        <p14:creationId xmlns:p14="http://schemas.microsoft.com/office/powerpoint/2010/main" val="466574218"/>
      </p:ext>
    </p:extLst>
  </p:cSld>
  <p:clrMapOvr>
    <a:masterClrMapping/>
  </p:clrMapOvr>
  <p:transition>
    <p:fade/>
  </p:transition>
</p:sldLayout>
</file>

<file path=ppt/slideLayouts/slideLayout168.xml><?xml version="1.0" encoding="utf-8"?>
<p:sldLayout xmlns:a="http://schemas.openxmlformats.org/drawingml/2006/main" xmlns:r="http://schemas.openxmlformats.org/officeDocument/2006/relationships" xmlns:p="http://schemas.openxmlformats.org/presentationml/2006/main" showMasterSp="0" preserve="1" userDrawn="1">
  <p:cSld name="1_Title slide 4 with graphic">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3600" strike="noStrike" spc="-49" baseline="0">
                <a:solidFill>
                  <a:schemeClr val="tx1"/>
                </a:solidFill>
              </a:defRPr>
            </a:lvl1pPr>
          </a:lstStyle>
          <a:p>
            <a:r>
              <a:rPr lang="en-US"/>
              <a:t>Microsoft Azure title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38664"/>
          </a:xfrm>
          <a:prstGeom prst="rect">
            <a:avLst/>
          </a:prstGeom>
        </p:spPr>
        <p:txBody>
          <a:bodyPr/>
          <a:lstStyle>
            <a:lvl1pPr>
              <a:defRPr sz="1800">
                <a:solidFill>
                  <a:schemeClr val="tx1"/>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pic>
        <p:nvPicPr>
          <p:cNvPr id="2" name="Picture 1" descr="Microsoft Azure logo">
            <a:extLst>
              <a:ext uri="{FF2B5EF4-FFF2-40B4-BE49-F238E27FC236}">
                <a16:creationId xmlns:a16="http://schemas.microsoft.com/office/drawing/2014/main" id="{FA6DB1E0-DB27-42BC-BA66-1A760537ACFA}"/>
              </a:ext>
            </a:extLst>
          </p:cNvPr>
          <p:cNvPicPr>
            <a:picLocks noChangeAspect="1"/>
          </p:cNvPicPr>
          <p:nvPr userDrawn="1"/>
        </p:nvPicPr>
        <p:blipFill>
          <a:blip r:embed="rId2"/>
          <a:stretch>
            <a:fillRect/>
          </a:stretch>
        </p:blipFill>
        <p:spPr>
          <a:xfrm>
            <a:off x="136885" y="159691"/>
            <a:ext cx="2635247" cy="871753"/>
          </a:xfrm>
          <a:prstGeom prst="rect">
            <a:avLst/>
          </a:prstGeom>
        </p:spPr>
      </p:pic>
      <p:sp>
        <p:nvSpPr>
          <p:cNvPr id="50" name="Rectangle 49">
            <a:extLst>
              <a:ext uri="{FF2B5EF4-FFF2-40B4-BE49-F238E27FC236}">
                <a16:creationId xmlns:a16="http://schemas.microsoft.com/office/drawing/2014/main" id="{37A90BB7-A791-4B6C-91BF-8EF300476D7D}"/>
              </a:ext>
            </a:extLst>
          </p:cNvPr>
          <p:cNvSpPr/>
          <p:nvPr userDrawn="1"/>
        </p:nvSpPr>
        <p:spPr bwMode="auto">
          <a:xfrm>
            <a:off x="6229842" y="0"/>
            <a:ext cx="5962158"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pic>
        <p:nvPicPr>
          <p:cNvPr id="51" name="Picture 50">
            <a:extLst>
              <a:ext uri="{FF2B5EF4-FFF2-40B4-BE49-F238E27FC236}">
                <a16:creationId xmlns:a16="http://schemas.microsoft.com/office/drawing/2014/main" id="{C19A079F-8B9D-449D-B420-F4EF7A1D5E94}"/>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a:stretch/>
        </p:blipFill>
        <p:spPr>
          <a:xfrm>
            <a:off x="6111901" y="0"/>
            <a:ext cx="6080099" cy="6858000"/>
          </a:xfrm>
          <a:prstGeom prst="rect">
            <a:avLst/>
          </a:prstGeom>
        </p:spPr>
      </p:pic>
      <p:grpSp>
        <p:nvGrpSpPr>
          <p:cNvPr id="52" name="Graphic 1">
            <a:extLst>
              <a:ext uri="{FF2B5EF4-FFF2-40B4-BE49-F238E27FC236}">
                <a16:creationId xmlns:a16="http://schemas.microsoft.com/office/drawing/2014/main" id="{5A01E4FF-5A22-4C56-92F1-ED8F3BCB3235}"/>
              </a:ext>
            </a:extLst>
          </p:cNvPr>
          <p:cNvGrpSpPr/>
          <p:nvPr userDrawn="1"/>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53" name="Freeform: Shape 52">
              <a:extLst>
                <a:ext uri="{FF2B5EF4-FFF2-40B4-BE49-F238E27FC236}">
                  <a16:creationId xmlns:a16="http://schemas.microsoft.com/office/drawing/2014/main" id="{C711E0EF-4FC5-4891-9FB4-432207A728CB}"/>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730" dirty="0"/>
            </a:p>
          </p:txBody>
        </p:sp>
        <p:sp>
          <p:nvSpPr>
            <p:cNvPr id="54" name="Freeform: Shape 53">
              <a:extLst>
                <a:ext uri="{FF2B5EF4-FFF2-40B4-BE49-F238E27FC236}">
                  <a16:creationId xmlns:a16="http://schemas.microsoft.com/office/drawing/2014/main" id="{EE57641A-AF3E-400C-8AA7-F20209F92A70}"/>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730" dirty="0"/>
            </a:p>
          </p:txBody>
        </p:sp>
        <p:sp>
          <p:nvSpPr>
            <p:cNvPr id="55" name="Freeform: Shape 54">
              <a:extLst>
                <a:ext uri="{FF2B5EF4-FFF2-40B4-BE49-F238E27FC236}">
                  <a16:creationId xmlns:a16="http://schemas.microsoft.com/office/drawing/2014/main" id="{512C9A55-F38D-4E3B-9DE0-DD7DDD71FA33}"/>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730" dirty="0"/>
            </a:p>
          </p:txBody>
        </p:sp>
        <p:sp>
          <p:nvSpPr>
            <p:cNvPr id="56" name="Freeform: Shape 55">
              <a:extLst>
                <a:ext uri="{FF2B5EF4-FFF2-40B4-BE49-F238E27FC236}">
                  <a16:creationId xmlns:a16="http://schemas.microsoft.com/office/drawing/2014/main" id="{7E03F946-CF4F-4204-BF2F-E0902150AD1D}"/>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730" dirty="0"/>
            </a:p>
          </p:txBody>
        </p:sp>
        <p:sp>
          <p:nvSpPr>
            <p:cNvPr id="57" name="Freeform: Shape 56">
              <a:extLst>
                <a:ext uri="{FF2B5EF4-FFF2-40B4-BE49-F238E27FC236}">
                  <a16:creationId xmlns:a16="http://schemas.microsoft.com/office/drawing/2014/main" id="{49B09F87-946A-433D-9992-D7E3FD05FD8E}"/>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730" dirty="0"/>
            </a:p>
          </p:txBody>
        </p:sp>
        <p:sp>
          <p:nvSpPr>
            <p:cNvPr id="58" name="Freeform: Shape 57">
              <a:extLst>
                <a:ext uri="{FF2B5EF4-FFF2-40B4-BE49-F238E27FC236}">
                  <a16:creationId xmlns:a16="http://schemas.microsoft.com/office/drawing/2014/main" id="{C1337210-8357-4989-A7CC-EB827443CBC2}"/>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730" dirty="0"/>
            </a:p>
          </p:txBody>
        </p:sp>
        <p:sp>
          <p:nvSpPr>
            <p:cNvPr id="59" name="Freeform: Shape 58">
              <a:extLst>
                <a:ext uri="{FF2B5EF4-FFF2-40B4-BE49-F238E27FC236}">
                  <a16:creationId xmlns:a16="http://schemas.microsoft.com/office/drawing/2014/main" id="{154D1046-5571-428F-B448-271030D0E9A0}"/>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730" dirty="0"/>
            </a:p>
          </p:txBody>
        </p:sp>
        <p:sp>
          <p:nvSpPr>
            <p:cNvPr id="60" name="Freeform: Shape 59">
              <a:extLst>
                <a:ext uri="{FF2B5EF4-FFF2-40B4-BE49-F238E27FC236}">
                  <a16:creationId xmlns:a16="http://schemas.microsoft.com/office/drawing/2014/main" id="{819848F5-A2B8-443D-AF22-97FB2DF4876B}"/>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730" dirty="0"/>
            </a:p>
          </p:txBody>
        </p:sp>
        <p:sp>
          <p:nvSpPr>
            <p:cNvPr id="61" name="Freeform: Shape 60">
              <a:extLst>
                <a:ext uri="{FF2B5EF4-FFF2-40B4-BE49-F238E27FC236}">
                  <a16:creationId xmlns:a16="http://schemas.microsoft.com/office/drawing/2014/main" id="{F986B27C-1D7B-46FA-94A0-188DCF22FF54}"/>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730" dirty="0"/>
            </a:p>
          </p:txBody>
        </p:sp>
        <p:sp>
          <p:nvSpPr>
            <p:cNvPr id="62" name="Freeform: Shape 61">
              <a:extLst>
                <a:ext uri="{FF2B5EF4-FFF2-40B4-BE49-F238E27FC236}">
                  <a16:creationId xmlns:a16="http://schemas.microsoft.com/office/drawing/2014/main" id="{88941C66-D972-4E5A-B7CD-58766B53DD2B}"/>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730" dirty="0"/>
            </a:p>
          </p:txBody>
        </p:sp>
        <p:sp>
          <p:nvSpPr>
            <p:cNvPr id="63" name="Freeform: Shape 62">
              <a:extLst>
                <a:ext uri="{FF2B5EF4-FFF2-40B4-BE49-F238E27FC236}">
                  <a16:creationId xmlns:a16="http://schemas.microsoft.com/office/drawing/2014/main" id="{CC2E0FF5-A5BB-4D0F-8410-10DCCFA64505}"/>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730" dirty="0"/>
            </a:p>
          </p:txBody>
        </p:sp>
        <p:sp>
          <p:nvSpPr>
            <p:cNvPr id="64" name="Freeform: Shape 63">
              <a:extLst>
                <a:ext uri="{FF2B5EF4-FFF2-40B4-BE49-F238E27FC236}">
                  <a16:creationId xmlns:a16="http://schemas.microsoft.com/office/drawing/2014/main" id="{0A798B21-078E-4812-94B9-30093D70246A}"/>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730" dirty="0"/>
            </a:p>
          </p:txBody>
        </p:sp>
        <p:sp>
          <p:nvSpPr>
            <p:cNvPr id="65" name="Freeform: Shape 64">
              <a:extLst>
                <a:ext uri="{FF2B5EF4-FFF2-40B4-BE49-F238E27FC236}">
                  <a16:creationId xmlns:a16="http://schemas.microsoft.com/office/drawing/2014/main" id="{AC19297F-DA07-4516-9BBF-8659DF752EE0}"/>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730" dirty="0"/>
            </a:p>
          </p:txBody>
        </p:sp>
        <p:sp>
          <p:nvSpPr>
            <p:cNvPr id="66" name="Freeform: Shape 65">
              <a:extLst>
                <a:ext uri="{FF2B5EF4-FFF2-40B4-BE49-F238E27FC236}">
                  <a16:creationId xmlns:a16="http://schemas.microsoft.com/office/drawing/2014/main" id="{A3AE18E5-A02F-40DE-8341-C45B4B2DA52E}"/>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730" dirty="0"/>
            </a:p>
          </p:txBody>
        </p:sp>
        <p:sp>
          <p:nvSpPr>
            <p:cNvPr id="67" name="Freeform: Shape 66">
              <a:extLst>
                <a:ext uri="{FF2B5EF4-FFF2-40B4-BE49-F238E27FC236}">
                  <a16:creationId xmlns:a16="http://schemas.microsoft.com/office/drawing/2014/main" id="{54B1BE0D-C50F-42D3-A3BE-D285180D9CB2}"/>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730" dirty="0"/>
            </a:p>
          </p:txBody>
        </p:sp>
        <p:sp>
          <p:nvSpPr>
            <p:cNvPr id="68" name="Freeform: Shape 67">
              <a:extLst>
                <a:ext uri="{FF2B5EF4-FFF2-40B4-BE49-F238E27FC236}">
                  <a16:creationId xmlns:a16="http://schemas.microsoft.com/office/drawing/2014/main" id="{4AC3DEFB-97DD-4FF8-B76B-919126D6964B}"/>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730" dirty="0"/>
            </a:p>
          </p:txBody>
        </p:sp>
        <p:sp>
          <p:nvSpPr>
            <p:cNvPr id="69" name="Freeform: Shape 68">
              <a:extLst>
                <a:ext uri="{FF2B5EF4-FFF2-40B4-BE49-F238E27FC236}">
                  <a16:creationId xmlns:a16="http://schemas.microsoft.com/office/drawing/2014/main" id="{F623C448-0661-484F-B7A8-47CBF1594BD4}"/>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730" dirty="0"/>
            </a:p>
          </p:txBody>
        </p:sp>
        <p:sp>
          <p:nvSpPr>
            <p:cNvPr id="70" name="Freeform: Shape 69">
              <a:extLst>
                <a:ext uri="{FF2B5EF4-FFF2-40B4-BE49-F238E27FC236}">
                  <a16:creationId xmlns:a16="http://schemas.microsoft.com/office/drawing/2014/main" id="{188BFF0F-1D22-4EED-8860-C0B3607D7819}"/>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730" dirty="0"/>
            </a:p>
          </p:txBody>
        </p:sp>
        <p:sp>
          <p:nvSpPr>
            <p:cNvPr id="71" name="Freeform: Shape 70">
              <a:extLst>
                <a:ext uri="{FF2B5EF4-FFF2-40B4-BE49-F238E27FC236}">
                  <a16:creationId xmlns:a16="http://schemas.microsoft.com/office/drawing/2014/main" id="{DB04FF8B-5663-4D9F-8998-56DE0135037F}"/>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730" dirty="0"/>
            </a:p>
          </p:txBody>
        </p:sp>
        <p:sp>
          <p:nvSpPr>
            <p:cNvPr id="72" name="Freeform: Shape 71">
              <a:extLst>
                <a:ext uri="{FF2B5EF4-FFF2-40B4-BE49-F238E27FC236}">
                  <a16:creationId xmlns:a16="http://schemas.microsoft.com/office/drawing/2014/main" id="{C0D23933-3442-4AC6-93FA-7696EEE1947F}"/>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730" dirty="0"/>
            </a:p>
          </p:txBody>
        </p:sp>
        <p:sp>
          <p:nvSpPr>
            <p:cNvPr id="73" name="Freeform: Shape 72">
              <a:extLst>
                <a:ext uri="{FF2B5EF4-FFF2-40B4-BE49-F238E27FC236}">
                  <a16:creationId xmlns:a16="http://schemas.microsoft.com/office/drawing/2014/main" id="{DC167EC8-E930-4642-820D-FDD0E7335674}"/>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730" dirty="0"/>
            </a:p>
          </p:txBody>
        </p:sp>
        <p:sp>
          <p:nvSpPr>
            <p:cNvPr id="74" name="Freeform: Shape 73">
              <a:extLst>
                <a:ext uri="{FF2B5EF4-FFF2-40B4-BE49-F238E27FC236}">
                  <a16:creationId xmlns:a16="http://schemas.microsoft.com/office/drawing/2014/main" id="{84E621B6-517E-4FA3-B245-DCC6EF568FBA}"/>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730" dirty="0"/>
            </a:p>
          </p:txBody>
        </p:sp>
        <p:sp>
          <p:nvSpPr>
            <p:cNvPr id="75" name="Freeform: Shape 74">
              <a:extLst>
                <a:ext uri="{FF2B5EF4-FFF2-40B4-BE49-F238E27FC236}">
                  <a16:creationId xmlns:a16="http://schemas.microsoft.com/office/drawing/2014/main" id="{9BC4E032-2A0F-4F5F-80CC-02979FEE6038}"/>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730" dirty="0"/>
            </a:p>
          </p:txBody>
        </p:sp>
        <p:sp>
          <p:nvSpPr>
            <p:cNvPr id="76" name="Freeform: Shape 75">
              <a:extLst>
                <a:ext uri="{FF2B5EF4-FFF2-40B4-BE49-F238E27FC236}">
                  <a16:creationId xmlns:a16="http://schemas.microsoft.com/office/drawing/2014/main" id="{66E38735-30F9-43CF-A0FB-835E4191BCA9}"/>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730" dirty="0"/>
            </a:p>
          </p:txBody>
        </p:sp>
      </p:grpSp>
      <p:sp>
        <p:nvSpPr>
          <p:cNvPr id="3" name="Footer Placeholder 1">
            <a:extLst>
              <a:ext uri="{FF2B5EF4-FFF2-40B4-BE49-F238E27FC236}">
                <a16:creationId xmlns:a16="http://schemas.microsoft.com/office/drawing/2014/main" id="{8B88EB9B-5426-4E42-BCAA-53723B726B44}"/>
              </a:ext>
            </a:extLst>
          </p:cNvPr>
          <p:cNvSpPr txBox="1">
            <a:spLocks/>
          </p:cNvSpPr>
          <p:nvPr userDrawn="1"/>
        </p:nvSpPr>
        <p:spPr>
          <a:xfrm>
            <a:off x="442466"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r>
              <a:rPr lang="en-US" dirty="0"/>
              <a:t>© Copyright Microsoft Corporation. All rights reserved.</a:t>
            </a:r>
          </a:p>
        </p:txBody>
      </p:sp>
    </p:spTree>
    <p:extLst>
      <p:ext uri="{BB962C8B-B14F-4D97-AF65-F5344CB8AC3E}">
        <p14:creationId xmlns:p14="http://schemas.microsoft.com/office/powerpoint/2010/main" val="3650107847"/>
      </p:ext>
    </p:extLst>
  </p:cSld>
  <p:clrMapOvr>
    <a:masterClrMapping/>
  </p:clrMapOvr>
  <p:transition>
    <p:fade/>
  </p:transition>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5" name="Footer Placeholder 1">
            <a:extLst>
              <a:ext uri="{FF2B5EF4-FFF2-40B4-BE49-F238E27FC236}">
                <a16:creationId xmlns:a16="http://schemas.microsoft.com/office/drawing/2014/main" id="{EC2D8BCE-5DFE-4182-9B53-DC1422F668B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4107187434"/>
      </p:ext>
    </p:extLst>
  </p:cSld>
  <p:clrMapOvr>
    <a:masterClrMapping/>
  </p:clrMapOvr>
  <p:transition>
    <p:fade/>
  </p:transition>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
        <p:nvSpPr>
          <p:cNvPr id="5" name="Footer Placeholder 1">
            <a:extLst>
              <a:ext uri="{FF2B5EF4-FFF2-40B4-BE49-F238E27FC236}">
                <a16:creationId xmlns:a16="http://schemas.microsoft.com/office/drawing/2014/main" id="{8ED00628-11CE-4014-89C6-CD5E5AF5AAFC}"/>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912531730"/>
      </p:ext>
    </p:extLst>
  </p:cSld>
  <p:clrMapOvr>
    <a:masterClrMapping/>
  </p:clrMapOvr>
  <p:transition>
    <p:fade/>
  </p:transition>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Title and subheadin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4CBFC5-126D-4E5D-BA79-A65662FA3631}"/>
              </a:ext>
            </a:extLst>
          </p:cNvPr>
          <p:cNvSpPr>
            <a:spLocks noGrp="1"/>
          </p:cNvSpPr>
          <p:nvPr>
            <p:ph type="title"/>
          </p:nvPr>
        </p:nvSpPr>
        <p:spPr>
          <a:xfrm>
            <a:off x="418643" y="440494"/>
            <a:ext cx="11341268" cy="642840"/>
          </a:xfrm>
        </p:spPr>
        <p:txBody>
          <a:bodyPr/>
          <a:lstStyle/>
          <a:p>
            <a:r>
              <a:rPr lang="en-US"/>
              <a:t>Click to edit Master title style</a:t>
            </a:r>
          </a:p>
        </p:txBody>
      </p:sp>
      <p:sp>
        <p:nvSpPr>
          <p:cNvPr id="4" name="Text Placeholder 3">
            <a:extLst>
              <a:ext uri="{FF2B5EF4-FFF2-40B4-BE49-F238E27FC236}">
                <a16:creationId xmlns:a16="http://schemas.microsoft.com/office/drawing/2014/main" id="{DB521330-4B4A-4C5F-85CF-D5CBC2772D39}"/>
              </a:ext>
            </a:extLst>
          </p:cNvPr>
          <p:cNvSpPr>
            <a:spLocks noGrp="1"/>
          </p:cNvSpPr>
          <p:nvPr>
            <p:ph type="body" sz="quarter" idx="10" hasCustomPrompt="1"/>
          </p:nvPr>
        </p:nvSpPr>
        <p:spPr>
          <a:xfrm>
            <a:off x="418643" y="1083334"/>
            <a:ext cx="11341268" cy="400110"/>
          </a:xfrm>
          <a:prstGeom prst="rect">
            <a:avLst/>
          </a:prstGeom>
        </p:spPr>
        <p:txBody>
          <a:bodyPr lIns="0" tIns="45720" rIns="0" bIns="45720"/>
          <a:lstStyle>
            <a:lvl1pPr>
              <a:defRPr sz="2000" spc="0">
                <a:solidFill>
                  <a:schemeClr val="accent4"/>
                </a:solidFill>
              </a:defRPr>
            </a:lvl1pPr>
          </a:lstStyle>
          <a:p>
            <a:r>
              <a:rPr lang="en-US"/>
              <a:t>Subheading Segoe UI </a:t>
            </a:r>
            <a:r>
              <a:rPr lang="en-US" err="1"/>
              <a:t>Semibold</a:t>
            </a:r>
            <a:r>
              <a:rPr lang="en-US"/>
              <a:t> 20 </a:t>
            </a:r>
            <a:r>
              <a:rPr lang="en-US" err="1"/>
              <a:t>pt</a:t>
            </a:r>
            <a:endParaRPr lang="en-US"/>
          </a:p>
        </p:txBody>
      </p:sp>
      <p:sp>
        <p:nvSpPr>
          <p:cNvPr id="3" name="Footer Placeholder 1">
            <a:extLst>
              <a:ext uri="{FF2B5EF4-FFF2-40B4-BE49-F238E27FC236}">
                <a16:creationId xmlns:a16="http://schemas.microsoft.com/office/drawing/2014/main" id="{F1375FA3-68AA-4B3B-BB83-932D76211D48}"/>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4125301356"/>
      </p:ext>
    </p:extLst>
  </p:cSld>
  <p:clrMapOvr>
    <a:masterClrMapping/>
  </p:clrMapOvr>
  <p:transition>
    <p:fade/>
  </p:transition>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Text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6" name="Text Placeholder 5">
            <a:extLst>
              <a:ext uri="{FF2B5EF4-FFF2-40B4-BE49-F238E27FC236}">
                <a16:creationId xmlns:a16="http://schemas.microsoft.com/office/drawing/2014/main" id="{14D7AC5C-A0C4-4850-8CA1-CF211FDC36CF}"/>
              </a:ext>
            </a:extLst>
          </p:cNvPr>
          <p:cNvSpPr>
            <a:spLocks noGrp="1"/>
          </p:cNvSpPr>
          <p:nvPr>
            <p:ph type="body" sz="quarter" idx="10"/>
          </p:nvPr>
        </p:nvSpPr>
        <p:spPr>
          <a:xfrm>
            <a:off x="419100" y="1457326"/>
            <a:ext cx="11341100" cy="1808637"/>
          </a:xfrm>
          <a:prstGeom prst="rect">
            <a:avLst/>
          </a:prstGeo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1">
            <a:extLst>
              <a:ext uri="{FF2B5EF4-FFF2-40B4-BE49-F238E27FC236}">
                <a16:creationId xmlns:a16="http://schemas.microsoft.com/office/drawing/2014/main" id="{38846C7A-1465-453E-954F-398A9C851325}"/>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383953445"/>
      </p:ext>
    </p:extLst>
  </p:cSld>
  <p:clrMapOvr>
    <a:masterClrMapping/>
  </p:clrMapOvr>
  <p:transition>
    <p:fade/>
  </p:transition>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Text Layout with footnot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8" name="Text Placeholder 7">
            <a:extLst>
              <a:ext uri="{FF2B5EF4-FFF2-40B4-BE49-F238E27FC236}">
                <a16:creationId xmlns:a16="http://schemas.microsoft.com/office/drawing/2014/main" id="{48CAB561-C133-479D-8083-6FF5A870672B}"/>
              </a:ext>
            </a:extLst>
          </p:cNvPr>
          <p:cNvSpPr>
            <a:spLocks noGrp="1"/>
          </p:cNvSpPr>
          <p:nvPr>
            <p:ph type="body" sz="quarter" idx="12"/>
          </p:nvPr>
        </p:nvSpPr>
        <p:spPr>
          <a:xfrm>
            <a:off x="418643" y="1457325"/>
            <a:ext cx="11354257" cy="1808637"/>
          </a:xfrm>
          <a:prstGeom prst="rect">
            <a:avLst/>
          </a:prstGeom>
        </p:spPr>
        <p:txBody>
          <a:bodyPr lIns="0" r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F5777EA2-9454-422E-AEC3-45CEC596AEB8}"/>
              </a:ext>
            </a:extLst>
          </p:cNvPr>
          <p:cNvSpPr/>
          <p:nvPr userDrawn="1"/>
        </p:nvSpPr>
        <p:spPr bwMode="auto">
          <a:xfrm>
            <a:off x="0" y="4991100"/>
            <a:ext cx="12192000" cy="53340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764357BA-0098-4BE6-A38B-76E4D9E64E6E}"/>
              </a:ext>
            </a:extLst>
          </p:cNvPr>
          <p:cNvSpPr>
            <a:spLocks noGrp="1"/>
          </p:cNvSpPr>
          <p:nvPr>
            <p:ph type="body" sz="quarter" idx="11"/>
          </p:nvPr>
        </p:nvSpPr>
        <p:spPr>
          <a:xfrm>
            <a:off x="418643" y="5057746"/>
            <a:ext cx="11341268" cy="400110"/>
          </a:xfrm>
          <a:prstGeom prst="rect">
            <a:avLst/>
          </a:prstGeom>
        </p:spPr>
        <p:txBody>
          <a:bodyPr lIns="0" rIns="0" anchor="ctr"/>
          <a:lstStyle>
            <a:lvl1pPr>
              <a:defRPr sz="2000"/>
            </a:lvl1pPr>
          </a:lstStyle>
          <a:p>
            <a:pPr lvl="0"/>
            <a:r>
              <a:rPr lang="en-US"/>
              <a:t>Click to edit Master text styles</a:t>
            </a:r>
          </a:p>
        </p:txBody>
      </p:sp>
      <p:sp>
        <p:nvSpPr>
          <p:cNvPr id="10" name="Footer Placeholder 1">
            <a:extLst>
              <a:ext uri="{FF2B5EF4-FFF2-40B4-BE49-F238E27FC236}">
                <a16:creationId xmlns:a16="http://schemas.microsoft.com/office/drawing/2014/main" id="{D2D727ED-2407-4339-9A8E-2F5298EDCC0D}"/>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163737691"/>
      </p:ext>
    </p:extLst>
  </p:cSld>
  <p:clrMapOvr>
    <a:masterClrMapping/>
  </p:clrMapOvr>
  <p:transition>
    <p:fade/>
  </p:transition>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7" name="Text Placeholder 6">
            <a:extLst>
              <a:ext uri="{FF2B5EF4-FFF2-40B4-BE49-F238E27FC236}">
                <a16:creationId xmlns:a16="http://schemas.microsoft.com/office/drawing/2014/main" id="{D2BCC9BD-7254-4C63-A841-78F2C1DF0347}"/>
              </a:ext>
            </a:extLst>
          </p:cNvPr>
          <p:cNvSpPr>
            <a:spLocks noGrp="1"/>
          </p:cNvSpPr>
          <p:nvPr>
            <p:ph type="body" sz="quarter" idx="12"/>
          </p:nvPr>
        </p:nvSpPr>
        <p:spPr>
          <a:xfrm>
            <a:off x="418643" y="1456896"/>
            <a:ext cx="5578932" cy="1631216"/>
          </a:xfrm>
          <a:prstGeom prst="rect">
            <a:avLst/>
          </a:prstGeom>
          <a:solidFill>
            <a:schemeClr val="bg1">
              <a:lumMod val="95000"/>
            </a:schemeClr>
          </a:solidFill>
        </p:spPr>
        <p:txBody>
          <a:bodyPr lIns="137160" tIns="91440" rIns="137160"/>
          <a:lstStyle>
            <a:lvl1pPr>
              <a:defRPr sz="2000"/>
            </a:lvl1pPr>
            <a:lvl2pPr>
              <a:defRPr sz="1800"/>
            </a:lvl2pPr>
            <a:lvl3pPr>
              <a:defRPr sz="1400"/>
            </a:lvl3pPr>
            <a:lvl4pPr>
              <a:defRPr sz="14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a16="http://schemas.microsoft.com/office/drawing/2014/main" id="{45104354-AF0E-4A96-9534-75C5707022FA}"/>
              </a:ext>
            </a:extLst>
          </p:cNvPr>
          <p:cNvSpPr>
            <a:spLocks noGrp="1"/>
          </p:cNvSpPr>
          <p:nvPr>
            <p:ph type="body" sz="quarter" idx="13"/>
          </p:nvPr>
        </p:nvSpPr>
        <p:spPr>
          <a:xfrm>
            <a:off x="6229350" y="1456896"/>
            <a:ext cx="5543550" cy="1631216"/>
          </a:xfrm>
          <a:prstGeom prst="rect">
            <a:avLst/>
          </a:prstGeom>
          <a:solidFill>
            <a:schemeClr val="bg1">
              <a:lumMod val="95000"/>
            </a:schemeClr>
          </a:solidFill>
        </p:spPr>
        <p:txBody>
          <a:bodyPr lIns="137160" tIns="91440" rIns="137160"/>
          <a:lstStyle>
            <a:lvl1pPr>
              <a:defRPr sz="2000"/>
            </a:lvl1pPr>
            <a:lvl2pPr>
              <a:defRPr sz="1800"/>
            </a:lvl2pPr>
            <a:lvl3pPr>
              <a:defRPr sz="1400"/>
            </a:lvl3pPr>
            <a:lvl4pPr>
              <a:defRPr sz="14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1">
            <a:extLst>
              <a:ext uri="{FF2B5EF4-FFF2-40B4-BE49-F238E27FC236}">
                <a16:creationId xmlns:a16="http://schemas.microsoft.com/office/drawing/2014/main" id="{D7B20489-E10E-436F-9A55-5179A38A07C0}"/>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294212483"/>
      </p:ext>
    </p:extLst>
  </p:cSld>
  <p:clrMapOvr>
    <a:masterClrMapping/>
  </p:clrMapOvr>
  <p:transition>
    <p:fade/>
  </p:transition>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Bulleted Text Layout_two columns_half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8" name="Text Placeholder 7">
            <a:extLst>
              <a:ext uri="{FF2B5EF4-FFF2-40B4-BE49-F238E27FC236}">
                <a16:creationId xmlns:a16="http://schemas.microsoft.com/office/drawing/2014/main" id="{588AB4B6-D71A-4E7E-A4DC-4E0DAEB462DE}"/>
              </a:ext>
            </a:extLst>
          </p:cNvPr>
          <p:cNvSpPr>
            <a:spLocks noGrp="1"/>
          </p:cNvSpPr>
          <p:nvPr>
            <p:ph type="body" sz="quarter" idx="13"/>
          </p:nvPr>
        </p:nvSpPr>
        <p:spPr>
          <a:xfrm>
            <a:off x="418466" y="1456897"/>
            <a:ext cx="5394960" cy="1246495"/>
          </a:xfrm>
          <a:prstGeom prst="rect">
            <a:avLst/>
          </a:prstGeom>
        </p:spPr>
        <p:txBody>
          <a:bodyPr lIns="0" tIns="91440" rIns="0">
            <a:spAutoFit/>
          </a:bodyPr>
          <a:lstStyle>
            <a:lvl1pPr>
              <a:defRPr sz="2400"/>
            </a:lvl1pPr>
            <a:lvl2pPr marL="228600" indent="-228600">
              <a:buFont typeface="Arial" panose="020B0604020202020204" pitchFamily="34" charset="0"/>
              <a:buChar char="•"/>
              <a:defRPr lang="en-US" sz="2000" kern="1200" spc="0" baseline="0" dirty="0">
                <a:solidFill>
                  <a:schemeClr val="tx1"/>
                </a:solidFill>
                <a:latin typeface="+mn-lt"/>
                <a:ea typeface="+mn-ea"/>
                <a:cs typeface="+mn-cs"/>
              </a:defRPr>
            </a:lvl2pPr>
            <a:lvl3pPr marL="520700" indent="-228600">
              <a:buFont typeface="Arial" panose="020B0604020202020204" pitchFamily="34" charset="0"/>
              <a:buChar char="‒"/>
              <a:defRPr/>
            </a:lvl3pPr>
            <a:lvl4pPr marL="228600" indent="0">
              <a:defRPr/>
            </a:lvl4pPr>
            <a:lvl5pPr marL="228600" indent="0">
              <a:defRPr/>
            </a:lvl5pPr>
          </a:lstStyle>
          <a:p>
            <a:pPr lvl="0"/>
            <a:r>
              <a:rPr lang="en-US"/>
              <a:t>Click to edit Master text styles</a:t>
            </a:r>
          </a:p>
          <a:p>
            <a:pPr lvl="1"/>
            <a:r>
              <a:rPr lang="en-US"/>
              <a:t>Second level</a:t>
            </a:r>
          </a:p>
          <a:p>
            <a:pPr lvl="2"/>
            <a:r>
              <a:rPr lang="en-US"/>
              <a:t>Third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6089277" y="1611250"/>
            <a:ext cx="0" cy="225458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0" name="Text Placeholder 7">
            <a:extLst>
              <a:ext uri="{FF2B5EF4-FFF2-40B4-BE49-F238E27FC236}">
                <a16:creationId xmlns:a16="http://schemas.microsoft.com/office/drawing/2014/main" id="{D559A0EC-5ADC-4A1D-99D3-F1FD1CB25EFC}"/>
              </a:ext>
            </a:extLst>
          </p:cNvPr>
          <p:cNvSpPr>
            <a:spLocks noGrp="1"/>
          </p:cNvSpPr>
          <p:nvPr>
            <p:ph type="body" sz="quarter" idx="14"/>
          </p:nvPr>
        </p:nvSpPr>
        <p:spPr>
          <a:xfrm>
            <a:off x="6364951" y="1456897"/>
            <a:ext cx="5394960" cy="1246495"/>
          </a:xfrm>
          <a:prstGeom prst="rect">
            <a:avLst/>
          </a:prstGeom>
        </p:spPr>
        <p:txBody>
          <a:bodyPr lIns="0" tIns="91440" rIns="0">
            <a:spAutoFit/>
          </a:bodyPr>
          <a:lstStyle>
            <a:lvl1pPr>
              <a:defRPr sz="2400"/>
            </a:lvl1pPr>
            <a:lvl2pPr marL="228600" indent="-228600">
              <a:buFont typeface="Arial" panose="020B0604020202020204" pitchFamily="34" charset="0"/>
              <a:buChar char="•"/>
              <a:defRPr sz="2000"/>
            </a:lvl2pPr>
            <a:lvl3pPr marL="577850" indent="-285750">
              <a:defRPr lang="en-US" sz="1800" kern="1200" spc="0" baseline="0" dirty="0">
                <a:solidFill>
                  <a:schemeClr val="tx1"/>
                </a:solidFill>
                <a:latin typeface="+mn-lt"/>
                <a:ea typeface="+mn-ea"/>
                <a:cs typeface="+mn-cs"/>
              </a:defRPr>
            </a:lvl3pPr>
            <a:lvl4pPr marL="228600" indent="0">
              <a:defRPr/>
            </a:lvl4pPr>
            <a:lvl5pPr marL="228600" indent="0">
              <a:defRPr/>
            </a:lvl5pPr>
          </a:lstStyle>
          <a:p>
            <a:pPr lvl="0"/>
            <a:r>
              <a:rPr lang="en-US"/>
              <a:t>Click to edit Master text styles</a:t>
            </a:r>
          </a:p>
          <a:p>
            <a:pPr lvl="1"/>
            <a:r>
              <a:rPr lang="en-US"/>
              <a:t>Second level</a:t>
            </a:r>
          </a:p>
          <a:p>
            <a:pPr marL="520700" marR="0" lvl="2"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pPr>
            <a:r>
              <a:rPr lang="en-US"/>
              <a:t>Third level</a:t>
            </a:r>
          </a:p>
        </p:txBody>
      </p:sp>
      <p:sp>
        <p:nvSpPr>
          <p:cNvPr id="4" name="Footer Placeholder 1">
            <a:extLst>
              <a:ext uri="{FF2B5EF4-FFF2-40B4-BE49-F238E27FC236}">
                <a16:creationId xmlns:a16="http://schemas.microsoft.com/office/drawing/2014/main" id="{33B916B7-8152-49FF-A164-7DD23659B560}"/>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365057001"/>
      </p:ext>
    </p:extLst>
  </p:cSld>
  <p:clrMapOvr>
    <a:masterClrMapping/>
  </p:clrMapOvr>
  <p:transition>
    <p:fade/>
  </p:transition>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Bulleted Text Layout_two columns_full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10" name="Text Placeholder 9">
            <a:extLst>
              <a:ext uri="{FF2B5EF4-FFF2-40B4-BE49-F238E27FC236}">
                <a16:creationId xmlns:a16="http://schemas.microsoft.com/office/drawing/2014/main" id="{AA943840-546C-404E-809E-352FCE17B65F}"/>
              </a:ext>
            </a:extLst>
          </p:cNvPr>
          <p:cNvSpPr>
            <a:spLocks noGrp="1"/>
          </p:cNvSpPr>
          <p:nvPr>
            <p:ph type="body" sz="quarter" idx="13"/>
          </p:nvPr>
        </p:nvSpPr>
        <p:spPr>
          <a:xfrm>
            <a:off x="418466" y="1456897"/>
            <a:ext cx="5394960" cy="1318310"/>
          </a:xfrm>
          <a:prstGeom prst="rect">
            <a:avLst/>
          </a:prstGeom>
        </p:spPr>
        <p:txBody>
          <a:bodyPr lIns="0" tIns="91440" rIns="0"/>
          <a:lstStyle>
            <a:lvl1pPr>
              <a:defRPr sz="2400"/>
            </a:lvl1pPr>
            <a:lvl2pPr>
              <a:defRPr sz="2000"/>
            </a:lvl2pPr>
            <a:lvl3pPr marL="406400" indent="-285750">
              <a:defRPr lang="en-US" sz="1800" kern="1200" spc="0" baseline="0" dirty="0" smtClean="0">
                <a:solidFill>
                  <a:schemeClr val="tx1"/>
                </a:solidFill>
                <a:latin typeface="+mn-lt"/>
                <a:ea typeface="+mn-ea"/>
                <a:cs typeface="+mn-cs"/>
              </a:defRPr>
            </a:lvl3pPr>
          </a:lstStyle>
          <a:p>
            <a:pPr lvl="0"/>
            <a:r>
              <a:rPr lang="en-US"/>
              <a:t>Click to edit Master text styles</a:t>
            </a:r>
          </a:p>
          <a:p>
            <a:pPr lvl="1"/>
            <a:r>
              <a:rPr lang="en-US"/>
              <a:t>Second level</a:t>
            </a:r>
          </a:p>
          <a:p>
            <a:pPr marL="342900" marR="0" lvl="2" indent="-222250" algn="l" defTabSz="914367" rtl="0" eaLnBrk="1" fontAlgn="auto" latinLnBrk="0" hangingPunct="1">
              <a:lnSpc>
                <a:spcPct val="100000"/>
              </a:lnSpc>
              <a:spcBef>
                <a:spcPts val="392"/>
              </a:spcBef>
              <a:spcAft>
                <a:spcPts val="588"/>
              </a:spcAft>
              <a:buClrTx/>
              <a:buSzPct val="90000"/>
              <a:buFont typeface="Arial" panose="020B0604020202020204" pitchFamily="34" charset="0"/>
              <a:buChar char="•"/>
              <a:tabLst/>
            </a:pPr>
            <a:r>
              <a:rPr lang="en-US"/>
              <a:t>Third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6089276" y="1611250"/>
            <a:ext cx="0" cy="3922775"/>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1" name="Text Placeholder 9">
            <a:extLst>
              <a:ext uri="{FF2B5EF4-FFF2-40B4-BE49-F238E27FC236}">
                <a16:creationId xmlns:a16="http://schemas.microsoft.com/office/drawing/2014/main" id="{DA872E0C-8851-4885-B5B2-7B1AB1EFE27F}"/>
              </a:ext>
            </a:extLst>
          </p:cNvPr>
          <p:cNvSpPr>
            <a:spLocks noGrp="1"/>
          </p:cNvSpPr>
          <p:nvPr>
            <p:ph type="body" sz="quarter" idx="14"/>
          </p:nvPr>
        </p:nvSpPr>
        <p:spPr>
          <a:xfrm>
            <a:off x="6365127" y="1456897"/>
            <a:ext cx="5408231" cy="1246495"/>
          </a:xfrm>
          <a:prstGeom prst="rect">
            <a:avLst/>
          </a:prstGeom>
        </p:spPr>
        <p:txBody>
          <a:bodyPr lIns="0" tIns="91440" rIns="0"/>
          <a:lstStyle>
            <a:lvl1pPr>
              <a:defRPr sz="2400"/>
            </a:lvl1pPr>
            <a:lvl2pPr>
              <a:defRPr sz="2000"/>
            </a:lvl2pPr>
            <a:lvl3pPr marL="342900" indent="-222250">
              <a:buFont typeface="Arial" panose="020B0604020202020204" pitchFamily="34" charset="0"/>
              <a:buChar char="•"/>
              <a:defRPr/>
            </a:lvl3pPr>
          </a:lstStyle>
          <a:p>
            <a:pPr lvl="0"/>
            <a:r>
              <a:rPr lang="en-US"/>
              <a:t>Click to edit Master text styles</a:t>
            </a:r>
          </a:p>
          <a:p>
            <a:pPr lvl="1"/>
            <a:r>
              <a:rPr lang="en-US"/>
              <a:t>Second level</a:t>
            </a:r>
          </a:p>
          <a:p>
            <a:pPr lvl="2"/>
            <a:r>
              <a:rPr lang="en-US"/>
              <a:t>Third level</a:t>
            </a:r>
          </a:p>
        </p:txBody>
      </p:sp>
      <p:sp>
        <p:nvSpPr>
          <p:cNvPr id="4" name="Footer Placeholder 1">
            <a:extLst>
              <a:ext uri="{FF2B5EF4-FFF2-40B4-BE49-F238E27FC236}">
                <a16:creationId xmlns:a16="http://schemas.microsoft.com/office/drawing/2014/main" id="{9E636679-D287-455E-9B40-9D596B9809AD}"/>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697018092"/>
      </p:ext>
    </p:extLst>
  </p:cSld>
  <p:clrMapOvr>
    <a:masterClrMapping/>
  </p:clrMapOvr>
  <p:transition>
    <p:fade/>
  </p:transition>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1_Bulleted 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10" name="Text Placeholder 9">
            <a:extLst>
              <a:ext uri="{FF2B5EF4-FFF2-40B4-BE49-F238E27FC236}">
                <a16:creationId xmlns:a16="http://schemas.microsoft.com/office/drawing/2014/main" id="{11B26042-856B-4C9B-AE67-D8165C9BFEDC}"/>
              </a:ext>
            </a:extLst>
          </p:cNvPr>
          <p:cNvSpPr>
            <a:spLocks noGrp="1"/>
          </p:cNvSpPr>
          <p:nvPr>
            <p:ph type="body" sz="quarter" idx="15"/>
          </p:nvPr>
        </p:nvSpPr>
        <p:spPr>
          <a:xfrm>
            <a:off x="418643" y="1456896"/>
            <a:ext cx="5578932" cy="1246495"/>
          </a:xfrm>
          <a:prstGeom prst="rect">
            <a:avLst/>
          </a:prstGeom>
          <a:solidFill>
            <a:schemeClr val="bg1">
              <a:lumMod val="95000"/>
            </a:schemeClr>
          </a:solidFill>
        </p:spPr>
        <p:txBody>
          <a:bodyPr wrap="square" tIns="91440">
            <a:spAutoFit/>
          </a:bodyPr>
          <a:lstStyle>
            <a:lvl1pPr>
              <a:defRPr sz="2400"/>
            </a:lvl1pPr>
            <a:lvl3pPr marL="342900" indent="-228600">
              <a:buFont typeface="Arial" panose="020B0604020202020204" pitchFamily="34" charset="0"/>
              <a:buChar char="•"/>
              <a:defRPr/>
            </a:lvl3pPr>
            <a:lvl4pPr marL="342900" indent="-228600">
              <a:buFont typeface="Arial" panose="020B0604020202020204" pitchFamily="34" charset="0"/>
              <a:buChar char="•"/>
              <a:defRPr/>
            </a:lvl4pPr>
            <a:lvl5pPr marL="342900" indent="-2286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p:txBody>
      </p:sp>
      <p:sp>
        <p:nvSpPr>
          <p:cNvPr id="11" name="Text Placeholder 9">
            <a:extLst>
              <a:ext uri="{FF2B5EF4-FFF2-40B4-BE49-F238E27FC236}">
                <a16:creationId xmlns:a16="http://schemas.microsoft.com/office/drawing/2014/main" id="{9A37ADC6-B611-40D4-8A03-51AD20762D13}"/>
              </a:ext>
            </a:extLst>
          </p:cNvPr>
          <p:cNvSpPr>
            <a:spLocks noGrp="1"/>
          </p:cNvSpPr>
          <p:nvPr>
            <p:ph type="body" sz="quarter" idx="16"/>
          </p:nvPr>
        </p:nvSpPr>
        <p:spPr>
          <a:xfrm>
            <a:off x="6216920" y="1456896"/>
            <a:ext cx="5544007" cy="1272143"/>
          </a:xfrm>
          <a:prstGeom prst="rect">
            <a:avLst/>
          </a:prstGeom>
          <a:solidFill>
            <a:schemeClr val="bg1">
              <a:lumMod val="95000"/>
            </a:schemeClr>
          </a:solidFill>
        </p:spPr>
        <p:txBody>
          <a:bodyPr tIns="91440">
            <a:spAutoFit/>
          </a:bodyPr>
          <a:lstStyle>
            <a:lvl1pPr>
              <a:defRPr sz="2400"/>
            </a:lvl1pPr>
            <a:lvl3pPr marL="342900" indent="-228600">
              <a:buFont typeface="Arial" panose="020B0604020202020204" pitchFamily="34" charset="0"/>
              <a:buChar char="•"/>
              <a:defRPr lang="en-US" sz="1800" kern="1200" spc="0" baseline="0" dirty="0" smtClean="0">
                <a:solidFill>
                  <a:schemeClr val="tx1"/>
                </a:solidFill>
                <a:latin typeface="+mn-lt"/>
                <a:ea typeface="+mn-ea"/>
                <a:cs typeface="+mn-cs"/>
              </a:defRPr>
            </a:lvl3pPr>
            <a:lvl4pPr marL="342900" indent="-228600">
              <a:buFont typeface="Arial" panose="020B0604020202020204" pitchFamily="34" charset="0"/>
              <a:buChar char="•"/>
              <a:defRPr/>
            </a:lvl4pPr>
            <a:lvl5pPr marL="342900" indent="-228600">
              <a:buFont typeface="Arial" panose="020B0604020202020204" pitchFamily="34" charset="0"/>
              <a:buChar char="•"/>
              <a:defRPr/>
            </a:lvl5pPr>
          </a:lstStyle>
          <a:p>
            <a:pPr lvl="0"/>
            <a:r>
              <a:rPr lang="en-US"/>
              <a:t>Click to edit Master text styles</a:t>
            </a:r>
          </a:p>
          <a:p>
            <a:pPr lvl="1"/>
            <a:r>
              <a:rPr lang="en-US"/>
              <a:t>Second level</a:t>
            </a:r>
          </a:p>
          <a:p>
            <a:pPr marL="342900" marR="0" lvl="2" indent="-228600" algn="l" defTabSz="914367" rtl="0" eaLnBrk="1" fontAlgn="auto" latinLnBrk="0" hangingPunct="1">
              <a:lnSpc>
                <a:spcPct val="100000"/>
              </a:lnSpc>
              <a:spcBef>
                <a:spcPts val="392"/>
              </a:spcBef>
              <a:spcAft>
                <a:spcPts val="588"/>
              </a:spcAft>
              <a:buClrTx/>
              <a:buSzPct val="90000"/>
              <a:buFont typeface="Arial" panose="020B0604020202020204" pitchFamily="34" charset="0"/>
              <a:buChar char="•"/>
              <a:tabLst/>
            </a:pPr>
            <a:r>
              <a:rPr lang="en-US"/>
              <a:t>Third level</a:t>
            </a:r>
          </a:p>
        </p:txBody>
      </p:sp>
      <p:sp>
        <p:nvSpPr>
          <p:cNvPr id="4" name="Footer Placeholder 1">
            <a:extLst>
              <a:ext uri="{FF2B5EF4-FFF2-40B4-BE49-F238E27FC236}">
                <a16:creationId xmlns:a16="http://schemas.microsoft.com/office/drawing/2014/main" id="{4D18DD19-84C1-423C-9061-7A04BBDE37A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581908791"/>
      </p:ext>
    </p:extLst>
  </p:cSld>
  <p:clrMapOvr>
    <a:masterClrMapping/>
  </p:clrMapOvr>
  <p:transition>
    <p:fade/>
  </p:transition>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Software Co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Software code</a:t>
            </a:r>
          </a:p>
        </p:txBody>
      </p:sp>
      <p:sp>
        <p:nvSpPr>
          <p:cNvPr id="10" name="Text Placeholder 9">
            <a:extLst>
              <a:ext uri="{FF2B5EF4-FFF2-40B4-BE49-F238E27FC236}">
                <a16:creationId xmlns:a16="http://schemas.microsoft.com/office/drawing/2014/main" id="{F8047BC8-CD6A-41DD-B8E0-4737DD93BABF}"/>
              </a:ext>
            </a:extLst>
          </p:cNvPr>
          <p:cNvSpPr>
            <a:spLocks noGrp="1"/>
          </p:cNvSpPr>
          <p:nvPr>
            <p:ph type="body" sz="quarter" idx="10" hasCustomPrompt="1"/>
          </p:nvPr>
        </p:nvSpPr>
        <p:spPr>
          <a:xfrm>
            <a:off x="418643" y="1457325"/>
            <a:ext cx="11354257" cy="2339102"/>
          </a:xfrm>
          <a:prstGeom prst="rect">
            <a:avLst/>
          </a:prstGeom>
          <a:ln w="19050">
            <a:solidFill>
              <a:schemeClr val="accent4"/>
            </a:solidFill>
          </a:ln>
        </p:spPr>
        <p:txBody>
          <a:bodyPr lIns="137160" tIns="91440" rIns="137160"/>
          <a:lstStyle>
            <a:lvl1pPr>
              <a:defRPr sz="2000">
                <a:latin typeface="Consolas" panose="020B0609020204030204" pitchFamily="49" charset="0"/>
              </a:defRPr>
            </a:lvl1pPr>
          </a:lstStyle>
          <a:p>
            <a:pPr lvl="0"/>
            <a:r>
              <a:rPr lang="en-US"/>
              <a:t>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a:t>
            </a:r>
          </a:p>
        </p:txBody>
      </p:sp>
      <p:sp>
        <p:nvSpPr>
          <p:cNvPr id="4" name="Footer Placeholder 1">
            <a:extLst>
              <a:ext uri="{FF2B5EF4-FFF2-40B4-BE49-F238E27FC236}">
                <a16:creationId xmlns:a16="http://schemas.microsoft.com/office/drawing/2014/main" id="{D1EEFE0E-1172-4AF0-9FFA-3C7C1783C53A}"/>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309482430"/>
      </p:ext>
    </p:extLst>
  </p:cSld>
  <p:clrMapOvr>
    <a:masterClrMapping/>
  </p:clrMapOvr>
  <p:transition>
    <p:fade/>
  </p:transition>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Agenda 3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a:t>Agenda</a:t>
            </a:r>
            <a:br>
              <a:rPr lang="en-US"/>
            </a:br>
            <a:r>
              <a:rPr lang="en-US"/>
              <a:t>3 rows</a:t>
            </a:r>
          </a:p>
        </p:txBody>
      </p:sp>
      <p:sp>
        <p:nvSpPr>
          <p:cNvPr id="7" name="Text Placeholder 6">
            <a:extLst>
              <a:ext uri="{FF2B5EF4-FFF2-40B4-BE49-F238E27FC236}">
                <a16:creationId xmlns:a16="http://schemas.microsoft.com/office/drawing/2014/main" id="{C40C1B65-53AE-4559-BCFE-31C83CB9F548}"/>
              </a:ext>
            </a:extLst>
          </p:cNvPr>
          <p:cNvSpPr>
            <a:spLocks noGrp="1"/>
          </p:cNvSpPr>
          <p:nvPr>
            <p:ph type="body" sz="quarter" idx="21" hasCustomPrompt="1"/>
          </p:nvPr>
        </p:nvSpPr>
        <p:spPr>
          <a:xfrm>
            <a:off x="4078287" y="1358899"/>
            <a:ext cx="7695069" cy="1224436"/>
          </a:xfrm>
          <a:prstGeom prst="rect">
            <a:avLst/>
          </a:prstGeom>
        </p:spPr>
        <p:txBody>
          <a:bodyPr vert="horz" wrap="square" lIns="0" tIns="0" rIns="0" bIns="0" rtlCol="0" anchor="ctr">
            <a:noAutofit/>
          </a:bodyPr>
          <a:lstStyle>
            <a:lvl1pPr>
              <a:defRPr lang="en-US" sz="1600" b="0" spc="0" dirty="0">
                <a:solidFill>
                  <a:schemeClr val="tx1"/>
                </a:solidFill>
                <a:latin typeface="+mn-lt"/>
              </a:defRPr>
            </a:lvl1pPr>
          </a:lstStyle>
          <a:p>
            <a:pPr lvl="0">
              <a:lnSpc>
                <a:spcPts val="1765"/>
              </a:lnSpc>
              <a:spcBef>
                <a:spcPts val="882"/>
              </a:spcBef>
            </a:pPr>
            <a:r>
              <a:rPr lang="en-US"/>
              <a:t>Body copy Segoe UI Regular 14/18. The quick brown fox jumps over the lazy dog. The quick brown fox jumps over the lazy dog. </a:t>
            </a:r>
          </a:p>
        </p:txBody>
      </p:sp>
      <p:sp>
        <p:nvSpPr>
          <p:cNvPr id="10" name="Text Placeholder 6">
            <a:extLst>
              <a:ext uri="{FF2B5EF4-FFF2-40B4-BE49-F238E27FC236}">
                <a16:creationId xmlns:a16="http://schemas.microsoft.com/office/drawing/2014/main" id="{5928BA4F-8E21-4EC4-B084-5A923473F5E3}"/>
              </a:ext>
            </a:extLst>
          </p:cNvPr>
          <p:cNvSpPr>
            <a:spLocks noGrp="1"/>
          </p:cNvSpPr>
          <p:nvPr>
            <p:ph type="body" sz="quarter" idx="22" hasCustomPrompt="1"/>
          </p:nvPr>
        </p:nvSpPr>
        <p:spPr>
          <a:xfrm>
            <a:off x="4078287" y="2829482"/>
            <a:ext cx="7695069" cy="1224436"/>
          </a:xfrm>
          <a:prstGeom prst="rect">
            <a:avLst/>
          </a:prstGeom>
        </p:spPr>
        <p:txBody>
          <a:bodyPr vert="horz" wrap="square" lIns="0" tIns="0" rIns="0" bIns="0" rtlCol="0" anchor="ctr">
            <a:noAutofit/>
          </a:bodyPr>
          <a:lstStyle>
            <a:lvl1pPr>
              <a:defRPr lang="en-US" sz="1600" b="0" spc="0" dirty="0">
                <a:solidFill>
                  <a:schemeClr val="tx1"/>
                </a:solidFill>
                <a:latin typeface="+mn-lt"/>
              </a:defRPr>
            </a:lvl1pPr>
          </a:lstStyle>
          <a:p>
            <a:pPr lvl="0">
              <a:lnSpc>
                <a:spcPts val="1765"/>
              </a:lnSpc>
              <a:spcBef>
                <a:spcPts val="882"/>
              </a:spcBef>
            </a:pPr>
            <a:r>
              <a:rPr lang="en-US"/>
              <a:t>Body copy Segoe UI Regular 14/18. The quick brown fox jumps over the lazy dog. The quick brown fox jumps over the lazy dog. </a:t>
            </a:r>
          </a:p>
        </p:txBody>
      </p:sp>
      <p:sp>
        <p:nvSpPr>
          <p:cNvPr id="11" name="Text Placeholder 6">
            <a:extLst>
              <a:ext uri="{FF2B5EF4-FFF2-40B4-BE49-F238E27FC236}">
                <a16:creationId xmlns:a16="http://schemas.microsoft.com/office/drawing/2014/main" id="{C91E4A05-D2EB-4AB5-879E-7AC83F36E133}"/>
              </a:ext>
            </a:extLst>
          </p:cNvPr>
          <p:cNvSpPr>
            <a:spLocks noGrp="1"/>
          </p:cNvSpPr>
          <p:nvPr>
            <p:ph type="body" sz="quarter" idx="23" hasCustomPrompt="1"/>
          </p:nvPr>
        </p:nvSpPr>
        <p:spPr>
          <a:xfrm>
            <a:off x="4078287" y="4300064"/>
            <a:ext cx="7695069" cy="1224436"/>
          </a:xfrm>
          <a:prstGeom prst="rect">
            <a:avLst/>
          </a:prstGeom>
        </p:spPr>
        <p:txBody>
          <a:bodyPr vert="horz" wrap="square" lIns="0" tIns="0" rIns="0" bIns="0" rtlCol="0" anchor="ctr">
            <a:noAutofit/>
          </a:bodyPr>
          <a:lstStyle>
            <a:lvl1pPr>
              <a:defRPr lang="en-US" sz="1600" b="0" spc="0" dirty="0">
                <a:solidFill>
                  <a:schemeClr val="tx1"/>
                </a:solidFill>
                <a:latin typeface="+mn-lt"/>
              </a:defRPr>
            </a:lvl1pPr>
          </a:lstStyle>
          <a:p>
            <a:pPr lvl="0">
              <a:lnSpc>
                <a:spcPts val="1765"/>
              </a:lnSpc>
              <a:spcBef>
                <a:spcPts val="882"/>
              </a:spcBef>
            </a:pPr>
            <a:r>
              <a:rPr lang="en-US"/>
              <a:t>Body copy Segoe UI Regular 14/18. The quick brown fox jumps over the lazy dog. The quick brown fox jumps over the lazy dog. </a:t>
            </a:r>
          </a:p>
        </p:txBody>
      </p:sp>
      <p:sp>
        <p:nvSpPr>
          <p:cNvPr id="5" name="Footer Placeholder 1">
            <a:extLst>
              <a:ext uri="{FF2B5EF4-FFF2-40B4-BE49-F238E27FC236}">
                <a16:creationId xmlns:a16="http://schemas.microsoft.com/office/drawing/2014/main" id="{36632599-4450-4B26-B416-F73BFDC6D153}"/>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642525242"/>
      </p:ext>
    </p:extLst>
  </p:cSld>
  <p:clrMapOvr>
    <a:masterClrMapping/>
  </p:clrMapOvr>
  <p:transition>
    <p:fade/>
  </p:transition>
  <p:extLst>
    <p:ext uri="{DCECCB84-F9BA-43D5-87BE-67443E8EF086}">
      <p15:sldGuideLst xmlns:p15="http://schemas.microsoft.com/office/powerpoint/2012/main">
        <p15:guide id="1" pos="1728" userDrawn="1">
          <p15:clr>
            <a:srgbClr val="FBAE40"/>
          </p15:clr>
        </p15:guide>
        <p15:guide id="2" pos="2352" userDrawn="1">
          <p15:clr>
            <a:srgbClr val="FBAE40"/>
          </p15:clr>
        </p15:guide>
      </p15:sldGuideLst>
    </p:ext>
  </p:extLst>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Agenda 4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a:t>Agenda</a:t>
            </a:r>
            <a:br>
              <a:rPr lang="en-US"/>
            </a:br>
            <a:r>
              <a:rPr lang="en-US"/>
              <a:t>4 rows</a:t>
            </a:r>
          </a:p>
        </p:txBody>
      </p:sp>
      <p:sp>
        <p:nvSpPr>
          <p:cNvPr id="5" name="Text Placeholder 4"/>
          <p:cNvSpPr>
            <a:spLocks noGrp="1"/>
          </p:cNvSpPr>
          <p:nvPr>
            <p:ph type="body" sz="quarter" idx="11" hasCustomPrompt="1"/>
          </p:nvPr>
        </p:nvSpPr>
        <p:spPr>
          <a:xfrm>
            <a:off x="4078288" y="948613"/>
            <a:ext cx="7695070" cy="896552"/>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2175058"/>
            <a:ext cx="7695070" cy="896552"/>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4078288" y="3401503"/>
            <a:ext cx="7695070" cy="896552"/>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4078288" y="4627948"/>
            <a:ext cx="7695070" cy="896552"/>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6" name="Footer Placeholder 1">
            <a:extLst>
              <a:ext uri="{FF2B5EF4-FFF2-40B4-BE49-F238E27FC236}">
                <a16:creationId xmlns:a16="http://schemas.microsoft.com/office/drawing/2014/main" id="{2A601E66-ACB9-41E6-B7CB-F4F28DD37183}"/>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823292710"/>
      </p:ext>
    </p:extLst>
  </p:cSld>
  <p:clrMapOvr>
    <a:masterClrMapping/>
  </p:clrMapOvr>
  <p:transition>
    <p:fade/>
  </p:transition>
  <p:extLst>
    <p:ext uri="{DCECCB84-F9BA-43D5-87BE-67443E8EF086}">
      <p15:sldGuideLst xmlns:p15="http://schemas.microsoft.com/office/powerpoint/2012/main">
        <p15:guide id="1" pos="1728" userDrawn="1">
          <p15:clr>
            <a:srgbClr val="FBAE40"/>
          </p15:clr>
        </p15:guide>
        <p15:guide id="2" pos="2352" userDrawn="1">
          <p15:clr>
            <a:srgbClr val="FBAE40"/>
          </p15:clr>
        </p15:guide>
      </p15:sldGuideLst>
    </p:ext>
  </p:extLst>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Agenda 6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a:t>Agenda</a:t>
            </a:r>
            <a:br>
              <a:rPr lang="en-US"/>
            </a:br>
            <a:r>
              <a:rPr lang="en-US"/>
              <a:t>6 rows</a:t>
            </a:r>
          </a:p>
        </p:txBody>
      </p:sp>
      <p:sp>
        <p:nvSpPr>
          <p:cNvPr id="5" name="Text Placeholder 4"/>
          <p:cNvSpPr>
            <a:spLocks noGrp="1"/>
          </p:cNvSpPr>
          <p:nvPr>
            <p:ph type="body" sz="quarter" idx="11" hasCustomPrompt="1"/>
          </p:nvPr>
        </p:nvSpPr>
        <p:spPr>
          <a:xfrm>
            <a:off x="4078288" y="457424"/>
            <a:ext cx="7695070" cy="741783"/>
          </a:xfrm>
          <a:prstGeom prst="rect">
            <a:avLst/>
          </a:prstGeom>
        </p:spPr>
        <p:txBody>
          <a:bodyPr vert="horz" wrap="square" lIns="0" tIns="0" rIns="0" bIns="0" rtlCol="0" anchor="ctr">
            <a:noAutofit/>
          </a:bodyPr>
          <a:lstStyle>
            <a:lvl2pPr>
              <a:defRPr lang="en-US" sz="1800" b="0" dirty="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1322483"/>
            <a:ext cx="7695070" cy="741783"/>
          </a:xfrm>
          <a:prstGeom prst="rect">
            <a:avLst/>
          </a:prstGeom>
        </p:spPr>
        <p:txBody>
          <a:bodyPr vert="horz" wrap="square" lIns="0" tIns="0" rIns="0" bIns="0" rtlCol="0" anchor="ctr">
            <a:noAutofit/>
          </a:bodyPr>
          <a:lstStyle>
            <a:lvl2pPr>
              <a:defRPr lang="en-US" sz="1800"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4078288" y="2187542"/>
            <a:ext cx="7695070" cy="741783"/>
          </a:xfrm>
          <a:prstGeom prst="rect">
            <a:avLst/>
          </a:prstGeom>
        </p:spPr>
        <p:txBody>
          <a:bodyPr vert="horz" wrap="square" lIns="0" tIns="0" rIns="0" bIns="0" rtlCol="0" anchor="ctr">
            <a:noAutofit/>
          </a:bodyPr>
          <a:lstStyle>
            <a:lvl2pPr>
              <a:defRPr lang="en-US" sz="1800"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8" name="Text Placeholder 4"/>
          <p:cNvSpPr>
            <a:spLocks noGrp="1"/>
          </p:cNvSpPr>
          <p:nvPr>
            <p:ph type="body" sz="quarter" idx="19" hasCustomPrompt="1"/>
          </p:nvPr>
        </p:nvSpPr>
        <p:spPr>
          <a:xfrm>
            <a:off x="4078288" y="3052601"/>
            <a:ext cx="7695070" cy="741783"/>
          </a:xfrm>
          <a:prstGeom prst="rect">
            <a:avLst/>
          </a:prstGeom>
        </p:spPr>
        <p:txBody>
          <a:bodyPr vert="horz" wrap="square" lIns="0" tIns="0" rIns="0" bIns="0" rtlCol="0" anchor="ctr">
            <a:noAutofit/>
          </a:bodyPr>
          <a:lstStyle>
            <a:lvl2pPr>
              <a:defRPr lang="en-US" sz="1800"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4078288" y="3917660"/>
            <a:ext cx="7695070" cy="741783"/>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4078288" y="4782717"/>
            <a:ext cx="7695070" cy="741783"/>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6" name="Footer Placeholder 1">
            <a:extLst>
              <a:ext uri="{FF2B5EF4-FFF2-40B4-BE49-F238E27FC236}">
                <a16:creationId xmlns:a16="http://schemas.microsoft.com/office/drawing/2014/main" id="{FFCA3FBD-1532-48BD-BD00-2733D2FFA23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713280100"/>
      </p:ext>
    </p:extLst>
  </p:cSld>
  <p:clrMapOvr>
    <a:masterClrMapping/>
  </p:clrMapOvr>
  <p:transition>
    <p:fade/>
  </p:transition>
  <p:extLst>
    <p:ext uri="{DCECCB84-F9BA-43D5-87BE-67443E8EF086}">
      <p15:sldGuideLst xmlns:p15="http://schemas.microsoft.com/office/powerpoint/2012/main">
        <p15:guide id="1" pos="1728" userDrawn="1">
          <p15:clr>
            <a:srgbClr val="FBAE40"/>
          </p15:clr>
        </p15:guide>
        <p15:guide id="2" pos="2352" userDrawn="1">
          <p15:clr>
            <a:srgbClr val="FBAE40"/>
          </p15:clr>
        </p15:guide>
      </p15:sldGuideLst>
    </p:ext>
  </p:extLst>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Agenda 8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4078288" y="466348"/>
            <a:ext cx="7695069" cy="675889"/>
          </a:xfrm>
          <a:prstGeom prst="rect">
            <a:avLst/>
          </a:prstGeo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4" name="Text Placeholder 4"/>
          <p:cNvSpPr>
            <a:spLocks noGrp="1"/>
          </p:cNvSpPr>
          <p:nvPr>
            <p:ph type="body" sz="quarter" idx="15" hasCustomPrompt="1"/>
          </p:nvPr>
        </p:nvSpPr>
        <p:spPr>
          <a:xfrm>
            <a:off x="4078288" y="1195667"/>
            <a:ext cx="7695069" cy="675889"/>
          </a:xfrm>
          <a:prstGeom prst="rect">
            <a:avLst/>
          </a:prstGeom>
        </p:spPr>
        <p:txBody>
          <a:bodyPr vert="horz" wrap="square" lIns="0" tIns="0" rIns="0" bIns="0" rtlCol="0" anchor="ctr">
            <a:noAutofit/>
          </a:bodyPr>
          <a:lstStyle>
            <a:lvl2pPr>
              <a:defRPr lang="en-US" sz="1600" b="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6" name="Text Placeholder 4"/>
          <p:cNvSpPr>
            <a:spLocks noGrp="1"/>
          </p:cNvSpPr>
          <p:nvPr>
            <p:ph type="body" sz="quarter" idx="17" hasCustomPrompt="1"/>
          </p:nvPr>
        </p:nvSpPr>
        <p:spPr>
          <a:xfrm>
            <a:off x="4078288" y="1924986"/>
            <a:ext cx="7695069" cy="675889"/>
          </a:xfrm>
          <a:prstGeom prst="rect">
            <a:avLst/>
          </a:prstGeom>
        </p:spPr>
        <p:txBody>
          <a:bodyPr vert="horz" wrap="square" lIns="0" tIns="0" rIns="0" bIns="0" rtlCol="0" anchor="ctr">
            <a:noAutofit/>
          </a:bodyPr>
          <a:lstStyle>
            <a:lvl2pPr>
              <a:defRPr lang="en-US" sz="1600" b="0" dirty="0" smtClean="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8" name="Text Placeholder 4"/>
          <p:cNvSpPr>
            <a:spLocks noGrp="1"/>
          </p:cNvSpPr>
          <p:nvPr>
            <p:ph type="body" sz="quarter" idx="19" hasCustomPrompt="1"/>
          </p:nvPr>
        </p:nvSpPr>
        <p:spPr>
          <a:xfrm>
            <a:off x="4078288" y="2654305"/>
            <a:ext cx="7695069" cy="675889"/>
          </a:xfrm>
          <a:prstGeom prst="rect">
            <a:avLst/>
          </a:prstGeo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20" name="Text Placeholder 4"/>
          <p:cNvSpPr>
            <a:spLocks noGrp="1"/>
          </p:cNvSpPr>
          <p:nvPr>
            <p:ph type="body" sz="quarter" idx="21" hasCustomPrompt="1"/>
          </p:nvPr>
        </p:nvSpPr>
        <p:spPr>
          <a:xfrm>
            <a:off x="4078288" y="3383624"/>
            <a:ext cx="7695069" cy="675889"/>
          </a:xfrm>
          <a:prstGeom prst="rect">
            <a:avLst/>
          </a:prstGeo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4078288" y="4112943"/>
            <a:ext cx="7695069" cy="675889"/>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4078288" y="4842261"/>
            <a:ext cx="7695069" cy="675889"/>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6" name="Footer Placeholder 1">
            <a:extLst>
              <a:ext uri="{FF2B5EF4-FFF2-40B4-BE49-F238E27FC236}">
                <a16:creationId xmlns:a16="http://schemas.microsoft.com/office/drawing/2014/main" id="{0E805036-ED99-4D06-B338-B8D2F2944F46}"/>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373795168"/>
      </p:ext>
    </p:extLst>
  </p:cSld>
  <p:clrMapOvr>
    <a:masterClrMapping/>
  </p:clrMapOvr>
  <p:transition>
    <p:fade/>
  </p:transition>
  <p:extLst>
    <p:ext uri="{DCECCB84-F9BA-43D5-87BE-67443E8EF086}">
      <p15:sldGuideLst xmlns:p15="http://schemas.microsoft.com/office/powerpoint/2012/main">
        <p15:guide id="1" pos="1728" userDrawn="1">
          <p15:clr>
            <a:srgbClr val="FBAE40"/>
          </p15:clr>
        </p15:guide>
        <p15:guide id="2" pos="2354" userDrawn="1">
          <p15:clr>
            <a:srgbClr val="FBAE40"/>
          </p15:clr>
        </p15:guide>
      </p15:sldGuideLst>
    </p:ext>
  </p:extLst>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Agenda 2 column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378075"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rIns="0" anchor="ctr"/>
          <a:lstStyle>
            <a:lvl1pPr>
              <a:defRPr>
                <a:solidFill>
                  <a:schemeClr val="bg1"/>
                </a:solidFill>
              </a:defRPr>
            </a:lvl1pPr>
          </a:lstStyle>
          <a:p>
            <a:r>
              <a:rPr lang="en-US"/>
              <a:t>Agenda</a:t>
            </a:r>
            <a:br>
              <a:rPr lang="en-US"/>
            </a:br>
            <a:r>
              <a:rPr lang="en-US"/>
              <a:t>6 rows</a:t>
            </a:r>
          </a:p>
        </p:txBody>
      </p:sp>
      <p:sp>
        <p:nvSpPr>
          <p:cNvPr id="5" name="Text Placeholder 4"/>
          <p:cNvSpPr>
            <a:spLocks noGrp="1"/>
          </p:cNvSpPr>
          <p:nvPr>
            <p:ph type="body" sz="quarter" idx="11" hasCustomPrompt="1"/>
          </p:nvPr>
        </p:nvSpPr>
        <p:spPr>
          <a:xfrm>
            <a:off x="3619500" y="458411"/>
            <a:ext cx="3330574" cy="675889"/>
          </a:xfrm>
          <a:prstGeom prst="rect">
            <a:avLst/>
          </a:prstGeo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14" name="Text Placeholder 4"/>
          <p:cNvSpPr>
            <a:spLocks noGrp="1"/>
          </p:cNvSpPr>
          <p:nvPr>
            <p:ph type="body" sz="quarter" idx="15" hasCustomPrompt="1"/>
          </p:nvPr>
        </p:nvSpPr>
        <p:spPr>
          <a:xfrm>
            <a:off x="3619500" y="1302262"/>
            <a:ext cx="3330574" cy="675889"/>
          </a:xfrm>
          <a:prstGeom prst="rect">
            <a:avLst/>
          </a:prstGeom>
        </p:spPr>
        <p:txBody>
          <a:bodyPr vert="horz" wrap="square" lIns="0" tIns="0" rIns="0" bIns="0" rtlCol="0" anchor="ctr">
            <a:noAutofit/>
          </a:bodyPr>
          <a:lstStyle>
            <a:lvl2pPr>
              <a:defRPr lang="en-US" sz="1400" b="0"/>
            </a:lvl2pPr>
          </a:lstStyle>
          <a:p>
            <a:pPr lvl="1">
              <a:buFont typeface="Arial" panose="020B0604020202020204" pitchFamily="34" charset="0"/>
            </a:pPr>
            <a:r>
              <a:rPr lang="en-US"/>
              <a:t>Body copy Segoe UI Regular 14/18. The quick brown fox jumps over the lazy dog. </a:t>
            </a:r>
          </a:p>
        </p:txBody>
      </p:sp>
      <p:sp>
        <p:nvSpPr>
          <p:cNvPr id="16" name="Text Placeholder 4"/>
          <p:cNvSpPr>
            <a:spLocks noGrp="1"/>
          </p:cNvSpPr>
          <p:nvPr>
            <p:ph type="body" sz="quarter" idx="17" hasCustomPrompt="1"/>
          </p:nvPr>
        </p:nvSpPr>
        <p:spPr>
          <a:xfrm>
            <a:off x="3619500" y="2146113"/>
            <a:ext cx="3330574" cy="675889"/>
          </a:xfrm>
          <a:prstGeom prst="rect">
            <a:avLst/>
          </a:prstGeom>
        </p:spPr>
        <p:txBody>
          <a:bodyPr vert="horz" wrap="square" lIns="0" tIns="0" rIns="0" bIns="0" rtlCol="0" anchor="ctr">
            <a:noAutofit/>
          </a:bodyPr>
          <a:lstStyle>
            <a:lvl2pPr>
              <a:defRPr lang="en-US" sz="1400" b="0" dirty="0" smtClean="0"/>
            </a:lvl2pPr>
          </a:lstStyle>
          <a:p>
            <a:pPr lvl="1">
              <a:buFont typeface="Arial" panose="020B0604020202020204" pitchFamily="34" charset="0"/>
            </a:pPr>
            <a:r>
              <a:rPr lang="en-US"/>
              <a:t>Body copy Segoe UI Regular 14/18. The quick brown fox jumps over the lazy dog. </a:t>
            </a:r>
          </a:p>
        </p:txBody>
      </p:sp>
      <p:sp>
        <p:nvSpPr>
          <p:cNvPr id="18" name="Text Placeholder 4"/>
          <p:cNvSpPr>
            <a:spLocks noGrp="1"/>
          </p:cNvSpPr>
          <p:nvPr>
            <p:ph type="body" sz="quarter" idx="19" hasCustomPrompt="1"/>
          </p:nvPr>
        </p:nvSpPr>
        <p:spPr>
          <a:xfrm>
            <a:off x="3619500" y="2989964"/>
            <a:ext cx="3330574" cy="675889"/>
          </a:xfrm>
          <a:prstGeom prst="rect">
            <a:avLst/>
          </a:prstGeo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20" name="Text Placeholder 4"/>
          <p:cNvSpPr>
            <a:spLocks noGrp="1"/>
          </p:cNvSpPr>
          <p:nvPr>
            <p:ph type="body" sz="quarter" idx="21" hasCustomPrompt="1"/>
          </p:nvPr>
        </p:nvSpPr>
        <p:spPr>
          <a:xfrm>
            <a:off x="3619500" y="3833815"/>
            <a:ext cx="3330574" cy="675889"/>
          </a:xfrm>
          <a:prstGeom prst="rect">
            <a:avLst/>
          </a:prstGeo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619500" y="4677668"/>
            <a:ext cx="3330574" cy="675889"/>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p>
        </p:txBody>
      </p:sp>
      <p:sp>
        <p:nvSpPr>
          <p:cNvPr id="12" name="Text Placeholder 4">
            <a:extLst>
              <a:ext uri="{FF2B5EF4-FFF2-40B4-BE49-F238E27FC236}">
                <a16:creationId xmlns:a16="http://schemas.microsoft.com/office/drawing/2014/main" id="{B26AB1BC-D652-40F2-83A2-06F6897248D2}"/>
              </a:ext>
            </a:extLst>
          </p:cNvPr>
          <p:cNvSpPr>
            <a:spLocks noGrp="1"/>
          </p:cNvSpPr>
          <p:nvPr>
            <p:ph type="body" sz="quarter" idx="24" hasCustomPrompt="1"/>
          </p:nvPr>
        </p:nvSpPr>
        <p:spPr>
          <a:xfrm>
            <a:off x="8331200" y="458411"/>
            <a:ext cx="3442157" cy="675889"/>
          </a:xfrm>
          <a:prstGeom prst="rect">
            <a:avLst/>
          </a:prstGeo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13" name="Text Placeholder 4">
            <a:extLst>
              <a:ext uri="{FF2B5EF4-FFF2-40B4-BE49-F238E27FC236}">
                <a16:creationId xmlns:a16="http://schemas.microsoft.com/office/drawing/2014/main" id="{B7BCA0EE-6780-4007-A1E7-E2C766ADB6AC}"/>
              </a:ext>
            </a:extLst>
          </p:cNvPr>
          <p:cNvSpPr>
            <a:spLocks noGrp="1"/>
          </p:cNvSpPr>
          <p:nvPr>
            <p:ph type="body" sz="quarter" idx="25" hasCustomPrompt="1"/>
          </p:nvPr>
        </p:nvSpPr>
        <p:spPr>
          <a:xfrm>
            <a:off x="8331200" y="1302262"/>
            <a:ext cx="3442157" cy="675889"/>
          </a:xfrm>
          <a:prstGeom prst="rect">
            <a:avLst/>
          </a:prstGeom>
        </p:spPr>
        <p:txBody>
          <a:bodyPr vert="horz" wrap="square" lIns="0" tIns="0" rIns="0" bIns="0" rtlCol="0" anchor="ctr">
            <a:noAutofit/>
          </a:bodyPr>
          <a:lstStyle>
            <a:lvl2pPr>
              <a:defRPr lang="en-US" sz="1400" b="0"/>
            </a:lvl2pPr>
          </a:lstStyle>
          <a:p>
            <a:pPr lvl="1">
              <a:buFont typeface="Arial" panose="020B0604020202020204" pitchFamily="34" charset="0"/>
            </a:pPr>
            <a:r>
              <a:rPr lang="en-US"/>
              <a:t>Body copy Segoe UI Regular 14/18. The quick brown fox jumps over the lazy dog. </a:t>
            </a:r>
          </a:p>
        </p:txBody>
      </p:sp>
      <p:sp>
        <p:nvSpPr>
          <p:cNvPr id="15" name="Text Placeholder 4">
            <a:extLst>
              <a:ext uri="{FF2B5EF4-FFF2-40B4-BE49-F238E27FC236}">
                <a16:creationId xmlns:a16="http://schemas.microsoft.com/office/drawing/2014/main" id="{42F7FEE8-0C97-4A8D-B62A-F9127046CA49}"/>
              </a:ext>
            </a:extLst>
          </p:cNvPr>
          <p:cNvSpPr>
            <a:spLocks noGrp="1"/>
          </p:cNvSpPr>
          <p:nvPr>
            <p:ph type="body" sz="quarter" idx="26" hasCustomPrompt="1"/>
          </p:nvPr>
        </p:nvSpPr>
        <p:spPr>
          <a:xfrm>
            <a:off x="8331200" y="2146113"/>
            <a:ext cx="3442157" cy="675889"/>
          </a:xfrm>
          <a:prstGeom prst="rect">
            <a:avLst/>
          </a:prstGeom>
        </p:spPr>
        <p:txBody>
          <a:bodyPr vert="horz" wrap="square" lIns="0" tIns="0" rIns="0" bIns="0" rtlCol="0" anchor="ctr">
            <a:noAutofit/>
          </a:bodyPr>
          <a:lstStyle>
            <a:lvl2pPr>
              <a:defRPr lang="en-US" sz="1400" b="0" dirty="0" smtClean="0"/>
            </a:lvl2pPr>
          </a:lstStyle>
          <a:p>
            <a:pPr lvl="1">
              <a:buFont typeface="Arial" panose="020B0604020202020204" pitchFamily="34" charset="0"/>
            </a:pPr>
            <a:r>
              <a:rPr lang="en-US"/>
              <a:t>Body copy Segoe UI Regular 14/18. The quick brown fox jumps over the lazy dog. </a:t>
            </a:r>
          </a:p>
        </p:txBody>
      </p:sp>
      <p:sp>
        <p:nvSpPr>
          <p:cNvPr id="17" name="Text Placeholder 4">
            <a:extLst>
              <a:ext uri="{FF2B5EF4-FFF2-40B4-BE49-F238E27FC236}">
                <a16:creationId xmlns:a16="http://schemas.microsoft.com/office/drawing/2014/main" id="{A2CDDCC0-5CE0-47BF-9A58-947FAAFE0464}"/>
              </a:ext>
            </a:extLst>
          </p:cNvPr>
          <p:cNvSpPr>
            <a:spLocks noGrp="1"/>
          </p:cNvSpPr>
          <p:nvPr>
            <p:ph type="body" sz="quarter" idx="27" hasCustomPrompt="1"/>
          </p:nvPr>
        </p:nvSpPr>
        <p:spPr>
          <a:xfrm>
            <a:off x="8331200" y="2989964"/>
            <a:ext cx="3442157" cy="675889"/>
          </a:xfrm>
          <a:prstGeom prst="rect">
            <a:avLst/>
          </a:prstGeo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19" name="Text Placeholder 4">
            <a:extLst>
              <a:ext uri="{FF2B5EF4-FFF2-40B4-BE49-F238E27FC236}">
                <a16:creationId xmlns:a16="http://schemas.microsoft.com/office/drawing/2014/main" id="{CE365600-EF9A-4204-AC1D-49DA60EE0BC9}"/>
              </a:ext>
            </a:extLst>
          </p:cNvPr>
          <p:cNvSpPr>
            <a:spLocks noGrp="1"/>
          </p:cNvSpPr>
          <p:nvPr>
            <p:ph type="body" sz="quarter" idx="28" hasCustomPrompt="1"/>
          </p:nvPr>
        </p:nvSpPr>
        <p:spPr>
          <a:xfrm>
            <a:off x="8331200" y="3833815"/>
            <a:ext cx="3442157" cy="675889"/>
          </a:xfrm>
          <a:prstGeom prst="rect">
            <a:avLst/>
          </a:prstGeo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21" name="Text Placeholder 4">
            <a:extLst>
              <a:ext uri="{FF2B5EF4-FFF2-40B4-BE49-F238E27FC236}">
                <a16:creationId xmlns:a16="http://schemas.microsoft.com/office/drawing/2014/main" id="{7C988AC2-C93F-4C50-A6B6-35E8D243E2D3}"/>
              </a:ext>
            </a:extLst>
          </p:cNvPr>
          <p:cNvSpPr>
            <a:spLocks noGrp="1"/>
          </p:cNvSpPr>
          <p:nvPr>
            <p:ph type="body" sz="quarter" idx="29" hasCustomPrompt="1"/>
          </p:nvPr>
        </p:nvSpPr>
        <p:spPr>
          <a:xfrm>
            <a:off x="8331200" y="4677668"/>
            <a:ext cx="3442157" cy="675889"/>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p>
        </p:txBody>
      </p:sp>
      <p:sp>
        <p:nvSpPr>
          <p:cNvPr id="6" name="Footer Placeholder 1">
            <a:extLst>
              <a:ext uri="{FF2B5EF4-FFF2-40B4-BE49-F238E27FC236}">
                <a16:creationId xmlns:a16="http://schemas.microsoft.com/office/drawing/2014/main" id="{20AEC5E9-15FA-4088-BD82-723F6A9F15A1}"/>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497870291"/>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280" userDrawn="1">
          <p15:clr>
            <a:srgbClr val="FBAE40"/>
          </p15:clr>
        </p15:guide>
      </p15:sldGuideLst>
    </p:ext>
  </p:extLst>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Text option 3">
    <p:spTree>
      <p:nvGrpSpPr>
        <p:cNvPr id="1" name=""/>
        <p:cNvGrpSpPr/>
        <p:nvPr/>
      </p:nvGrpSpPr>
      <p:grpSpPr>
        <a:xfrm>
          <a:off x="0" y="0"/>
          <a:ext cx="0" cy="0"/>
          <a:chOff x="0" y="0"/>
          <a:chExt cx="0" cy="0"/>
        </a:xfrm>
      </p:grpSpPr>
      <p:sp>
        <p:nvSpPr>
          <p:cNvPr id="29" name="Title 28">
            <a:extLst>
              <a:ext uri="{FF2B5EF4-FFF2-40B4-BE49-F238E27FC236}">
                <a16:creationId xmlns:a16="http://schemas.microsoft.com/office/drawing/2014/main" id="{DB14B4B7-6595-4F80-A720-AEE6406FDDDB}"/>
              </a:ext>
            </a:extLst>
          </p:cNvPr>
          <p:cNvSpPr>
            <a:spLocks noGrp="1"/>
          </p:cNvSpPr>
          <p:nvPr>
            <p:ph type="title" hasCustomPrompt="1"/>
          </p:nvPr>
        </p:nvSpPr>
        <p:spPr/>
        <p:txBody>
          <a:bodyPr/>
          <a:lstStyle/>
          <a:p>
            <a:r>
              <a:rPr lang="en-US"/>
              <a:t>Text layout three columns images and text</a:t>
            </a:r>
          </a:p>
        </p:txBody>
      </p:sp>
      <p:sp>
        <p:nvSpPr>
          <p:cNvPr id="16" name="Rectangle 15">
            <a:extLst>
              <a:ext uri="{FF2B5EF4-FFF2-40B4-BE49-F238E27FC236}">
                <a16:creationId xmlns:a16="http://schemas.microsoft.com/office/drawing/2014/main" id="{A6AC17A7-7CAA-4CA5-89CD-184D76C19F56}"/>
              </a:ext>
              <a:ext uri="{C183D7F6-B498-43B3-948B-1728B52AA6E4}">
                <adec:decorative xmlns:adec="http://schemas.microsoft.com/office/drawing/2017/decorative" val="1"/>
              </a:ext>
            </a:extLst>
          </p:cNvPr>
          <p:cNvSpPr/>
          <p:nvPr userDrawn="1"/>
        </p:nvSpPr>
        <p:spPr bwMode="auto">
          <a:xfrm>
            <a:off x="468134" y="1456896"/>
            <a:ext cx="3603442" cy="3043667"/>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E501F238-570E-E648-9E57-DAA86A7A8ED3}"/>
              </a:ext>
            </a:extLst>
          </p:cNvPr>
          <p:cNvSpPr>
            <a:spLocks noGrp="1"/>
          </p:cNvSpPr>
          <p:nvPr>
            <p:ph type="pic" sz="quarter" idx="21" hasCustomPrompt="1"/>
          </p:nvPr>
        </p:nvSpPr>
        <p:spPr>
          <a:xfrm>
            <a:off x="592758" y="1560579"/>
            <a:ext cx="3354191" cy="2836300"/>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19" name="Text Placeholder 4">
            <a:extLst>
              <a:ext uri="{FF2B5EF4-FFF2-40B4-BE49-F238E27FC236}">
                <a16:creationId xmlns:a16="http://schemas.microsoft.com/office/drawing/2014/main" id="{F22038DD-9076-B34B-B54A-107DF3F024EE}"/>
              </a:ext>
            </a:extLst>
          </p:cNvPr>
          <p:cNvSpPr>
            <a:spLocks noGrp="1"/>
          </p:cNvSpPr>
          <p:nvPr>
            <p:ph type="body" sz="quarter" idx="17" hasCustomPrompt="1"/>
          </p:nvPr>
        </p:nvSpPr>
        <p:spPr>
          <a:xfrm>
            <a:off x="418643" y="4889029"/>
            <a:ext cx="3652931" cy="523220"/>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a:t>
            </a:r>
          </a:p>
        </p:txBody>
      </p:sp>
      <p:sp>
        <p:nvSpPr>
          <p:cNvPr id="3" name="Rectangle 2">
            <a:extLst>
              <a:ext uri="{FF2B5EF4-FFF2-40B4-BE49-F238E27FC236}">
                <a16:creationId xmlns:a16="http://schemas.microsoft.com/office/drawing/2014/main" id="{7A2E6301-6404-4EF3-A39A-8E79FFA3C974}"/>
              </a:ext>
              <a:ext uri="{C183D7F6-B498-43B3-948B-1728B52AA6E4}">
                <adec:decorative xmlns:adec="http://schemas.microsoft.com/office/drawing/2017/decorative" val="1"/>
              </a:ext>
            </a:extLst>
          </p:cNvPr>
          <p:cNvSpPr/>
          <p:nvPr userDrawn="1"/>
        </p:nvSpPr>
        <p:spPr bwMode="auto">
          <a:xfrm>
            <a:off x="4308909" y="1456896"/>
            <a:ext cx="3603442" cy="3043667"/>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31" name="Picture Placeholder 7">
            <a:extLst>
              <a:ext uri="{FF2B5EF4-FFF2-40B4-BE49-F238E27FC236}">
                <a16:creationId xmlns:a16="http://schemas.microsoft.com/office/drawing/2014/main" id="{1BE65963-6DE8-471D-88DB-2FC78087003C}"/>
              </a:ext>
            </a:extLst>
          </p:cNvPr>
          <p:cNvSpPr>
            <a:spLocks noGrp="1"/>
          </p:cNvSpPr>
          <p:nvPr>
            <p:ph type="pic" sz="quarter" idx="26" hasCustomPrompt="1"/>
          </p:nvPr>
        </p:nvSpPr>
        <p:spPr>
          <a:xfrm>
            <a:off x="4433534" y="1560579"/>
            <a:ext cx="3354191" cy="2836300"/>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21" name="Text Placeholder 4">
            <a:extLst>
              <a:ext uri="{FF2B5EF4-FFF2-40B4-BE49-F238E27FC236}">
                <a16:creationId xmlns:a16="http://schemas.microsoft.com/office/drawing/2014/main" id="{B0C89B53-FA50-F248-AD0B-933DE098D70A}"/>
              </a:ext>
            </a:extLst>
          </p:cNvPr>
          <p:cNvSpPr>
            <a:spLocks noGrp="1"/>
          </p:cNvSpPr>
          <p:nvPr>
            <p:ph type="body" sz="quarter" idx="24" hasCustomPrompt="1"/>
          </p:nvPr>
        </p:nvSpPr>
        <p:spPr>
          <a:xfrm>
            <a:off x="4293969" y="4889029"/>
            <a:ext cx="3618381" cy="523220"/>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a:t>
            </a:r>
          </a:p>
        </p:txBody>
      </p:sp>
      <p:sp>
        <p:nvSpPr>
          <p:cNvPr id="17" name="Rectangle 16">
            <a:extLst>
              <a:ext uri="{FF2B5EF4-FFF2-40B4-BE49-F238E27FC236}">
                <a16:creationId xmlns:a16="http://schemas.microsoft.com/office/drawing/2014/main" id="{5EC0DAC3-9E26-491C-A10D-7D086E91DB76}"/>
              </a:ext>
              <a:ext uri="{C183D7F6-B498-43B3-948B-1728B52AA6E4}">
                <adec:decorative xmlns:adec="http://schemas.microsoft.com/office/drawing/2017/decorative" val="1"/>
              </a:ext>
            </a:extLst>
          </p:cNvPr>
          <p:cNvSpPr/>
          <p:nvPr userDrawn="1"/>
        </p:nvSpPr>
        <p:spPr bwMode="auto">
          <a:xfrm>
            <a:off x="8159021" y="1456896"/>
            <a:ext cx="3603442" cy="3043667"/>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33" name="Picture Placeholder 7">
            <a:extLst>
              <a:ext uri="{FF2B5EF4-FFF2-40B4-BE49-F238E27FC236}">
                <a16:creationId xmlns:a16="http://schemas.microsoft.com/office/drawing/2014/main" id="{907DE53F-AA57-4741-9DAA-A44C19F78D30}"/>
              </a:ext>
            </a:extLst>
          </p:cNvPr>
          <p:cNvSpPr>
            <a:spLocks noGrp="1"/>
          </p:cNvSpPr>
          <p:nvPr>
            <p:ph type="pic" sz="quarter" idx="27" hasCustomPrompt="1"/>
          </p:nvPr>
        </p:nvSpPr>
        <p:spPr>
          <a:xfrm>
            <a:off x="8283647" y="1560579"/>
            <a:ext cx="3354191" cy="2836300"/>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22" name="Text Placeholder 4">
            <a:extLst>
              <a:ext uri="{FF2B5EF4-FFF2-40B4-BE49-F238E27FC236}">
                <a16:creationId xmlns:a16="http://schemas.microsoft.com/office/drawing/2014/main" id="{C11EA858-BBCA-2149-9368-C1FDBC6C8DFD}"/>
              </a:ext>
            </a:extLst>
          </p:cNvPr>
          <p:cNvSpPr>
            <a:spLocks noGrp="1"/>
          </p:cNvSpPr>
          <p:nvPr>
            <p:ph type="body" sz="quarter" idx="25" hasCustomPrompt="1"/>
          </p:nvPr>
        </p:nvSpPr>
        <p:spPr>
          <a:xfrm>
            <a:off x="8144083" y="4889029"/>
            <a:ext cx="3618381" cy="523220"/>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a:t>
            </a:r>
          </a:p>
        </p:txBody>
      </p:sp>
      <p:sp>
        <p:nvSpPr>
          <p:cNvPr id="18" name="Text Placeholder 4">
            <a:extLst>
              <a:ext uri="{FF2B5EF4-FFF2-40B4-BE49-F238E27FC236}">
                <a16:creationId xmlns:a16="http://schemas.microsoft.com/office/drawing/2014/main" id="{6B0E7A2A-440B-4386-BA99-0E3495B2C78A}"/>
              </a:ext>
            </a:extLst>
          </p:cNvPr>
          <p:cNvSpPr>
            <a:spLocks noGrp="1"/>
          </p:cNvSpPr>
          <p:nvPr>
            <p:ph type="body" sz="quarter" idx="28" hasCustomPrompt="1"/>
          </p:nvPr>
        </p:nvSpPr>
        <p:spPr>
          <a:xfrm>
            <a:off x="418643" y="4582416"/>
            <a:ext cx="3652931"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2"/>
                </a:solidFill>
                <a:latin typeface="+mj-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Paragraph title Segoe UI </a:t>
            </a:r>
            <a:r>
              <a:rPr lang="en-US" err="1"/>
              <a:t>Semibold</a:t>
            </a:r>
            <a:r>
              <a:rPr lang="en-US"/>
              <a:t> 14/18</a:t>
            </a:r>
          </a:p>
        </p:txBody>
      </p:sp>
      <p:sp>
        <p:nvSpPr>
          <p:cNvPr id="20" name="Text Placeholder 4">
            <a:extLst>
              <a:ext uri="{FF2B5EF4-FFF2-40B4-BE49-F238E27FC236}">
                <a16:creationId xmlns:a16="http://schemas.microsoft.com/office/drawing/2014/main" id="{84B94875-0E5C-4E1B-9009-179D2480580A}"/>
              </a:ext>
            </a:extLst>
          </p:cNvPr>
          <p:cNvSpPr>
            <a:spLocks noGrp="1"/>
          </p:cNvSpPr>
          <p:nvPr>
            <p:ph type="body" sz="quarter" idx="29" hasCustomPrompt="1"/>
          </p:nvPr>
        </p:nvSpPr>
        <p:spPr>
          <a:xfrm>
            <a:off x="4293969" y="4582416"/>
            <a:ext cx="3618381"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2"/>
                </a:solidFill>
                <a:latin typeface="+mj-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Paragraph title Segoe UI </a:t>
            </a:r>
            <a:r>
              <a:rPr lang="en-US" err="1"/>
              <a:t>Semibold</a:t>
            </a:r>
            <a:r>
              <a:rPr lang="en-US"/>
              <a:t> 14/18</a:t>
            </a:r>
          </a:p>
        </p:txBody>
      </p:sp>
      <p:sp>
        <p:nvSpPr>
          <p:cNvPr id="23" name="Text Placeholder 4">
            <a:extLst>
              <a:ext uri="{FF2B5EF4-FFF2-40B4-BE49-F238E27FC236}">
                <a16:creationId xmlns:a16="http://schemas.microsoft.com/office/drawing/2014/main" id="{122C2A87-F659-470C-9A84-C24B6596BF30}"/>
              </a:ext>
            </a:extLst>
          </p:cNvPr>
          <p:cNvSpPr>
            <a:spLocks noGrp="1"/>
          </p:cNvSpPr>
          <p:nvPr>
            <p:ph type="body" sz="quarter" idx="30" hasCustomPrompt="1"/>
          </p:nvPr>
        </p:nvSpPr>
        <p:spPr>
          <a:xfrm>
            <a:off x="8144083" y="4582416"/>
            <a:ext cx="3618381"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2"/>
                </a:solidFill>
                <a:latin typeface="+mj-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Paragraph title Segoe UI </a:t>
            </a:r>
            <a:r>
              <a:rPr lang="en-US" err="1"/>
              <a:t>Semibold</a:t>
            </a:r>
            <a:r>
              <a:rPr lang="en-US"/>
              <a:t> 14/18</a:t>
            </a:r>
          </a:p>
        </p:txBody>
      </p:sp>
      <p:sp>
        <p:nvSpPr>
          <p:cNvPr id="4" name="Footer Placeholder 1">
            <a:extLst>
              <a:ext uri="{FF2B5EF4-FFF2-40B4-BE49-F238E27FC236}">
                <a16:creationId xmlns:a16="http://schemas.microsoft.com/office/drawing/2014/main" id="{078D6B2E-04FF-44FF-92BF-A50AB63F5A84}"/>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669954851"/>
      </p:ext>
    </p:extLst>
  </p:cSld>
  <p:clrMapOvr>
    <a:masterClrMapping/>
  </p:clrMapOvr>
  <p:transition>
    <p:fade/>
  </p:transition>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userDrawn="1">
  <p:cSld name="Section slide">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990B4C-4B23-479D-ADA8-DD6E0658DF5A}"/>
              </a:ext>
            </a:extLst>
          </p:cNvPr>
          <p:cNvSpPr/>
          <p:nvPr userDrawn="1"/>
        </p:nvSpPr>
        <p:spPr bwMode="auto">
          <a:xfrm>
            <a:off x="1" y="2526646"/>
            <a:ext cx="9697686" cy="1784048"/>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4" name="Title 35"/>
          <p:cNvSpPr>
            <a:spLocks noGrp="1"/>
          </p:cNvSpPr>
          <p:nvPr>
            <p:ph type="title" hasCustomPrompt="1"/>
          </p:nvPr>
        </p:nvSpPr>
        <p:spPr>
          <a:xfrm>
            <a:off x="418644" y="2526646"/>
            <a:ext cx="9189910" cy="1784048"/>
          </a:xfrm>
          <a:prstGeom prst="rect">
            <a:avLst/>
          </a:prstGeom>
          <a:noFill/>
        </p:spPr>
        <p:txBody>
          <a:bodyPr vert="horz" wrap="square" lIns="0" tIns="0" rIns="0" bIns="0" rtlCol="0" anchor="ctr" anchorCtr="0">
            <a:noAutofit/>
          </a:bodyPr>
          <a:lstStyle>
            <a:lvl1pPr>
              <a:defRPr lang="en-US" sz="3600" spc="-49" baseline="0" dirty="0">
                <a:solidFill>
                  <a:schemeClr val="bg1"/>
                </a:solidFill>
              </a:defRPr>
            </a:lvl1pPr>
          </a:lstStyle>
          <a:p>
            <a:pPr marL="0" lvl="0">
              <a:lnSpc>
                <a:spcPts val="5490"/>
              </a:lnSpc>
            </a:pPr>
            <a:r>
              <a:rPr lang="en-US"/>
              <a:t>Section title</a:t>
            </a:r>
          </a:p>
        </p:txBody>
      </p:sp>
      <p:sp>
        <p:nvSpPr>
          <p:cNvPr id="6" name="Rectangle 5">
            <a:extLst>
              <a:ext uri="{FF2B5EF4-FFF2-40B4-BE49-F238E27FC236}">
                <a16:creationId xmlns:a16="http://schemas.microsoft.com/office/drawing/2014/main" id="{E7A7DCD7-2A9A-4303-B73A-A8AA23BAF4B6}"/>
              </a:ext>
            </a:extLst>
          </p:cNvPr>
          <p:cNvSpPr/>
          <p:nvPr userDrawn="1"/>
        </p:nvSpPr>
        <p:spPr bwMode="auto">
          <a:xfrm>
            <a:off x="9697686" y="2526646"/>
            <a:ext cx="2082603" cy="1784048"/>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6">
            <a:extLst>
              <a:ext uri="{FF2B5EF4-FFF2-40B4-BE49-F238E27FC236}">
                <a16:creationId xmlns:a16="http://schemas.microsoft.com/office/drawing/2014/main" id="{C39A4550-468E-4965-BBF3-650AD824060F}"/>
              </a:ext>
            </a:extLst>
          </p:cNvPr>
          <p:cNvSpPr/>
          <p:nvPr userDrawn="1"/>
        </p:nvSpPr>
        <p:spPr bwMode="auto">
          <a:xfrm flipH="1">
            <a:off x="9697686" y="2481083"/>
            <a:ext cx="203874" cy="1875174"/>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2"/>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7" name="Rectangle 6">
            <a:extLst>
              <a:ext uri="{FF2B5EF4-FFF2-40B4-BE49-F238E27FC236}">
                <a16:creationId xmlns:a16="http://schemas.microsoft.com/office/drawing/2014/main" id="{79F5CEB5-AAB3-4E98-82B0-2B2EDFAC7F19}"/>
              </a:ext>
            </a:extLst>
          </p:cNvPr>
          <p:cNvSpPr/>
          <p:nvPr userDrawn="1"/>
        </p:nvSpPr>
        <p:spPr bwMode="auto">
          <a:xfrm>
            <a:off x="11569483" y="2481083"/>
            <a:ext cx="203874" cy="1875174"/>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2"/>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12" name="Picture Placeholder 11">
            <a:extLst>
              <a:ext uri="{FF2B5EF4-FFF2-40B4-BE49-F238E27FC236}">
                <a16:creationId xmlns:a16="http://schemas.microsoft.com/office/drawing/2014/main" id="{A0F18A81-5AF1-41EB-B335-9EF67062969B}"/>
              </a:ext>
            </a:extLst>
          </p:cNvPr>
          <p:cNvSpPr>
            <a:spLocks noGrp="1"/>
          </p:cNvSpPr>
          <p:nvPr>
            <p:ph type="pic" sz="quarter" idx="10"/>
          </p:nvPr>
        </p:nvSpPr>
        <p:spPr>
          <a:xfrm>
            <a:off x="10098361" y="2777952"/>
            <a:ext cx="1281254" cy="1281436"/>
          </a:xfrm>
          <a:prstGeom prst="rect">
            <a:avLst/>
          </a:prstGeom>
        </p:spPr>
        <p:txBody>
          <a:bodyPr anchor="ctr">
            <a:noAutofit/>
          </a:bodyPr>
          <a:lstStyle>
            <a:lvl1pPr algn="ctr">
              <a:defRPr/>
            </a:lvl1pPr>
          </a:lstStyle>
          <a:p>
            <a:endParaRPr lang="en-US" dirty="0"/>
          </a:p>
        </p:txBody>
      </p:sp>
      <p:sp>
        <p:nvSpPr>
          <p:cNvPr id="5" name="Footer Placeholder 1">
            <a:extLst>
              <a:ext uri="{FF2B5EF4-FFF2-40B4-BE49-F238E27FC236}">
                <a16:creationId xmlns:a16="http://schemas.microsoft.com/office/drawing/2014/main" id="{53F6734B-2BB9-44E4-A8BF-B0683C3D0AFF}"/>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764039343"/>
      </p:ext>
    </p:extLst>
  </p:cSld>
  <p:clrMapOvr>
    <a:masterClrMapping/>
  </p:clrMapOvr>
  <p:transition>
    <p:fade/>
  </p:transition>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userDrawn="1">
  <p:cSld name="Photo layou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5543516" cy="728448"/>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456897"/>
            <a:ext cx="5579310" cy="307777"/>
          </a:xfrm>
          <a:prstGeom prst="rect">
            <a:avLst/>
          </a:prstGeom>
        </p:spPr>
        <p:txBody>
          <a:bodyPr wrap="square" lIns="0" tIns="0" rIns="0" bIns="0">
            <a:spAutoFit/>
          </a:bodyPr>
          <a:lstStyle>
            <a:lvl1pPr marL="0" indent="0">
              <a:lnSpc>
                <a:spcPts val="2353"/>
              </a:lnSpc>
              <a:buNone/>
              <a:defRPr lang="en-US" sz="20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a:t>Subhead Segoe UI </a:t>
            </a:r>
            <a:r>
              <a:rPr lang="en-US" err="1"/>
              <a:t>Semibold</a:t>
            </a:r>
            <a:r>
              <a:rPr lang="en-US"/>
              <a:t> 20/24. </a:t>
            </a:r>
          </a:p>
        </p:txBody>
      </p:sp>
      <p:sp>
        <p:nvSpPr>
          <p:cNvPr id="10" name="Text Placeholder 4">
            <a:extLst>
              <a:ext uri="{FF2B5EF4-FFF2-40B4-BE49-F238E27FC236}">
                <a16:creationId xmlns:a16="http://schemas.microsoft.com/office/drawing/2014/main" id="{2274B3EB-A97B-4219-A55A-84453528FE77}"/>
              </a:ext>
            </a:extLst>
          </p:cNvPr>
          <p:cNvSpPr>
            <a:spLocks noGrp="1"/>
          </p:cNvSpPr>
          <p:nvPr>
            <p:ph type="body" sz="quarter" idx="45" hasCustomPrompt="1"/>
          </p:nvPr>
        </p:nvSpPr>
        <p:spPr>
          <a:xfrm>
            <a:off x="418643" y="2161629"/>
            <a:ext cx="5579309" cy="338554"/>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accent4"/>
                </a:solidFill>
                <a:latin typeface="+mj-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Paragraph title Segoe UI </a:t>
            </a:r>
            <a:r>
              <a:rPr lang="en-US" err="1"/>
              <a:t>Semibold</a:t>
            </a:r>
            <a:r>
              <a:rPr lang="en-US"/>
              <a:t> 14/18</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2474101"/>
            <a:ext cx="5579310" cy="76700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1" name="Text Placeholder 4">
            <a:extLst>
              <a:ext uri="{FF2B5EF4-FFF2-40B4-BE49-F238E27FC236}">
                <a16:creationId xmlns:a16="http://schemas.microsoft.com/office/drawing/2014/main" id="{6B19B2E5-E29A-4169-8CDD-80FC79D1C862}"/>
              </a:ext>
            </a:extLst>
          </p:cNvPr>
          <p:cNvSpPr>
            <a:spLocks noGrp="1"/>
          </p:cNvSpPr>
          <p:nvPr>
            <p:ph type="body" sz="quarter" idx="46" hasCustomPrompt="1"/>
          </p:nvPr>
        </p:nvSpPr>
        <p:spPr>
          <a:xfrm>
            <a:off x="418643" y="3628878"/>
            <a:ext cx="5579309" cy="338554"/>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accent4"/>
                </a:solidFill>
                <a:latin typeface="+mj-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Paragraph title Segoe UI </a:t>
            </a:r>
            <a:r>
              <a:rPr lang="en-US" err="1"/>
              <a:t>Semibold</a:t>
            </a:r>
            <a:r>
              <a:rPr lang="en-US"/>
              <a:t> 14/18</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3929012"/>
            <a:ext cx="5579310" cy="76700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229842" y="440494"/>
            <a:ext cx="5973053" cy="5084006"/>
          </a:xfrm>
          <a:prstGeom prst="rect">
            <a:avLst/>
          </a:prstGeom>
          <a:blipFill>
            <a:blip r:embed="rId2"/>
            <a:stretch>
              <a:fillRect t="-12412" b="-12412"/>
            </a:stretch>
          </a:blipFill>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Footer Placeholder 1">
            <a:extLst>
              <a:ext uri="{FF2B5EF4-FFF2-40B4-BE49-F238E27FC236}">
                <a16:creationId xmlns:a16="http://schemas.microsoft.com/office/drawing/2014/main" id="{C06943B8-583F-41EC-BDD0-C4B2F2271C02}"/>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518741288"/>
      </p:ext>
    </p:extLst>
  </p:cSld>
  <p:clrMapOvr>
    <a:masterClrMapping/>
  </p:clrMapOvr>
  <p:transition>
    <p:fade/>
  </p:transition>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userDrawn="1">
  <p:cSld name="Photo layout with bullet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5543516" cy="728448"/>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456896"/>
            <a:ext cx="5579310" cy="369332"/>
          </a:xfrm>
          <a:prstGeom prst="rect">
            <a:avLst/>
          </a:prstGeom>
        </p:spPr>
        <p:txBody>
          <a:bodyPr wrap="square" lIns="0" tIns="0" rIns="0" bIns="0" anchor="t">
            <a:spAutoFit/>
          </a:bodyPr>
          <a:lstStyle>
            <a:lvl1pPr marL="0" indent="0">
              <a:lnSpc>
                <a:spcPct val="100000"/>
              </a:lnSpc>
              <a:buNone/>
              <a:defRPr lang="en-US" sz="24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2268946"/>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userDrawn="1"/>
        </p:nvCxnSpPr>
        <p:spPr>
          <a:xfrm>
            <a:off x="418644" y="3006343"/>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3158965"/>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userDrawn="1"/>
        </p:nvCxnSpPr>
        <p:spPr>
          <a:xfrm>
            <a:off x="418644" y="3896362"/>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418644" y="4048984"/>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userDrawn="1"/>
        </p:nvCxnSpPr>
        <p:spPr>
          <a:xfrm>
            <a:off x="418644" y="4786381"/>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418644" y="4939001"/>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2" name="Rectangle 1">
            <a:extLst>
              <a:ext uri="{FF2B5EF4-FFF2-40B4-BE49-F238E27FC236}">
                <a16:creationId xmlns:a16="http://schemas.microsoft.com/office/drawing/2014/main" id="{56B6D240-D672-4F0A-95ED-D92FC8351E6D}"/>
              </a:ext>
              <a:ext uri="{C183D7F6-B498-43B3-948B-1728B52AA6E4}">
                <adec:decorative xmlns:adec="http://schemas.microsoft.com/office/drawing/2017/decorative" val="1"/>
              </a:ext>
            </a:extLst>
          </p:cNvPr>
          <p:cNvSpPr/>
          <p:nvPr userDrawn="1"/>
        </p:nvSpPr>
        <p:spPr bwMode="auto">
          <a:xfrm>
            <a:off x="6229842" y="1456897"/>
            <a:ext cx="5543514" cy="4066880"/>
          </a:xfrm>
          <a:prstGeom prst="rect">
            <a:avLst/>
          </a:prstGeom>
          <a:no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19" name="Picture Placeholder 7">
            <a:extLst>
              <a:ext uri="{FF2B5EF4-FFF2-40B4-BE49-F238E27FC236}">
                <a16:creationId xmlns:a16="http://schemas.microsoft.com/office/drawing/2014/main" id="{CA973F78-0779-41C2-98B4-4547D2CD7C11}"/>
              </a:ext>
            </a:extLst>
          </p:cNvPr>
          <p:cNvSpPr>
            <a:spLocks noGrp="1"/>
          </p:cNvSpPr>
          <p:nvPr>
            <p:ph type="pic" sz="quarter" idx="47" hasCustomPrompt="1"/>
          </p:nvPr>
        </p:nvSpPr>
        <p:spPr>
          <a:xfrm>
            <a:off x="6349678" y="1571850"/>
            <a:ext cx="5303845" cy="3836974"/>
          </a:xfrm>
          <a:prstGeom prst="rect">
            <a:avLst/>
          </a:prstGeom>
          <a:blipFill dpi="0" rotWithShape="1">
            <a:blip r:embed="rId2"/>
            <a:srcRect/>
            <a:stretch>
              <a:fillRect t="-12167" b="-11528"/>
            </a:stretch>
          </a:blipFill>
          <a:ln w="19050">
            <a:noFill/>
          </a:ln>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5" name="Footer Placeholder 1">
            <a:extLst>
              <a:ext uri="{FF2B5EF4-FFF2-40B4-BE49-F238E27FC236}">
                <a16:creationId xmlns:a16="http://schemas.microsoft.com/office/drawing/2014/main" id="{41DA22E1-F19A-4866-9903-D39B8BC0754E}"/>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880632262"/>
      </p:ext>
    </p:extLst>
  </p:cSld>
  <p:clrMapOvr>
    <a:masterClrMapping/>
  </p:clrMapOvr>
  <p:transition>
    <p:fade/>
  </p:transition>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userDrawn="1">
  <p:cSld name="Photo layout with bullet text &amp; icon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5543516" cy="728448"/>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456896"/>
            <a:ext cx="5579310" cy="369332"/>
          </a:xfrm>
          <a:prstGeom prst="rect">
            <a:avLst/>
          </a:prstGeom>
        </p:spPr>
        <p:txBody>
          <a:bodyPr wrap="square" lIns="0" tIns="0" rIns="0" bIns="0" anchor="t">
            <a:spAutoFit/>
          </a:bodyPr>
          <a:lstStyle>
            <a:lvl1pPr marL="0" indent="0">
              <a:lnSpc>
                <a:spcPct val="100000"/>
              </a:lnSpc>
              <a:buNone/>
              <a:defRPr lang="en-US" sz="24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1422400" y="2438351"/>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userDrawn="1"/>
        </p:nvCxnSpPr>
        <p:spPr>
          <a:xfrm>
            <a:off x="1422400" y="3147005"/>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1422400" y="3270884"/>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userDrawn="1"/>
        </p:nvCxnSpPr>
        <p:spPr>
          <a:xfrm>
            <a:off x="1422400" y="3979538"/>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1422400" y="4103417"/>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userDrawn="1"/>
        </p:nvCxnSpPr>
        <p:spPr>
          <a:xfrm>
            <a:off x="1422400" y="4812071"/>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1422400" y="4935948"/>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229842" y="1457324"/>
            <a:ext cx="5973053" cy="4063399"/>
          </a:xfrm>
          <a:prstGeom prst="rect">
            <a:avLst/>
          </a:prstGeom>
          <a:blipFill>
            <a:blip r:embed="rId2"/>
            <a:stretch>
              <a:fillRect t="-33991" b="-34785"/>
            </a:stretch>
          </a:blipFill>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2" name="Footer Placeholder 1">
            <a:extLst>
              <a:ext uri="{FF2B5EF4-FFF2-40B4-BE49-F238E27FC236}">
                <a16:creationId xmlns:a16="http://schemas.microsoft.com/office/drawing/2014/main" id="{5F6EB83D-C2A5-4189-B12B-1320B6ADB9B8}"/>
              </a:ext>
            </a:extLst>
          </p:cNvPr>
          <p:cNvSpPr txBox="1">
            <a:spLocks/>
          </p:cNvSpPr>
          <p:nvPr userDrawn="1"/>
        </p:nvSpPr>
        <p:spPr>
          <a:xfrm>
            <a:off x="418644"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l"/>
            <a:r>
              <a:rPr lang="en-US" dirty="0"/>
              <a:t>© Copyright Microsoft Corporation. All rights reserved.</a:t>
            </a:r>
          </a:p>
        </p:txBody>
      </p:sp>
    </p:spTree>
    <p:extLst>
      <p:ext uri="{BB962C8B-B14F-4D97-AF65-F5344CB8AC3E}">
        <p14:creationId xmlns:p14="http://schemas.microsoft.com/office/powerpoint/2010/main" val="976341919"/>
      </p:ext>
    </p:extLst>
  </p:cSld>
  <p:clrMapOvr>
    <a:masterClrMapping/>
  </p:clrMapOvr>
  <p:transition>
    <p:fade/>
  </p:transition>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userDrawn="1">
  <p:cSld name="Photo layout with 4 rows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11354712" cy="728448"/>
          </a:xfrm>
        </p:spPr>
        <p:txBody>
          <a:bodyPr/>
          <a:lstStyle>
            <a:lvl1pPr>
              <a:defRPr>
                <a:solidFill>
                  <a:schemeClr val="tx1"/>
                </a:solidFill>
              </a:defRPr>
            </a:lvl1pPr>
          </a:lstStyle>
          <a:p>
            <a:r>
              <a:rPr lang="en-US"/>
              <a:t>Photo layout 1</a:t>
            </a:r>
          </a:p>
        </p:txBody>
      </p:sp>
      <p:sp>
        <p:nvSpPr>
          <p:cNvPr id="13" name="Text Placeholder 4">
            <a:extLst>
              <a:ext uri="{FF2B5EF4-FFF2-40B4-BE49-F238E27FC236}">
                <a16:creationId xmlns:a16="http://schemas.microsoft.com/office/drawing/2014/main" id="{22D1B7D7-06FD-4F28-9BBD-A26349C88491}"/>
              </a:ext>
            </a:extLst>
          </p:cNvPr>
          <p:cNvSpPr>
            <a:spLocks noGrp="1"/>
          </p:cNvSpPr>
          <p:nvPr>
            <p:ph type="body" sz="quarter" idx="47" hasCustomPrompt="1"/>
          </p:nvPr>
        </p:nvSpPr>
        <p:spPr>
          <a:xfrm>
            <a:off x="418644" y="1389750"/>
            <a:ext cx="5579310" cy="361539"/>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2000" b="0" i="0" spc="0">
                <a:solidFill>
                  <a:schemeClr val="tx1"/>
                </a:solidFill>
                <a:latin typeface="+mj-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a:t>
            </a:r>
            <a:r>
              <a:rPr lang="en-US" err="1"/>
              <a:t>Semibold</a:t>
            </a:r>
            <a:r>
              <a:rPr lang="en-US"/>
              <a:t> 18/20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885051"/>
            <a:ext cx="5579310" cy="696624"/>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9" name="Straight Connector 8">
            <a:extLst>
              <a:ext uri="{FF2B5EF4-FFF2-40B4-BE49-F238E27FC236}">
                <a16:creationId xmlns:a16="http://schemas.microsoft.com/office/drawing/2014/main" id="{5E2F051F-FAD1-40B7-AD8D-86ACA838D32B}"/>
              </a:ext>
              <a:ext uri="{C183D7F6-B498-43B3-948B-1728B52AA6E4}">
                <adec:decorative xmlns:adec="http://schemas.microsoft.com/office/drawing/2017/decorative" val="1"/>
              </a:ext>
            </a:extLst>
          </p:cNvPr>
          <p:cNvCxnSpPr>
            <a:cxnSpLocks/>
          </p:cNvCxnSpPr>
          <p:nvPr userDrawn="1"/>
        </p:nvCxnSpPr>
        <p:spPr>
          <a:xfrm>
            <a:off x="418644" y="2723597"/>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2865519"/>
            <a:ext cx="5579310" cy="696624"/>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A8966B79-BC7C-4DB8-80D4-01380DB97330}"/>
              </a:ext>
              <a:ext uri="{C183D7F6-B498-43B3-948B-1728B52AA6E4}">
                <adec:decorative xmlns:adec="http://schemas.microsoft.com/office/drawing/2017/decorative" val="1"/>
              </a:ext>
            </a:extLst>
          </p:cNvPr>
          <p:cNvCxnSpPr>
            <a:cxnSpLocks/>
          </p:cNvCxnSpPr>
          <p:nvPr userDrawn="1"/>
        </p:nvCxnSpPr>
        <p:spPr>
          <a:xfrm>
            <a:off x="418644" y="3704065"/>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418644" y="3845987"/>
            <a:ext cx="5579310" cy="696624"/>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E69D048A-1B0B-4837-8CE2-BD16F3AE2B1C}"/>
              </a:ext>
              <a:ext uri="{C183D7F6-B498-43B3-948B-1728B52AA6E4}">
                <adec:decorative xmlns:adec="http://schemas.microsoft.com/office/drawing/2017/decorative" val="1"/>
              </a:ext>
            </a:extLst>
          </p:cNvPr>
          <p:cNvCxnSpPr>
            <a:cxnSpLocks/>
          </p:cNvCxnSpPr>
          <p:nvPr userDrawn="1"/>
        </p:nvCxnSpPr>
        <p:spPr>
          <a:xfrm>
            <a:off x="418644" y="4684533"/>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418644" y="4826457"/>
            <a:ext cx="5579310" cy="696624"/>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2" name="Rectangle 1">
            <a:extLst>
              <a:ext uri="{FF2B5EF4-FFF2-40B4-BE49-F238E27FC236}">
                <a16:creationId xmlns:a16="http://schemas.microsoft.com/office/drawing/2014/main" id="{680D905E-E7A9-44EC-830B-323C290AAA27}"/>
              </a:ext>
              <a:ext uri="{C183D7F6-B498-43B3-948B-1728B52AA6E4}">
                <adec:decorative xmlns:adec="http://schemas.microsoft.com/office/drawing/2017/decorative" val="1"/>
              </a:ext>
            </a:extLst>
          </p:cNvPr>
          <p:cNvSpPr/>
          <p:nvPr userDrawn="1"/>
        </p:nvSpPr>
        <p:spPr bwMode="auto">
          <a:xfrm>
            <a:off x="6229842" y="1456897"/>
            <a:ext cx="5543514" cy="4067604"/>
          </a:xfrm>
          <a:prstGeom prst="rect">
            <a:avLst/>
          </a:prstGeom>
          <a:no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349678" y="1564130"/>
            <a:ext cx="5303845" cy="3836973"/>
          </a:xfrm>
          <a:prstGeom prst="rect">
            <a:avLst/>
          </a:prstGeom>
          <a:blipFill dpi="0" rotWithShape="1">
            <a:blip r:embed="rId2"/>
            <a:srcRect/>
            <a:stretch>
              <a:fillRect t="-11918" b="-11778"/>
            </a:stretch>
          </a:blipFill>
          <a:ln w="19050">
            <a:noFill/>
          </a:ln>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5" name="Footer Placeholder 1">
            <a:extLst>
              <a:ext uri="{FF2B5EF4-FFF2-40B4-BE49-F238E27FC236}">
                <a16:creationId xmlns:a16="http://schemas.microsoft.com/office/drawing/2014/main" id="{C8DC7018-F39B-4B6A-8195-1144FFF36B83}"/>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567028065"/>
      </p:ext>
    </p:extLst>
  </p:cSld>
  <p:clrMapOvr>
    <a:masterClrMapping/>
  </p:clrMapOvr>
  <p:transition>
    <p:fade/>
  </p:transition>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userDrawn="1">
  <p:cSld name="Photo layout with gray filled text box">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3" y="440494"/>
            <a:ext cx="11354714" cy="728448"/>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456897"/>
            <a:ext cx="5579310" cy="902563"/>
          </a:xfrm>
          <a:prstGeom prst="rect">
            <a:avLst/>
          </a:prstGeom>
          <a:solidFill>
            <a:schemeClr val="bg2"/>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2511910"/>
            <a:ext cx="5579310" cy="902563"/>
          </a:xfrm>
          <a:prstGeom prst="rect">
            <a:avLst/>
          </a:prstGeom>
          <a:solidFill>
            <a:schemeClr val="bg2"/>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418644" y="3566923"/>
            <a:ext cx="5579310" cy="902563"/>
          </a:xfrm>
          <a:prstGeom prst="rect">
            <a:avLst/>
          </a:prstGeom>
          <a:solidFill>
            <a:schemeClr val="bg2"/>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418644" y="4621937"/>
            <a:ext cx="5579310" cy="902563"/>
          </a:xfrm>
          <a:prstGeom prst="rect">
            <a:avLst/>
          </a:prstGeom>
          <a:solidFill>
            <a:schemeClr val="bg2"/>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userDrawn="1"/>
        </p:nvSpPr>
        <p:spPr bwMode="auto">
          <a:xfrm>
            <a:off x="6229842" y="1456897"/>
            <a:ext cx="5543514" cy="4067604"/>
          </a:xfrm>
          <a:prstGeom prst="rect">
            <a:avLst/>
          </a:prstGeom>
          <a:no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349678" y="1564130"/>
            <a:ext cx="5303845" cy="3836973"/>
          </a:xfrm>
          <a:prstGeom prst="rect">
            <a:avLst/>
          </a:prstGeom>
          <a:blipFill dpi="0" rotWithShape="1">
            <a:blip r:embed="rId2"/>
            <a:srcRect/>
            <a:stretch>
              <a:fillRect t="-11917" b="-11779"/>
            </a:stretch>
          </a:blipFill>
          <a:ln w="19050">
            <a:noFill/>
          </a:ln>
        </p:spPr>
        <p:txBody>
          <a:bodyPr tIns="9144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5" name="Footer Placeholder 1">
            <a:extLst>
              <a:ext uri="{FF2B5EF4-FFF2-40B4-BE49-F238E27FC236}">
                <a16:creationId xmlns:a16="http://schemas.microsoft.com/office/drawing/2014/main" id="{C56D26C9-E199-4EBA-8CF2-616AA349D95C}"/>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925728705"/>
      </p:ext>
    </p:extLst>
  </p:cSld>
  <p:clrMapOvr>
    <a:masterClrMapping/>
  </p:clrMapOvr>
  <p:transition>
    <p:fade/>
  </p:transition>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userDrawn="1">
  <p:cSld name="Photo layout with single gray filled text box">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3" y="440494"/>
            <a:ext cx="11354714" cy="728448"/>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456897"/>
            <a:ext cx="5579310" cy="4067603"/>
          </a:xfrm>
          <a:prstGeom prst="rect">
            <a:avLst/>
          </a:prstGeom>
          <a:solidFill>
            <a:schemeClr val="bg2"/>
          </a:solidFill>
        </p:spPr>
        <p:txBody>
          <a:bodyPr lIns="137160" tIns="91440" rIns="137160" bIns="91440" anchor="t">
            <a:noAutofit/>
          </a:bodyPr>
          <a:lstStyle>
            <a:lvl1pPr marL="0" indent="0">
              <a:lnSpc>
                <a:spcPct val="100000"/>
              </a:lnSpc>
              <a:spcBef>
                <a:spcPts val="0"/>
              </a:spcBef>
              <a:spcAft>
                <a:spcPts val="1200"/>
              </a:spcAft>
              <a:buFont typeface="Arial" panose="020B0604020202020204" pitchFamily="34" charset="0"/>
              <a:buNone/>
              <a:defRPr sz="18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a:p>
            <a:pPr marL="0" marR="0" lvl="0" indent="0" algn="l" defTabSz="914367"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lang="en-US"/>
              <a:t>Body copy Segoe UI Regular 14/18.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userDrawn="1"/>
        </p:nvSpPr>
        <p:spPr bwMode="auto">
          <a:xfrm>
            <a:off x="6229842" y="1456897"/>
            <a:ext cx="5543514" cy="4067604"/>
          </a:xfrm>
          <a:prstGeom prst="rect">
            <a:avLst/>
          </a:prstGeom>
          <a:no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349678" y="1564130"/>
            <a:ext cx="5303845" cy="3836973"/>
          </a:xfrm>
          <a:prstGeom prst="rect">
            <a:avLst/>
          </a:prstGeom>
          <a:blipFill dpi="0" rotWithShape="1">
            <a:blip r:embed="rId2"/>
            <a:srcRect/>
            <a:stretch>
              <a:fillRect t="-11669" b="-12027"/>
            </a:stretch>
          </a:blipFill>
          <a:ln w="19050">
            <a:noFill/>
          </a:ln>
        </p:spPr>
        <p:txBody>
          <a:bodyPr tIns="9144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5" name="Footer Placeholder 1">
            <a:extLst>
              <a:ext uri="{FF2B5EF4-FFF2-40B4-BE49-F238E27FC236}">
                <a16:creationId xmlns:a16="http://schemas.microsoft.com/office/drawing/2014/main" id="{EF6BF2FC-D0DF-43FB-898E-872D6CBB08E2}"/>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458859248"/>
      </p:ext>
    </p:extLst>
  </p:cSld>
  <p:clrMapOvr>
    <a:masterClrMapping/>
  </p:clrMapOvr>
  <p:transition>
    <p:fade/>
  </p:transition>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userDrawn="1">
  <p:cSld name="Photo layout with single gray filled text box 2/3">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3" y="440494"/>
            <a:ext cx="11354714" cy="728448"/>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456897"/>
            <a:ext cx="3659644" cy="4067603"/>
          </a:xfrm>
          <a:prstGeom prst="rect">
            <a:avLst/>
          </a:prstGeom>
          <a:solidFill>
            <a:schemeClr val="bg2"/>
          </a:solidFill>
        </p:spPr>
        <p:txBody>
          <a:bodyPr lIns="137160" tIns="91440" rIns="137160" bIns="91440" anchor="t">
            <a:noAutofit/>
          </a:bodyPr>
          <a:lstStyle>
            <a:lvl1pPr marL="0" indent="0">
              <a:lnSpc>
                <a:spcPct val="100000"/>
              </a:lnSpc>
              <a:spcBef>
                <a:spcPts val="0"/>
              </a:spcBef>
              <a:spcAft>
                <a:spcPts val="1200"/>
              </a:spcAft>
              <a:buFont typeface="Arial" panose="020B0604020202020204" pitchFamily="34" charset="0"/>
              <a:buNone/>
              <a:defRPr sz="18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a:p>
            <a:pPr marL="0" marR="0" lvl="0" indent="0" algn="l" defTabSz="914367"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lang="en-US"/>
              <a:t>Body copy Segoe UI Regular 14/18.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userDrawn="1"/>
        </p:nvSpPr>
        <p:spPr bwMode="auto">
          <a:xfrm>
            <a:off x="4303713" y="1456897"/>
            <a:ext cx="7469643" cy="4067604"/>
          </a:xfrm>
          <a:prstGeom prst="rect">
            <a:avLst/>
          </a:prstGeom>
          <a:no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432300" y="1564130"/>
            <a:ext cx="7221223" cy="3836974"/>
          </a:xfrm>
          <a:prstGeom prst="rect">
            <a:avLst/>
          </a:prstGeom>
          <a:blipFill dpi="0" rotWithShape="1">
            <a:blip r:embed="rId2"/>
            <a:srcRect/>
            <a:stretch>
              <a:fillRect t="-34423" b="-33990"/>
            </a:stretch>
          </a:blipFill>
          <a:ln w="19050">
            <a:noFill/>
          </a:ln>
        </p:spPr>
        <p:txBody>
          <a:bodyPr tIns="9144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5" name="Footer Placeholder 1">
            <a:extLst>
              <a:ext uri="{FF2B5EF4-FFF2-40B4-BE49-F238E27FC236}">
                <a16:creationId xmlns:a16="http://schemas.microsoft.com/office/drawing/2014/main" id="{55197CAA-02CC-4CFA-8726-E127D7D4F56D}"/>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4181882396"/>
      </p:ext>
    </p:extLst>
  </p:cSld>
  <p:clrMapOvr>
    <a:masterClrMapping/>
  </p:clrMapOvr>
  <p:transition>
    <p:fade/>
  </p:transition>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userDrawn="1">
  <p:cSld name="Photo layout with text in vertical layou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3" y="440494"/>
            <a:ext cx="11354714" cy="728448"/>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456899"/>
            <a:ext cx="11354712" cy="702102"/>
          </a:xfrm>
          <a:prstGeom prst="rect">
            <a:avLst/>
          </a:prstGeom>
          <a:noFill/>
        </p:spPr>
        <p:txBody>
          <a:bodyPr lIns="0" tIns="91440" rIns="0" bIns="91440" anchor="t">
            <a:noAutofit/>
          </a:bodyPr>
          <a:lstStyle>
            <a:lvl1pPr marL="0" indent="0">
              <a:lnSpc>
                <a:spcPct val="100000"/>
              </a:lnSpc>
              <a:spcBef>
                <a:spcPts val="0"/>
              </a:spcBef>
              <a:buFont typeface="Arial" panose="020B0604020202020204" pitchFamily="34" charset="0"/>
              <a:buNone/>
              <a:defRPr sz="18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userDrawn="1"/>
        </p:nvSpPr>
        <p:spPr bwMode="auto">
          <a:xfrm>
            <a:off x="418642" y="2354883"/>
            <a:ext cx="11354714" cy="3169617"/>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554987" y="2494391"/>
            <a:ext cx="11082024" cy="2890599"/>
          </a:xfrm>
          <a:prstGeom prst="rect">
            <a:avLst/>
          </a:prstGeom>
          <a:blipFill dpi="0" rotWithShape="1">
            <a:blip r:embed="rId2"/>
            <a:srcRect/>
            <a:stretch>
              <a:fillRect t="-11979" b="-9425"/>
            </a:stretch>
          </a:blipFill>
          <a:ln w="19050">
            <a:noFill/>
          </a:ln>
        </p:spPr>
        <p:txBody>
          <a:bodyPr tIns="9144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5" name="Footer Placeholder 1">
            <a:extLst>
              <a:ext uri="{FF2B5EF4-FFF2-40B4-BE49-F238E27FC236}">
                <a16:creationId xmlns:a16="http://schemas.microsoft.com/office/drawing/2014/main" id="{F058022C-C488-4C60-8FED-6334EDFD8685}"/>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00994270"/>
      </p:ext>
    </p:extLst>
  </p:cSld>
  <p:clrMapOvr>
    <a:masterClrMapping/>
  </p:clrMapOvr>
  <p:transition>
    <p:fade/>
  </p:transition>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userDrawn="1">
  <p:cSld name="Demo slide with text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9E5E14-01F2-4F10-A177-A81144B86D44}"/>
              </a:ext>
            </a:extLst>
          </p:cNvPr>
          <p:cNvSpPr>
            <a:spLocks noGrp="1"/>
          </p:cNvSpPr>
          <p:nvPr>
            <p:ph type="title"/>
          </p:nvPr>
        </p:nvSpPr>
        <p:spPr>
          <a:xfrm>
            <a:off x="418643" y="440494"/>
            <a:ext cx="11341268" cy="728448"/>
          </a:xfrm>
        </p:spPr>
        <p:txBody>
          <a:bodyPr/>
          <a:lstStyle/>
          <a:p>
            <a:r>
              <a:rPr lang="en-US"/>
              <a:t>Click to edit Master title style</a:t>
            </a:r>
          </a:p>
        </p:txBody>
      </p:sp>
      <p:sp>
        <p:nvSpPr>
          <p:cNvPr id="4" name="Text Placeholder 3"/>
          <p:cNvSpPr>
            <a:spLocks noGrp="1"/>
          </p:cNvSpPr>
          <p:nvPr>
            <p:ph type="body" sz="quarter" idx="10" hasCustomPrompt="1"/>
          </p:nvPr>
        </p:nvSpPr>
        <p:spPr>
          <a:xfrm>
            <a:off x="418644" y="1456898"/>
            <a:ext cx="6410781" cy="307777"/>
          </a:xfrm>
          <a:prstGeom prst="rect">
            <a:avLst/>
          </a:prstGeom>
        </p:spPr>
        <p:txBody>
          <a:bodyPr wrap="square" lIns="0" tIns="0" rIns="0" bIns="0">
            <a:spAutoFit/>
          </a:bodyPr>
          <a:lstStyle>
            <a:lvl1pPr marL="0" indent="0">
              <a:lnSpc>
                <a:spcPts val="2353"/>
              </a:lnSpc>
              <a:buNone/>
              <a:defRPr sz="2000" b="0" i="0" spc="0">
                <a:solidFill>
                  <a:schemeClr val="tx1"/>
                </a:solidFill>
                <a:latin typeface="+mj-lt"/>
              </a:defRPr>
            </a:lvl1pPr>
            <a:lvl2pPr marL="224097" indent="0">
              <a:buNone/>
              <a:defRPr/>
            </a:lvl2pPr>
            <a:lvl3pPr marL="448193" indent="0">
              <a:buNone/>
              <a:defRPr/>
            </a:lvl3pPr>
            <a:lvl4pPr marL="672290" indent="0">
              <a:buNone/>
              <a:defRPr/>
            </a:lvl4pPr>
            <a:lvl5pPr marL="896386" indent="0">
              <a:buNone/>
              <a:defRPr/>
            </a:lvl5pPr>
          </a:lstStyle>
          <a:p>
            <a:pPr lvl="0"/>
            <a:r>
              <a:rPr lang="pt-BR" err="1"/>
              <a:t>Large</a:t>
            </a:r>
            <a:r>
              <a:rPr lang="pt-BR"/>
              <a:t> </a:t>
            </a:r>
            <a:r>
              <a:rPr lang="pt-BR" err="1"/>
              <a:t>subhead</a:t>
            </a:r>
            <a:r>
              <a:rPr lang="pt-BR"/>
              <a:t> Segoe UI </a:t>
            </a:r>
            <a:r>
              <a:rPr lang="pt-BR" err="1"/>
              <a:t>Semibold</a:t>
            </a:r>
            <a:r>
              <a:rPr lang="pt-BR"/>
              <a:t> 18/20</a:t>
            </a:r>
            <a:endParaRPr lang="en-US"/>
          </a:p>
        </p:txBody>
      </p:sp>
      <p:sp>
        <p:nvSpPr>
          <p:cNvPr id="5" name="Text Placeholder 4"/>
          <p:cNvSpPr>
            <a:spLocks noGrp="1"/>
          </p:cNvSpPr>
          <p:nvPr>
            <p:ph type="body" sz="quarter" idx="11" hasCustomPrompt="1"/>
          </p:nvPr>
        </p:nvSpPr>
        <p:spPr>
          <a:xfrm>
            <a:off x="418643" y="1820432"/>
            <a:ext cx="6410782" cy="3704068"/>
          </a:xfrm>
          <a:prstGeom prst="rect">
            <a:avLst/>
          </a:prstGeom>
        </p:spPr>
        <p:txBody>
          <a:bodyPr lIns="0" tIns="45720" rIns="0" bIns="45720"/>
          <a:lstStyle>
            <a:lvl1pPr marL="0" indent="0">
              <a:lnSpc>
                <a:spcPct val="100000"/>
              </a:lnSpc>
              <a:spcBef>
                <a:spcPts val="0"/>
              </a:spcBef>
              <a:spcAft>
                <a:spcPts val="12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p:txBody>
      </p:sp>
      <p:pic>
        <p:nvPicPr>
          <p:cNvPr id="11" name="Picture 10" descr="Tablet image">
            <a:extLst>
              <a:ext uri="{FF2B5EF4-FFF2-40B4-BE49-F238E27FC236}">
                <a16:creationId xmlns:a16="http://schemas.microsoft.com/office/drawing/2014/main" id="{C4B95F29-56C3-4C85-A12B-0B0BE769E70B}"/>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l="21206" t="13438" b="10994"/>
          <a:stretch/>
        </p:blipFill>
        <p:spPr>
          <a:xfrm>
            <a:off x="7048500" y="1452563"/>
            <a:ext cx="5143501" cy="4071937"/>
          </a:xfrm>
          <a:prstGeom prst="rect">
            <a:avLst/>
          </a:prstGeom>
        </p:spPr>
      </p:pic>
      <p:sp>
        <p:nvSpPr>
          <p:cNvPr id="12" name="Picture Placeholder 11">
            <a:extLst>
              <a:ext uri="{FF2B5EF4-FFF2-40B4-BE49-F238E27FC236}">
                <a16:creationId xmlns:a16="http://schemas.microsoft.com/office/drawing/2014/main" id="{934476FE-7091-4DE7-A55E-3EF5A6569A7D}"/>
              </a:ext>
            </a:extLst>
          </p:cNvPr>
          <p:cNvSpPr>
            <a:spLocks noGrp="1"/>
          </p:cNvSpPr>
          <p:nvPr>
            <p:ph type="pic" sz="quarter" idx="12" hasCustomPrompt="1"/>
          </p:nvPr>
        </p:nvSpPr>
        <p:spPr>
          <a:xfrm>
            <a:off x="7277100" y="1663700"/>
            <a:ext cx="4914900" cy="3603625"/>
          </a:xfrm>
          <a:prstGeom prst="rect">
            <a:avLst/>
          </a:prstGeom>
        </p:spPr>
        <p:txBody>
          <a:bodyPr anchor="ctr" anchorCtr="0">
            <a:noAutofit/>
          </a:bodyPr>
          <a:lstStyle>
            <a:lvl1pPr algn="ctr">
              <a:defRPr sz="3529">
                <a:solidFill>
                  <a:srgbClr val="000000"/>
                </a:solidFill>
              </a:defRPr>
            </a:lvl1pPr>
          </a:lstStyle>
          <a:p>
            <a:r>
              <a:rPr lang="en-US" dirty="0"/>
              <a:t>DEMO</a:t>
            </a:r>
          </a:p>
        </p:txBody>
      </p:sp>
      <p:sp>
        <p:nvSpPr>
          <p:cNvPr id="6" name="Footer Placeholder 1">
            <a:extLst>
              <a:ext uri="{FF2B5EF4-FFF2-40B4-BE49-F238E27FC236}">
                <a16:creationId xmlns:a16="http://schemas.microsoft.com/office/drawing/2014/main" id="{9DD1EFE7-3AE2-4E6F-A2DA-B6AD63EAB12F}"/>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642522328"/>
      </p:ext>
    </p:extLst>
  </p:cSld>
  <p:clrMapOvr>
    <a:masterClrMapping/>
  </p:clrMapOvr>
  <p:transition>
    <p:fade/>
  </p:transition>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userDrawn="1">
  <p:cSld name="Demo sli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A9A2FC6-09D2-4CBB-A8B4-445680BD8200}"/>
              </a:ext>
            </a:extLst>
          </p:cNvPr>
          <p:cNvSpPr>
            <a:spLocks noGrp="1"/>
          </p:cNvSpPr>
          <p:nvPr>
            <p:ph type="title" hasCustomPrompt="1"/>
          </p:nvPr>
        </p:nvSpPr>
        <p:spPr/>
        <p:txBody>
          <a:bodyPr/>
          <a:lstStyle>
            <a:lvl1pPr>
              <a:defRPr/>
            </a:lvl1pPr>
          </a:lstStyle>
          <a:p>
            <a:r>
              <a:rPr lang="en-US"/>
              <a:t>Demo </a:t>
            </a:r>
          </a:p>
        </p:txBody>
      </p:sp>
      <p:pic>
        <p:nvPicPr>
          <p:cNvPr id="10" name="Picture 9" descr="Tablet image">
            <a:extLst>
              <a:ext uri="{FF2B5EF4-FFF2-40B4-BE49-F238E27FC236}">
                <a16:creationId xmlns:a16="http://schemas.microsoft.com/office/drawing/2014/main" id="{73CDB1EA-72FB-46B3-89D4-DEE1F2EF724A}"/>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l="15023" t="13668" r="9098" b="10044"/>
          <a:stretch/>
        </p:blipFill>
        <p:spPr>
          <a:xfrm>
            <a:off x="2399822" y="1168401"/>
            <a:ext cx="7392356" cy="4356100"/>
          </a:xfrm>
          <a:prstGeom prst="rect">
            <a:avLst/>
          </a:prstGeom>
        </p:spPr>
      </p:pic>
      <p:sp>
        <p:nvSpPr>
          <p:cNvPr id="8" name="Picture Placeholder 11">
            <a:extLst>
              <a:ext uri="{FF2B5EF4-FFF2-40B4-BE49-F238E27FC236}">
                <a16:creationId xmlns:a16="http://schemas.microsoft.com/office/drawing/2014/main" id="{0473E679-3B6D-497A-A0F6-454C968B7607}"/>
              </a:ext>
            </a:extLst>
          </p:cNvPr>
          <p:cNvSpPr>
            <a:spLocks noGrp="1"/>
          </p:cNvSpPr>
          <p:nvPr>
            <p:ph type="pic" sz="quarter" idx="12" hasCustomPrompt="1"/>
          </p:nvPr>
        </p:nvSpPr>
        <p:spPr>
          <a:xfrm>
            <a:off x="2660650" y="1388269"/>
            <a:ext cx="6870700" cy="3869531"/>
          </a:xfrm>
          <a:prstGeom prst="rect">
            <a:avLst/>
          </a:prstGeom>
        </p:spPr>
        <p:txBody>
          <a:bodyPr anchor="ctr" anchorCtr="0">
            <a:noAutofit/>
          </a:bodyPr>
          <a:lstStyle>
            <a:lvl1pPr algn="ctr">
              <a:defRPr sz="3529">
                <a:solidFill>
                  <a:srgbClr val="000000"/>
                </a:solidFill>
              </a:defRPr>
            </a:lvl1pPr>
          </a:lstStyle>
          <a:p>
            <a:r>
              <a:rPr lang="en-US" dirty="0"/>
              <a:t>DEMO</a:t>
            </a:r>
          </a:p>
        </p:txBody>
      </p:sp>
      <p:sp>
        <p:nvSpPr>
          <p:cNvPr id="4" name="Footer Placeholder 1">
            <a:extLst>
              <a:ext uri="{FF2B5EF4-FFF2-40B4-BE49-F238E27FC236}">
                <a16:creationId xmlns:a16="http://schemas.microsoft.com/office/drawing/2014/main" id="{59B4A147-D1B7-4B10-BC9F-A628EC66D4A0}"/>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40943647"/>
      </p:ext>
    </p:extLst>
  </p:cSld>
  <p:clrMapOvr>
    <a:masterClrMapping/>
  </p:clrMapOvr>
  <p:transition>
    <p:fade/>
  </p:transition>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a:t>Chart examples</a:t>
            </a:r>
          </a:p>
        </p:txBody>
      </p:sp>
      <p:sp>
        <p:nvSpPr>
          <p:cNvPr id="7" name="Chart Placeholder 6"/>
          <p:cNvSpPr>
            <a:spLocks noGrp="1"/>
          </p:cNvSpPr>
          <p:nvPr>
            <p:ph type="chart" sz="quarter" idx="21"/>
          </p:nvPr>
        </p:nvSpPr>
        <p:spPr>
          <a:xfrm>
            <a:off x="419100" y="1950781"/>
            <a:ext cx="3655273" cy="2748220"/>
          </a:xfrm>
          <a:prstGeom prst="rect">
            <a:avLst/>
          </a:prstGeom>
        </p:spPr>
        <p:txBody>
          <a:bodyPr anchor="ctr">
            <a:noAutofit/>
          </a:bodyPr>
          <a:lstStyle>
            <a:lvl1pPr marL="0" indent="0" algn="ctr">
              <a:buNone/>
              <a:defRPr sz="2353">
                <a:solidFill>
                  <a:srgbClr val="000000"/>
                </a:solidFill>
              </a:defRPr>
            </a:lvl1pPr>
          </a:lstStyle>
          <a:p>
            <a:r>
              <a:rPr lang="en-US" dirty="0"/>
              <a:t>Click icon to add chart</a:t>
            </a:r>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9099" y="4794081"/>
            <a:ext cx="3666169" cy="230832"/>
          </a:xfrm>
          <a:prstGeom prst="rect">
            <a:avLst/>
          </a:prstGeom>
        </p:spPr>
        <p:txBody>
          <a:bodyPr lIns="0" tIns="0" r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UI bold 10/12. </a:t>
            </a:r>
          </a:p>
        </p:txBody>
      </p:sp>
      <p:sp>
        <p:nvSpPr>
          <p:cNvPr id="9" name="Text Placeholder 4"/>
          <p:cNvSpPr>
            <a:spLocks noGrp="1"/>
          </p:cNvSpPr>
          <p:nvPr>
            <p:ph type="body" sz="quarter" idx="12" hasCustomPrompt="1"/>
          </p:nvPr>
        </p:nvSpPr>
        <p:spPr>
          <a:xfrm>
            <a:off x="419100" y="5071080"/>
            <a:ext cx="3655273" cy="307777"/>
          </a:xfrm>
          <a:prstGeom prst="rect">
            <a:avLst/>
          </a:prstGeom>
        </p:spPr>
        <p:txBody>
          <a:bodyPr lIns="0" tIns="0" rIns="0" bIns="0"/>
          <a:lstStyle>
            <a:lvl1pPr marL="0" indent="0">
              <a:lnSpc>
                <a:spcPct val="100000"/>
              </a:lnSpc>
              <a:spcBef>
                <a:spcPts val="882"/>
              </a:spcBef>
              <a:buFont typeface="Arial" panose="020B0604020202020204" pitchFamily="34" charset="0"/>
              <a:buNone/>
              <a:defRPr sz="10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10/12. The quick brown fox jumps over the lazy dog.</a:t>
            </a:r>
          </a:p>
        </p:txBody>
      </p:sp>
      <p:sp>
        <p:nvSpPr>
          <p:cNvPr id="20" name="Chart Placeholder 6"/>
          <p:cNvSpPr>
            <a:spLocks noGrp="1"/>
          </p:cNvSpPr>
          <p:nvPr>
            <p:ph type="chart" sz="quarter" idx="22"/>
          </p:nvPr>
        </p:nvSpPr>
        <p:spPr>
          <a:xfrm>
            <a:off x="4303152" y="1950781"/>
            <a:ext cx="3607487" cy="2748220"/>
          </a:xfrm>
          <a:prstGeom prst="rect">
            <a:avLst/>
          </a:prstGeom>
        </p:spPr>
        <p:txBody>
          <a:bodyPr anchor="ctr">
            <a:noAutofit/>
          </a:bodyPr>
          <a:lstStyle>
            <a:lvl1pPr marL="0" indent="0" algn="ctr">
              <a:buNone/>
              <a:defRPr sz="2353">
                <a:solidFill>
                  <a:srgbClr val="000000"/>
                </a:solidFill>
              </a:defRPr>
            </a:lvl1pPr>
          </a:lstStyle>
          <a:p>
            <a:r>
              <a:rPr lang="en-US" dirty="0"/>
              <a:t>Click icon to add chart</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4314044" y="4794081"/>
            <a:ext cx="3596595" cy="230832"/>
          </a:xfrm>
          <a:prstGeom prst="rect">
            <a:avLst/>
          </a:prstGeom>
        </p:spPr>
        <p:txBody>
          <a:bodyPr lIns="0" tIns="0" r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UI bold 10/12. </a:t>
            </a:r>
          </a:p>
        </p:txBody>
      </p:sp>
      <p:sp>
        <p:nvSpPr>
          <p:cNvPr id="17" name="Text Placeholder 4"/>
          <p:cNvSpPr>
            <a:spLocks noGrp="1"/>
          </p:cNvSpPr>
          <p:nvPr>
            <p:ph type="body" sz="quarter" idx="18" hasCustomPrompt="1"/>
          </p:nvPr>
        </p:nvSpPr>
        <p:spPr>
          <a:xfrm>
            <a:off x="4303152" y="5071080"/>
            <a:ext cx="3607487" cy="307777"/>
          </a:xfrm>
          <a:prstGeom prst="rect">
            <a:avLst/>
          </a:prstGeom>
        </p:spPr>
        <p:txBody>
          <a:bodyPr vert="horz" wrap="square" lIns="0" tIns="0" rIns="0" bIns="0" rtlCol="0">
            <a:spAutoFit/>
          </a:bodyPr>
          <a:lstStyle>
            <a:lvl1pPr>
              <a:lnSpc>
                <a:spcPct val="100000"/>
              </a:lnSpc>
              <a:tabLst/>
              <a:defRPr lang="en-US" sz="1000" b="0" i="0" spc="0" dirty="0" smtClean="0">
                <a:solidFill>
                  <a:srgbClr val="000000"/>
                </a:solidFill>
                <a:latin typeface="+mn-lt"/>
              </a:defRPr>
            </a:lvl1pPr>
          </a:lstStyle>
          <a:p>
            <a:pPr lvl="0"/>
            <a:r>
              <a:rPr lang="en-US"/>
              <a:t>Caption body copy Segoe UI Regular 10/12. The quick brown fox jumps over the lazy dog.</a:t>
            </a:r>
          </a:p>
        </p:txBody>
      </p:sp>
      <p:sp>
        <p:nvSpPr>
          <p:cNvPr id="21" name="Chart Placeholder 6"/>
          <p:cNvSpPr>
            <a:spLocks noGrp="1"/>
          </p:cNvSpPr>
          <p:nvPr>
            <p:ph type="chart" sz="quarter" idx="23"/>
          </p:nvPr>
        </p:nvSpPr>
        <p:spPr>
          <a:xfrm>
            <a:off x="8139412" y="1950781"/>
            <a:ext cx="3623051" cy="2748220"/>
          </a:xfrm>
          <a:prstGeom prst="rect">
            <a:avLst/>
          </a:prstGeom>
        </p:spPr>
        <p:txBody>
          <a:bodyPr anchor="ctr">
            <a:noAutofit/>
          </a:bodyPr>
          <a:lstStyle>
            <a:lvl1pPr marL="0" indent="0" algn="ctr">
              <a:buNone/>
              <a:defRPr sz="2353">
                <a:solidFill>
                  <a:srgbClr val="000000"/>
                </a:solidFill>
              </a:defRPr>
            </a:lvl1pPr>
          </a:lstStyle>
          <a:p>
            <a:r>
              <a:rPr lang="en-US" dirty="0"/>
              <a:t>Click icon to add chart</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8139413" y="5071080"/>
            <a:ext cx="3633487" cy="307777"/>
          </a:xfrm>
          <a:prstGeom prst="rect">
            <a:avLst/>
          </a:prstGeom>
        </p:spPr>
        <p:txBody>
          <a:bodyPr vert="horz" wrap="square" lIns="0" tIns="0" rIns="0" bIns="0" rtlCol="0">
            <a:spAutoFit/>
          </a:bodyPr>
          <a:lstStyle>
            <a:lvl1pPr>
              <a:lnSpc>
                <a:spcPct val="100000"/>
              </a:lnSpc>
              <a:tabLst/>
              <a:defRPr lang="en-US" sz="1000" b="0" i="0" spc="0" dirty="0" smtClean="0">
                <a:solidFill>
                  <a:srgbClr val="000000"/>
                </a:solidFill>
                <a:latin typeface="+mn-lt"/>
              </a:defRPr>
            </a:lvl1pPr>
          </a:lstStyle>
          <a:p>
            <a:pPr lvl="0"/>
            <a:r>
              <a:rPr lang="en-US"/>
              <a:t>Caption body copy Segoe UI Regular 10/12.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8139413" y="4794081"/>
            <a:ext cx="3629278" cy="230832"/>
          </a:xfrm>
          <a:prstGeom prst="rect">
            <a:avLst/>
          </a:prstGeom>
        </p:spPr>
        <p:txBody>
          <a:bodyPr lIns="0" tIns="0" r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UI bold 10/12. </a:t>
            </a:r>
          </a:p>
        </p:txBody>
      </p:sp>
      <p:sp>
        <p:nvSpPr>
          <p:cNvPr id="5" name="Footer Placeholder 1">
            <a:extLst>
              <a:ext uri="{FF2B5EF4-FFF2-40B4-BE49-F238E27FC236}">
                <a16:creationId xmlns:a16="http://schemas.microsoft.com/office/drawing/2014/main" id="{453ADA6D-9E40-4A03-8A63-73B6DFA34FE7}"/>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345316642"/>
      </p:ext>
    </p:extLst>
  </p:cSld>
  <p:clrMapOvr>
    <a:masterClrMapping/>
  </p:clrMapOvr>
  <p:transition>
    <p:fade/>
  </p:transition>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userDrawn="1">
  <p:cSld name="Tabl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9320125-45A4-4C74-9D99-B161A1AC8C9F}"/>
              </a:ext>
            </a:extLst>
          </p:cNvPr>
          <p:cNvSpPr>
            <a:spLocks noGrp="1"/>
          </p:cNvSpPr>
          <p:nvPr>
            <p:ph type="title"/>
          </p:nvPr>
        </p:nvSpPr>
        <p:spPr/>
        <p:txBody>
          <a:bodyPr/>
          <a:lstStyle/>
          <a:p>
            <a:r>
              <a:rPr lang="en-US"/>
              <a:t>Click to edit Master title style</a:t>
            </a:r>
          </a:p>
        </p:txBody>
      </p:sp>
      <p:sp>
        <p:nvSpPr>
          <p:cNvPr id="4" name="Table Placeholder 3"/>
          <p:cNvSpPr>
            <a:spLocks noGrp="1"/>
          </p:cNvSpPr>
          <p:nvPr>
            <p:ph type="tbl" sz="quarter" idx="10"/>
          </p:nvPr>
        </p:nvSpPr>
        <p:spPr>
          <a:xfrm>
            <a:off x="418644" y="1457325"/>
            <a:ext cx="11343820" cy="4067176"/>
          </a:xfrm>
          <a:prstGeom prst="rect">
            <a:avLst/>
          </a:prstGeom>
        </p:spPr>
        <p:txBody>
          <a:bodyPr anchor="ctr" anchorCtr="0"/>
          <a:lstStyle>
            <a:lvl1pPr algn="ctr">
              <a:defRPr sz="2400"/>
            </a:lvl1pPr>
          </a:lstStyle>
          <a:p>
            <a:r>
              <a:rPr lang="en-US" dirty="0"/>
              <a:t>Click icon to add table</a:t>
            </a:r>
          </a:p>
        </p:txBody>
      </p:sp>
      <p:sp>
        <p:nvSpPr>
          <p:cNvPr id="6" name="Footer Placeholder 1">
            <a:extLst>
              <a:ext uri="{FF2B5EF4-FFF2-40B4-BE49-F238E27FC236}">
                <a16:creationId xmlns:a16="http://schemas.microsoft.com/office/drawing/2014/main" id="{6A78ED9F-8DCD-4BC7-9021-4DDB0C8C43C8}"/>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27641596"/>
      </p:ext>
    </p:extLst>
  </p:cSld>
  <p:clrMapOvr>
    <a:masterClrMapping/>
  </p:clrMapOvr>
  <p:transition>
    <p:fade/>
  </p:transition>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userDrawn="1">
  <p:cSld name="Lab exercise layout -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two rows</a:t>
            </a:r>
          </a:p>
        </p:txBody>
      </p:sp>
      <p:sp>
        <p:nvSpPr>
          <p:cNvPr id="5" name="Text Placeholder 4"/>
          <p:cNvSpPr>
            <a:spLocks noGrp="1"/>
          </p:cNvSpPr>
          <p:nvPr>
            <p:ph type="body" sz="quarter" idx="11" hasCustomPrompt="1"/>
          </p:nvPr>
        </p:nvSpPr>
        <p:spPr>
          <a:xfrm>
            <a:off x="1568744" y="1456896"/>
            <a:ext cx="10204614" cy="896552"/>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lvl="1"/>
            <a:r>
              <a:rPr lang="en-US"/>
              <a:t>Body copy Segoe UI </a:t>
            </a:r>
            <a:r>
              <a:rPr lang="en-US" err="1"/>
              <a:t>Semibold</a:t>
            </a:r>
            <a:r>
              <a:rPr lang="en-US"/>
              <a:t> 20/24. </a:t>
            </a:r>
          </a:p>
          <a:p>
            <a:pPr lvl="1"/>
            <a:r>
              <a:rPr lang="en-US"/>
              <a:t>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432090" y="2980724"/>
            <a:ext cx="11341268" cy="537176"/>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90" y="3517900"/>
            <a:ext cx="5435768" cy="2006600"/>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6337590" y="3517900"/>
            <a:ext cx="5435768" cy="2006600"/>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6" name="Footer Placeholder 1">
            <a:extLst>
              <a:ext uri="{FF2B5EF4-FFF2-40B4-BE49-F238E27FC236}">
                <a16:creationId xmlns:a16="http://schemas.microsoft.com/office/drawing/2014/main" id="{68B75876-CF77-420E-95A4-0C529E408856}"/>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068951825"/>
      </p:ext>
    </p:extLst>
  </p:cSld>
  <p:clrMapOvr>
    <a:masterClrMapping/>
  </p:clrMapOvr>
  <p:transition>
    <p:fade/>
  </p:transition>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Lab exercise layout -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418643" y="1456896"/>
            <a:ext cx="11341268" cy="537176"/>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89" y="1994072"/>
            <a:ext cx="3650357" cy="2006600"/>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277544" y="1994072"/>
            <a:ext cx="3650357" cy="2006600"/>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8123000" y="1994072"/>
            <a:ext cx="3650357" cy="2006600"/>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5" name="Footer Placeholder 1">
            <a:extLst>
              <a:ext uri="{FF2B5EF4-FFF2-40B4-BE49-F238E27FC236}">
                <a16:creationId xmlns:a16="http://schemas.microsoft.com/office/drawing/2014/main" id="{B5425D6F-5786-43B6-A96D-5D9F5E693787}"/>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946948918"/>
      </p:ext>
    </p:extLst>
  </p:cSld>
  <p:clrMapOvr>
    <a:masterClrMapping/>
  </p:clrMapOvr>
  <p:transition>
    <p:fade/>
  </p:transition>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Lab exercise layout - 3">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418643" y="1456896"/>
            <a:ext cx="11341268" cy="537176"/>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89" y="1994072"/>
            <a:ext cx="3650357" cy="1685753"/>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277544" y="1994072"/>
            <a:ext cx="3650357" cy="1685753"/>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8123000" y="1994072"/>
            <a:ext cx="3650357" cy="1685753"/>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9" name="Text Placeholder 3">
            <a:extLst>
              <a:ext uri="{FF2B5EF4-FFF2-40B4-BE49-F238E27FC236}">
                <a16:creationId xmlns:a16="http://schemas.microsoft.com/office/drawing/2014/main" id="{E6D80433-266B-4248-A258-DDF54D650DFC}"/>
              </a:ext>
            </a:extLst>
          </p:cNvPr>
          <p:cNvSpPr>
            <a:spLocks noGrp="1"/>
          </p:cNvSpPr>
          <p:nvPr>
            <p:ph type="body" sz="quarter" idx="19"/>
          </p:nvPr>
        </p:nvSpPr>
        <p:spPr>
          <a:xfrm>
            <a:off x="432089" y="3846598"/>
            <a:ext cx="3650357" cy="1685753"/>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1CFB4F84-2AE0-40B1-A3E4-5505E85C8B2E}"/>
              </a:ext>
            </a:extLst>
          </p:cNvPr>
          <p:cNvSpPr>
            <a:spLocks noGrp="1"/>
          </p:cNvSpPr>
          <p:nvPr>
            <p:ph type="body" sz="quarter" idx="20"/>
          </p:nvPr>
        </p:nvSpPr>
        <p:spPr>
          <a:xfrm>
            <a:off x="4277544" y="3846598"/>
            <a:ext cx="3650357" cy="1685753"/>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11" name="Text Placeholder 3">
            <a:extLst>
              <a:ext uri="{FF2B5EF4-FFF2-40B4-BE49-F238E27FC236}">
                <a16:creationId xmlns:a16="http://schemas.microsoft.com/office/drawing/2014/main" id="{E6BF108F-CD54-497C-81CA-E67ED2BA7279}"/>
              </a:ext>
            </a:extLst>
          </p:cNvPr>
          <p:cNvSpPr>
            <a:spLocks noGrp="1"/>
          </p:cNvSpPr>
          <p:nvPr>
            <p:ph type="body" sz="quarter" idx="21"/>
          </p:nvPr>
        </p:nvSpPr>
        <p:spPr>
          <a:xfrm>
            <a:off x="8123000" y="3846598"/>
            <a:ext cx="3650357" cy="1685753"/>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5" name="Footer Placeholder 1">
            <a:extLst>
              <a:ext uri="{FF2B5EF4-FFF2-40B4-BE49-F238E27FC236}">
                <a16:creationId xmlns:a16="http://schemas.microsoft.com/office/drawing/2014/main" id="{F2E41971-C1D5-428F-BAD7-1B3A7C763E1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870788655"/>
      </p:ext>
    </p:extLst>
  </p:cSld>
  <p:clrMapOvr>
    <a:masterClrMapping/>
  </p:clrMapOvr>
  <p:transition>
    <p:fade/>
  </p:transition>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Text layout with 5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9BCCFC-4FF6-4830-A847-5D80FC718EF3}"/>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6" name="Text Placeholder 5">
            <a:extLst>
              <a:ext uri="{FF2B5EF4-FFF2-40B4-BE49-F238E27FC236}">
                <a16:creationId xmlns:a16="http://schemas.microsoft.com/office/drawing/2014/main" id="{D9DBD290-484B-46DF-8655-98465D6EA681}"/>
              </a:ext>
            </a:extLst>
          </p:cNvPr>
          <p:cNvSpPr>
            <a:spLocks noGrp="1"/>
          </p:cNvSpPr>
          <p:nvPr>
            <p:ph type="body" sz="quarter" idx="20" hasCustomPrompt="1"/>
          </p:nvPr>
        </p:nvSpPr>
        <p:spPr>
          <a:xfrm>
            <a:off x="418643" y="1454471"/>
            <a:ext cx="11328812" cy="369332"/>
          </a:xfrm>
          <a:prstGeom prst="rect">
            <a:avLst/>
          </a:prstGeom>
        </p:spPr>
        <p:txBody>
          <a:bodyPr vert="horz" lIns="0" tIns="0" rIns="0" bIns="0" rtlCol="0">
            <a:spAutoFit/>
          </a:bodyPr>
          <a:lstStyle>
            <a:lvl1pPr>
              <a:defRPr lang="en-US" sz="2400" dirty="0"/>
            </a:lvl1pPr>
          </a:lstStyle>
          <a:p>
            <a:pPr lvl="0"/>
            <a:r>
              <a:rPr lang="en-US"/>
              <a:t>Body copy Segoe UI </a:t>
            </a:r>
            <a:r>
              <a:rPr lang="en-US" err="1"/>
              <a:t>Semibold</a:t>
            </a:r>
            <a:r>
              <a:rPr lang="en-US"/>
              <a:t> 20/24.</a:t>
            </a:r>
          </a:p>
        </p:txBody>
      </p:sp>
      <p:sp>
        <p:nvSpPr>
          <p:cNvPr id="5" name="Text Placeholder 4"/>
          <p:cNvSpPr>
            <a:spLocks noGrp="1"/>
          </p:cNvSpPr>
          <p:nvPr>
            <p:ph type="body" sz="quarter" idx="11" hasCustomPrompt="1"/>
          </p:nvPr>
        </p:nvSpPr>
        <p:spPr>
          <a:xfrm>
            <a:off x="431096" y="2160416"/>
            <a:ext cx="2134053" cy="2456809"/>
          </a:xfrm>
          <a:prstGeom prst="rect">
            <a:avLst/>
          </a:prstGeom>
          <a:solidFill>
            <a:schemeClr val="bg1">
              <a:lumMod val="95000"/>
            </a:schemeClr>
          </a:solidFill>
        </p:spPr>
        <p:txBody>
          <a:bodyPr lIns="91440" tIns="91440" rIns="91440" bIns="9144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2729786" y="2159000"/>
            <a:ext cx="2134053" cy="2456809"/>
          </a:xfrm>
          <a:prstGeom prst="rect">
            <a:avLst/>
          </a:prstGeom>
          <a:solidFill>
            <a:schemeClr val="bg1">
              <a:lumMod val="95000"/>
            </a:schemeClr>
          </a:solidFill>
        </p:spPr>
        <p:txBody>
          <a:bodyPr lIns="91440" tIns="91440" rIns="91440" bIns="9144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sz="1400">
                <a:solidFill>
                  <a:schemeClr val="tx1"/>
                </a:solidFill>
              </a:defRPr>
            </a:lvl2pPr>
            <a:lvl3pPr marL="448193" indent="0">
              <a:buNone/>
              <a:defRPr/>
            </a:lvl3pPr>
            <a:lvl4pPr marL="672290" indent="0">
              <a:buNone/>
              <a:defRPr/>
            </a:lvl4pPr>
            <a:lvl5pPr marL="896386" indent="0">
              <a:buNone/>
              <a:defRPr/>
            </a:lvl5pPr>
          </a:lstStyle>
          <a:p>
            <a:pPr lvl="0"/>
            <a:r>
              <a:rPr lang="en-US"/>
              <a:t>Paragraph title Segoe UI bold 14</a:t>
            </a:r>
          </a:p>
          <a:p>
            <a:pPr lvl="1"/>
            <a:r>
              <a:rPr lang="en-US"/>
              <a:t>Body copy Segoe UI Regular 14/18. The quick brown fox jumps over the lazy dog. The quick brown fox jumps over the lazy dog. The quick brown fox jumps over the lazy dog.</a:t>
            </a:r>
          </a:p>
        </p:txBody>
      </p:sp>
      <p:sp>
        <p:nvSpPr>
          <p:cNvPr id="16" name="Text Placeholder 4"/>
          <p:cNvSpPr>
            <a:spLocks noGrp="1"/>
          </p:cNvSpPr>
          <p:nvPr>
            <p:ph type="body" sz="quarter" idx="17" hasCustomPrompt="1"/>
          </p:nvPr>
        </p:nvSpPr>
        <p:spPr>
          <a:xfrm>
            <a:off x="5028476" y="2159000"/>
            <a:ext cx="2134053" cy="2456809"/>
          </a:xfrm>
          <a:prstGeom prst="rect">
            <a:avLst/>
          </a:prstGeom>
          <a:solidFill>
            <a:schemeClr val="bg1">
              <a:lumMod val="95000"/>
            </a:schemeClr>
          </a:solidFill>
        </p:spPr>
        <p:txBody>
          <a:bodyPr lIns="91440" tIns="91440" rIns="91440" bIns="9144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8" name="Text Placeholder 4"/>
          <p:cNvSpPr>
            <a:spLocks noGrp="1"/>
          </p:cNvSpPr>
          <p:nvPr>
            <p:ph type="body" sz="quarter" idx="19" hasCustomPrompt="1"/>
          </p:nvPr>
        </p:nvSpPr>
        <p:spPr>
          <a:xfrm>
            <a:off x="7327166" y="2159000"/>
            <a:ext cx="2134053" cy="2456809"/>
          </a:xfrm>
          <a:prstGeom prst="rect">
            <a:avLst/>
          </a:prstGeom>
          <a:solidFill>
            <a:schemeClr val="bg1">
              <a:lumMod val="95000"/>
            </a:schemeClr>
          </a:solidFill>
        </p:spPr>
        <p:txBody>
          <a:bodyPr lIns="91440" tIns="91440" rIns="91440" bIns="9144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3" name="Text Placeholder 4">
            <a:extLst>
              <a:ext uri="{FF2B5EF4-FFF2-40B4-BE49-F238E27FC236}">
                <a16:creationId xmlns:a16="http://schemas.microsoft.com/office/drawing/2014/main" id="{D4B800CD-E20F-4ADE-A8FB-C72028E17AA0}"/>
              </a:ext>
            </a:extLst>
          </p:cNvPr>
          <p:cNvSpPr>
            <a:spLocks noGrp="1"/>
          </p:cNvSpPr>
          <p:nvPr>
            <p:ph type="body" sz="quarter" idx="21" hasCustomPrompt="1"/>
          </p:nvPr>
        </p:nvSpPr>
        <p:spPr>
          <a:xfrm>
            <a:off x="9625854" y="2159000"/>
            <a:ext cx="2134053" cy="2456809"/>
          </a:xfrm>
          <a:prstGeom prst="rect">
            <a:avLst/>
          </a:prstGeom>
          <a:solidFill>
            <a:schemeClr val="bg1">
              <a:lumMod val="95000"/>
            </a:schemeClr>
          </a:solidFill>
        </p:spPr>
        <p:txBody>
          <a:bodyPr lIns="91440" tIns="91440" rIns="91440" bIns="9144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4" name="Footer Placeholder 1">
            <a:extLst>
              <a:ext uri="{FF2B5EF4-FFF2-40B4-BE49-F238E27FC236}">
                <a16:creationId xmlns:a16="http://schemas.microsoft.com/office/drawing/2014/main" id="{FBE795F1-CEE6-456B-ABC9-7B95E3863397}"/>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453116902"/>
      </p:ext>
    </p:extLst>
  </p:cSld>
  <p:clrMapOvr>
    <a:masterClrMapping/>
  </p:clrMapOvr>
  <p:transition>
    <p:fade/>
  </p:transition>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Text layout with 3 columns &amp; 2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9BCCFC-4FF6-4830-A847-5D80FC718EF3}"/>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6" name="Text Placeholder 5">
            <a:extLst>
              <a:ext uri="{FF2B5EF4-FFF2-40B4-BE49-F238E27FC236}">
                <a16:creationId xmlns:a16="http://schemas.microsoft.com/office/drawing/2014/main" id="{D9DBD290-484B-46DF-8655-98465D6EA681}"/>
              </a:ext>
            </a:extLst>
          </p:cNvPr>
          <p:cNvSpPr>
            <a:spLocks noGrp="1"/>
          </p:cNvSpPr>
          <p:nvPr>
            <p:ph type="body" sz="quarter" idx="20" hasCustomPrompt="1"/>
          </p:nvPr>
        </p:nvSpPr>
        <p:spPr>
          <a:xfrm>
            <a:off x="418643" y="1183948"/>
            <a:ext cx="11328812" cy="369332"/>
          </a:xfrm>
          <a:prstGeom prst="rect">
            <a:avLst/>
          </a:prstGeom>
        </p:spPr>
        <p:txBody>
          <a:bodyPr lIns="0" tIns="0" rIns="0" bIns="0"/>
          <a:lstStyle>
            <a:lvl1pPr>
              <a:defRPr sz="2400"/>
            </a:lvl1pPr>
          </a:lstStyle>
          <a:p>
            <a:pPr lvl="0"/>
            <a:r>
              <a:rPr lang="en-US"/>
              <a:t>Body copy Segoe UI </a:t>
            </a:r>
            <a:r>
              <a:rPr lang="en-US" err="1"/>
              <a:t>Semibold</a:t>
            </a:r>
            <a:r>
              <a:rPr lang="en-US"/>
              <a:t> 20/24.</a:t>
            </a:r>
          </a:p>
        </p:txBody>
      </p:sp>
      <p:sp>
        <p:nvSpPr>
          <p:cNvPr id="5" name="Text Placeholder 4"/>
          <p:cNvSpPr>
            <a:spLocks noGrp="1"/>
          </p:cNvSpPr>
          <p:nvPr>
            <p:ph type="body" sz="quarter" idx="11" hasCustomPrompt="1"/>
          </p:nvPr>
        </p:nvSpPr>
        <p:spPr>
          <a:xfrm>
            <a:off x="431095" y="2160417"/>
            <a:ext cx="3633787" cy="1605133"/>
          </a:xfrm>
          <a:prstGeom prst="rect">
            <a:avLst/>
          </a:prstGeom>
          <a:solidFill>
            <a:schemeClr val="bg1">
              <a:lumMod val="95000"/>
            </a:schemeClr>
          </a:solidFill>
        </p:spPr>
        <p:txBody>
          <a:bodyPr lIns="91440" tIns="91440" rIns="91440" bIns="9144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4316726" y="2159001"/>
            <a:ext cx="3593787" cy="1605133"/>
          </a:xfrm>
          <a:prstGeom prst="rect">
            <a:avLst/>
          </a:prstGeom>
          <a:solidFill>
            <a:schemeClr val="bg1">
              <a:lumMod val="95000"/>
            </a:schemeClr>
          </a:solidFill>
        </p:spPr>
        <p:txBody>
          <a:bodyPr lIns="91440" tIns="91440" rIns="91440" bIns="9144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sz="1400">
                <a:solidFill>
                  <a:schemeClr val="tx1"/>
                </a:solidFill>
              </a:defRPr>
            </a:lvl2pPr>
            <a:lvl3pPr marL="448193" indent="0">
              <a:buNone/>
              <a:defRPr/>
            </a:lvl3pPr>
            <a:lvl4pPr marL="672290" indent="0">
              <a:buNone/>
              <a:defRPr/>
            </a:lvl4pPr>
            <a:lvl5pPr marL="896386" indent="0">
              <a:buNone/>
              <a:defRPr/>
            </a:lvl5pPr>
          </a:lstStyle>
          <a:p>
            <a:pPr lvl="0"/>
            <a:r>
              <a:rPr lang="en-US"/>
              <a:t>Paragraph title Segoe UI bold 14</a:t>
            </a:r>
          </a:p>
          <a:p>
            <a:pPr lvl="1"/>
            <a:r>
              <a:rPr lang="en-US"/>
              <a:t>Body copy Segoe UI Regular 14/18. The quick brown fox jumps over the lazy dog. The quick brown fox jumps over the lazy dog. The quick brown fox jumps over the lazy dog.</a:t>
            </a:r>
          </a:p>
        </p:txBody>
      </p:sp>
      <p:sp>
        <p:nvSpPr>
          <p:cNvPr id="13" name="Text Placeholder 4">
            <a:extLst>
              <a:ext uri="{FF2B5EF4-FFF2-40B4-BE49-F238E27FC236}">
                <a16:creationId xmlns:a16="http://schemas.microsoft.com/office/drawing/2014/main" id="{D4B800CD-E20F-4ADE-A8FB-C72028E17AA0}"/>
              </a:ext>
            </a:extLst>
          </p:cNvPr>
          <p:cNvSpPr>
            <a:spLocks noGrp="1"/>
          </p:cNvSpPr>
          <p:nvPr>
            <p:ph type="body" sz="quarter" idx="21" hasCustomPrompt="1"/>
          </p:nvPr>
        </p:nvSpPr>
        <p:spPr>
          <a:xfrm>
            <a:off x="8139113" y="2159001"/>
            <a:ext cx="3633786" cy="1605133"/>
          </a:xfrm>
          <a:prstGeom prst="rect">
            <a:avLst/>
          </a:prstGeom>
          <a:solidFill>
            <a:schemeClr val="bg1">
              <a:lumMod val="95000"/>
            </a:schemeClr>
          </a:solidFill>
        </p:spPr>
        <p:txBody>
          <a:bodyPr lIns="91440" tIns="91440" rIns="91440" bIns="9144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0" name="Text Placeholder 4">
            <a:extLst>
              <a:ext uri="{FF2B5EF4-FFF2-40B4-BE49-F238E27FC236}">
                <a16:creationId xmlns:a16="http://schemas.microsoft.com/office/drawing/2014/main" id="{5479F1E5-8DBD-42CA-8DB4-7162193F8C0A}"/>
              </a:ext>
            </a:extLst>
          </p:cNvPr>
          <p:cNvSpPr>
            <a:spLocks noGrp="1"/>
          </p:cNvSpPr>
          <p:nvPr>
            <p:ph type="body" sz="quarter" idx="22" hasCustomPrompt="1"/>
          </p:nvPr>
        </p:nvSpPr>
        <p:spPr>
          <a:xfrm>
            <a:off x="431095" y="3919367"/>
            <a:ext cx="3633787" cy="1605133"/>
          </a:xfrm>
          <a:prstGeom prst="rect">
            <a:avLst/>
          </a:prstGeom>
          <a:solidFill>
            <a:schemeClr val="bg1">
              <a:lumMod val="95000"/>
            </a:schemeClr>
          </a:solidFill>
        </p:spPr>
        <p:txBody>
          <a:bodyPr lIns="91440" tIns="91440" rIns="91440" bIns="9144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1" name="Text Placeholder 4">
            <a:extLst>
              <a:ext uri="{FF2B5EF4-FFF2-40B4-BE49-F238E27FC236}">
                <a16:creationId xmlns:a16="http://schemas.microsoft.com/office/drawing/2014/main" id="{430DC868-B118-4581-BA96-109541166BC7}"/>
              </a:ext>
            </a:extLst>
          </p:cNvPr>
          <p:cNvSpPr>
            <a:spLocks noGrp="1"/>
          </p:cNvSpPr>
          <p:nvPr>
            <p:ph type="body" sz="quarter" idx="23" hasCustomPrompt="1"/>
          </p:nvPr>
        </p:nvSpPr>
        <p:spPr>
          <a:xfrm>
            <a:off x="4316726" y="3917951"/>
            <a:ext cx="3593787" cy="1605133"/>
          </a:xfrm>
          <a:prstGeom prst="rect">
            <a:avLst/>
          </a:prstGeom>
          <a:solidFill>
            <a:schemeClr val="bg1">
              <a:lumMod val="95000"/>
            </a:schemeClr>
          </a:solidFill>
        </p:spPr>
        <p:txBody>
          <a:bodyPr lIns="91440" tIns="91440" rIns="91440" bIns="9144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sz="1400">
                <a:solidFill>
                  <a:schemeClr val="tx1"/>
                </a:solidFill>
              </a:defRPr>
            </a:lvl2pPr>
            <a:lvl3pPr marL="448193" indent="0">
              <a:buNone/>
              <a:defRPr/>
            </a:lvl3pPr>
            <a:lvl4pPr marL="672290" indent="0">
              <a:buNone/>
              <a:defRPr/>
            </a:lvl4pPr>
            <a:lvl5pPr marL="896386" indent="0">
              <a:buNone/>
              <a:defRPr/>
            </a:lvl5pPr>
          </a:lstStyle>
          <a:p>
            <a:pPr lvl="0"/>
            <a:r>
              <a:rPr lang="en-US"/>
              <a:t>Paragraph title Segoe UI bold 14</a:t>
            </a:r>
          </a:p>
          <a:p>
            <a:pPr lvl="1"/>
            <a:r>
              <a:rPr lang="en-US"/>
              <a:t>Body copy Segoe UI Regular 14/18. The quick brown fox jumps over the lazy dog. The quick brown fox jumps over the lazy dog. The quick brown fox jumps over the lazy dog.</a:t>
            </a:r>
          </a:p>
        </p:txBody>
      </p:sp>
      <p:sp>
        <p:nvSpPr>
          <p:cNvPr id="12" name="Text Placeholder 4">
            <a:extLst>
              <a:ext uri="{FF2B5EF4-FFF2-40B4-BE49-F238E27FC236}">
                <a16:creationId xmlns:a16="http://schemas.microsoft.com/office/drawing/2014/main" id="{0E392D1A-3E35-41BC-B1EF-3D6540738A56}"/>
              </a:ext>
            </a:extLst>
          </p:cNvPr>
          <p:cNvSpPr>
            <a:spLocks noGrp="1"/>
          </p:cNvSpPr>
          <p:nvPr>
            <p:ph type="body" sz="quarter" idx="24" hasCustomPrompt="1"/>
          </p:nvPr>
        </p:nvSpPr>
        <p:spPr>
          <a:xfrm>
            <a:off x="8139113" y="3917951"/>
            <a:ext cx="3633786" cy="1605133"/>
          </a:xfrm>
          <a:prstGeom prst="rect">
            <a:avLst/>
          </a:prstGeom>
          <a:solidFill>
            <a:schemeClr val="bg1">
              <a:lumMod val="95000"/>
            </a:schemeClr>
          </a:solidFill>
        </p:spPr>
        <p:txBody>
          <a:bodyPr lIns="91440" tIns="91440" rIns="91440" bIns="9144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4" name="Footer Placeholder 1">
            <a:extLst>
              <a:ext uri="{FF2B5EF4-FFF2-40B4-BE49-F238E27FC236}">
                <a16:creationId xmlns:a16="http://schemas.microsoft.com/office/drawing/2014/main" id="{28EE5F4A-1B04-4820-BD3C-7D490911B9A7}"/>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845921200"/>
      </p:ext>
    </p:extLst>
  </p:cSld>
  <p:clrMapOvr>
    <a:masterClrMapping/>
  </p:clrMapOvr>
  <p:transition>
    <p:fade/>
  </p:transition>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Text option_1 row">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389459" y="1456896"/>
            <a:ext cx="10383899" cy="777240"/>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sp>
        <p:nvSpPr>
          <p:cNvPr id="4" name="Footer Placeholder 1">
            <a:extLst>
              <a:ext uri="{FF2B5EF4-FFF2-40B4-BE49-F238E27FC236}">
                <a16:creationId xmlns:a16="http://schemas.microsoft.com/office/drawing/2014/main" id="{FFD518D6-99EB-4710-922A-114B4B8AE247}"/>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705697331"/>
      </p:ext>
    </p:extLst>
  </p:cSld>
  <p:clrMapOvr>
    <a:masterClrMapping/>
  </p:clrMapOvr>
  <p:transition>
    <p:fade/>
  </p:transition>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Text option_2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8" name="Text Placeholder 4">
            <a:extLst>
              <a:ext uri="{FF2B5EF4-FFF2-40B4-BE49-F238E27FC236}">
                <a16:creationId xmlns:a16="http://schemas.microsoft.com/office/drawing/2014/main" id="{E0D97F89-BA86-43A7-A7B3-2CF8545F30C6}"/>
              </a:ext>
            </a:extLst>
          </p:cNvPr>
          <p:cNvSpPr>
            <a:spLocks noGrp="1"/>
          </p:cNvSpPr>
          <p:nvPr>
            <p:ph type="body" sz="quarter" idx="11" hasCustomPrompt="1"/>
          </p:nvPr>
        </p:nvSpPr>
        <p:spPr>
          <a:xfrm>
            <a:off x="1389459" y="1456896"/>
            <a:ext cx="10383899" cy="777240"/>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49921517-D7BF-470F-8192-8993860D6A21}"/>
              </a:ext>
              <a:ext uri="{C183D7F6-B498-43B3-948B-1728B52AA6E4}">
                <adec:decorative xmlns:adec="http://schemas.microsoft.com/office/drawing/2017/decorative" val="1"/>
              </a:ext>
            </a:extLst>
          </p:cNvPr>
          <p:cNvCxnSpPr>
            <a:cxnSpLocks/>
          </p:cNvCxnSpPr>
          <p:nvPr userDrawn="1"/>
        </p:nvCxnSpPr>
        <p:spPr>
          <a:xfrm>
            <a:off x="1389695" y="2366625"/>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9" name="Text Placeholder 4">
            <a:extLst>
              <a:ext uri="{FF2B5EF4-FFF2-40B4-BE49-F238E27FC236}">
                <a16:creationId xmlns:a16="http://schemas.microsoft.com/office/drawing/2014/main" id="{F445D872-5C62-4C26-AD2B-01EB7B98341B}"/>
              </a:ext>
            </a:extLst>
          </p:cNvPr>
          <p:cNvSpPr>
            <a:spLocks noGrp="1"/>
          </p:cNvSpPr>
          <p:nvPr>
            <p:ph type="body" sz="quarter" idx="15" hasCustomPrompt="1"/>
          </p:nvPr>
        </p:nvSpPr>
        <p:spPr>
          <a:xfrm>
            <a:off x="1389459" y="2499114"/>
            <a:ext cx="10383899" cy="781184"/>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5" name="Footer Placeholder 1">
            <a:extLst>
              <a:ext uri="{FF2B5EF4-FFF2-40B4-BE49-F238E27FC236}">
                <a16:creationId xmlns:a16="http://schemas.microsoft.com/office/drawing/2014/main" id="{1B54719B-2572-45A7-ABB5-97669FD1C545}"/>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509295684"/>
      </p:ext>
    </p:extLst>
  </p:cSld>
  <p:clrMapOvr>
    <a:masterClrMapping/>
  </p:clrMapOvr>
  <p:transition>
    <p:fade/>
  </p:transition>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userDrawn="1">
  <p:cSld name="Text option_3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9" name="Text Placeholder 4">
            <a:extLst>
              <a:ext uri="{FF2B5EF4-FFF2-40B4-BE49-F238E27FC236}">
                <a16:creationId xmlns:a16="http://schemas.microsoft.com/office/drawing/2014/main" id="{CB19F3EF-E352-4C65-98EB-C1D64E0A7284}"/>
              </a:ext>
            </a:extLst>
          </p:cNvPr>
          <p:cNvSpPr>
            <a:spLocks noGrp="1"/>
          </p:cNvSpPr>
          <p:nvPr>
            <p:ph type="body" sz="quarter" idx="11" hasCustomPrompt="1"/>
          </p:nvPr>
        </p:nvSpPr>
        <p:spPr>
          <a:xfrm>
            <a:off x="1389459" y="1456896"/>
            <a:ext cx="10383899" cy="777240"/>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0" name="Text Placeholder 4">
            <a:extLst>
              <a:ext uri="{FF2B5EF4-FFF2-40B4-BE49-F238E27FC236}">
                <a16:creationId xmlns:a16="http://schemas.microsoft.com/office/drawing/2014/main" id="{E93C46D7-E811-4904-971C-BDAE52869A61}"/>
              </a:ext>
            </a:extLst>
          </p:cNvPr>
          <p:cNvSpPr>
            <a:spLocks noGrp="1"/>
          </p:cNvSpPr>
          <p:nvPr>
            <p:ph type="body" sz="quarter" idx="15" hasCustomPrompt="1"/>
          </p:nvPr>
        </p:nvSpPr>
        <p:spPr>
          <a:xfrm>
            <a:off x="1389459" y="2499114"/>
            <a:ext cx="10383899" cy="781184"/>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2" name="Text Placeholder 4">
            <a:extLst>
              <a:ext uri="{FF2B5EF4-FFF2-40B4-BE49-F238E27FC236}">
                <a16:creationId xmlns:a16="http://schemas.microsoft.com/office/drawing/2014/main" id="{C84EFDE3-C2B4-4663-8852-A0D2423EB125}"/>
              </a:ext>
            </a:extLst>
          </p:cNvPr>
          <p:cNvSpPr>
            <a:spLocks noGrp="1"/>
          </p:cNvSpPr>
          <p:nvPr>
            <p:ph type="body" sz="quarter" idx="17" hasCustomPrompt="1"/>
          </p:nvPr>
        </p:nvSpPr>
        <p:spPr>
          <a:xfrm>
            <a:off x="1389459" y="3545276"/>
            <a:ext cx="10383899" cy="781184"/>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6" name="Footer Placeholder 1">
            <a:extLst>
              <a:ext uri="{FF2B5EF4-FFF2-40B4-BE49-F238E27FC236}">
                <a16:creationId xmlns:a16="http://schemas.microsoft.com/office/drawing/2014/main" id="{0E0DC65D-E249-41EE-9D86-9F9E7C5CF6D2}"/>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296779267"/>
      </p:ext>
    </p:extLst>
  </p:cSld>
  <p:clrMapOvr>
    <a:masterClrMapping/>
  </p:clrMapOvr>
  <p:transition>
    <p:fade/>
  </p:transition>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userDrawn="1">
  <p:cSld name="Text option_4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12" name="Text Placeholder 4">
            <a:extLst>
              <a:ext uri="{FF2B5EF4-FFF2-40B4-BE49-F238E27FC236}">
                <a16:creationId xmlns:a16="http://schemas.microsoft.com/office/drawing/2014/main" id="{BDF9284C-6F78-4885-87E1-4AAD9E8090B1}"/>
              </a:ext>
            </a:extLst>
          </p:cNvPr>
          <p:cNvSpPr>
            <a:spLocks noGrp="1"/>
          </p:cNvSpPr>
          <p:nvPr>
            <p:ph type="body" sz="quarter" idx="11" hasCustomPrompt="1"/>
          </p:nvPr>
        </p:nvSpPr>
        <p:spPr>
          <a:xfrm>
            <a:off x="1389459" y="1456896"/>
            <a:ext cx="10383899" cy="777240"/>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0" name="Straight Connector 19">
            <a:extLst>
              <a:ext uri="{FF2B5EF4-FFF2-40B4-BE49-F238E27FC236}">
                <a16:creationId xmlns:a16="http://schemas.microsoft.com/office/drawing/2014/main" id="{4E9EA958-BE84-43C9-98F0-0C08E8EDD63F}"/>
              </a:ext>
              <a:ext uri="{C183D7F6-B498-43B3-948B-1728B52AA6E4}">
                <adec:decorative xmlns:adec="http://schemas.microsoft.com/office/drawing/2017/decorative" val="1"/>
              </a:ext>
            </a:extLst>
          </p:cNvPr>
          <p:cNvCxnSpPr>
            <a:cxnSpLocks/>
          </p:cNvCxnSpPr>
          <p:nvPr userDrawn="1"/>
        </p:nvCxnSpPr>
        <p:spPr>
          <a:xfrm>
            <a:off x="1389695" y="2366625"/>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D0E35C16-1FD5-43B8-8A48-E2CAEC4A6EA2}"/>
              </a:ext>
            </a:extLst>
          </p:cNvPr>
          <p:cNvSpPr>
            <a:spLocks noGrp="1"/>
          </p:cNvSpPr>
          <p:nvPr>
            <p:ph type="body" sz="quarter" idx="15" hasCustomPrompt="1"/>
          </p:nvPr>
        </p:nvSpPr>
        <p:spPr>
          <a:xfrm>
            <a:off x="1389459" y="2499114"/>
            <a:ext cx="10383899" cy="781184"/>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1" name="Straight Connector 20">
            <a:extLst>
              <a:ext uri="{FF2B5EF4-FFF2-40B4-BE49-F238E27FC236}">
                <a16:creationId xmlns:a16="http://schemas.microsoft.com/office/drawing/2014/main" id="{FC78D634-25BA-4087-A772-1E555254B97D}"/>
              </a:ext>
              <a:ext uri="{C183D7F6-B498-43B3-948B-1728B52AA6E4}">
                <adec:decorative xmlns:adec="http://schemas.microsoft.com/office/drawing/2017/decorative" val="1"/>
              </a:ext>
            </a:extLst>
          </p:cNvPr>
          <p:cNvCxnSpPr>
            <a:cxnSpLocks/>
          </p:cNvCxnSpPr>
          <p:nvPr userDrawn="1"/>
        </p:nvCxnSpPr>
        <p:spPr>
          <a:xfrm>
            <a:off x="1389695" y="3412787"/>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7" name="Text Placeholder 4">
            <a:extLst>
              <a:ext uri="{FF2B5EF4-FFF2-40B4-BE49-F238E27FC236}">
                <a16:creationId xmlns:a16="http://schemas.microsoft.com/office/drawing/2014/main" id="{9F7B3EC7-70FC-4307-BB11-53CB4E14FFB9}"/>
              </a:ext>
            </a:extLst>
          </p:cNvPr>
          <p:cNvSpPr>
            <a:spLocks noGrp="1"/>
          </p:cNvSpPr>
          <p:nvPr>
            <p:ph type="body" sz="quarter" idx="17" hasCustomPrompt="1"/>
          </p:nvPr>
        </p:nvSpPr>
        <p:spPr>
          <a:xfrm>
            <a:off x="1389459" y="3545276"/>
            <a:ext cx="10383899" cy="781184"/>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2" name="Straight Connector 21">
            <a:extLst>
              <a:ext uri="{FF2B5EF4-FFF2-40B4-BE49-F238E27FC236}">
                <a16:creationId xmlns:a16="http://schemas.microsoft.com/office/drawing/2014/main" id="{71CE9993-705A-488D-910E-290FD0A522F4}"/>
              </a:ext>
              <a:ext uri="{C183D7F6-B498-43B3-948B-1728B52AA6E4}">
                <adec:decorative xmlns:adec="http://schemas.microsoft.com/office/drawing/2017/decorative" val="1"/>
              </a:ext>
            </a:extLst>
          </p:cNvPr>
          <p:cNvCxnSpPr>
            <a:cxnSpLocks/>
          </p:cNvCxnSpPr>
          <p:nvPr userDrawn="1"/>
        </p:nvCxnSpPr>
        <p:spPr>
          <a:xfrm>
            <a:off x="1389695" y="4458949"/>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DC5585A5-DAB7-4EFE-A980-497178E03B1A}"/>
              </a:ext>
            </a:extLst>
          </p:cNvPr>
          <p:cNvSpPr>
            <a:spLocks noGrp="1"/>
          </p:cNvSpPr>
          <p:nvPr>
            <p:ph type="body" sz="quarter" idx="19" hasCustomPrompt="1"/>
          </p:nvPr>
        </p:nvSpPr>
        <p:spPr>
          <a:xfrm>
            <a:off x="1389459" y="4591438"/>
            <a:ext cx="10383899" cy="781184"/>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7" name="Footer Placeholder 1">
            <a:extLst>
              <a:ext uri="{FF2B5EF4-FFF2-40B4-BE49-F238E27FC236}">
                <a16:creationId xmlns:a16="http://schemas.microsoft.com/office/drawing/2014/main" id="{F47DE134-5243-4F01-808B-AB1879BD7937}"/>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4111641937"/>
      </p:ext>
    </p:extLst>
  </p:cSld>
  <p:clrMapOvr>
    <a:masterClrMapping/>
  </p:clrMapOvr>
  <p:transition>
    <p:fade/>
  </p:transition>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userDrawn="1">
  <p:cSld name="Text option_5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a:t>
            </a:r>
          </a:p>
        </p:txBody>
      </p:sp>
      <p:sp>
        <p:nvSpPr>
          <p:cNvPr id="5" name="Text Placeholder 4"/>
          <p:cNvSpPr>
            <a:spLocks noGrp="1"/>
          </p:cNvSpPr>
          <p:nvPr>
            <p:ph type="body" sz="quarter" idx="11" hasCustomPrompt="1"/>
          </p:nvPr>
        </p:nvSpPr>
        <p:spPr>
          <a:xfrm>
            <a:off x="1389459" y="1456896"/>
            <a:ext cx="10383899" cy="645624"/>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F4A35CC4-D06B-40B4-91B1-CDA133426FEF}"/>
              </a:ext>
              <a:ext uri="{C183D7F6-B498-43B3-948B-1728B52AA6E4}">
                <adec:decorative xmlns:adec="http://schemas.microsoft.com/office/drawing/2017/decorative" val="1"/>
              </a:ext>
            </a:extLst>
          </p:cNvPr>
          <p:cNvCxnSpPr>
            <a:cxnSpLocks/>
          </p:cNvCxnSpPr>
          <p:nvPr userDrawn="1"/>
        </p:nvCxnSpPr>
        <p:spPr>
          <a:xfrm>
            <a:off x="1389695" y="2205973"/>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309426"/>
            <a:ext cx="10383899" cy="648900"/>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7" name="Straight Connector 16">
            <a:extLst>
              <a:ext uri="{FF2B5EF4-FFF2-40B4-BE49-F238E27FC236}">
                <a16:creationId xmlns:a16="http://schemas.microsoft.com/office/drawing/2014/main" id="{569B8E47-3705-4496-95DB-2F04B39526B5}"/>
              </a:ext>
              <a:ext uri="{C183D7F6-B498-43B3-948B-1728B52AA6E4}">
                <adec:decorative xmlns:adec="http://schemas.microsoft.com/office/drawing/2017/decorative" val="1"/>
              </a:ext>
            </a:extLst>
          </p:cNvPr>
          <p:cNvCxnSpPr>
            <a:cxnSpLocks/>
          </p:cNvCxnSpPr>
          <p:nvPr userDrawn="1"/>
        </p:nvCxnSpPr>
        <p:spPr>
          <a:xfrm>
            <a:off x="1389695" y="3061779"/>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165232"/>
            <a:ext cx="10383899" cy="648900"/>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9" name="Straight Connector 18">
            <a:extLst>
              <a:ext uri="{FF2B5EF4-FFF2-40B4-BE49-F238E27FC236}">
                <a16:creationId xmlns:a16="http://schemas.microsoft.com/office/drawing/2014/main" id="{971F4189-FC32-45CA-8DDD-889412FB1B93}"/>
              </a:ext>
              <a:ext uri="{C183D7F6-B498-43B3-948B-1728B52AA6E4}">
                <adec:decorative xmlns:adec="http://schemas.microsoft.com/office/drawing/2017/decorative" val="1"/>
              </a:ext>
            </a:extLst>
          </p:cNvPr>
          <p:cNvCxnSpPr>
            <a:cxnSpLocks/>
          </p:cNvCxnSpPr>
          <p:nvPr userDrawn="1"/>
        </p:nvCxnSpPr>
        <p:spPr>
          <a:xfrm>
            <a:off x="1389695" y="3917585"/>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4021038"/>
            <a:ext cx="10383899" cy="648900"/>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userDrawn="1"/>
        </p:nvCxnSpPr>
        <p:spPr>
          <a:xfrm>
            <a:off x="1389695" y="4773391"/>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4876845"/>
            <a:ext cx="10383899" cy="648900"/>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sp>
        <p:nvSpPr>
          <p:cNvPr id="9" name="Footer Placeholder 1">
            <a:extLst>
              <a:ext uri="{FF2B5EF4-FFF2-40B4-BE49-F238E27FC236}">
                <a16:creationId xmlns:a16="http://schemas.microsoft.com/office/drawing/2014/main" id="{CFB65DA9-1720-4FF6-B1EF-542DF58141AE}"/>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31103671"/>
      </p:ext>
    </p:extLst>
  </p:cSld>
  <p:clrMapOvr>
    <a:masterClrMapping/>
  </p:clrMapOvr>
  <p:transition>
    <p:fade/>
  </p:transition>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userDrawn="1">
  <p:cSld name="Text option_6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six rows</a:t>
            </a:r>
          </a:p>
        </p:txBody>
      </p:sp>
      <p:sp>
        <p:nvSpPr>
          <p:cNvPr id="5" name="Text Placeholder 4"/>
          <p:cNvSpPr>
            <a:spLocks noGrp="1"/>
          </p:cNvSpPr>
          <p:nvPr>
            <p:ph type="body" sz="quarter" idx="11" hasCustomPrompt="1"/>
          </p:nvPr>
        </p:nvSpPr>
        <p:spPr>
          <a:xfrm>
            <a:off x="1389459" y="1456896"/>
            <a:ext cx="10383899" cy="387891"/>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9" name="Straight Connector 8">
            <a:extLst>
              <a:ext uri="{FF2B5EF4-FFF2-40B4-BE49-F238E27FC236}">
                <a16:creationId xmlns:a16="http://schemas.microsoft.com/office/drawing/2014/main" id="{91176662-41A1-45F5-9F2A-CB3D5785A657}"/>
              </a:ext>
              <a:ext uri="{C183D7F6-B498-43B3-948B-1728B52AA6E4}">
                <adec:decorative xmlns:adec="http://schemas.microsoft.com/office/drawing/2017/decorative" val="1"/>
              </a:ext>
            </a:extLst>
          </p:cNvPr>
          <p:cNvCxnSpPr>
            <a:cxnSpLocks/>
          </p:cNvCxnSpPr>
          <p:nvPr userDrawn="1"/>
        </p:nvCxnSpPr>
        <p:spPr>
          <a:xfrm>
            <a:off x="1403101" y="2006473"/>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168159"/>
            <a:ext cx="10383899" cy="387891"/>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F1B8295B-9399-43B5-961D-6D1444246663}"/>
              </a:ext>
              <a:ext uri="{C183D7F6-B498-43B3-948B-1728B52AA6E4}">
                <adec:decorative xmlns:adec="http://schemas.microsoft.com/office/drawing/2017/decorative" val="1"/>
              </a:ext>
            </a:extLst>
          </p:cNvPr>
          <p:cNvCxnSpPr>
            <a:cxnSpLocks/>
          </p:cNvCxnSpPr>
          <p:nvPr userDrawn="1"/>
        </p:nvCxnSpPr>
        <p:spPr>
          <a:xfrm>
            <a:off x="1403101" y="2717736"/>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2879422"/>
            <a:ext cx="10383899" cy="387891"/>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8661FE75-B00C-4695-B37C-FB53546A5F0A}"/>
              </a:ext>
              <a:ext uri="{C183D7F6-B498-43B3-948B-1728B52AA6E4}">
                <adec:decorative xmlns:adec="http://schemas.microsoft.com/office/drawing/2017/decorative" val="1"/>
              </a:ext>
            </a:extLst>
          </p:cNvPr>
          <p:cNvCxnSpPr>
            <a:cxnSpLocks/>
          </p:cNvCxnSpPr>
          <p:nvPr userDrawn="1"/>
        </p:nvCxnSpPr>
        <p:spPr>
          <a:xfrm>
            <a:off x="1403101" y="3428999"/>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3590685"/>
            <a:ext cx="10383899" cy="387891"/>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44FEBE66-8971-4138-8B29-7373BB7CD1B7}"/>
              </a:ext>
              <a:ext uri="{C183D7F6-B498-43B3-948B-1728B52AA6E4}">
                <adec:decorative xmlns:adec="http://schemas.microsoft.com/office/drawing/2017/decorative" val="1"/>
              </a:ext>
            </a:extLst>
          </p:cNvPr>
          <p:cNvCxnSpPr>
            <a:cxnSpLocks/>
          </p:cNvCxnSpPr>
          <p:nvPr userDrawn="1"/>
        </p:nvCxnSpPr>
        <p:spPr>
          <a:xfrm>
            <a:off x="1403101" y="4140262"/>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4301948"/>
            <a:ext cx="10383899" cy="387891"/>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2" name="Straight Connector 11">
            <a:extLst>
              <a:ext uri="{FF2B5EF4-FFF2-40B4-BE49-F238E27FC236}">
                <a16:creationId xmlns:a16="http://schemas.microsoft.com/office/drawing/2014/main" id="{EE9B15D9-25BA-4AE3-B36D-961D8C817DC1}"/>
              </a:ext>
              <a:ext uri="{C183D7F6-B498-43B3-948B-1728B52AA6E4}">
                <adec:decorative xmlns:adec="http://schemas.microsoft.com/office/drawing/2017/decorative" val="1"/>
              </a:ext>
            </a:extLst>
          </p:cNvPr>
          <p:cNvCxnSpPr>
            <a:cxnSpLocks/>
          </p:cNvCxnSpPr>
          <p:nvPr userDrawn="1"/>
        </p:nvCxnSpPr>
        <p:spPr>
          <a:xfrm>
            <a:off x="1403101" y="4851525"/>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4349BD30-0784-4B45-BEA2-C53624DF62CA}"/>
              </a:ext>
            </a:extLst>
          </p:cNvPr>
          <p:cNvSpPr>
            <a:spLocks noGrp="1"/>
          </p:cNvSpPr>
          <p:nvPr>
            <p:ph type="body" sz="quarter" idx="30" hasCustomPrompt="1"/>
          </p:nvPr>
        </p:nvSpPr>
        <p:spPr>
          <a:xfrm>
            <a:off x="1389459" y="5013213"/>
            <a:ext cx="10383899" cy="387891"/>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EB1E284F-9162-46B6-B477-B48009211F1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478610175"/>
      </p:ext>
    </p:extLst>
  </p:cSld>
  <p:clrMapOvr>
    <a:masterClrMapping/>
  </p:clrMapOvr>
  <p:transition>
    <p:fade/>
  </p:transition>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userDrawn="1">
  <p:cSld name="Text option- Text thre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 &amp; two columns</a:t>
            </a:r>
          </a:p>
        </p:txBody>
      </p:sp>
      <p:sp>
        <p:nvSpPr>
          <p:cNvPr id="5" name="Text Placeholder 4"/>
          <p:cNvSpPr>
            <a:spLocks noGrp="1"/>
          </p:cNvSpPr>
          <p:nvPr>
            <p:ph type="body" sz="quarter" idx="11" hasCustomPrompt="1"/>
          </p:nvPr>
        </p:nvSpPr>
        <p:spPr>
          <a:xfrm>
            <a:off x="1389459" y="1456896"/>
            <a:ext cx="4608115" cy="108454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B2BC2D45-166A-42A4-BFA4-B0E61DE53CD1}"/>
              </a:ext>
              <a:ext uri="{C183D7F6-B498-43B3-948B-1728B52AA6E4}">
                <adec:decorative xmlns:adec="http://schemas.microsoft.com/office/drawing/2017/decorative" val="1"/>
              </a:ext>
            </a:extLst>
          </p:cNvPr>
          <p:cNvCxnSpPr>
            <a:cxnSpLocks/>
          </p:cNvCxnSpPr>
          <p:nvPr userDrawn="1"/>
        </p:nvCxnSpPr>
        <p:spPr>
          <a:xfrm>
            <a:off x="1390327" y="2745493"/>
            <a:ext cx="45858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949547"/>
            <a:ext cx="4608115" cy="108454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C17E5589-50A4-4ADA-A3D2-DFB8558FE78E}"/>
              </a:ext>
              <a:ext uri="{C183D7F6-B498-43B3-948B-1728B52AA6E4}">
                <adec:decorative xmlns:adec="http://schemas.microsoft.com/office/drawing/2017/decorative" val="1"/>
              </a:ext>
            </a:extLst>
          </p:cNvPr>
          <p:cNvCxnSpPr>
            <a:cxnSpLocks/>
          </p:cNvCxnSpPr>
          <p:nvPr userDrawn="1"/>
        </p:nvCxnSpPr>
        <p:spPr>
          <a:xfrm>
            <a:off x="1390327" y="4238144"/>
            <a:ext cx="45858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4442200"/>
            <a:ext cx="4608115" cy="1084543"/>
          </a:xfrm>
          <a:prstGeom prst="rect">
            <a:avLst/>
          </a:prstGeom>
        </p:spPr>
        <p:txBody>
          <a:bodyPr wrap="square" lIns="0" tIns="0" rIns="0" bIns="0" anchor="t">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164782" y="1456896"/>
            <a:ext cx="4608576" cy="108454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599F4609-3CD7-4077-B992-04F71C504EF4}"/>
              </a:ext>
              <a:ext uri="{C183D7F6-B498-43B3-948B-1728B52AA6E4}">
                <adec:decorative xmlns:adec="http://schemas.microsoft.com/office/drawing/2017/decorative" val="1"/>
              </a:ext>
            </a:extLst>
          </p:cNvPr>
          <p:cNvCxnSpPr>
            <a:cxnSpLocks/>
          </p:cNvCxnSpPr>
          <p:nvPr userDrawn="1"/>
        </p:nvCxnSpPr>
        <p:spPr>
          <a:xfrm>
            <a:off x="7164782" y="2745493"/>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164782" y="2949547"/>
            <a:ext cx="4608576" cy="108454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C2F439E-21AC-47A7-8FF2-2B3B30023C2D}"/>
              </a:ext>
              <a:ext uri="{C183D7F6-B498-43B3-948B-1728B52AA6E4}">
                <adec:decorative xmlns:adec="http://schemas.microsoft.com/office/drawing/2017/decorative" val="1"/>
              </a:ext>
            </a:extLst>
          </p:cNvPr>
          <p:cNvCxnSpPr>
            <a:cxnSpLocks/>
          </p:cNvCxnSpPr>
          <p:nvPr userDrawn="1"/>
        </p:nvCxnSpPr>
        <p:spPr>
          <a:xfrm>
            <a:off x="7164782" y="4238144"/>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164782" y="4442200"/>
            <a:ext cx="4608576" cy="1084543"/>
          </a:xfrm>
          <a:prstGeom prst="rect">
            <a:avLst/>
          </a:prstGeom>
        </p:spPr>
        <p:txBody>
          <a:bodyPr wrap="square" lIns="0" tIns="0" rIns="0" bIns="0" anchor="t">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7" name="Footer Placeholder 1">
            <a:extLst>
              <a:ext uri="{FF2B5EF4-FFF2-40B4-BE49-F238E27FC236}">
                <a16:creationId xmlns:a16="http://schemas.microsoft.com/office/drawing/2014/main" id="{C7F30D2F-8DA3-4CC5-9423-292C558FE3FB}"/>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597310490"/>
      </p:ext>
    </p:extLst>
  </p:cSld>
  <p:clrMapOvr>
    <a:masterClrMapping/>
  </p:clrMapOvr>
  <p:transition>
    <p:fade/>
  </p:transition>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userDrawn="1">
  <p:cSld name="Text option- Text fiv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 &amp; two columns</a:t>
            </a:r>
          </a:p>
        </p:txBody>
      </p:sp>
      <p:sp>
        <p:nvSpPr>
          <p:cNvPr id="5" name="Text Placeholder 4"/>
          <p:cNvSpPr>
            <a:spLocks noGrp="1"/>
          </p:cNvSpPr>
          <p:nvPr>
            <p:ph type="body" sz="quarter" idx="11" hasCustomPrompt="1"/>
          </p:nvPr>
        </p:nvSpPr>
        <p:spPr>
          <a:xfrm>
            <a:off x="1389459" y="1456896"/>
            <a:ext cx="4608576" cy="68019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99FD6DBF-9FC0-43E4-BB25-187F987ED548}"/>
              </a:ext>
              <a:ext uri="{C183D7F6-B498-43B3-948B-1728B52AA6E4}">
                <adec:decorative xmlns:adec="http://schemas.microsoft.com/office/drawing/2017/decorative" val="1"/>
              </a:ext>
            </a:extLst>
          </p:cNvPr>
          <p:cNvCxnSpPr>
            <a:cxnSpLocks/>
          </p:cNvCxnSpPr>
          <p:nvPr userDrawn="1"/>
        </p:nvCxnSpPr>
        <p:spPr>
          <a:xfrm>
            <a:off x="1389459" y="2220480"/>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303868"/>
            <a:ext cx="4608576" cy="68019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BCEDF675-8A34-4183-9100-9743BB5854C2}"/>
              </a:ext>
              <a:ext uri="{C183D7F6-B498-43B3-948B-1728B52AA6E4}">
                <adec:decorative xmlns:adec="http://schemas.microsoft.com/office/drawing/2017/decorative" val="1"/>
              </a:ext>
            </a:extLst>
          </p:cNvPr>
          <p:cNvCxnSpPr>
            <a:cxnSpLocks/>
          </p:cNvCxnSpPr>
          <p:nvPr userDrawn="1"/>
        </p:nvCxnSpPr>
        <p:spPr>
          <a:xfrm>
            <a:off x="1389459" y="3067452"/>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150840"/>
            <a:ext cx="4608576" cy="68019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389062B4-E38A-48D0-9FC3-A198B27C2B9D}"/>
              </a:ext>
              <a:ext uri="{C183D7F6-B498-43B3-948B-1728B52AA6E4}">
                <adec:decorative xmlns:adec="http://schemas.microsoft.com/office/drawing/2017/decorative" val="1"/>
              </a:ext>
            </a:extLst>
          </p:cNvPr>
          <p:cNvCxnSpPr>
            <a:cxnSpLocks/>
          </p:cNvCxnSpPr>
          <p:nvPr userDrawn="1"/>
        </p:nvCxnSpPr>
        <p:spPr>
          <a:xfrm>
            <a:off x="1389459" y="3914424"/>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3997812"/>
            <a:ext cx="4608576" cy="68019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FBA8527-2F9F-46AE-A168-2E369F0A4E4C}"/>
              </a:ext>
              <a:ext uri="{C183D7F6-B498-43B3-948B-1728B52AA6E4}">
                <adec:decorative xmlns:adec="http://schemas.microsoft.com/office/drawing/2017/decorative" val="1"/>
              </a:ext>
            </a:extLst>
          </p:cNvPr>
          <p:cNvCxnSpPr>
            <a:cxnSpLocks/>
          </p:cNvCxnSpPr>
          <p:nvPr userDrawn="1"/>
        </p:nvCxnSpPr>
        <p:spPr>
          <a:xfrm>
            <a:off x="1389459" y="4761396"/>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4844781"/>
            <a:ext cx="4608576" cy="68019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164782" y="1456896"/>
            <a:ext cx="4608576" cy="68019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1" name="Straight Connector 20">
            <a:extLst>
              <a:ext uri="{FF2B5EF4-FFF2-40B4-BE49-F238E27FC236}">
                <a16:creationId xmlns:a16="http://schemas.microsoft.com/office/drawing/2014/main" id="{8B458FFC-8336-43D5-A0E5-A4CEF85D5F6D}"/>
              </a:ext>
              <a:ext uri="{C183D7F6-B498-43B3-948B-1728B52AA6E4}">
                <adec:decorative xmlns:adec="http://schemas.microsoft.com/office/drawing/2017/decorative" val="1"/>
              </a:ext>
            </a:extLst>
          </p:cNvPr>
          <p:cNvCxnSpPr>
            <a:cxnSpLocks/>
          </p:cNvCxnSpPr>
          <p:nvPr userDrawn="1"/>
        </p:nvCxnSpPr>
        <p:spPr>
          <a:xfrm>
            <a:off x="7164782" y="2220480"/>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164782" y="2303868"/>
            <a:ext cx="4608576" cy="68019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2" name="Straight Connector 21">
            <a:extLst>
              <a:ext uri="{FF2B5EF4-FFF2-40B4-BE49-F238E27FC236}">
                <a16:creationId xmlns:a16="http://schemas.microsoft.com/office/drawing/2014/main" id="{A8128678-7D34-47E0-BE94-ECE7CD383DD9}"/>
              </a:ext>
              <a:ext uri="{C183D7F6-B498-43B3-948B-1728B52AA6E4}">
                <adec:decorative xmlns:adec="http://schemas.microsoft.com/office/drawing/2017/decorative" val="1"/>
              </a:ext>
            </a:extLst>
          </p:cNvPr>
          <p:cNvCxnSpPr>
            <a:cxnSpLocks/>
          </p:cNvCxnSpPr>
          <p:nvPr userDrawn="1"/>
        </p:nvCxnSpPr>
        <p:spPr>
          <a:xfrm>
            <a:off x="7164782" y="3067452"/>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164782" y="3150840"/>
            <a:ext cx="4608576" cy="68019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3" name="Straight Connector 22">
            <a:extLst>
              <a:ext uri="{FF2B5EF4-FFF2-40B4-BE49-F238E27FC236}">
                <a16:creationId xmlns:a16="http://schemas.microsoft.com/office/drawing/2014/main" id="{70E98085-E858-4C10-983A-14182332938A}"/>
              </a:ext>
              <a:ext uri="{C183D7F6-B498-43B3-948B-1728B52AA6E4}">
                <adec:decorative xmlns:adec="http://schemas.microsoft.com/office/drawing/2017/decorative" val="1"/>
              </a:ext>
            </a:extLst>
          </p:cNvPr>
          <p:cNvCxnSpPr>
            <a:cxnSpLocks/>
          </p:cNvCxnSpPr>
          <p:nvPr userDrawn="1"/>
        </p:nvCxnSpPr>
        <p:spPr>
          <a:xfrm>
            <a:off x="7164782" y="3914424"/>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2" name="Text Placeholder 4">
            <a:extLst>
              <a:ext uri="{FF2B5EF4-FFF2-40B4-BE49-F238E27FC236}">
                <a16:creationId xmlns:a16="http://schemas.microsoft.com/office/drawing/2014/main" id="{234777AC-02E0-4220-86CD-507697625215}"/>
              </a:ext>
            </a:extLst>
          </p:cNvPr>
          <p:cNvSpPr>
            <a:spLocks noGrp="1"/>
          </p:cNvSpPr>
          <p:nvPr>
            <p:ph type="body" sz="quarter" idx="34" hasCustomPrompt="1"/>
          </p:nvPr>
        </p:nvSpPr>
        <p:spPr>
          <a:xfrm>
            <a:off x="7164782" y="3997812"/>
            <a:ext cx="4608576" cy="68019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4" name="Straight Connector 23">
            <a:extLst>
              <a:ext uri="{FF2B5EF4-FFF2-40B4-BE49-F238E27FC236}">
                <a16:creationId xmlns:a16="http://schemas.microsoft.com/office/drawing/2014/main" id="{683B0E2A-4AAD-468F-8AFA-306B72CCD47E}"/>
              </a:ext>
              <a:ext uri="{C183D7F6-B498-43B3-948B-1728B52AA6E4}">
                <adec:decorative xmlns:adec="http://schemas.microsoft.com/office/drawing/2017/decorative" val="1"/>
              </a:ext>
            </a:extLst>
          </p:cNvPr>
          <p:cNvCxnSpPr>
            <a:cxnSpLocks/>
          </p:cNvCxnSpPr>
          <p:nvPr userDrawn="1"/>
        </p:nvCxnSpPr>
        <p:spPr>
          <a:xfrm>
            <a:off x="7164782" y="4761396"/>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3" name="Text Placeholder 4">
            <a:extLst>
              <a:ext uri="{FF2B5EF4-FFF2-40B4-BE49-F238E27FC236}">
                <a16:creationId xmlns:a16="http://schemas.microsoft.com/office/drawing/2014/main" id="{74535A38-66F8-4A7C-9C33-D0D74D7212FB}"/>
              </a:ext>
            </a:extLst>
          </p:cNvPr>
          <p:cNvSpPr>
            <a:spLocks noGrp="1"/>
          </p:cNvSpPr>
          <p:nvPr>
            <p:ph type="body" sz="quarter" idx="35" hasCustomPrompt="1"/>
          </p:nvPr>
        </p:nvSpPr>
        <p:spPr>
          <a:xfrm>
            <a:off x="7164782" y="4844781"/>
            <a:ext cx="4608576" cy="68019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299F3FB3-BA05-48E6-AD17-EFFD842061FF}"/>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041673985"/>
      </p:ext>
    </p:extLst>
  </p:cSld>
  <p:clrMapOvr>
    <a:masterClrMapping/>
  </p:clrMapOvr>
  <p:transition>
    <p:fade/>
  </p:transition>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userDrawn="1">
  <p:cSld name="Text option_2 row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four rows</a:t>
            </a:r>
          </a:p>
        </p:txBody>
      </p:sp>
      <p:sp>
        <p:nvSpPr>
          <p:cNvPr id="6" name="Text Placeholder 5">
            <a:extLst>
              <a:ext uri="{FF2B5EF4-FFF2-40B4-BE49-F238E27FC236}">
                <a16:creationId xmlns:a16="http://schemas.microsoft.com/office/drawing/2014/main" id="{EB98E8DE-0491-4598-AAA1-CD35695840E7}"/>
              </a:ext>
            </a:extLst>
          </p:cNvPr>
          <p:cNvSpPr>
            <a:spLocks noGrp="1"/>
          </p:cNvSpPr>
          <p:nvPr>
            <p:ph type="body" sz="quarter" idx="17" hasCustomPrompt="1"/>
          </p:nvPr>
        </p:nvSpPr>
        <p:spPr>
          <a:xfrm>
            <a:off x="418643" y="1168400"/>
            <a:ext cx="11341267" cy="307777"/>
          </a:xfrm>
          <a:prstGeom prst="rect">
            <a:avLst/>
          </a:prstGeom>
        </p:spPr>
        <p:txBody>
          <a:bodyPr vert="horz" lIns="0" tIns="0" rIns="0" bIns="0" rtlCol="0">
            <a:spAutoFit/>
          </a:bodyPr>
          <a:lstStyle>
            <a:lvl1pPr>
              <a:defRPr lang="en-US" sz="2000" dirty="0"/>
            </a:lvl1pPr>
          </a:lstStyle>
          <a:p>
            <a:pPr lvl="0"/>
            <a:r>
              <a:rPr lang="en-US"/>
              <a:t>Add text here</a:t>
            </a:r>
          </a:p>
        </p:txBody>
      </p:sp>
      <p:sp>
        <p:nvSpPr>
          <p:cNvPr id="5" name="Text Placeholder 4"/>
          <p:cNvSpPr>
            <a:spLocks noGrp="1"/>
          </p:cNvSpPr>
          <p:nvPr>
            <p:ph type="body" sz="quarter" idx="11" hasCustomPrompt="1"/>
          </p:nvPr>
        </p:nvSpPr>
        <p:spPr>
          <a:xfrm>
            <a:off x="1389459" y="1961322"/>
            <a:ext cx="10383899"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9EBE6B1A-FAB8-401E-9D5D-DF0AEF8510BC}"/>
              </a:ext>
              <a:ext uri="{C183D7F6-B498-43B3-948B-1728B52AA6E4}">
                <adec:decorative xmlns:adec="http://schemas.microsoft.com/office/drawing/2017/decorative" val="1"/>
              </a:ext>
            </a:extLst>
          </p:cNvPr>
          <p:cNvCxnSpPr>
            <a:cxnSpLocks/>
          </p:cNvCxnSpPr>
          <p:nvPr userDrawn="1"/>
        </p:nvCxnSpPr>
        <p:spPr>
          <a:xfrm>
            <a:off x="1389695" y="2763870"/>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9" name="Text Placeholder 4">
            <a:extLst>
              <a:ext uri="{FF2B5EF4-FFF2-40B4-BE49-F238E27FC236}">
                <a16:creationId xmlns:a16="http://schemas.microsoft.com/office/drawing/2014/main" id="{3C7167C2-B8AD-42C6-B0C0-09AF8C1B00B5}"/>
              </a:ext>
            </a:extLst>
          </p:cNvPr>
          <p:cNvSpPr>
            <a:spLocks noGrp="1"/>
          </p:cNvSpPr>
          <p:nvPr>
            <p:ph type="body" sz="quarter" idx="15" hasCustomPrompt="1"/>
          </p:nvPr>
        </p:nvSpPr>
        <p:spPr>
          <a:xfrm>
            <a:off x="1389459" y="2908050"/>
            <a:ext cx="10383899"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4" name="Footer Placeholder 1">
            <a:extLst>
              <a:ext uri="{FF2B5EF4-FFF2-40B4-BE49-F238E27FC236}">
                <a16:creationId xmlns:a16="http://schemas.microsoft.com/office/drawing/2014/main" id="{CB3A300F-58D1-4152-B258-F80AED027D7F}"/>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594579868"/>
      </p:ext>
    </p:extLst>
  </p:cSld>
  <p:clrMapOvr>
    <a:masterClrMapping/>
  </p:clrMapOvr>
  <p:transition>
    <p:fade/>
  </p:transition>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Text option_3 row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four rows</a:t>
            </a:r>
          </a:p>
        </p:txBody>
      </p:sp>
      <p:sp>
        <p:nvSpPr>
          <p:cNvPr id="11" name="Text Placeholder 5">
            <a:extLst>
              <a:ext uri="{FF2B5EF4-FFF2-40B4-BE49-F238E27FC236}">
                <a16:creationId xmlns:a16="http://schemas.microsoft.com/office/drawing/2014/main" id="{F7BF94CC-2D76-4590-8D23-583370E56601}"/>
              </a:ext>
            </a:extLst>
          </p:cNvPr>
          <p:cNvSpPr>
            <a:spLocks noGrp="1"/>
          </p:cNvSpPr>
          <p:nvPr>
            <p:ph type="body" sz="quarter" idx="18" hasCustomPrompt="1"/>
          </p:nvPr>
        </p:nvSpPr>
        <p:spPr>
          <a:xfrm>
            <a:off x="418643" y="1168400"/>
            <a:ext cx="11341267" cy="307777"/>
          </a:xfrm>
          <a:prstGeom prst="rect">
            <a:avLst/>
          </a:prstGeom>
        </p:spPr>
        <p:txBody>
          <a:bodyPr vert="horz" lIns="0" tIns="0" rIns="0" bIns="0" rtlCol="0">
            <a:spAutoFit/>
          </a:bodyPr>
          <a:lstStyle>
            <a:lvl1pPr>
              <a:defRPr lang="en-US" sz="2000" dirty="0"/>
            </a:lvl1pPr>
          </a:lstStyle>
          <a:p>
            <a:pPr lvl="0"/>
            <a:r>
              <a:rPr lang="en-US"/>
              <a:t>Add text here</a:t>
            </a:r>
          </a:p>
        </p:txBody>
      </p:sp>
      <p:sp>
        <p:nvSpPr>
          <p:cNvPr id="5" name="Text Placeholder 4"/>
          <p:cNvSpPr>
            <a:spLocks noGrp="1"/>
          </p:cNvSpPr>
          <p:nvPr>
            <p:ph type="body" sz="quarter" idx="11" hasCustomPrompt="1"/>
          </p:nvPr>
        </p:nvSpPr>
        <p:spPr>
          <a:xfrm>
            <a:off x="1389459" y="1961322"/>
            <a:ext cx="10383899"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389695" y="2763870"/>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908050"/>
            <a:ext cx="10383899"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userDrawn="1"/>
        </p:nvCxnSpPr>
        <p:spPr>
          <a:xfrm>
            <a:off x="1389695" y="3710598"/>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854778"/>
            <a:ext cx="10383899"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4" name="Footer Placeholder 1">
            <a:extLst>
              <a:ext uri="{FF2B5EF4-FFF2-40B4-BE49-F238E27FC236}">
                <a16:creationId xmlns:a16="http://schemas.microsoft.com/office/drawing/2014/main" id="{603E4A63-916B-46C0-8814-35F99E0A4F76}"/>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918688402"/>
      </p:ext>
    </p:extLst>
  </p:cSld>
  <p:clrMapOvr>
    <a:masterClrMapping/>
  </p:clrMapOvr>
  <p:transition>
    <p:fade/>
  </p:transition>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Text option_4 row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four rows</a:t>
            </a:r>
          </a:p>
        </p:txBody>
      </p:sp>
      <p:sp>
        <p:nvSpPr>
          <p:cNvPr id="15" name="Text Placeholder 5">
            <a:extLst>
              <a:ext uri="{FF2B5EF4-FFF2-40B4-BE49-F238E27FC236}">
                <a16:creationId xmlns:a16="http://schemas.microsoft.com/office/drawing/2014/main" id="{C26D22CE-EFD0-4FAA-95AC-F37D3BED6618}"/>
              </a:ext>
            </a:extLst>
          </p:cNvPr>
          <p:cNvSpPr>
            <a:spLocks noGrp="1"/>
          </p:cNvSpPr>
          <p:nvPr>
            <p:ph type="body" sz="quarter" idx="20" hasCustomPrompt="1"/>
          </p:nvPr>
        </p:nvSpPr>
        <p:spPr>
          <a:xfrm>
            <a:off x="418643" y="1168400"/>
            <a:ext cx="11341267" cy="307777"/>
          </a:xfrm>
          <a:prstGeom prst="rect">
            <a:avLst/>
          </a:prstGeom>
        </p:spPr>
        <p:txBody>
          <a:bodyPr vert="horz" lIns="0" tIns="0" rIns="0" bIns="0" rtlCol="0">
            <a:spAutoFit/>
          </a:bodyPr>
          <a:lstStyle>
            <a:lvl1pPr>
              <a:defRPr lang="en-US" sz="2000" dirty="0"/>
            </a:lvl1pPr>
          </a:lstStyle>
          <a:p>
            <a:pPr lvl="0"/>
            <a:r>
              <a:rPr lang="en-US"/>
              <a:t>Add text here</a:t>
            </a:r>
          </a:p>
        </p:txBody>
      </p:sp>
      <p:sp>
        <p:nvSpPr>
          <p:cNvPr id="5" name="Text Placeholder 4"/>
          <p:cNvSpPr>
            <a:spLocks noGrp="1"/>
          </p:cNvSpPr>
          <p:nvPr>
            <p:ph type="body" sz="quarter" idx="11" hasCustomPrompt="1"/>
          </p:nvPr>
        </p:nvSpPr>
        <p:spPr>
          <a:xfrm>
            <a:off x="1389459" y="1961322"/>
            <a:ext cx="10383899"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389695" y="2763870"/>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908050"/>
            <a:ext cx="10383899"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userDrawn="1"/>
        </p:nvCxnSpPr>
        <p:spPr>
          <a:xfrm>
            <a:off x="1389695" y="3710598"/>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854778"/>
            <a:ext cx="10383899"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15248E5B-B35D-43BA-B0E9-DDA9F982CABC}"/>
              </a:ext>
              <a:ext uri="{C183D7F6-B498-43B3-948B-1728B52AA6E4}">
                <adec:decorative xmlns:adec="http://schemas.microsoft.com/office/drawing/2017/decorative" val="1"/>
              </a:ext>
            </a:extLst>
          </p:cNvPr>
          <p:cNvCxnSpPr>
            <a:cxnSpLocks/>
          </p:cNvCxnSpPr>
          <p:nvPr userDrawn="1"/>
        </p:nvCxnSpPr>
        <p:spPr>
          <a:xfrm>
            <a:off x="1389695" y="4657326"/>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4801506"/>
            <a:ext cx="10383899"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sp>
        <p:nvSpPr>
          <p:cNvPr id="4" name="Footer Placeholder 1">
            <a:extLst>
              <a:ext uri="{FF2B5EF4-FFF2-40B4-BE49-F238E27FC236}">
                <a16:creationId xmlns:a16="http://schemas.microsoft.com/office/drawing/2014/main" id="{5F35E7E5-1784-40DE-92EF-E9874E810C34}"/>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52164850"/>
      </p:ext>
    </p:extLst>
  </p:cSld>
  <p:clrMapOvr>
    <a:masterClrMapping/>
  </p:clrMapOvr>
  <p:transition>
    <p:fade/>
  </p:transition>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userDrawn="1">
  <p:cSld name="Text option_5 row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five rows</a:t>
            </a:r>
          </a:p>
        </p:txBody>
      </p:sp>
      <p:sp>
        <p:nvSpPr>
          <p:cNvPr id="17" name="Text Placeholder 5">
            <a:extLst>
              <a:ext uri="{FF2B5EF4-FFF2-40B4-BE49-F238E27FC236}">
                <a16:creationId xmlns:a16="http://schemas.microsoft.com/office/drawing/2014/main" id="{9615BA4B-6D68-4728-AF5E-96CF426BDBDE}"/>
              </a:ext>
            </a:extLst>
          </p:cNvPr>
          <p:cNvSpPr>
            <a:spLocks noGrp="1"/>
          </p:cNvSpPr>
          <p:nvPr>
            <p:ph type="body" sz="quarter" idx="22" hasCustomPrompt="1"/>
          </p:nvPr>
        </p:nvSpPr>
        <p:spPr>
          <a:xfrm>
            <a:off x="418643" y="1168400"/>
            <a:ext cx="11341267" cy="307777"/>
          </a:xfrm>
          <a:prstGeom prst="rect">
            <a:avLst/>
          </a:prstGeom>
        </p:spPr>
        <p:txBody>
          <a:bodyPr vert="horz" lIns="0" tIns="0" rIns="0" bIns="0" rtlCol="0">
            <a:spAutoFit/>
          </a:bodyPr>
          <a:lstStyle>
            <a:lvl1pPr>
              <a:defRPr lang="en-US" sz="2000" dirty="0"/>
            </a:lvl1pPr>
          </a:lstStyle>
          <a:p>
            <a:pPr lvl="0"/>
            <a:r>
              <a:rPr lang="en-US"/>
              <a:t>Add text here</a:t>
            </a:r>
          </a:p>
        </p:txBody>
      </p:sp>
      <p:sp>
        <p:nvSpPr>
          <p:cNvPr id="5" name="Text Placeholder 4"/>
          <p:cNvSpPr>
            <a:spLocks noGrp="1"/>
          </p:cNvSpPr>
          <p:nvPr>
            <p:ph type="body" sz="quarter" idx="11" hasCustomPrompt="1"/>
          </p:nvPr>
        </p:nvSpPr>
        <p:spPr>
          <a:xfrm>
            <a:off x="1389459" y="1961322"/>
            <a:ext cx="10383899" cy="519217"/>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8" name="Straight Connector 7">
            <a:extLst>
              <a:ext uri="{FF2B5EF4-FFF2-40B4-BE49-F238E27FC236}">
                <a16:creationId xmlns:a16="http://schemas.microsoft.com/office/drawing/2014/main" id="{18C7A5BA-6D5F-4F89-8133-5E7B5AFA5388}"/>
              </a:ext>
              <a:ext uri="{C183D7F6-B498-43B3-948B-1728B52AA6E4}">
                <adec:decorative xmlns:adec="http://schemas.microsoft.com/office/drawing/2017/decorative" val="1"/>
              </a:ext>
            </a:extLst>
          </p:cNvPr>
          <p:cNvCxnSpPr>
            <a:cxnSpLocks/>
          </p:cNvCxnSpPr>
          <p:nvPr userDrawn="1"/>
        </p:nvCxnSpPr>
        <p:spPr>
          <a:xfrm>
            <a:off x="1389695" y="2601426"/>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722313"/>
            <a:ext cx="10383899" cy="519217"/>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9" name="Straight Connector 8">
            <a:extLst>
              <a:ext uri="{FF2B5EF4-FFF2-40B4-BE49-F238E27FC236}">
                <a16:creationId xmlns:a16="http://schemas.microsoft.com/office/drawing/2014/main" id="{CBD0695E-5B97-44BE-B0A8-F9214D354151}"/>
              </a:ext>
              <a:ext uri="{C183D7F6-B498-43B3-948B-1728B52AA6E4}">
                <adec:decorative xmlns:adec="http://schemas.microsoft.com/office/drawing/2017/decorative" val="1"/>
              </a:ext>
            </a:extLst>
          </p:cNvPr>
          <p:cNvCxnSpPr>
            <a:cxnSpLocks/>
          </p:cNvCxnSpPr>
          <p:nvPr userDrawn="1"/>
        </p:nvCxnSpPr>
        <p:spPr>
          <a:xfrm>
            <a:off x="1389695" y="3362417"/>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483304"/>
            <a:ext cx="10383899" cy="519217"/>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D602F602-8AD2-44FB-96AC-197B0B03616F}"/>
              </a:ext>
              <a:ext uri="{C183D7F6-B498-43B3-948B-1728B52AA6E4}">
                <adec:decorative xmlns:adec="http://schemas.microsoft.com/office/drawing/2017/decorative" val="1"/>
              </a:ext>
            </a:extLst>
          </p:cNvPr>
          <p:cNvCxnSpPr>
            <a:cxnSpLocks/>
          </p:cNvCxnSpPr>
          <p:nvPr userDrawn="1"/>
        </p:nvCxnSpPr>
        <p:spPr>
          <a:xfrm>
            <a:off x="1389695" y="4123408"/>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4244295"/>
            <a:ext cx="10383899" cy="519217"/>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userDrawn="1"/>
        </p:nvCxnSpPr>
        <p:spPr>
          <a:xfrm>
            <a:off x="1389695" y="4884399"/>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5005283"/>
            <a:ext cx="10383899" cy="519217"/>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 name="Footer Placeholder 1">
            <a:extLst>
              <a:ext uri="{FF2B5EF4-FFF2-40B4-BE49-F238E27FC236}">
                <a16:creationId xmlns:a16="http://schemas.microsoft.com/office/drawing/2014/main" id="{CED9039A-1F5F-4C3E-8088-C5C6AC71B3E2}"/>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208164305"/>
      </p:ext>
    </p:extLst>
  </p:cSld>
  <p:clrMapOvr>
    <a:masterClrMapping/>
  </p:clrMapOvr>
  <p:transition>
    <p:fade/>
  </p:transition>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userDrawn="1">
  <p:cSld name="Text option_6 row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six rows</a:t>
            </a:r>
          </a:p>
        </p:txBody>
      </p:sp>
      <p:sp>
        <p:nvSpPr>
          <p:cNvPr id="21" name="Text Placeholder 5">
            <a:extLst>
              <a:ext uri="{FF2B5EF4-FFF2-40B4-BE49-F238E27FC236}">
                <a16:creationId xmlns:a16="http://schemas.microsoft.com/office/drawing/2014/main" id="{52987478-529C-46E1-AA3F-32BE6FD91D75}"/>
              </a:ext>
            </a:extLst>
          </p:cNvPr>
          <p:cNvSpPr>
            <a:spLocks noGrp="1"/>
          </p:cNvSpPr>
          <p:nvPr>
            <p:ph type="body" sz="quarter" idx="31" hasCustomPrompt="1"/>
          </p:nvPr>
        </p:nvSpPr>
        <p:spPr>
          <a:xfrm>
            <a:off x="418643" y="1168400"/>
            <a:ext cx="11341267" cy="307777"/>
          </a:xfrm>
          <a:prstGeom prst="rect">
            <a:avLst/>
          </a:prstGeom>
        </p:spPr>
        <p:txBody>
          <a:bodyPr vert="horz" lIns="0" tIns="0" rIns="0" bIns="0" rtlCol="0">
            <a:spAutoFit/>
          </a:bodyPr>
          <a:lstStyle>
            <a:lvl1pPr>
              <a:defRPr lang="en-US" sz="2000" dirty="0"/>
            </a:lvl1pPr>
          </a:lstStyle>
          <a:p>
            <a:pPr lvl="0"/>
            <a:r>
              <a:rPr lang="en-US"/>
              <a:t>Add text here</a:t>
            </a:r>
          </a:p>
        </p:txBody>
      </p:sp>
      <p:sp>
        <p:nvSpPr>
          <p:cNvPr id="5" name="Text Placeholder 4"/>
          <p:cNvSpPr>
            <a:spLocks noGrp="1"/>
          </p:cNvSpPr>
          <p:nvPr>
            <p:ph type="body" sz="quarter" idx="11" hasCustomPrompt="1"/>
          </p:nvPr>
        </p:nvSpPr>
        <p:spPr>
          <a:xfrm>
            <a:off x="1389459" y="1961323"/>
            <a:ext cx="10383899" cy="42648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9" name="Straight Connector 8">
            <a:extLst>
              <a:ext uri="{FF2B5EF4-FFF2-40B4-BE49-F238E27FC236}">
                <a16:creationId xmlns:a16="http://schemas.microsoft.com/office/drawing/2014/main" id="{91176662-41A1-45F5-9F2A-CB3D5785A657}"/>
              </a:ext>
              <a:ext uri="{C183D7F6-B498-43B3-948B-1728B52AA6E4}">
                <adec:decorative xmlns:adec="http://schemas.microsoft.com/office/drawing/2017/decorative" val="1"/>
              </a:ext>
            </a:extLst>
          </p:cNvPr>
          <p:cNvCxnSpPr>
            <a:cxnSpLocks/>
          </p:cNvCxnSpPr>
          <p:nvPr userDrawn="1"/>
        </p:nvCxnSpPr>
        <p:spPr>
          <a:xfrm>
            <a:off x="1403101" y="2488235"/>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588661"/>
            <a:ext cx="10383899" cy="42648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F1B8295B-9399-43B5-961D-6D1444246663}"/>
              </a:ext>
              <a:ext uri="{C183D7F6-B498-43B3-948B-1728B52AA6E4}">
                <adec:decorative xmlns:adec="http://schemas.microsoft.com/office/drawing/2017/decorative" val="1"/>
              </a:ext>
            </a:extLst>
          </p:cNvPr>
          <p:cNvCxnSpPr>
            <a:cxnSpLocks/>
          </p:cNvCxnSpPr>
          <p:nvPr userDrawn="1"/>
        </p:nvCxnSpPr>
        <p:spPr>
          <a:xfrm>
            <a:off x="1403101" y="3115573"/>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215999"/>
            <a:ext cx="10383899"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8661FE75-B00C-4695-B37C-FB53546A5F0A}"/>
              </a:ext>
              <a:ext uri="{C183D7F6-B498-43B3-948B-1728B52AA6E4}">
                <adec:decorative xmlns:adec="http://schemas.microsoft.com/office/drawing/2017/decorative" val="1"/>
              </a:ext>
            </a:extLst>
          </p:cNvPr>
          <p:cNvCxnSpPr>
            <a:cxnSpLocks/>
          </p:cNvCxnSpPr>
          <p:nvPr userDrawn="1"/>
        </p:nvCxnSpPr>
        <p:spPr>
          <a:xfrm>
            <a:off x="1403101" y="3742911"/>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3843337"/>
            <a:ext cx="10383899"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44FEBE66-8971-4138-8B29-7373BB7CD1B7}"/>
              </a:ext>
              <a:ext uri="{C183D7F6-B498-43B3-948B-1728B52AA6E4}">
                <adec:decorative xmlns:adec="http://schemas.microsoft.com/office/drawing/2017/decorative" val="1"/>
              </a:ext>
            </a:extLst>
          </p:cNvPr>
          <p:cNvCxnSpPr>
            <a:cxnSpLocks/>
          </p:cNvCxnSpPr>
          <p:nvPr userDrawn="1"/>
        </p:nvCxnSpPr>
        <p:spPr>
          <a:xfrm>
            <a:off x="1403101" y="4370249"/>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4470675"/>
            <a:ext cx="10383899"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2" name="Straight Connector 11">
            <a:extLst>
              <a:ext uri="{FF2B5EF4-FFF2-40B4-BE49-F238E27FC236}">
                <a16:creationId xmlns:a16="http://schemas.microsoft.com/office/drawing/2014/main" id="{EE9B15D9-25BA-4AE3-B36D-961D8C817DC1}"/>
              </a:ext>
              <a:ext uri="{C183D7F6-B498-43B3-948B-1728B52AA6E4}">
                <adec:decorative xmlns:adec="http://schemas.microsoft.com/office/drawing/2017/decorative" val="1"/>
              </a:ext>
            </a:extLst>
          </p:cNvPr>
          <p:cNvCxnSpPr>
            <a:cxnSpLocks/>
          </p:cNvCxnSpPr>
          <p:nvPr userDrawn="1"/>
        </p:nvCxnSpPr>
        <p:spPr>
          <a:xfrm>
            <a:off x="1403101" y="4997587"/>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4349BD30-0784-4B45-BEA2-C53624DF62CA}"/>
              </a:ext>
            </a:extLst>
          </p:cNvPr>
          <p:cNvSpPr>
            <a:spLocks noGrp="1"/>
          </p:cNvSpPr>
          <p:nvPr>
            <p:ph type="body" sz="quarter" idx="30" hasCustomPrompt="1"/>
          </p:nvPr>
        </p:nvSpPr>
        <p:spPr>
          <a:xfrm>
            <a:off x="1389459" y="5098014"/>
            <a:ext cx="10383899"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46CCDEFC-B6DB-4055-A5EC-0C75CF24B53D}"/>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426843873"/>
      </p:ext>
    </p:extLst>
  </p:cSld>
  <p:clrMapOvr>
    <a:masterClrMapping/>
  </p:clrMapOvr>
  <p:transition>
    <p:fade/>
  </p:transition>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userDrawn="1">
  <p:cSld name="Text option_7 row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seven rows</a:t>
            </a:r>
          </a:p>
        </p:txBody>
      </p:sp>
      <p:sp>
        <p:nvSpPr>
          <p:cNvPr id="21" name="Text Placeholder 5">
            <a:extLst>
              <a:ext uri="{FF2B5EF4-FFF2-40B4-BE49-F238E27FC236}">
                <a16:creationId xmlns:a16="http://schemas.microsoft.com/office/drawing/2014/main" id="{52987478-529C-46E1-AA3F-32BE6FD91D75}"/>
              </a:ext>
            </a:extLst>
          </p:cNvPr>
          <p:cNvSpPr>
            <a:spLocks noGrp="1"/>
          </p:cNvSpPr>
          <p:nvPr>
            <p:ph type="body" sz="quarter" idx="31" hasCustomPrompt="1"/>
          </p:nvPr>
        </p:nvSpPr>
        <p:spPr>
          <a:xfrm>
            <a:off x="418643" y="1168400"/>
            <a:ext cx="11341267" cy="307777"/>
          </a:xfrm>
          <a:prstGeom prst="rect">
            <a:avLst/>
          </a:prstGeom>
        </p:spPr>
        <p:txBody>
          <a:bodyPr vert="horz" lIns="0" tIns="0" rIns="0" bIns="0" rtlCol="0">
            <a:spAutoFit/>
          </a:bodyPr>
          <a:lstStyle>
            <a:lvl1pPr>
              <a:defRPr lang="en-US" sz="2000" dirty="0"/>
            </a:lvl1pPr>
          </a:lstStyle>
          <a:p>
            <a:pPr lvl="0"/>
            <a:r>
              <a:rPr lang="en-US"/>
              <a:t>Add text here</a:t>
            </a:r>
          </a:p>
        </p:txBody>
      </p:sp>
      <p:sp>
        <p:nvSpPr>
          <p:cNvPr id="5" name="Text Placeholder 4"/>
          <p:cNvSpPr>
            <a:spLocks noGrp="1"/>
          </p:cNvSpPr>
          <p:nvPr>
            <p:ph type="body" sz="quarter" idx="11" hasCustomPrompt="1"/>
          </p:nvPr>
        </p:nvSpPr>
        <p:spPr>
          <a:xfrm>
            <a:off x="418643" y="1961323"/>
            <a:ext cx="11354715" cy="42648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9" name="Straight Connector 8">
            <a:extLst>
              <a:ext uri="{FF2B5EF4-FFF2-40B4-BE49-F238E27FC236}">
                <a16:creationId xmlns:a16="http://schemas.microsoft.com/office/drawing/2014/main" id="{91176662-41A1-45F5-9F2A-CB3D5785A657}"/>
              </a:ext>
              <a:ext uri="{C183D7F6-B498-43B3-948B-1728B52AA6E4}">
                <adec:decorative xmlns:adec="http://schemas.microsoft.com/office/drawing/2017/decorative" val="1"/>
              </a:ext>
            </a:extLst>
          </p:cNvPr>
          <p:cNvCxnSpPr>
            <a:cxnSpLocks/>
          </p:cNvCxnSpPr>
          <p:nvPr userDrawn="1"/>
        </p:nvCxnSpPr>
        <p:spPr>
          <a:xfrm>
            <a:off x="434818" y="2435607"/>
            <a:ext cx="1132509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418643" y="2483405"/>
            <a:ext cx="11354715" cy="42648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F1B8295B-9399-43B5-961D-6D1444246663}"/>
              </a:ext>
              <a:ext uri="{C183D7F6-B498-43B3-948B-1728B52AA6E4}">
                <adec:decorative xmlns:adec="http://schemas.microsoft.com/office/drawing/2017/decorative" val="1"/>
              </a:ext>
            </a:extLst>
          </p:cNvPr>
          <p:cNvCxnSpPr>
            <a:cxnSpLocks/>
          </p:cNvCxnSpPr>
          <p:nvPr userDrawn="1"/>
        </p:nvCxnSpPr>
        <p:spPr>
          <a:xfrm>
            <a:off x="434818" y="2957689"/>
            <a:ext cx="1132509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418643" y="3005487"/>
            <a:ext cx="11354715"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8661FE75-B00C-4695-B37C-FB53546A5F0A}"/>
              </a:ext>
              <a:ext uri="{C183D7F6-B498-43B3-948B-1728B52AA6E4}">
                <adec:decorative xmlns:adec="http://schemas.microsoft.com/office/drawing/2017/decorative" val="1"/>
              </a:ext>
            </a:extLst>
          </p:cNvPr>
          <p:cNvCxnSpPr>
            <a:cxnSpLocks/>
          </p:cNvCxnSpPr>
          <p:nvPr userDrawn="1"/>
        </p:nvCxnSpPr>
        <p:spPr>
          <a:xfrm>
            <a:off x="434818" y="3479771"/>
            <a:ext cx="1132509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418643" y="3527569"/>
            <a:ext cx="11354715"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44FEBE66-8971-4138-8B29-7373BB7CD1B7}"/>
              </a:ext>
              <a:ext uri="{C183D7F6-B498-43B3-948B-1728B52AA6E4}">
                <adec:decorative xmlns:adec="http://schemas.microsoft.com/office/drawing/2017/decorative" val="1"/>
              </a:ext>
            </a:extLst>
          </p:cNvPr>
          <p:cNvCxnSpPr>
            <a:cxnSpLocks/>
          </p:cNvCxnSpPr>
          <p:nvPr userDrawn="1"/>
        </p:nvCxnSpPr>
        <p:spPr>
          <a:xfrm>
            <a:off x="434818" y="4001853"/>
            <a:ext cx="1132509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418643" y="4049651"/>
            <a:ext cx="11354715"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2" name="Straight Connector 11">
            <a:extLst>
              <a:ext uri="{FF2B5EF4-FFF2-40B4-BE49-F238E27FC236}">
                <a16:creationId xmlns:a16="http://schemas.microsoft.com/office/drawing/2014/main" id="{EE9B15D9-25BA-4AE3-B36D-961D8C817DC1}"/>
              </a:ext>
              <a:ext uri="{C183D7F6-B498-43B3-948B-1728B52AA6E4}">
                <adec:decorative xmlns:adec="http://schemas.microsoft.com/office/drawing/2017/decorative" val="1"/>
              </a:ext>
            </a:extLst>
          </p:cNvPr>
          <p:cNvCxnSpPr>
            <a:cxnSpLocks/>
          </p:cNvCxnSpPr>
          <p:nvPr userDrawn="1"/>
        </p:nvCxnSpPr>
        <p:spPr>
          <a:xfrm>
            <a:off x="434818" y="5046017"/>
            <a:ext cx="1132509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4349BD30-0784-4B45-BEA2-C53624DF62CA}"/>
              </a:ext>
            </a:extLst>
          </p:cNvPr>
          <p:cNvSpPr>
            <a:spLocks noGrp="1"/>
          </p:cNvSpPr>
          <p:nvPr>
            <p:ph type="body" sz="quarter" idx="30" hasCustomPrompt="1"/>
          </p:nvPr>
        </p:nvSpPr>
        <p:spPr>
          <a:xfrm>
            <a:off x="418643" y="4571733"/>
            <a:ext cx="11354715"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E463BEA0-0EFD-486F-81C5-596C2AEEBC26}"/>
              </a:ext>
              <a:ext uri="{C183D7F6-B498-43B3-948B-1728B52AA6E4}">
                <adec:decorative xmlns:adec="http://schemas.microsoft.com/office/drawing/2017/decorative" val="1"/>
              </a:ext>
            </a:extLst>
          </p:cNvPr>
          <p:cNvCxnSpPr>
            <a:cxnSpLocks/>
          </p:cNvCxnSpPr>
          <p:nvPr userDrawn="1"/>
        </p:nvCxnSpPr>
        <p:spPr>
          <a:xfrm>
            <a:off x="434818" y="4523935"/>
            <a:ext cx="1132509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935E9A39-1ACF-4C89-9498-11C0EFB1E38A}"/>
              </a:ext>
            </a:extLst>
          </p:cNvPr>
          <p:cNvSpPr>
            <a:spLocks noGrp="1"/>
          </p:cNvSpPr>
          <p:nvPr>
            <p:ph type="body" sz="quarter" idx="32" hasCustomPrompt="1"/>
          </p:nvPr>
        </p:nvSpPr>
        <p:spPr>
          <a:xfrm>
            <a:off x="418643" y="5093812"/>
            <a:ext cx="11354715"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C3EEA8B3-EE5E-4360-9233-7B76A3C14833}"/>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28274517"/>
      </p:ext>
    </p:extLst>
  </p:cSld>
  <p:clrMapOvr>
    <a:masterClrMapping/>
  </p:clrMapOvr>
  <p:transition>
    <p:fade/>
  </p:transition>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userDrawn="1">
  <p:cSld name="Text option- Text three rows &amp; two column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three rows &amp; two columns</a:t>
            </a:r>
          </a:p>
        </p:txBody>
      </p:sp>
      <p:sp>
        <p:nvSpPr>
          <p:cNvPr id="22" name="Text Placeholder 5">
            <a:extLst>
              <a:ext uri="{FF2B5EF4-FFF2-40B4-BE49-F238E27FC236}">
                <a16:creationId xmlns:a16="http://schemas.microsoft.com/office/drawing/2014/main" id="{FDDCE837-1494-4915-B6F7-9703BBD92279}"/>
              </a:ext>
            </a:extLst>
          </p:cNvPr>
          <p:cNvSpPr>
            <a:spLocks noGrp="1"/>
          </p:cNvSpPr>
          <p:nvPr>
            <p:ph type="body" sz="quarter" idx="34" hasCustomPrompt="1"/>
          </p:nvPr>
        </p:nvSpPr>
        <p:spPr>
          <a:xfrm>
            <a:off x="418643" y="1168400"/>
            <a:ext cx="11341267" cy="307777"/>
          </a:xfrm>
          <a:prstGeom prst="rect">
            <a:avLst/>
          </a:prstGeom>
        </p:spPr>
        <p:txBody>
          <a:bodyPr lIns="0" tIns="0" rIns="0" bIns="0"/>
          <a:lstStyle>
            <a:lvl1pPr>
              <a:defRPr sz="2000"/>
            </a:lvl1pPr>
          </a:lstStyle>
          <a:p>
            <a:pPr lvl="0"/>
            <a:r>
              <a:rPr lang="en-US"/>
              <a:t>Add text here</a:t>
            </a:r>
          </a:p>
        </p:txBody>
      </p:sp>
      <p:sp>
        <p:nvSpPr>
          <p:cNvPr id="5" name="Text Placeholder 4"/>
          <p:cNvSpPr>
            <a:spLocks noGrp="1"/>
          </p:cNvSpPr>
          <p:nvPr>
            <p:ph type="body" sz="quarter" idx="11" hasCustomPrompt="1"/>
          </p:nvPr>
        </p:nvSpPr>
        <p:spPr>
          <a:xfrm>
            <a:off x="1389459" y="1961322"/>
            <a:ext cx="4608576" cy="109089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B2BC2D45-166A-42A4-BFA4-B0E61DE53CD1}"/>
              </a:ext>
              <a:ext uri="{C183D7F6-B498-43B3-948B-1728B52AA6E4}">
                <adec:decorative xmlns:adec="http://schemas.microsoft.com/office/drawing/2017/decorative" val="1"/>
              </a:ext>
            </a:extLst>
          </p:cNvPr>
          <p:cNvCxnSpPr>
            <a:cxnSpLocks/>
          </p:cNvCxnSpPr>
          <p:nvPr userDrawn="1"/>
        </p:nvCxnSpPr>
        <p:spPr>
          <a:xfrm>
            <a:off x="1389458" y="3181990"/>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3311765"/>
            <a:ext cx="4608576" cy="109089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C17E5589-50A4-4ADA-A3D2-DFB8558FE78E}"/>
              </a:ext>
              <a:ext uri="{C183D7F6-B498-43B3-948B-1728B52AA6E4}">
                <adec:decorative xmlns:adec="http://schemas.microsoft.com/office/drawing/2017/decorative" val="1"/>
              </a:ext>
            </a:extLst>
          </p:cNvPr>
          <p:cNvCxnSpPr>
            <a:cxnSpLocks/>
          </p:cNvCxnSpPr>
          <p:nvPr userDrawn="1"/>
        </p:nvCxnSpPr>
        <p:spPr>
          <a:xfrm>
            <a:off x="1389458" y="4532433"/>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4662207"/>
            <a:ext cx="4608576" cy="1090893"/>
          </a:xfrm>
          <a:prstGeom prst="rect">
            <a:avLst/>
          </a:prstGeom>
        </p:spPr>
        <p:txBody>
          <a:bodyPr wrap="square" lIns="0" tIns="0" rIns="0" bIns="0" anchor="t">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151335" y="1961322"/>
            <a:ext cx="4608576" cy="109089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599F4609-3CD7-4077-B992-04F71C504EF4}"/>
              </a:ext>
              <a:ext uri="{C183D7F6-B498-43B3-948B-1728B52AA6E4}">
                <adec:decorative xmlns:adec="http://schemas.microsoft.com/office/drawing/2017/decorative" val="1"/>
              </a:ext>
            </a:extLst>
          </p:cNvPr>
          <p:cNvCxnSpPr>
            <a:cxnSpLocks/>
          </p:cNvCxnSpPr>
          <p:nvPr userDrawn="1"/>
        </p:nvCxnSpPr>
        <p:spPr>
          <a:xfrm>
            <a:off x="7151335" y="3181990"/>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151335" y="3311765"/>
            <a:ext cx="4608576" cy="109089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C2F439E-21AC-47A7-8FF2-2B3B30023C2D}"/>
              </a:ext>
              <a:ext uri="{C183D7F6-B498-43B3-948B-1728B52AA6E4}">
                <adec:decorative xmlns:adec="http://schemas.microsoft.com/office/drawing/2017/decorative" val="1"/>
              </a:ext>
            </a:extLst>
          </p:cNvPr>
          <p:cNvCxnSpPr>
            <a:cxnSpLocks/>
          </p:cNvCxnSpPr>
          <p:nvPr userDrawn="1"/>
        </p:nvCxnSpPr>
        <p:spPr>
          <a:xfrm>
            <a:off x="7151335" y="4532433"/>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151335" y="4662207"/>
            <a:ext cx="4608576" cy="1090893"/>
          </a:xfrm>
          <a:prstGeom prst="rect">
            <a:avLst/>
          </a:prstGeom>
        </p:spPr>
        <p:txBody>
          <a:bodyPr wrap="square" lIns="0" tIns="0" rIns="0" bIns="0" anchor="t">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2C11A81E-5507-4620-971A-1D6A21B461F5}"/>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133791627"/>
      </p:ext>
    </p:extLst>
  </p:cSld>
  <p:clrMapOvr>
    <a:masterClrMapping/>
  </p:clrMapOvr>
  <p:transition>
    <p:fade/>
  </p:transition>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userDrawn="1">
  <p:cSld name="Text option- Text five rows &amp; two column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five rows &amp; two columns</a:t>
            </a:r>
          </a:p>
        </p:txBody>
      </p:sp>
      <p:sp>
        <p:nvSpPr>
          <p:cNvPr id="27" name="Text Placeholder 5">
            <a:extLst>
              <a:ext uri="{FF2B5EF4-FFF2-40B4-BE49-F238E27FC236}">
                <a16:creationId xmlns:a16="http://schemas.microsoft.com/office/drawing/2014/main" id="{CC7F1F9F-BDA7-4D48-A208-64EE1E48039F}"/>
              </a:ext>
            </a:extLst>
          </p:cNvPr>
          <p:cNvSpPr>
            <a:spLocks noGrp="1"/>
          </p:cNvSpPr>
          <p:nvPr>
            <p:ph type="body" sz="quarter" idx="36" hasCustomPrompt="1"/>
          </p:nvPr>
        </p:nvSpPr>
        <p:spPr>
          <a:xfrm>
            <a:off x="418643" y="1168400"/>
            <a:ext cx="11341267" cy="307777"/>
          </a:xfrm>
          <a:prstGeom prst="rect">
            <a:avLst/>
          </a:prstGeom>
        </p:spPr>
        <p:txBody>
          <a:bodyPr lIns="0" tIns="0" rIns="0" bIns="0"/>
          <a:lstStyle>
            <a:lvl1pPr>
              <a:defRPr sz="2000"/>
            </a:lvl1pPr>
          </a:lstStyle>
          <a:p>
            <a:pPr lvl="0"/>
            <a:r>
              <a:rPr lang="en-US"/>
              <a:t>Add text here</a:t>
            </a:r>
          </a:p>
        </p:txBody>
      </p:sp>
      <p:sp>
        <p:nvSpPr>
          <p:cNvPr id="5" name="Text Placeholder 4"/>
          <p:cNvSpPr>
            <a:spLocks noGrp="1"/>
          </p:cNvSpPr>
          <p:nvPr>
            <p:ph type="body" sz="quarter" idx="11" hasCustomPrompt="1"/>
          </p:nvPr>
        </p:nvSpPr>
        <p:spPr>
          <a:xfrm>
            <a:off x="1389459" y="1518419"/>
            <a:ext cx="4393416"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99FD6DBF-9FC0-43E4-BB25-187F987ED548}"/>
              </a:ext>
              <a:ext uri="{C183D7F6-B498-43B3-948B-1728B52AA6E4}">
                <adec:decorative xmlns:adec="http://schemas.microsoft.com/office/drawing/2017/decorative" val="1"/>
              </a:ext>
            </a:extLst>
          </p:cNvPr>
          <p:cNvCxnSpPr>
            <a:cxnSpLocks/>
          </p:cNvCxnSpPr>
          <p:nvPr userDrawn="1"/>
        </p:nvCxnSpPr>
        <p:spPr>
          <a:xfrm>
            <a:off x="1389459" y="226339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350009"/>
            <a:ext cx="4393416"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BCEDF675-8A34-4183-9100-9743BB5854C2}"/>
              </a:ext>
              <a:ext uri="{C183D7F6-B498-43B3-948B-1728B52AA6E4}">
                <adec:decorative xmlns:adec="http://schemas.microsoft.com/office/drawing/2017/decorative" val="1"/>
              </a:ext>
            </a:extLst>
          </p:cNvPr>
          <p:cNvCxnSpPr>
            <a:cxnSpLocks/>
          </p:cNvCxnSpPr>
          <p:nvPr userDrawn="1"/>
        </p:nvCxnSpPr>
        <p:spPr>
          <a:xfrm>
            <a:off x="1389459" y="309498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181599"/>
            <a:ext cx="4393416"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389062B4-E38A-48D0-9FC3-A198B27C2B9D}"/>
              </a:ext>
              <a:ext uri="{C183D7F6-B498-43B3-948B-1728B52AA6E4}">
                <adec:decorative xmlns:adec="http://schemas.microsoft.com/office/drawing/2017/decorative" val="1"/>
              </a:ext>
            </a:extLst>
          </p:cNvPr>
          <p:cNvCxnSpPr>
            <a:cxnSpLocks/>
          </p:cNvCxnSpPr>
          <p:nvPr userDrawn="1"/>
        </p:nvCxnSpPr>
        <p:spPr>
          <a:xfrm>
            <a:off x="1389459" y="392657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4013189"/>
            <a:ext cx="4393416"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FBA8527-2F9F-46AE-A168-2E369F0A4E4C}"/>
              </a:ext>
              <a:ext uri="{C183D7F6-B498-43B3-948B-1728B52AA6E4}">
                <adec:decorative xmlns:adec="http://schemas.microsoft.com/office/drawing/2017/decorative" val="1"/>
              </a:ext>
            </a:extLst>
          </p:cNvPr>
          <p:cNvCxnSpPr>
            <a:cxnSpLocks/>
          </p:cNvCxnSpPr>
          <p:nvPr userDrawn="1"/>
        </p:nvCxnSpPr>
        <p:spPr>
          <a:xfrm>
            <a:off x="1389459" y="475816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4844781"/>
            <a:ext cx="4393416"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379942" y="1518419"/>
            <a:ext cx="4393416"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1" name="Straight Connector 20">
            <a:extLst>
              <a:ext uri="{FF2B5EF4-FFF2-40B4-BE49-F238E27FC236}">
                <a16:creationId xmlns:a16="http://schemas.microsoft.com/office/drawing/2014/main" id="{8B458FFC-8336-43D5-A0E5-A4CEF85D5F6D}"/>
              </a:ext>
              <a:ext uri="{C183D7F6-B498-43B3-948B-1728B52AA6E4}">
                <adec:decorative xmlns:adec="http://schemas.microsoft.com/office/drawing/2017/decorative" val="1"/>
              </a:ext>
            </a:extLst>
          </p:cNvPr>
          <p:cNvCxnSpPr>
            <a:cxnSpLocks/>
          </p:cNvCxnSpPr>
          <p:nvPr userDrawn="1"/>
        </p:nvCxnSpPr>
        <p:spPr>
          <a:xfrm>
            <a:off x="7379943" y="226339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379942" y="2350009"/>
            <a:ext cx="4393416"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2" name="Straight Connector 21">
            <a:extLst>
              <a:ext uri="{FF2B5EF4-FFF2-40B4-BE49-F238E27FC236}">
                <a16:creationId xmlns:a16="http://schemas.microsoft.com/office/drawing/2014/main" id="{A8128678-7D34-47E0-BE94-ECE7CD383DD9}"/>
              </a:ext>
              <a:ext uri="{C183D7F6-B498-43B3-948B-1728B52AA6E4}">
                <adec:decorative xmlns:adec="http://schemas.microsoft.com/office/drawing/2017/decorative" val="1"/>
              </a:ext>
            </a:extLst>
          </p:cNvPr>
          <p:cNvCxnSpPr>
            <a:cxnSpLocks/>
          </p:cNvCxnSpPr>
          <p:nvPr userDrawn="1"/>
        </p:nvCxnSpPr>
        <p:spPr>
          <a:xfrm>
            <a:off x="7379943" y="309498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379942" y="3181599"/>
            <a:ext cx="4393416"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3" name="Straight Connector 22">
            <a:extLst>
              <a:ext uri="{FF2B5EF4-FFF2-40B4-BE49-F238E27FC236}">
                <a16:creationId xmlns:a16="http://schemas.microsoft.com/office/drawing/2014/main" id="{70E98085-E858-4C10-983A-14182332938A}"/>
              </a:ext>
              <a:ext uri="{C183D7F6-B498-43B3-948B-1728B52AA6E4}">
                <adec:decorative xmlns:adec="http://schemas.microsoft.com/office/drawing/2017/decorative" val="1"/>
              </a:ext>
            </a:extLst>
          </p:cNvPr>
          <p:cNvCxnSpPr>
            <a:cxnSpLocks/>
          </p:cNvCxnSpPr>
          <p:nvPr userDrawn="1"/>
        </p:nvCxnSpPr>
        <p:spPr>
          <a:xfrm>
            <a:off x="7379943" y="392657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2" name="Text Placeholder 4">
            <a:extLst>
              <a:ext uri="{FF2B5EF4-FFF2-40B4-BE49-F238E27FC236}">
                <a16:creationId xmlns:a16="http://schemas.microsoft.com/office/drawing/2014/main" id="{234777AC-02E0-4220-86CD-507697625215}"/>
              </a:ext>
            </a:extLst>
          </p:cNvPr>
          <p:cNvSpPr>
            <a:spLocks noGrp="1"/>
          </p:cNvSpPr>
          <p:nvPr>
            <p:ph type="body" sz="quarter" idx="34" hasCustomPrompt="1"/>
          </p:nvPr>
        </p:nvSpPr>
        <p:spPr>
          <a:xfrm>
            <a:off x="7379942" y="4013189"/>
            <a:ext cx="4393416"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4" name="Straight Connector 23">
            <a:extLst>
              <a:ext uri="{FF2B5EF4-FFF2-40B4-BE49-F238E27FC236}">
                <a16:creationId xmlns:a16="http://schemas.microsoft.com/office/drawing/2014/main" id="{683B0E2A-4AAD-468F-8AFA-306B72CCD47E}"/>
              </a:ext>
              <a:ext uri="{C183D7F6-B498-43B3-948B-1728B52AA6E4}">
                <adec:decorative xmlns:adec="http://schemas.microsoft.com/office/drawing/2017/decorative" val="1"/>
              </a:ext>
            </a:extLst>
          </p:cNvPr>
          <p:cNvCxnSpPr>
            <a:cxnSpLocks/>
          </p:cNvCxnSpPr>
          <p:nvPr userDrawn="1"/>
        </p:nvCxnSpPr>
        <p:spPr>
          <a:xfrm>
            <a:off x="7379943" y="475816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3" name="Text Placeholder 4">
            <a:extLst>
              <a:ext uri="{FF2B5EF4-FFF2-40B4-BE49-F238E27FC236}">
                <a16:creationId xmlns:a16="http://schemas.microsoft.com/office/drawing/2014/main" id="{74535A38-66F8-4A7C-9C33-D0D74D7212FB}"/>
              </a:ext>
            </a:extLst>
          </p:cNvPr>
          <p:cNvSpPr>
            <a:spLocks noGrp="1"/>
          </p:cNvSpPr>
          <p:nvPr>
            <p:ph type="body" sz="quarter" idx="35" hasCustomPrompt="1"/>
          </p:nvPr>
        </p:nvSpPr>
        <p:spPr>
          <a:xfrm>
            <a:off x="7379942" y="4844781"/>
            <a:ext cx="4393416"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66CECB44-B887-48A3-8002-B5226DEF3E2E}"/>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4120771854"/>
      </p:ext>
    </p:extLst>
  </p:cSld>
  <p:clrMapOvr>
    <a:masterClrMapping/>
  </p:clrMapOvr>
  <p:transition>
    <p:fade/>
  </p:transition>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userDrawn="1">
  <p:cSld name="Two columns layou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8706E9C-EDA2-4EE8-A4D5-886B6F42AFF8}"/>
              </a:ext>
            </a:extLst>
          </p:cNvPr>
          <p:cNvSpPr>
            <a:spLocks noGrp="1"/>
          </p:cNvSpPr>
          <p:nvPr userDrawn="1">
            <p:ph type="title"/>
          </p:nvPr>
        </p:nvSpPr>
        <p:spPr>
          <a:xfrm>
            <a:off x="418643" y="440494"/>
            <a:ext cx="11341268" cy="680196"/>
          </a:xfrm>
        </p:spPr>
        <p:txBody>
          <a:bodyPr/>
          <a:lstStyle/>
          <a:p>
            <a:r>
              <a:rPr lang="en-US"/>
              <a:t>Click to edit Master title style</a:t>
            </a:r>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8642" y="1457325"/>
            <a:ext cx="5578933" cy="1047599"/>
          </a:xfrm>
          <a:prstGeom prst="rect">
            <a:avLst/>
          </a:prstGeom>
          <a:solidFill>
            <a:schemeClr val="accent1"/>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419099" y="2628195"/>
            <a:ext cx="5578475"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userDrawn="1"/>
        </p:nvCxnSpPr>
        <p:spPr>
          <a:xfrm>
            <a:off x="418643" y="3532700"/>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419099" y="3664462"/>
            <a:ext cx="5578475"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userDrawn="1"/>
        </p:nvCxnSpPr>
        <p:spPr>
          <a:xfrm>
            <a:off x="418643" y="4568967"/>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419099" y="4700731"/>
            <a:ext cx="5578475"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229350" y="1457325"/>
            <a:ext cx="5539341" cy="1047599"/>
          </a:xfrm>
          <a:prstGeom prst="rect">
            <a:avLst/>
          </a:prstGeom>
          <a:solidFill>
            <a:schemeClr val="accent1"/>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229350" y="2628195"/>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userDrawn="1"/>
        </p:nvCxnSpPr>
        <p:spPr>
          <a:xfrm>
            <a:off x="6229350" y="3532700"/>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6229350" y="3664463"/>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userDrawn="1"/>
        </p:nvCxnSpPr>
        <p:spPr>
          <a:xfrm>
            <a:off x="6229350" y="4568967"/>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6229350" y="4700731"/>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3" name="Footer Placeholder 1">
            <a:extLst>
              <a:ext uri="{FF2B5EF4-FFF2-40B4-BE49-F238E27FC236}">
                <a16:creationId xmlns:a16="http://schemas.microsoft.com/office/drawing/2014/main" id="{3F9A6BFB-B229-4081-846A-99BCC21608DB}"/>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790811474"/>
      </p:ext>
    </p:extLst>
  </p:cSld>
  <p:clrMapOvr>
    <a:masterClrMapping/>
  </p:clrMapOvr>
  <p:transition>
    <p:fade/>
  </p:transition>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userDrawn="1">
  <p:cSld name="Two columns layout with subheadin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8706E9C-EDA2-4EE8-A4D5-886B6F42AFF8}"/>
              </a:ext>
            </a:extLst>
          </p:cNvPr>
          <p:cNvSpPr>
            <a:spLocks noGrp="1"/>
          </p:cNvSpPr>
          <p:nvPr userDrawn="1">
            <p:ph type="title" hasCustomPrompt="1"/>
          </p:nvPr>
        </p:nvSpPr>
        <p:spPr>
          <a:xfrm>
            <a:off x="418643" y="440494"/>
            <a:ext cx="11341268" cy="680196"/>
          </a:xfrm>
        </p:spPr>
        <p:txBody>
          <a:bodyPr/>
          <a:lstStyle>
            <a:lvl1pPr>
              <a:defRPr/>
            </a:lvl1pPr>
          </a:lstStyle>
          <a:p>
            <a:r>
              <a:rPr lang="en-US"/>
              <a:t>Two columns layout</a:t>
            </a:r>
          </a:p>
        </p:txBody>
      </p:sp>
      <p:sp>
        <p:nvSpPr>
          <p:cNvPr id="17" name="Text Placeholder 5">
            <a:extLst>
              <a:ext uri="{FF2B5EF4-FFF2-40B4-BE49-F238E27FC236}">
                <a16:creationId xmlns:a16="http://schemas.microsoft.com/office/drawing/2014/main" id="{55780EB8-2D5B-4DBB-BC6B-E570FB51FFD3}"/>
              </a:ext>
            </a:extLst>
          </p:cNvPr>
          <p:cNvSpPr>
            <a:spLocks noGrp="1"/>
          </p:cNvSpPr>
          <p:nvPr>
            <p:ph type="body" sz="quarter" idx="17" hasCustomPrompt="1"/>
          </p:nvPr>
        </p:nvSpPr>
        <p:spPr>
          <a:xfrm>
            <a:off x="432088" y="1168400"/>
            <a:ext cx="11341267" cy="307777"/>
          </a:xfrm>
          <a:prstGeom prst="rect">
            <a:avLst/>
          </a:prstGeom>
        </p:spPr>
        <p:txBody>
          <a:bodyPr lIns="0" tIns="0" rIns="0" bIns="0"/>
          <a:lstStyle>
            <a:lvl1pPr>
              <a:defRPr sz="2000"/>
            </a:lvl1pPr>
          </a:lstStyle>
          <a:p>
            <a:pPr lvl="0"/>
            <a:r>
              <a:rPr lang="en-US"/>
              <a:t>Add text here</a:t>
            </a:r>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8642" y="1929257"/>
            <a:ext cx="5578933" cy="852444"/>
          </a:xfrm>
          <a:prstGeom prst="rect">
            <a:avLst/>
          </a:prstGeom>
          <a:solidFill>
            <a:schemeClr val="accent1"/>
          </a:solidFill>
        </p:spPr>
        <p:txBody>
          <a:bodyPr lIns="91440" tIns="91440" rIns="91440" anchor="ctr">
            <a:noAutofit/>
          </a:bodyPr>
          <a:lstStyle>
            <a:lvl1pPr>
              <a:lnSpc>
                <a:spcPct val="100000"/>
              </a:lnSpc>
              <a:spcBef>
                <a:spcPts val="0"/>
              </a:spcBef>
              <a:spcAft>
                <a:spcPts val="0"/>
              </a:spcAft>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418643" y="2825271"/>
            <a:ext cx="5562182"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userDrawn="1"/>
        </p:nvCxnSpPr>
        <p:spPr>
          <a:xfrm>
            <a:off x="418643" y="3729776"/>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418643" y="3861538"/>
            <a:ext cx="5562182"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userDrawn="1"/>
        </p:nvCxnSpPr>
        <p:spPr>
          <a:xfrm>
            <a:off x="418643" y="4766043"/>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418643" y="4897807"/>
            <a:ext cx="5562182"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95890" y="1929257"/>
            <a:ext cx="5572801" cy="852444"/>
          </a:xfrm>
          <a:prstGeom prst="rect">
            <a:avLst/>
          </a:prstGeom>
          <a:solidFill>
            <a:schemeClr val="accent1"/>
          </a:solidFill>
        </p:spPr>
        <p:txBody>
          <a:bodyPr lIns="91440" tIns="91440" rIns="91440" anchor="ctr">
            <a:noAutofit/>
          </a:bodyPr>
          <a:lstStyle>
            <a:lvl1pPr>
              <a:lnSpc>
                <a:spcPct val="100000"/>
              </a:lnSpc>
              <a:spcBef>
                <a:spcPts val="0"/>
              </a:spcBef>
              <a:spcAft>
                <a:spcPts val="0"/>
              </a:spcAft>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229350" y="2825271"/>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userDrawn="1"/>
        </p:nvCxnSpPr>
        <p:spPr>
          <a:xfrm>
            <a:off x="6229350" y="3729776"/>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6229350" y="3861539"/>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userDrawn="1"/>
        </p:nvCxnSpPr>
        <p:spPr>
          <a:xfrm>
            <a:off x="6229350" y="4766043"/>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6229350" y="4897807"/>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3" name="Footer Placeholder 1">
            <a:extLst>
              <a:ext uri="{FF2B5EF4-FFF2-40B4-BE49-F238E27FC236}">
                <a16:creationId xmlns:a16="http://schemas.microsoft.com/office/drawing/2014/main" id="{5DAA1992-5E0F-40A3-8DB6-210B74582E0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644906336"/>
      </p:ext>
    </p:extLst>
  </p:cSld>
  <p:clrMapOvr>
    <a:masterClrMapping/>
  </p:clrMapOvr>
  <p:transition>
    <p:fade/>
  </p:transition>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userDrawn="1">
  <p:cSld name="three columns layou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8706E9C-EDA2-4EE8-A4D5-886B6F42AFF8}"/>
              </a:ext>
            </a:extLst>
          </p:cNvPr>
          <p:cNvSpPr>
            <a:spLocks noGrp="1"/>
          </p:cNvSpPr>
          <p:nvPr userDrawn="1">
            <p:ph type="title" hasCustomPrompt="1"/>
          </p:nvPr>
        </p:nvSpPr>
        <p:spPr>
          <a:xfrm>
            <a:off x="418643" y="440494"/>
            <a:ext cx="11341268" cy="680196"/>
          </a:xfrm>
        </p:spPr>
        <p:txBody>
          <a:bodyPr/>
          <a:lstStyle>
            <a:lvl1pPr>
              <a:defRPr/>
            </a:lvl1pPr>
          </a:lstStyle>
          <a:p>
            <a:r>
              <a:rPr lang="en-US"/>
              <a:t>Three columns layout</a:t>
            </a:r>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8643" y="1457323"/>
            <a:ext cx="3629278" cy="1047601"/>
          </a:xfrm>
          <a:prstGeom prst="rect">
            <a:avLst/>
          </a:prstGeom>
          <a:solidFill>
            <a:schemeClr val="accent1"/>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418643" y="2628195"/>
            <a:ext cx="3618381"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userDrawn="1"/>
        </p:nvCxnSpPr>
        <p:spPr>
          <a:xfrm>
            <a:off x="418643" y="3532700"/>
            <a:ext cx="363355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418643" y="3664462"/>
            <a:ext cx="3618381"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userDrawn="1"/>
        </p:nvCxnSpPr>
        <p:spPr>
          <a:xfrm>
            <a:off x="418643" y="4568967"/>
            <a:ext cx="363355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418643" y="4700731"/>
            <a:ext cx="3618381"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4303152" y="1457323"/>
            <a:ext cx="3629278" cy="1047601"/>
          </a:xfrm>
          <a:prstGeom prst="rect">
            <a:avLst/>
          </a:prstGeom>
          <a:solidFill>
            <a:schemeClr val="accent1"/>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7" name="Text Placeholder 4"/>
          <p:cNvSpPr>
            <a:spLocks noGrp="1"/>
          </p:cNvSpPr>
          <p:nvPr>
            <p:ph type="body" sz="quarter" idx="18" hasCustomPrompt="1"/>
          </p:nvPr>
        </p:nvSpPr>
        <p:spPr>
          <a:xfrm>
            <a:off x="4303152" y="2628195"/>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6" name="Straight Connector 25">
            <a:extLst>
              <a:ext uri="{FF2B5EF4-FFF2-40B4-BE49-F238E27FC236}">
                <a16:creationId xmlns:a16="http://schemas.microsoft.com/office/drawing/2014/main" id="{6BF3C7B5-A8EA-4ECD-A968-2546248701F3}"/>
              </a:ext>
              <a:ext uri="{C183D7F6-B498-43B3-948B-1728B52AA6E4}">
                <adec:decorative xmlns:adec="http://schemas.microsoft.com/office/drawing/2017/decorative" val="1"/>
              </a:ext>
            </a:extLst>
          </p:cNvPr>
          <p:cNvCxnSpPr>
            <a:cxnSpLocks/>
          </p:cNvCxnSpPr>
          <p:nvPr userDrawn="1"/>
        </p:nvCxnSpPr>
        <p:spPr>
          <a:xfrm>
            <a:off x="4303713" y="3532700"/>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79BC4586-7FC3-4659-9310-CCDD1B8FB8A1}"/>
              </a:ext>
            </a:extLst>
          </p:cNvPr>
          <p:cNvSpPr>
            <a:spLocks noGrp="1"/>
          </p:cNvSpPr>
          <p:nvPr>
            <p:ph type="body" sz="quarter" idx="29" hasCustomPrompt="1"/>
          </p:nvPr>
        </p:nvSpPr>
        <p:spPr>
          <a:xfrm>
            <a:off x="4303152" y="3664463"/>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7" name="Straight Connector 26">
            <a:extLst>
              <a:ext uri="{FF2B5EF4-FFF2-40B4-BE49-F238E27FC236}">
                <a16:creationId xmlns:a16="http://schemas.microsoft.com/office/drawing/2014/main" id="{C14FEAA1-EB50-4B84-96EB-E171DE39A0A8}"/>
              </a:ext>
              <a:ext uri="{C183D7F6-B498-43B3-948B-1728B52AA6E4}">
                <adec:decorative xmlns:adec="http://schemas.microsoft.com/office/drawing/2017/decorative" val="1"/>
              </a:ext>
            </a:extLst>
          </p:cNvPr>
          <p:cNvCxnSpPr>
            <a:cxnSpLocks/>
          </p:cNvCxnSpPr>
          <p:nvPr userDrawn="1"/>
        </p:nvCxnSpPr>
        <p:spPr>
          <a:xfrm>
            <a:off x="4303713" y="4568967"/>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284BF132-1328-44E8-A629-D64096388C74}"/>
              </a:ext>
            </a:extLst>
          </p:cNvPr>
          <p:cNvSpPr>
            <a:spLocks noGrp="1"/>
          </p:cNvSpPr>
          <p:nvPr>
            <p:ph type="body" sz="quarter" idx="32" hasCustomPrompt="1"/>
          </p:nvPr>
        </p:nvSpPr>
        <p:spPr>
          <a:xfrm>
            <a:off x="4303152" y="4700731"/>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8139413" y="1457323"/>
            <a:ext cx="3629278" cy="1047601"/>
          </a:xfrm>
          <a:prstGeom prst="rect">
            <a:avLst/>
          </a:prstGeom>
          <a:solidFill>
            <a:schemeClr val="accent1"/>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8161204" y="2628195"/>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userDrawn="1"/>
        </p:nvCxnSpPr>
        <p:spPr>
          <a:xfrm>
            <a:off x="8161204" y="3532700"/>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8161204" y="3664463"/>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userDrawn="1"/>
        </p:nvCxnSpPr>
        <p:spPr>
          <a:xfrm>
            <a:off x="8161204" y="4568967"/>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8161204" y="4700731"/>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3" name="Footer Placeholder 1">
            <a:extLst>
              <a:ext uri="{FF2B5EF4-FFF2-40B4-BE49-F238E27FC236}">
                <a16:creationId xmlns:a16="http://schemas.microsoft.com/office/drawing/2014/main" id="{5A8C1FEA-45D6-476A-8044-2C9E87D3782E}"/>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4129139165"/>
      </p:ext>
    </p:extLst>
  </p:cSld>
  <p:clrMapOvr>
    <a:masterClrMapping/>
  </p:clrMapOvr>
  <p:transition>
    <p:fade/>
  </p:transition>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userDrawn="1">
  <p:cSld name="Title with graphic">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418642" y="1457325"/>
            <a:ext cx="3439206" cy="3439206"/>
          </a:xfrm>
          <a:prstGeom prst="ellipse">
            <a:avLst/>
          </a:prstGeom>
          <a:solidFill>
            <a:schemeClr val="bg1">
              <a:lumMod val="95000"/>
            </a:schemeClr>
          </a:solidFill>
        </p:spPr>
        <p:txBody>
          <a:bodyPr tIns="0" rIns="0" bIns="0" anchor="ctr">
            <a:noAutofit/>
          </a:bodyPr>
          <a:lstStyle>
            <a:lvl1pPr algn="ctr">
              <a:defRPr sz="2800"/>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4369674" y="1457325"/>
            <a:ext cx="3439206" cy="3439206"/>
          </a:xfrm>
          <a:prstGeom prst="ellipse">
            <a:avLst/>
          </a:prstGeom>
          <a:solidFill>
            <a:schemeClr val="bg1">
              <a:lumMod val="95000"/>
            </a:schemeClr>
          </a:solidFill>
        </p:spPr>
        <p:txBody>
          <a:bodyPr tIns="0" rIns="0" bIns="0" anchor="ctr">
            <a:noAutofit/>
          </a:bodyPr>
          <a:lstStyle>
            <a:lvl1pPr algn="ctr">
              <a:defRPr sz="2800"/>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8320705" y="1457325"/>
            <a:ext cx="3439206" cy="3439206"/>
          </a:xfrm>
          <a:prstGeom prst="ellipse">
            <a:avLst/>
          </a:prstGeom>
          <a:solidFill>
            <a:schemeClr val="bg1">
              <a:lumMod val="95000"/>
            </a:schemeClr>
          </a:solidFill>
        </p:spPr>
        <p:txBody>
          <a:bodyPr tIns="0" rIns="0" bIns="0" anchor="ctr">
            <a:noAutofit/>
          </a:bodyPr>
          <a:lstStyle>
            <a:lvl1pPr algn="ctr">
              <a:defRPr sz="2800"/>
            </a:lvl1pPr>
          </a:lstStyle>
          <a:p>
            <a:pPr lvl="0"/>
            <a:r>
              <a:rPr lang="en-US"/>
              <a:t>Click to edit Master text styles</a:t>
            </a:r>
          </a:p>
        </p:txBody>
      </p:sp>
      <p:sp>
        <p:nvSpPr>
          <p:cNvPr id="8" name="Footer Placeholder 1">
            <a:extLst>
              <a:ext uri="{FF2B5EF4-FFF2-40B4-BE49-F238E27FC236}">
                <a16:creationId xmlns:a16="http://schemas.microsoft.com/office/drawing/2014/main" id="{7F38B04C-51F1-4590-84FC-A2A65AD60A07}"/>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656078719"/>
      </p:ext>
    </p:extLst>
  </p:cSld>
  <p:clrMapOvr>
    <a:masterClrMapping/>
  </p:clrMapOvr>
  <p:transition>
    <p:fade/>
  </p:transition>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Title with graphic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418643" y="2359592"/>
            <a:ext cx="2138816" cy="2138816"/>
          </a:xfrm>
          <a:prstGeom prst="ellipse">
            <a:avLst/>
          </a:prstGeom>
          <a:solidFill>
            <a:schemeClr val="accent1"/>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2722617" y="2359592"/>
            <a:ext cx="2138816" cy="2138816"/>
          </a:xfrm>
          <a:prstGeom prst="ellipse">
            <a:avLst/>
          </a:prstGeom>
          <a:solidFill>
            <a:schemeClr val="accent1"/>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5026591" y="2359592"/>
            <a:ext cx="2138816" cy="2138816"/>
          </a:xfrm>
          <a:prstGeom prst="ellipse">
            <a:avLst/>
          </a:prstGeom>
          <a:solidFill>
            <a:schemeClr val="accent1"/>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7" name="Text Placeholder 3">
            <a:extLst>
              <a:ext uri="{FF2B5EF4-FFF2-40B4-BE49-F238E27FC236}">
                <a16:creationId xmlns:a16="http://schemas.microsoft.com/office/drawing/2014/main" id="{FFCA379A-FFA6-4179-AD94-3B9D20DBAA50}"/>
              </a:ext>
            </a:extLst>
          </p:cNvPr>
          <p:cNvSpPr>
            <a:spLocks noGrp="1"/>
          </p:cNvSpPr>
          <p:nvPr>
            <p:ph type="body" sz="quarter" idx="13"/>
          </p:nvPr>
        </p:nvSpPr>
        <p:spPr>
          <a:xfrm>
            <a:off x="7330565" y="2359592"/>
            <a:ext cx="2138816" cy="2138816"/>
          </a:xfrm>
          <a:prstGeom prst="ellipse">
            <a:avLst/>
          </a:prstGeom>
          <a:solidFill>
            <a:schemeClr val="accent1"/>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8" name="Text Placeholder 3">
            <a:extLst>
              <a:ext uri="{FF2B5EF4-FFF2-40B4-BE49-F238E27FC236}">
                <a16:creationId xmlns:a16="http://schemas.microsoft.com/office/drawing/2014/main" id="{86EE9769-6679-49C8-860D-5CACDB09DBD2}"/>
              </a:ext>
            </a:extLst>
          </p:cNvPr>
          <p:cNvSpPr>
            <a:spLocks noGrp="1"/>
          </p:cNvSpPr>
          <p:nvPr>
            <p:ph type="body" sz="quarter" idx="14"/>
          </p:nvPr>
        </p:nvSpPr>
        <p:spPr>
          <a:xfrm>
            <a:off x="9634541" y="2359592"/>
            <a:ext cx="2138816" cy="2138816"/>
          </a:xfrm>
          <a:prstGeom prst="ellipse">
            <a:avLst/>
          </a:prstGeom>
          <a:solidFill>
            <a:schemeClr val="accent1"/>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10" name="Footer Placeholder 1">
            <a:extLst>
              <a:ext uri="{FF2B5EF4-FFF2-40B4-BE49-F238E27FC236}">
                <a16:creationId xmlns:a16="http://schemas.microsoft.com/office/drawing/2014/main" id="{557B6B4B-EEB3-4D96-BE6F-33AB2C52662B}"/>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627982749"/>
      </p:ext>
    </p:extLst>
  </p:cSld>
  <p:clrMapOvr>
    <a:masterClrMapping/>
  </p:clrMapOvr>
  <p:transition>
    <p:fade/>
  </p:transition>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userDrawn="1">
  <p:cSld name="Subway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B1E50-1996-483F-BDD0-DE09A68472A4}"/>
              </a:ext>
            </a:extLst>
          </p:cNvPr>
          <p:cNvSpPr>
            <a:spLocks noGrp="1"/>
          </p:cNvSpPr>
          <p:nvPr>
            <p:ph type="title" hasCustomPrompt="1"/>
          </p:nvPr>
        </p:nvSpPr>
        <p:spPr/>
        <p:txBody>
          <a:bodyPr/>
          <a:lstStyle/>
          <a:p>
            <a:r>
              <a:rPr lang="en-US"/>
              <a:t>Heading Segoe UI </a:t>
            </a:r>
            <a:r>
              <a:rPr lang="en-US" err="1"/>
              <a:t>Semibold</a:t>
            </a:r>
            <a:r>
              <a:rPr lang="en-US"/>
              <a:t> 32</a:t>
            </a:r>
          </a:p>
        </p:txBody>
      </p:sp>
      <p:sp>
        <p:nvSpPr>
          <p:cNvPr id="4" name="Content Placeholder 3">
            <a:extLst>
              <a:ext uri="{FF2B5EF4-FFF2-40B4-BE49-F238E27FC236}">
                <a16:creationId xmlns:a16="http://schemas.microsoft.com/office/drawing/2014/main" id="{D788E95C-185C-4F8A-8DE9-0DDAEC21C04E}"/>
              </a:ext>
            </a:extLst>
          </p:cNvPr>
          <p:cNvSpPr>
            <a:spLocks noGrp="1"/>
          </p:cNvSpPr>
          <p:nvPr>
            <p:ph sz="quarter" idx="10"/>
          </p:nvPr>
        </p:nvSpPr>
        <p:spPr>
          <a:xfrm>
            <a:off x="418642" y="1457325"/>
            <a:ext cx="11354257" cy="1779974"/>
          </a:xfrm>
          <a:prstGeom prst="rect">
            <a:avLst/>
          </a:prstGeom>
        </p:spPr>
        <p:txBody>
          <a:bodyPr lIns="0" rIns="0"/>
          <a:lstStyle>
            <a:lvl1pPr>
              <a:defRPr/>
            </a:lvl1pPr>
            <a:lvl2pPr>
              <a:defRPr lang="en-US" sz="2000" kern="1200" spc="0" baseline="0" dirty="0" smtClean="0">
                <a:solidFill>
                  <a:schemeClr val="tx1"/>
                </a:solidFill>
                <a:latin typeface="+mn-lt"/>
                <a:ea typeface="+mn-ea"/>
                <a:cs typeface="+mn-cs"/>
              </a:defRPr>
            </a:lvl2pPr>
          </a:lstStyle>
          <a:p>
            <a:pPr marL="0" marR="0" lvl="1" indent="0" algn="l" defTabSz="914367" rtl="0" eaLnBrk="1" fontAlgn="auto" latinLnBrk="0" hangingPunct="1">
              <a:lnSpc>
                <a:spcPct val="100000"/>
              </a:lnSpc>
              <a:spcBef>
                <a:spcPts val="392"/>
              </a:spcBef>
              <a:spcAft>
                <a:spcPts val="588"/>
              </a:spcAft>
              <a:buClrTx/>
              <a:buSzPct val="90000"/>
              <a:buFontTx/>
              <a:buNone/>
              <a:tabLst/>
            </a:pPr>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1">
            <a:extLst>
              <a:ext uri="{FF2B5EF4-FFF2-40B4-BE49-F238E27FC236}">
                <a16:creationId xmlns:a16="http://schemas.microsoft.com/office/drawing/2014/main" id="{D46DE548-3285-4C4B-BE98-A5590C16A7E6}"/>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869103126"/>
      </p:ext>
    </p:extLst>
  </p:cSld>
  <p:clrMapOvr>
    <a:masterClrMapping/>
  </p:clrMapOvr>
  <p:transition>
    <p:fade/>
  </p:transition>
  <p:extLst>
    <p:ext uri="{DCECCB84-F9BA-43D5-87BE-67443E8EF086}">
      <p15:sldGuideLst xmlns:p15="http://schemas.microsoft.com/office/powerpoint/2012/main">
        <p15:guide id="1" orient="horz" pos="3432" userDrawn="1">
          <p15:clr>
            <a:srgbClr val="FBAE40"/>
          </p15:clr>
        </p15:guide>
        <p15:guide id="2" orient="horz" pos="3572" userDrawn="1">
          <p15:clr>
            <a:srgbClr val="FBAE40"/>
          </p15:clr>
        </p15:guide>
        <p15:guide id="3" orient="horz" pos="3288" userDrawn="1">
          <p15:clr>
            <a:srgbClr val="FBAE40"/>
          </p15:clr>
        </p15:guide>
      </p15:sldGuideLst>
    </p:ext>
  </p:extLst>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userDrawn="1">
  <p:cSld name="Subway_Software Co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00C6D-8926-49F1-8719-6EA600510E41}"/>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6" name="Text Placeholder 5">
            <a:extLst>
              <a:ext uri="{FF2B5EF4-FFF2-40B4-BE49-F238E27FC236}">
                <a16:creationId xmlns:a16="http://schemas.microsoft.com/office/drawing/2014/main" id="{86B7993F-2CF5-4383-8448-366538173E81}"/>
              </a:ext>
            </a:extLst>
          </p:cNvPr>
          <p:cNvSpPr>
            <a:spLocks noGrp="1"/>
          </p:cNvSpPr>
          <p:nvPr>
            <p:ph type="body" sz="quarter" idx="10" hasCustomPrompt="1"/>
          </p:nvPr>
        </p:nvSpPr>
        <p:spPr>
          <a:xfrm>
            <a:off x="418643" y="1457325"/>
            <a:ext cx="11354257" cy="1723549"/>
          </a:xfrm>
          <a:prstGeom prst="rect">
            <a:avLst/>
          </a:prstGeom>
          <a:ln w="19050">
            <a:solidFill>
              <a:schemeClr val="accent4"/>
            </a:solidFill>
          </a:ln>
        </p:spPr>
        <p:txBody>
          <a:bodyPr lIns="137160" tIns="91440" rIns="137160"/>
          <a:lstStyle>
            <a:lvl1pPr>
              <a:defRPr sz="2000">
                <a:latin typeface="Consolas" panose="020B0609020204030204" pitchFamily="49" charset="0"/>
              </a:defRPr>
            </a:lvl1pPr>
          </a:lstStyle>
          <a:p>
            <a:pPr lvl="0"/>
            <a:r>
              <a:rPr lang="en-US"/>
              <a:t>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a:t>
            </a:r>
          </a:p>
        </p:txBody>
      </p:sp>
      <p:sp>
        <p:nvSpPr>
          <p:cNvPr id="3" name="Footer Placeholder 1">
            <a:extLst>
              <a:ext uri="{FF2B5EF4-FFF2-40B4-BE49-F238E27FC236}">
                <a16:creationId xmlns:a16="http://schemas.microsoft.com/office/drawing/2014/main" id="{CC29DFB0-EA8D-4603-A484-D9FB4215E01F}"/>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752988049"/>
      </p:ext>
    </p:extLst>
  </p:cSld>
  <p:clrMapOvr>
    <a:masterClrMapping/>
  </p:clrMapOvr>
  <p:transition>
    <p:fade/>
  </p:transition>
  <p:extLst>
    <p:ext uri="{DCECCB84-F9BA-43D5-87BE-67443E8EF086}">
      <p15:sldGuideLst xmlns:p15="http://schemas.microsoft.com/office/powerpoint/2012/main">
        <p15:guide id="1" orient="horz" pos="3432" userDrawn="1">
          <p15:clr>
            <a:srgbClr val="FBAE40"/>
          </p15:clr>
        </p15:guide>
        <p15:guide id="2" orient="horz" pos="3572" userDrawn="1">
          <p15:clr>
            <a:srgbClr val="FBAE40"/>
          </p15:clr>
        </p15:guide>
        <p15:guide id="3" orient="horz" pos="3288" userDrawn="1">
          <p15:clr>
            <a:srgbClr val="FBAE40"/>
          </p15:clr>
        </p15:guide>
      </p15:sldGuideLst>
    </p:ext>
  </p:extLst>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userDrawn="1">
  <p:cSld name="Subway_Title and content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27730-B186-4E09-8CC9-E0BAF08258EE}"/>
              </a:ext>
            </a:extLst>
          </p:cNvPr>
          <p:cNvSpPr>
            <a:spLocks noGrp="1"/>
          </p:cNvSpPr>
          <p:nvPr>
            <p:ph type="title" hasCustomPrompt="1"/>
          </p:nvPr>
        </p:nvSpPr>
        <p:spPr/>
        <p:txBody>
          <a:bodyPr/>
          <a:lstStyle/>
          <a:p>
            <a:r>
              <a:rPr lang="en-US"/>
              <a:t>Heading Segoe UI </a:t>
            </a:r>
            <a:r>
              <a:rPr lang="en-US" err="1"/>
              <a:t>Semibold</a:t>
            </a:r>
            <a:r>
              <a:rPr lang="en-US"/>
              <a:t> 32</a:t>
            </a:r>
          </a:p>
        </p:txBody>
      </p:sp>
      <p:sp>
        <p:nvSpPr>
          <p:cNvPr id="3" name="Footer Placeholder 1">
            <a:extLst>
              <a:ext uri="{FF2B5EF4-FFF2-40B4-BE49-F238E27FC236}">
                <a16:creationId xmlns:a16="http://schemas.microsoft.com/office/drawing/2014/main" id="{A50C3FC3-08E1-4ECD-93F7-BEA589366B98}"/>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908952400"/>
      </p:ext>
    </p:extLst>
  </p:cSld>
  <p:clrMapOvr>
    <a:masterClrMapping/>
  </p:clrMapOvr>
  <p:transition>
    <p:fade/>
  </p:transition>
  <p:extLst>
    <p:ext uri="{DCECCB84-F9BA-43D5-87BE-67443E8EF086}">
      <p15:sldGuideLst xmlns:p15="http://schemas.microsoft.com/office/powerpoint/2012/main">
        <p15:guide id="1" orient="horz" pos="3432" userDrawn="1">
          <p15:clr>
            <a:srgbClr val="FBAE40"/>
          </p15:clr>
        </p15:guide>
        <p15:guide id="2" orient="horz" pos="3572" userDrawn="1">
          <p15:clr>
            <a:srgbClr val="FBAE40"/>
          </p15:clr>
        </p15:guide>
        <p15:guide id="3" orient="horz" pos="3288" userDrawn="1">
          <p15:clr>
            <a:srgbClr val="FBAE40"/>
          </p15:clr>
        </p15:guide>
      </p15:sldGuideLst>
    </p:ext>
  </p:extLst>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Subway_Title and content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1">
            <a:extLst>
              <a:ext uri="{FF2B5EF4-FFF2-40B4-BE49-F238E27FC236}">
                <a16:creationId xmlns:a16="http://schemas.microsoft.com/office/drawing/2014/main" id="{762476EC-9914-4A4C-8D42-063DEFA33690}"/>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161821782"/>
      </p:ext>
    </p:extLst>
  </p:cSld>
  <p:clrMapOvr>
    <a:masterClrMapping/>
  </p:clrMapOvr>
  <p:transition>
    <p:fade/>
  </p:transition>
  <p:extLst>
    <p:ext uri="{DCECCB84-F9BA-43D5-87BE-67443E8EF086}">
      <p15:sldGuideLst xmlns:p15="http://schemas.microsoft.com/office/powerpoint/2012/main">
        <p15:guide id="1" orient="horz" pos="3432" userDrawn="1">
          <p15:clr>
            <a:srgbClr val="FBAE40"/>
          </p15:clr>
        </p15:guide>
        <p15:guide id="2" orient="horz" pos="3572" userDrawn="1">
          <p15:clr>
            <a:srgbClr val="FBAE40"/>
          </p15:clr>
        </p15:guide>
        <p15:guide id="3" orient="horz" pos="3288" userDrawn="1">
          <p15:clr>
            <a:srgbClr val="FBAE40"/>
          </p15:clr>
        </p15:guide>
      </p15:sldGuideLst>
    </p:ext>
  </p:extLst>
</p:sldLayout>
</file>

<file path=ppt/slideLayouts/slideLayout228.xml><?xml version="1.0" encoding="utf-8"?>
<p:sldLayout xmlns:a="http://schemas.openxmlformats.org/drawingml/2006/main" xmlns:r="http://schemas.openxmlformats.org/officeDocument/2006/relationships" xmlns:p="http://schemas.openxmlformats.org/presentationml/2006/main" preserve="1" userDrawn="1">
  <p:cSld name="Subway_Title and content 5">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778F8-A242-4E29-962E-0728AB843B8D}"/>
              </a:ext>
            </a:extLst>
          </p:cNvPr>
          <p:cNvSpPr>
            <a:spLocks noGrp="1"/>
          </p:cNvSpPr>
          <p:nvPr>
            <p:ph type="title" hasCustomPrompt="1"/>
          </p:nvPr>
        </p:nvSpPr>
        <p:spPr/>
        <p:txBody>
          <a:bodyPr/>
          <a:lstStyle/>
          <a:p>
            <a:r>
              <a:rPr lang="en-US"/>
              <a:t>Heading Segoe UI </a:t>
            </a:r>
            <a:r>
              <a:rPr lang="en-US" err="1"/>
              <a:t>Semibold</a:t>
            </a:r>
            <a:r>
              <a:rPr lang="en-US"/>
              <a:t> 32</a:t>
            </a:r>
          </a:p>
        </p:txBody>
      </p:sp>
      <p:sp>
        <p:nvSpPr>
          <p:cNvPr id="3" name="Footer Placeholder 1">
            <a:extLst>
              <a:ext uri="{FF2B5EF4-FFF2-40B4-BE49-F238E27FC236}">
                <a16:creationId xmlns:a16="http://schemas.microsoft.com/office/drawing/2014/main" id="{EE367760-C9B3-4BF6-9116-4A4C9C423335}"/>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329753346"/>
      </p:ext>
    </p:extLst>
  </p:cSld>
  <p:clrMapOvr>
    <a:masterClrMapping/>
  </p:clrMapOvr>
  <p:transition>
    <p:fade/>
  </p:transition>
  <p:extLst>
    <p:ext uri="{DCECCB84-F9BA-43D5-87BE-67443E8EF086}">
      <p15:sldGuideLst xmlns:p15="http://schemas.microsoft.com/office/powerpoint/2012/main">
        <p15:guide id="1" orient="horz" pos="3432" userDrawn="1">
          <p15:clr>
            <a:srgbClr val="FBAE40"/>
          </p15:clr>
        </p15:guide>
        <p15:guide id="2" orient="horz" pos="3572" userDrawn="1">
          <p15:clr>
            <a:srgbClr val="FBAE40"/>
          </p15:clr>
        </p15:guide>
        <p15:guide id="3" orient="horz" pos="3288" userDrawn="1">
          <p15:clr>
            <a:srgbClr val="FBAE40"/>
          </p15:clr>
        </p15:guide>
      </p15:sldGuideLst>
    </p:ext>
  </p:extLst>
</p:sldLayout>
</file>

<file path=ppt/slideLayouts/slideLayout229.xml><?xml version="1.0" encoding="utf-8"?>
<p:sldLayout xmlns:a="http://schemas.openxmlformats.org/drawingml/2006/main" xmlns:r="http://schemas.openxmlformats.org/officeDocument/2006/relationships" xmlns:p="http://schemas.openxmlformats.org/presentationml/2006/main" preserve="1" userDrawn="1">
  <p:cSld name="Subway_Text Layout_two column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7" name="Text Placeholder 6">
            <a:extLst>
              <a:ext uri="{FF2B5EF4-FFF2-40B4-BE49-F238E27FC236}">
                <a16:creationId xmlns:a16="http://schemas.microsoft.com/office/drawing/2014/main" id="{D2BCC9BD-7254-4C63-A841-78F2C1DF0347}"/>
              </a:ext>
            </a:extLst>
          </p:cNvPr>
          <p:cNvSpPr>
            <a:spLocks noGrp="1"/>
          </p:cNvSpPr>
          <p:nvPr>
            <p:ph type="body" sz="quarter" idx="12"/>
          </p:nvPr>
        </p:nvSpPr>
        <p:spPr>
          <a:xfrm>
            <a:off x="418643" y="1456896"/>
            <a:ext cx="5578932" cy="1631216"/>
          </a:xfrm>
          <a:prstGeom prst="rect">
            <a:avLst/>
          </a:prstGeom>
          <a:solidFill>
            <a:schemeClr val="bg1">
              <a:lumMod val="95000"/>
            </a:schemeClr>
          </a:solidFill>
        </p:spPr>
        <p:txBody>
          <a:bodyPr lIns="137160" tIns="91440" rIns="137160"/>
          <a:lstStyle>
            <a:lvl1pPr>
              <a:defRPr sz="2000"/>
            </a:lvl1pPr>
            <a:lvl2pPr>
              <a:defRPr sz="1800"/>
            </a:lvl2pPr>
            <a:lvl3pPr>
              <a:defRPr sz="1400"/>
            </a:lvl3pPr>
            <a:lvl4pPr>
              <a:defRPr sz="14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a16="http://schemas.microsoft.com/office/drawing/2014/main" id="{45104354-AF0E-4A96-9534-75C5707022FA}"/>
              </a:ext>
            </a:extLst>
          </p:cNvPr>
          <p:cNvSpPr>
            <a:spLocks noGrp="1"/>
          </p:cNvSpPr>
          <p:nvPr>
            <p:ph type="body" sz="quarter" idx="13"/>
          </p:nvPr>
        </p:nvSpPr>
        <p:spPr>
          <a:xfrm>
            <a:off x="6229350" y="1456896"/>
            <a:ext cx="5543550" cy="1631216"/>
          </a:xfrm>
          <a:prstGeom prst="rect">
            <a:avLst/>
          </a:prstGeom>
          <a:solidFill>
            <a:schemeClr val="bg1">
              <a:lumMod val="95000"/>
            </a:schemeClr>
          </a:solidFill>
        </p:spPr>
        <p:txBody>
          <a:bodyPr lIns="137160" tIns="91440" rIns="137160"/>
          <a:lstStyle>
            <a:lvl1pPr>
              <a:defRPr sz="2000"/>
            </a:lvl1pPr>
            <a:lvl2pPr>
              <a:defRPr sz="1800"/>
            </a:lvl2pPr>
            <a:lvl3pPr>
              <a:defRPr sz="1400"/>
            </a:lvl3pPr>
            <a:lvl4pPr>
              <a:defRPr sz="14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1">
            <a:extLst>
              <a:ext uri="{FF2B5EF4-FFF2-40B4-BE49-F238E27FC236}">
                <a16:creationId xmlns:a16="http://schemas.microsoft.com/office/drawing/2014/main" id="{D7B20489-E10E-436F-9A55-5179A38A07C0}"/>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454271131"/>
      </p:ext>
    </p:extLst>
  </p:cSld>
  <p:clrMapOvr>
    <a:masterClrMapping/>
  </p:clrMapOvr>
  <p:transition>
    <p:fade/>
  </p:transition>
</p:sldLayout>
</file>

<file path=ppt/slideLayouts/slideLayout230.xml><?xml version="1.0" encoding="utf-8"?>
<p:sldLayout xmlns:a="http://schemas.openxmlformats.org/drawingml/2006/main" xmlns:r="http://schemas.openxmlformats.org/officeDocument/2006/relationships" xmlns:p="http://schemas.openxmlformats.org/presentationml/2006/main" preserve="1" userDrawn="1">
  <p:cSld name="Subway_Title and body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4CDF7-E9D2-499B-957A-1F2A32ECACFC}"/>
              </a:ext>
            </a:extLst>
          </p:cNvPr>
          <p:cNvSpPr>
            <a:spLocks noGrp="1"/>
          </p:cNvSpPr>
          <p:nvPr>
            <p:ph type="title" hasCustomPrompt="1"/>
          </p:nvPr>
        </p:nvSpPr>
        <p:spPr/>
        <p:txBody>
          <a:bodyPr/>
          <a:lstStyle/>
          <a:p>
            <a:r>
              <a:rPr lang="en-US"/>
              <a:t>Heading Segoe UI </a:t>
            </a:r>
            <a:r>
              <a:rPr lang="en-US" err="1"/>
              <a:t>Semibold</a:t>
            </a:r>
            <a:r>
              <a:rPr lang="en-US"/>
              <a:t> 32</a:t>
            </a:r>
          </a:p>
        </p:txBody>
      </p:sp>
      <p:sp>
        <p:nvSpPr>
          <p:cNvPr id="6" name="Text Placeholder 5">
            <a:extLst>
              <a:ext uri="{FF2B5EF4-FFF2-40B4-BE49-F238E27FC236}">
                <a16:creationId xmlns:a16="http://schemas.microsoft.com/office/drawing/2014/main" id="{8459F5A8-FE59-485F-B66B-B588C6FC5A12}"/>
              </a:ext>
            </a:extLst>
          </p:cNvPr>
          <p:cNvSpPr>
            <a:spLocks noGrp="1"/>
          </p:cNvSpPr>
          <p:nvPr>
            <p:ph type="body" sz="quarter" idx="10"/>
          </p:nvPr>
        </p:nvSpPr>
        <p:spPr>
          <a:xfrm>
            <a:off x="418643" y="1457325"/>
            <a:ext cx="11354257" cy="1808637"/>
          </a:xfrm>
          <a:prstGeom prst="rect">
            <a:avLst/>
          </a:prstGeom>
        </p:spPr>
        <p:txBody>
          <a:bodyPr lIns="0" tIns="45720" r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1">
            <a:extLst>
              <a:ext uri="{FF2B5EF4-FFF2-40B4-BE49-F238E27FC236}">
                <a16:creationId xmlns:a16="http://schemas.microsoft.com/office/drawing/2014/main" id="{4AB14B75-E6F5-49E7-9565-CB0BD8C80FC5}"/>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80050874"/>
      </p:ext>
    </p:extLst>
  </p:cSld>
  <p:clrMapOvr>
    <a:masterClrMapping/>
  </p:clrMapOvr>
  <p:transition>
    <p:fade/>
  </p:transition>
  <p:extLst>
    <p:ext uri="{DCECCB84-F9BA-43D5-87BE-67443E8EF086}">
      <p15:sldGuideLst xmlns:p15="http://schemas.microsoft.com/office/powerpoint/2012/main">
        <p15:guide id="1" orient="horz" pos="3432" userDrawn="1">
          <p15:clr>
            <a:srgbClr val="FBAE40"/>
          </p15:clr>
        </p15:guide>
        <p15:guide id="2" orient="horz" pos="3572" userDrawn="1">
          <p15:clr>
            <a:srgbClr val="FBAE40"/>
          </p15:clr>
        </p15:guide>
        <p15:guide id="3" orient="horz" pos="3288" userDrawn="1">
          <p15:clr>
            <a:srgbClr val="FBAE40"/>
          </p15:clr>
        </p15:guide>
      </p15:sldGuideLst>
    </p:ext>
  </p:extLst>
</p:sldLayout>
</file>

<file path=ppt/slideLayouts/slideLayout231.xml><?xml version="1.0" encoding="utf-8"?>
<p:sldLayout xmlns:a="http://schemas.openxmlformats.org/drawingml/2006/main" xmlns:r="http://schemas.openxmlformats.org/officeDocument/2006/relationships" xmlns:p="http://schemas.openxmlformats.org/presentationml/2006/main" preserve="1" userDrawn="1">
  <p:cSld name="Subway - Title and subhead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4CBFC5-126D-4E5D-BA79-A65662FA3631}"/>
              </a:ext>
            </a:extLst>
          </p:cNvPr>
          <p:cNvSpPr>
            <a:spLocks noGrp="1"/>
          </p:cNvSpPr>
          <p:nvPr>
            <p:ph type="title"/>
          </p:nvPr>
        </p:nvSpPr>
        <p:spPr>
          <a:xfrm>
            <a:off x="418643" y="440494"/>
            <a:ext cx="11341268" cy="642840"/>
          </a:xfrm>
        </p:spPr>
        <p:txBody>
          <a:bodyPr/>
          <a:lstStyle/>
          <a:p>
            <a:r>
              <a:rPr lang="en-US"/>
              <a:t>Click to edit Master title style</a:t>
            </a:r>
          </a:p>
        </p:txBody>
      </p:sp>
      <p:sp>
        <p:nvSpPr>
          <p:cNvPr id="4" name="Text Placeholder 3">
            <a:extLst>
              <a:ext uri="{FF2B5EF4-FFF2-40B4-BE49-F238E27FC236}">
                <a16:creationId xmlns:a16="http://schemas.microsoft.com/office/drawing/2014/main" id="{DB521330-4B4A-4C5F-85CF-D5CBC2772D39}"/>
              </a:ext>
            </a:extLst>
          </p:cNvPr>
          <p:cNvSpPr>
            <a:spLocks noGrp="1"/>
          </p:cNvSpPr>
          <p:nvPr>
            <p:ph type="body" sz="quarter" idx="10" hasCustomPrompt="1"/>
          </p:nvPr>
        </p:nvSpPr>
        <p:spPr>
          <a:xfrm>
            <a:off x="418643" y="1083334"/>
            <a:ext cx="11341268" cy="400110"/>
          </a:xfrm>
          <a:prstGeom prst="rect">
            <a:avLst/>
          </a:prstGeom>
        </p:spPr>
        <p:txBody>
          <a:bodyPr lIns="0" tIns="45720" rIns="0" bIns="45720"/>
          <a:lstStyle>
            <a:lvl1pPr>
              <a:defRPr sz="2000">
                <a:solidFill>
                  <a:schemeClr val="tx1"/>
                </a:solidFill>
              </a:defRPr>
            </a:lvl1pPr>
          </a:lstStyle>
          <a:p>
            <a:r>
              <a:rPr lang="en-US"/>
              <a:t>Subheading Segoe UI </a:t>
            </a:r>
            <a:r>
              <a:rPr lang="en-US" err="1"/>
              <a:t>Semibold</a:t>
            </a:r>
            <a:r>
              <a:rPr lang="en-US"/>
              <a:t> 20 </a:t>
            </a:r>
            <a:r>
              <a:rPr lang="en-US" err="1"/>
              <a:t>pt</a:t>
            </a:r>
            <a:endParaRPr lang="en-US"/>
          </a:p>
        </p:txBody>
      </p:sp>
      <p:sp>
        <p:nvSpPr>
          <p:cNvPr id="3" name="Footer Placeholder 1">
            <a:extLst>
              <a:ext uri="{FF2B5EF4-FFF2-40B4-BE49-F238E27FC236}">
                <a16:creationId xmlns:a16="http://schemas.microsoft.com/office/drawing/2014/main" id="{8C54D713-4A25-4AF4-BCFA-A4890754311D}"/>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858173702"/>
      </p:ext>
    </p:extLst>
  </p:cSld>
  <p:clrMapOvr>
    <a:masterClrMapping/>
  </p:clrMapOvr>
  <p:transition>
    <p:fade/>
  </p:transition>
</p:sldLayout>
</file>

<file path=ppt/slideLayouts/slideLayout232.xml><?xml version="1.0" encoding="utf-8"?>
<p:sldLayout xmlns:a="http://schemas.openxmlformats.org/drawingml/2006/main" xmlns:r="http://schemas.openxmlformats.org/officeDocument/2006/relationships" xmlns:p="http://schemas.openxmlformats.org/presentationml/2006/main" preserve="1" userDrawn="1">
  <p:cSld name="2_Bulleted Text Layout_two column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10" name="Text Placeholder 9">
            <a:extLst>
              <a:ext uri="{FF2B5EF4-FFF2-40B4-BE49-F238E27FC236}">
                <a16:creationId xmlns:a16="http://schemas.microsoft.com/office/drawing/2014/main" id="{11B26042-856B-4C9B-AE67-D8165C9BFEDC}"/>
              </a:ext>
            </a:extLst>
          </p:cNvPr>
          <p:cNvSpPr>
            <a:spLocks noGrp="1"/>
          </p:cNvSpPr>
          <p:nvPr>
            <p:ph type="body" sz="quarter" idx="15"/>
          </p:nvPr>
        </p:nvSpPr>
        <p:spPr>
          <a:xfrm>
            <a:off x="418643" y="1456896"/>
            <a:ext cx="5578932" cy="1246495"/>
          </a:xfrm>
          <a:prstGeom prst="rect">
            <a:avLst/>
          </a:prstGeom>
          <a:solidFill>
            <a:schemeClr val="bg1">
              <a:lumMod val="95000"/>
            </a:schemeClr>
          </a:solidFill>
        </p:spPr>
        <p:txBody>
          <a:bodyPr wrap="square" tIns="91440">
            <a:spAutoFit/>
          </a:bodyPr>
          <a:lstStyle>
            <a:lvl1pPr>
              <a:defRPr sz="2400"/>
            </a:lvl1pPr>
            <a:lvl3pPr marL="342900" indent="-228600">
              <a:buFont typeface="Arial" panose="020B0604020202020204" pitchFamily="34" charset="0"/>
              <a:buChar char="•"/>
              <a:defRPr/>
            </a:lvl3pPr>
            <a:lvl4pPr marL="342900" indent="-228600">
              <a:buFont typeface="Arial" panose="020B0604020202020204" pitchFamily="34" charset="0"/>
              <a:buChar char="•"/>
              <a:defRPr/>
            </a:lvl4pPr>
            <a:lvl5pPr marL="342900" indent="-2286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p:txBody>
      </p:sp>
      <p:sp>
        <p:nvSpPr>
          <p:cNvPr id="11" name="Text Placeholder 9">
            <a:extLst>
              <a:ext uri="{FF2B5EF4-FFF2-40B4-BE49-F238E27FC236}">
                <a16:creationId xmlns:a16="http://schemas.microsoft.com/office/drawing/2014/main" id="{9A37ADC6-B611-40D4-8A03-51AD20762D13}"/>
              </a:ext>
            </a:extLst>
          </p:cNvPr>
          <p:cNvSpPr>
            <a:spLocks noGrp="1"/>
          </p:cNvSpPr>
          <p:nvPr>
            <p:ph type="body" sz="quarter" idx="16"/>
          </p:nvPr>
        </p:nvSpPr>
        <p:spPr>
          <a:xfrm>
            <a:off x="6216920" y="1456896"/>
            <a:ext cx="5544007" cy="1272143"/>
          </a:xfrm>
          <a:prstGeom prst="rect">
            <a:avLst/>
          </a:prstGeom>
          <a:solidFill>
            <a:schemeClr val="bg1">
              <a:lumMod val="95000"/>
            </a:schemeClr>
          </a:solidFill>
        </p:spPr>
        <p:txBody>
          <a:bodyPr tIns="91440">
            <a:spAutoFit/>
          </a:bodyPr>
          <a:lstStyle>
            <a:lvl1pPr>
              <a:defRPr sz="2400"/>
            </a:lvl1pPr>
            <a:lvl3pPr marL="342900" indent="-228600">
              <a:buFont typeface="Arial" panose="020B0604020202020204" pitchFamily="34" charset="0"/>
              <a:buChar char="•"/>
              <a:defRPr lang="en-US" sz="1800" kern="1200" spc="0" baseline="0" dirty="0" smtClean="0">
                <a:solidFill>
                  <a:schemeClr val="tx1"/>
                </a:solidFill>
                <a:latin typeface="+mn-lt"/>
                <a:ea typeface="+mn-ea"/>
                <a:cs typeface="+mn-cs"/>
              </a:defRPr>
            </a:lvl3pPr>
            <a:lvl4pPr marL="342900" indent="-228600">
              <a:buFont typeface="Arial" panose="020B0604020202020204" pitchFamily="34" charset="0"/>
              <a:buChar char="•"/>
              <a:defRPr/>
            </a:lvl4pPr>
            <a:lvl5pPr marL="342900" indent="-228600">
              <a:buFont typeface="Arial" panose="020B0604020202020204" pitchFamily="34" charset="0"/>
              <a:buChar char="•"/>
              <a:defRPr/>
            </a:lvl5pPr>
          </a:lstStyle>
          <a:p>
            <a:pPr lvl="0"/>
            <a:r>
              <a:rPr lang="en-US"/>
              <a:t>Click to edit Master text styles</a:t>
            </a:r>
          </a:p>
          <a:p>
            <a:pPr lvl="1"/>
            <a:r>
              <a:rPr lang="en-US"/>
              <a:t>Second level</a:t>
            </a:r>
          </a:p>
          <a:p>
            <a:pPr marL="342900" marR="0" lvl="2" indent="-228600" algn="l" defTabSz="914367" rtl="0" eaLnBrk="1" fontAlgn="auto" latinLnBrk="0" hangingPunct="1">
              <a:lnSpc>
                <a:spcPct val="100000"/>
              </a:lnSpc>
              <a:spcBef>
                <a:spcPts val="392"/>
              </a:spcBef>
              <a:spcAft>
                <a:spcPts val="588"/>
              </a:spcAft>
              <a:buClrTx/>
              <a:buSzPct val="90000"/>
              <a:buFont typeface="Arial" panose="020B0604020202020204" pitchFamily="34" charset="0"/>
              <a:buChar char="•"/>
              <a:tabLst/>
            </a:pPr>
            <a:r>
              <a:rPr lang="en-US"/>
              <a:t>Third level</a:t>
            </a:r>
          </a:p>
        </p:txBody>
      </p:sp>
      <p:sp>
        <p:nvSpPr>
          <p:cNvPr id="4" name="Footer Placeholder 1">
            <a:extLst>
              <a:ext uri="{FF2B5EF4-FFF2-40B4-BE49-F238E27FC236}">
                <a16:creationId xmlns:a16="http://schemas.microsoft.com/office/drawing/2014/main" id="{4D18DD19-84C1-423C-9061-7A04BBDE37A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13046590"/>
      </p:ext>
    </p:extLst>
  </p:cSld>
  <p:clrMapOvr>
    <a:masterClrMapping/>
  </p:clrMapOvr>
  <p:transition>
    <p:fade/>
  </p:transition>
</p:sldLayout>
</file>

<file path=ppt/slideLayouts/slideLayout233.xml><?xml version="1.0" encoding="utf-8"?>
<p:sldLayout xmlns:a="http://schemas.openxmlformats.org/drawingml/2006/main" xmlns:r="http://schemas.openxmlformats.org/officeDocument/2006/relationships" xmlns:p="http://schemas.openxmlformats.org/presentationml/2006/main" preserve="1" userDrawn="1">
  <p:cSld name="Subway_Bulleted Text Layout_two columns_half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8" name="Text Placeholder 7">
            <a:extLst>
              <a:ext uri="{FF2B5EF4-FFF2-40B4-BE49-F238E27FC236}">
                <a16:creationId xmlns:a16="http://schemas.microsoft.com/office/drawing/2014/main" id="{588AB4B6-D71A-4E7E-A4DC-4E0DAEB462DE}"/>
              </a:ext>
            </a:extLst>
          </p:cNvPr>
          <p:cNvSpPr>
            <a:spLocks noGrp="1"/>
          </p:cNvSpPr>
          <p:nvPr>
            <p:ph type="body" sz="quarter" idx="13"/>
          </p:nvPr>
        </p:nvSpPr>
        <p:spPr>
          <a:xfrm>
            <a:off x="418466" y="1456897"/>
            <a:ext cx="5394960" cy="1246495"/>
          </a:xfrm>
          <a:prstGeom prst="rect">
            <a:avLst/>
          </a:prstGeom>
        </p:spPr>
        <p:txBody>
          <a:bodyPr lIns="0" tIns="91440" rIns="0">
            <a:spAutoFit/>
          </a:bodyPr>
          <a:lstStyle>
            <a:lvl1pPr>
              <a:defRPr sz="2400"/>
            </a:lvl1pPr>
            <a:lvl2pPr marL="228600" indent="-228600">
              <a:buFont typeface="Arial" panose="020B0604020202020204" pitchFamily="34" charset="0"/>
              <a:buChar char="•"/>
              <a:defRPr lang="en-US" sz="2000" kern="1200" spc="0" baseline="0" dirty="0">
                <a:solidFill>
                  <a:schemeClr val="tx1"/>
                </a:solidFill>
                <a:latin typeface="+mn-lt"/>
                <a:ea typeface="+mn-ea"/>
                <a:cs typeface="+mn-cs"/>
              </a:defRPr>
            </a:lvl2pPr>
            <a:lvl3pPr marL="571500" indent="-228600">
              <a:buFont typeface="Arial" panose="020B0604020202020204" pitchFamily="34" charset="0"/>
              <a:buChar char="‒"/>
              <a:defRPr/>
            </a:lvl3pPr>
            <a:lvl4pPr marL="228600" indent="0">
              <a:defRPr/>
            </a:lvl4pPr>
            <a:lvl5pPr marL="228600" indent="0">
              <a:defRPr/>
            </a:lvl5pPr>
          </a:lstStyle>
          <a:p>
            <a:pPr lvl="0"/>
            <a:r>
              <a:rPr lang="en-US"/>
              <a:t>Click to edit Master text styles</a:t>
            </a:r>
          </a:p>
          <a:p>
            <a:pPr lvl="1"/>
            <a:r>
              <a:rPr lang="en-US"/>
              <a:t>Second level</a:t>
            </a:r>
          </a:p>
          <a:p>
            <a:pPr lvl="2"/>
            <a:r>
              <a:rPr lang="en-US"/>
              <a:t>Third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6089277" y="1611250"/>
            <a:ext cx="0" cy="225458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0" name="Text Placeholder 7">
            <a:extLst>
              <a:ext uri="{FF2B5EF4-FFF2-40B4-BE49-F238E27FC236}">
                <a16:creationId xmlns:a16="http://schemas.microsoft.com/office/drawing/2014/main" id="{D559A0EC-5ADC-4A1D-99D3-F1FD1CB25EFC}"/>
              </a:ext>
            </a:extLst>
          </p:cNvPr>
          <p:cNvSpPr>
            <a:spLocks noGrp="1"/>
          </p:cNvSpPr>
          <p:nvPr>
            <p:ph type="body" sz="quarter" idx="14"/>
          </p:nvPr>
        </p:nvSpPr>
        <p:spPr>
          <a:xfrm>
            <a:off x="6364951" y="1456897"/>
            <a:ext cx="5394960" cy="1246495"/>
          </a:xfrm>
          <a:prstGeom prst="rect">
            <a:avLst/>
          </a:prstGeom>
        </p:spPr>
        <p:txBody>
          <a:bodyPr lIns="0" tIns="91440" rIns="0">
            <a:spAutoFit/>
          </a:bodyPr>
          <a:lstStyle>
            <a:lvl1pPr>
              <a:defRPr sz="2400"/>
            </a:lvl1pPr>
            <a:lvl2pPr marL="228600" indent="-228600">
              <a:buFont typeface="Arial" panose="020B0604020202020204" pitchFamily="34" charset="0"/>
              <a:buChar char="•"/>
              <a:defRPr sz="2000"/>
            </a:lvl2pPr>
            <a:lvl3pPr marL="628650" indent="-285750">
              <a:defRPr lang="en-US" sz="1800" kern="1200" spc="0" baseline="0" dirty="0">
                <a:solidFill>
                  <a:schemeClr val="tx1"/>
                </a:solidFill>
                <a:latin typeface="+mn-lt"/>
                <a:ea typeface="+mn-ea"/>
                <a:cs typeface="+mn-cs"/>
              </a:defRPr>
            </a:lvl3pPr>
            <a:lvl4pPr marL="228600" indent="0">
              <a:defRPr/>
            </a:lvl4pPr>
            <a:lvl5pPr marL="228600" indent="0">
              <a:defRPr/>
            </a:lvl5pPr>
          </a:lstStyle>
          <a:p>
            <a:pPr lvl="0"/>
            <a:r>
              <a:rPr lang="en-US"/>
              <a:t>Click to edit Master text styles</a:t>
            </a:r>
          </a:p>
          <a:p>
            <a:pPr lvl="1"/>
            <a:r>
              <a:rPr lang="en-US"/>
              <a:t>Second level</a:t>
            </a:r>
          </a:p>
          <a:p>
            <a:pPr marL="571500" marR="0" lvl="2"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pPr>
            <a:r>
              <a:rPr lang="en-US"/>
              <a:t>Third level</a:t>
            </a:r>
          </a:p>
        </p:txBody>
      </p:sp>
      <p:sp>
        <p:nvSpPr>
          <p:cNvPr id="4" name="Footer Placeholder 1">
            <a:extLst>
              <a:ext uri="{FF2B5EF4-FFF2-40B4-BE49-F238E27FC236}">
                <a16:creationId xmlns:a16="http://schemas.microsoft.com/office/drawing/2014/main" id="{33B916B7-8152-49FF-A164-7DD23659B560}"/>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890012147"/>
      </p:ext>
    </p:extLst>
  </p:cSld>
  <p:clrMapOvr>
    <a:masterClrMapping/>
  </p:clrMapOvr>
  <p:transition>
    <p:fade/>
  </p:transition>
</p:sldLayout>
</file>

<file path=ppt/slideLayouts/slideLayout234.xml><?xml version="1.0" encoding="utf-8"?>
<p:sldLayout xmlns:a="http://schemas.openxmlformats.org/drawingml/2006/main" xmlns:r="http://schemas.openxmlformats.org/officeDocument/2006/relationships" xmlns:p="http://schemas.openxmlformats.org/presentationml/2006/main" preserve="1" userDrawn="1">
  <p:cSld name="Subway_Bulleted Text Layout_two columns_full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10" name="Text Placeholder 9">
            <a:extLst>
              <a:ext uri="{FF2B5EF4-FFF2-40B4-BE49-F238E27FC236}">
                <a16:creationId xmlns:a16="http://schemas.microsoft.com/office/drawing/2014/main" id="{AA943840-546C-404E-809E-352FCE17B65F}"/>
              </a:ext>
            </a:extLst>
          </p:cNvPr>
          <p:cNvSpPr>
            <a:spLocks noGrp="1"/>
          </p:cNvSpPr>
          <p:nvPr>
            <p:ph type="body" sz="quarter" idx="13"/>
          </p:nvPr>
        </p:nvSpPr>
        <p:spPr>
          <a:xfrm>
            <a:off x="418466" y="1456897"/>
            <a:ext cx="5394960" cy="1318310"/>
          </a:xfrm>
          <a:prstGeom prst="rect">
            <a:avLst/>
          </a:prstGeom>
        </p:spPr>
        <p:txBody>
          <a:bodyPr lIns="0" tIns="91440" rIns="0"/>
          <a:lstStyle>
            <a:lvl1pPr>
              <a:defRPr sz="2400"/>
            </a:lvl1pPr>
            <a:lvl2pPr>
              <a:defRPr sz="2000"/>
            </a:lvl2pPr>
            <a:lvl3pPr marL="406400" indent="-285750">
              <a:defRPr lang="en-US" sz="1800" kern="1200" spc="0" baseline="0" dirty="0" smtClean="0">
                <a:solidFill>
                  <a:schemeClr val="tx1"/>
                </a:solidFill>
                <a:latin typeface="+mn-lt"/>
                <a:ea typeface="+mn-ea"/>
                <a:cs typeface="+mn-cs"/>
              </a:defRPr>
            </a:lvl3pPr>
          </a:lstStyle>
          <a:p>
            <a:pPr lvl="0"/>
            <a:r>
              <a:rPr lang="en-US"/>
              <a:t>Click to edit Master text styles</a:t>
            </a:r>
          </a:p>
          <a:p>
            <a:pPr lvl="1"/>
            <a:r>
              <a:rPr lang="en-US"/>
              <a:t>Second level</a:t>
            </a:r>
          </a:p>
          <a:p>
            <a:pPr marL="342900" marR="0" lvl="2" indent="-222250" algn="l" defTabSz="914367" rtl="0" eaLnBrk="1" fontAlgn="auto" latinLnBrk="0" hangingPunct="1">
              <a:lnSpc>
                <a:spcPct val="100000"/>
              </a:lnSpc>
              <a:spcBef>
                <a:spcPts val="392"/>
              </a:spcBef>
              <a:spcAft>
                <a:spcPts val="588"/>
              </a:spcAft>
              <a:buClrTx/>
              <a:buSzPct val="90000"/>
              <a:buFont typeface="Arial" panose="020B0604020202020204" pitchFamily="34" charset="0"/>
              <a:buChar char="•"/>
              <a:tabLst/>
            </a:pPr>
            <a:r>
              <a:rPr lang="en-US"/>
              <a:t>Third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6089276" y="1611250"/>
            <a:ext cx="0" cy="3922775"/>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1" name="Text Placeholder 9">
            <a:extLst>
              <a:ext uri="{FF2B5EF4-FFF2-40B4-BE49-F238E27FC236}">
                <a16:creationId xmlns:a16="http://schemas.microsoft.com/office/drawing/2014/main" id="{DA872E0C-8851-4885-B5B2-7B1AB1EFE27F}"/>
              </a:ext>
            </a:extLst>
          </p:cNvPr>
          <p:cNvSpPr>
            <a:spLocks noGrp="1"/>
          </p:cNvSpPr>
          <p:nvPr>
            <p:ph type="body" sz="quarter" idx="14"/>
          </p:nvPr>
        </p:nvSpPr>
        <p:spPr>
          <a:xfrm>
            <a:off x="6365127" y="1456897"/>
            <a:ext cx="5408231" cy="1246495"/>
          </a:xfrm>
          <a:prstGeom prst="rect">
            <a:avLst/>
          </a:prstGeom>
        </p:spPr>
        <p:txBody>
          <a:bodyPr lIns="0" tIns="91440" rIns="0"/>
          <a:lstStyle>
            <a:lvl1pPr>
              <a:defRPr sz="2400"/>
            </a:lvl1pPr>
            <a:lvl2pPr>
              <a:defRPr sz="2000"/>
            </a:lvl2pPr>
            <a:lvl3pPr marL="342900" indent="-222250">
              <a:buFont typeface="Arial" panose="020B0604020202020204" pitchFamily="34" charset="0"/>
              <a:buChar char="•"/>
              <a:defRPr/>
            </a:lvl3pPr>
          </a:lstStyle>
          <a:p>
            <a:pPr lvl="0"/>
            <a:r>
              <a:rPr lang="en-US"/>
              <a:t>Click to edit Master text styles</a:t>
            </a:r>
          </a:p>
          <a:p>
            <a:pPr lvl="1"/>
            <a:r>
              <a:rPr lang="en-US"/>
              <a:t>Second level</a:t>
            </a:r>
          </a:p>
          <a:p>
            <a:pPr lvl="2"/>
            <a:r>
              <a:rPr lang="en-US"/>
              <a:t>Third level</a:t>
            </a:r>
          </a:p>
        </p:txBody>
      </p:sp>
      <p:sp>
        <p:nvSpPr>
          <p:cNvPr id="4" name="Footer Placeholder 1">
            <a:extLst>
              <a:ext uri="{FF2B5EF4-FFF2-40B4-BE49-F238E27FC236}">
                <a16:creationId xmlns:a16="http://schemas.microsoft.com/office/drawing/2014/main" id="{9E636679-D287-455E-9B40-9D596B9809AD}"/>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753153291"/>
      </p:ext>
    </p:extLst>
  </p:cSld>
  <p:clrMapOvr>
    <a:masterClrMapping/>
  </p:clrMapOvr>
  <p:transition>
    <p:fade/>
  </p:transition>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1"/>
        </a:solidFill>
        <a:effectLst/>
      </p:bgPr>
    </p:bg>
    <p:spTree>
      <p:nvGrpSpPr>
        <p:cNvPr id="1" name=""/>
        <p:cNvGrpSpPr/>
        <p:nvPr/>
      </p:nvGrpSpPr>
      <p:grpSpPr>
        <a:xfrm>
          <a:off x="0" y="0"/>
          <a:ext cx="0" cy="0"/>
          <a:chOff x="0" y="0"/>
          <a:chExt cx="0" cy="0"/>
        </a:xfrm>
      </p:grpSpPr>
      <p:pic>
        <p:nvPicPr>
          <p:cNvPr id="3" name="Picture 2" descr="Microsoft Azure logo">
            <a:extLst>
              <a:ext uri="{FF2B5EF4-FFF2-40B4-BE49-F238E27FC236}">
                <a16:creationId xmlns:a16="http://schemas.microsoft.com/office/drawing/2014/main" id="{7D35A676-8612-4160-B090-74025308FC28}"/>
              </a:ext>
            </a:extLst>
          </p:cNvPr>
          <p:cNvPicPr>
            <a:picLocks noChangeAspect="1"/>
          </p:cNvPicPr>
          <p:nvPr userDrawn="1"/>
        </p:nvPicPr>
        <p:blipFill>
          <a:blip r:embed="rId2"/>
          <a:stretch>
            <a:fillRect/>
          </a:stretch>
        </p:blipFill>
        <p:spPr>
          <a:xfrm>
            <a:off x="136885" y="159691"/>
            <a:ext cx="2635247" cy="871753"/>
          </a:xfrm>
          <a:prstGeom prst="rect">
            <a:avLst/>
          </a:prstGeom>
        </p:spPr>
      </p:pic>
      <p:sp>
        <p:nvSpPr>
          <p:cNvPr id="5" name="Footer Placeholder 1">
            <a:extLst>
              <a:ext uri="{FF2B5EF4-FFF2-40B4-BE49-F238E27FC236}">
                <a16:creationId xmlns:a16="http://schemas.microsoft.com/office/drawing/2014/main" id="{37821097-B77C-4991-B924-D762ADC8782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solidFill>
                  <a:schemeClr val="bg1"/>
                </a:solidFill>
              </a:rPr>
              <a:t>© Copyright Microsoft Corporation. All rights reserved.</a:t>
            </a:r>
          </a:p>
        </p:txBody>
      </p:sp>
    </p:spTree>
    <p:extLst>
      <p:ext uri="{BB962C8B-B14F-4D97-AF65-F5344CB8AC3E}">
        <p14:creationId xmlns:p14="http://schemas.microsoft.com/office/powerpoint/2010/main" val="2306299133"/>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slideLayout" Target="../slideLayouts/slideLayout40.xml"/><Relationship Id="rId18" Type="http://schemas.openxmlformats.org/officeDocument/2006/relationships/slideLayout" Target="../slideLayouts/slideLayout45.xml"/><Relationship Id="rId26" Type="http://schemas.openxmlformats.org/officeDocument/2006/relationships/theme" Target="../theme/theme2.xml"/><Relationship Id="rId3" Type="http://schemas.openxmlformats.org/officeDocument/2006/relationships/slideLayout" Target="../slideLayouts/slideLayout30.xml"/><Relationship Id="rId21" Type="http://schemas.openxmlformats.org/officeDocument/2006/relationships/slideLayout" Target="../slideLayouts/slideLayout48.xml"/><Relationship Id="rId7" Type="http://schemas.openxmlformats.org/officeDocument/2006/relationships/slideLayout" Target="../slideLayouts/slideLayout34.xml"/><Relationship Id="rId12" Type="http://schemas.openxmlformats.org/officeDocument/2006/relationships/slideLayout" Target="../slideLayouts/slideLayout39.xml"/><Relationship Id="rId17" Type="http://schemas.openxmlformats.org/officeDocument/2006/relationships/slideLayout" Target="../slideLayouts/slideLayout44.xml"/><Relationship Id="rId25" Type="http://schemas.openxmlformats.org/officeDocument/2006/relationships/slideLayout" Target="../slideLayouts/slideLayout52.xml"/><Relationship Id="rId2" Type="http://schemas.openxmlformats.org/officeDocument/2006/relationships/slideLayout" Target="../slideLayouts/slideLayout29.xml"/><Relationship Id="rId16" Type="http://schemas.openxmlformats.org/officeDocument/2006/relationships/slideLayout" Target="../slideLayouts/slideLayout43.xml"/><Relationship Id="rId20" Type="http://schemas.openxmlformats.org/officeDocument/2006/relationships/slideLayout" Target="../slideLayouts/slideLayout47.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24" Type="http://schemas.openxmlformats.org/officeDocument/2006/relationships/slideLayout" Target="../slideLayouts/slideLayout51.xml"/><Relationship Id="rId5" Type="http://schemas.openxmlformats.org/officeDocument/2006/relationships/slideLayout" Target="../slideLayouts/slideLayout32.xml"/><Relationship Id="rId15" Type="http://schemas.openxmlformats.org/officeDocument/2006/relationships/slideLayout" Target="../slideLayouts/slideLayout42.xml"/><Relationship Id="rId23" Type="http://schemas.openxmlformats.org/officeDocument/2006/relationships/slideLayout" Target="../slideLayouts/slideLayout50.xml"/><Relationship Id="rId10" Type="http://schemas.openxmlformats.org/officeDocument/2006/relationships/slideLayout" Target="../slideLayouts/slideLayout37.xml"/><Relationship Id="rId19" Type="http://schemas.openxmlformats.org/officeDocument/2006/relationships/slideLayout" Target="../slideLayouts/slideLayout46.xml"/><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slideLayout" Target="../slideLayouts/slideLayout41.xml"/><Relationship Id="rId22" Type="http://schemas.openxmlformats.org/officeDocument/2006/relationships/slideLayout" Target="../slideLayouts/slideLayout49.xml"/><Relationship Id="rId27" Type="http://schemas.openxmlformats.org/officeDocument/2006/relationships/image" Target="../media/image4.emf"/></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55.xml"/><Relationship Id="rId7" Type="http://schemas.openxmlformats.org/officeDocument/2006/relationships/image" Target="../media/image6.png"/><Relationship Id="rId2" Type="http://schemas.openxmlformats.org/officeDocument/2006/relationships/slideLayout" Target="../slideLayouts/slideLayout54.xml"/><Relationship Id="rId1" Type="http://schemas.openxmlformats.org/officeDocument/2006/relationships/slideLayout" Target="../slideLayouts/slideLayout53.xml"/><Relationship Id="rId6" Type="http://schemas.openxmlformats.org/officeDocument/2006/relationships/theme" Target="../theme/theme3.xml"/><Relationship Id="rId5" Type="http://schemas.openxmlformats.org/officeDocument/2006/relationships/slideLayout" Target="../slideLayouts/slideLayout57.xml"/><Relationship Id="rId4" Type="http://schemas.openxmlformats.org/officeDocument/2006/relationships/slideLayout" Target="../slideLayouts/slideLayout5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5.xml"/><Relationship Id="rId13" Type="http://schemas.openxmlformats.org/officeDocument/2006/relationships/slideLayout" Target="../slideLayouts/slideLayout70.xml"/><Relationship Id="rId18" Type="http://schemas.openxmlformats.org/officeDocument/2006/relationships/slideLayout" Target="../slideLayouts/slideLayout75.xml"/><Relationship Id="rId26" Type="http://schemas.openxmlformats.org/officeDocument/2006/relationships/slideLayout" Target="../slideLayouts/slideLayout83.xml"/><Relationship Id="rId3" Type="http://schemas.openxmlformats.org/officeDocument/2006/relationships/slideLayout" Target="../slideLayouts/slideLayout60.xml"/><Relationship Id="rId21" Type="http://schemas.openxmlformats.org/officeDocument/2006/relationships/slideLayout" Target="../slideLayouts/slideLayout78.xml"/><Relationship Id="rId7" Type="http://schemas.openxmlformats.org/officeDocument/2006/relationships/slideLayout" Target="../slideLayouts/slideLayout64.xml"/><Relationship Id="rId12" Type="http://schemas.openxmlformats.org/officeDocument/2006/relationships/slideLayout" Target="../slideLayouts/slideLayout69.xml"/><Relationship Id="rId17" Type="http://schemas.openxmlformats.org/officeDocument/2006/relationships/slideLayout" Target="../slideLayouts/slideLayout74.xml"/><Relationship Id="rId25" Type="http://schemas.openxmlformats.org/officeDocument/2006/relationships/slideLayout" Target="../slideLayouts/slideLayout82.xml"/><Relationship Id="rId2" Type="http://schemas.openxmlformats.org/officeDocument/2006/relationships/slideLayout" Target="../slideLayouts/slideLayout59.xml"/><Relationship Id="rId16" Type="http://schemas.openxmlformats.org/officeDocument/2006/relationships/slideLayout" Target="../slideLayouts/slideLayout73.xml"/><Relationship Id="rId20" Type="http://schemas.openxmlformats.org/officeDocument/2006/relationships/slideLayout" Target="../slideLayouts/slideLayout77.xml"/><Relationship Id="rId29" Type="http://schemas.openxmlformats.org/officeDocument/2006/relationships/slideLayout" Target="../slideLayouts/slideLayout86.xml"/><Relationship Id="rId1" Type="http://schemas.openxmlformats.org/officeDocument/2006/relationships/slideLayout" Target="../slideLayouts/slideLayout58.xml"/><Relationship Id="rId6" Type="http://schemas.openxmlformats.org/officeDocument/2006/relationships/slideLayout" Target="../slideLayouts/slideLayout63.xml"/><Relationship Id="rId11" Type="http://schemas.openxmlformats.org/officeDocument/2006/relationships/slideLayout" Target="../slideLayouts/slideLayout68.xml"/><Relationship Id="rId24" Type="http://schemas.openxmlformats.org/officeDocument/2006/relationships/slideLayout" Target="../slideLayouts/slideLayout81.xml"/><Relationship Id="rId32" Type="http://schemas.openxmlformats.org/officeDocument/2006/relationships/image" Target="../media/image11.png"/><Relationship Id="rId5" Type="http://schemas.openxmlformats.org/officeDocument/2006/relationships/slideLayout" Target="../slideLayouts/slideLayout62.xml"/><Relationship Id="rId15" Type="http://schemas.openxmlformats.org/officeDocument/2006/relationships/slideLayout" Target="../slideLayouts/slideLayout72.xml"/><Relationship Id="rId23" Type="http://schemas.openxmlformats.org/officeDocument/2006/relationships/slideLayout" Target="../slideLayouts/slideLayout80.xml"/><Relationship Id="rId28" Type="http://schemas.openxmlformats.org/officeDocument/2006/relationships/slideLayout" Target="../slideLayouts/slideLayout85.xml"/><Relationship Id="rId10" Type="http://schemas.openxmlformats.org/officeDocument/2006/relationships/slideLayout" Target="../slideLayouts/slideLayout67.xml"/><Relationship Id="rId19" Type="http://schemas.openxmlformats.org/officeDocument/2006/relationships/slideLayout" Target="../slideLayouts/slideLayout76.xml"/><Relationship Id="rId31" Type="http://schemas.openxmlformats.org/officeDocument/2006/relationships/theme" Target="../theme/theme4.xml"/><Relationship Id="rId4" Type="http://schemas.openxmlformats.org/officeDocument/2006/relationships/slideLayout" Target="../slideLayouts/slideLayout61.xml"/><Relationship Id="rId9" Type="http://schemas.openxmlformats.org/officeDocument/2006/relationships/slideLayout" Target="../slideLayouts/slideLayout66.xml"/><Relationship Id="rId14" Type="http://schemas.openxmlformats.org/officeDocument/2006/relationships/slideLayout" Target="../slideLayouts/slideLayout71.xml"/><Relationship Id="rId22" Type="http://schemas.openxmlformats.org/officeDocument/2006/relationships/slideLayout" Target="../slideLayouts/slideLayout79.xml"/><Relationship Id="rId27" Type="http://schemas.openxmlformats.org/officeDocument/2006/relationships/slideLayout" Target="../slideLayouts/slideLayout84.xml"/><Relationship Id="rId30" Type="http://schemas.openxmlformats.org/officeDocument/2006/relationships/slideLayout" Target="../slideLayouts/slideLayout87.xml"/></Relationships>
</file>

<file path=ppt/slideMasters/_rels/slideMaster5.xml.rels><?xml version="1.0" encoding="UTF-8" standalone="yes"?>
<Relationships xmlns="http://schemas.openxmlformats.org/package/2006/relationships"><Relationship Id="rId13" Type="http://schemas.openxmlformats.org/officeDocument/2006/relationships/slideLayout" Target="../slideLayouts/slideLayout100.xml"/><Relationship Id="rId18" Type="http://schemas.openxmlformats.org/officeDocument/2006/relationships/slideLayout" Target="../slideLayouts/slideLayout105.xml"/><Relationship Id="rId26" Type="http://schemas.openxmlformats.org/officeDocument/2006/relationships/slideLayout" Target="../slideLayouts/slideLayout113.xml"/><Relationship Id="rId3" Type="http://schemas.openxmlformats.org/officeDocument/2006/relationships/slideLayout" Target="../slideLayouts/slideLayout90.xml"/><Relationship Id="rId21" Type="http://schemas.openxmlformats.org/officeDocument/2006/relationships/slideLayout" Target="../slideLayouts/slideLayout108.xml"/><Relationship Id="rId34" Type="http://schemas.openxmlformats.org/officeDocument/2006/relationships/image" Target="../media/image11.png"/><Relationship Id="rId7" Type="http://schemas.openxmlformats.org/officeDocument/2006/relationships/slideLayout" Target="../slideLayouts/slideLayout94.xml"/><Relationship Id="rId12" Type="http://schemas.openxmlformats.org/officeDocument/2006/relationships/slideLayout" Target="../slideLayouts/slideLayout99.xml"/><Relationship Id="rId17" Type="http://schemas.openxmlformats.org/officeDocument/2006/relationships/slideLayout" Target="../slideLayouts/slideLayout104.xml"/><Relationship Id="rId25" Type="http://schemas.openxmlformats.org/officeDocument/2006/relationships/slideLayout" Target="../slideLayouts/slideLayout112.xml"/><Relationship Id="rId33" Type="http://schemas.openxmlformats.org/officeDocument/2006/relationships/theme" Target="../theme/theme5.xml"/><Relationship Id="rId2" Type="http://schemas.openxmlformats.org/officeDocument/2006/relationships/slideLayout" Target="../slideLayouts/slideLayout89.xml"/><Relationship Id="rId16" Type="http://schemas.openxmlformats.org/officeDocument/2006/relationships/slideLayout" Target="../slideLayouts/slideLayout103.xml"/><Relationship Id="rId20" Type="http://schemas.openxmlformats.org/officeDocument/2006/relationships/slideLayout" Target="../slideLayouts/slideLayout107.xml"/><Relationship Id="rId29" Type="http://schemas.openxmlformats.org/officeDocument/2006/relationships/slideLayout" Target="../slideLayouts/slideLayout116.xml"/><Relationship Id="rId1" Type="http://schemas.openxmlformats.org/officeDocument/2006/relationships/slideLayout" Target="../slideLayouts/slideLayout88.xml"/><Relationship Id="rId6" Type="http://schemas.openxmlformats.org/officeDocument/2006/relationships/slideLayout" Target="../slideLayouts/slideLayout93.xml"/><Relationship Id="rId11" Type="http://schemas.openxmlformats.org/officeDocument/2006/relationships/slideLayout" Target="../slideLayouts/slideLayout98.xml"/><Relationship Id="rId24" Type="http://schemas.openxmlformats.org/officeDocument/2006/relationships/slideLayout" Target="../slideLayouts/slideLayout111.xml"/><Relationship Id="rId32" Type="http://schemas.openxmlformats.org/officeDocument/2006/relationships/slideLayout" Target="../slideLayouts/slideLayout119.xml"/><Relationship Id="rId5" Type="http://schemas.openxmlformats.org/officeDocument/2006/relationships/slideLayout" Target="../slideLayouts/slideLayout92.xml"/><Relationship Id="rId15" Type="http://schemas.openxmlformats.org/officeDocument/2006/relationships/slideLayout" Target="../slideLayouts/slideLayout102.xml"/><Relationship Id="rId23" Type="http://schemas.openxmlformats.org/officeDocument/2006/relationships/slideLayout" Target="../slideLayouts/slideLayout110.xml"/><Relationship Id="rId28" Type="http://schemas.openxmlformats.org/officeDocument/2006/relationships/slideLayout" Target="../slideLayouts/slideLayout115.xml"/><Relationship Id="rId10" Type="http://schemas.openxmlformats.org/officeDocument/2006/relationships/slideLayout" Target="../slideLayouts/slideLayout97.xml"/><Relationship Id="rId19" Type="http://schemas.openxmlformats.org/officeDocument/2006/relationships/slideLayout" Target="../slideLayouts/slideLayout106.xml"/><Relationship Id="rId31" Type="http://schemas.openxmlformats.org/officeDocument/2006/relationships/slideLayout" Target="../slideLayouts/slideLayout118.xml"/><Relationship Id="rId4" Type="http://schemas.openxmlformats.org/officeDocument/2006/relationships/slideLayout" Target="../slideLayouts/slideLayout91.xml"/><Relationship Id="rId9" Type="http://schemas.openxmlformats.org/officeDocument/2006/relationships/slideLayout" Target="../slideLayouts/slideLayout96.xml"/><Relationship Id="rId14" Type="http://schemas.openxmlformats.org/officeDocument/2006/relationships/slideLayout" Target="../slideLayouts/slideLayout101.xml"/><Relationship Id="rId22" Type="http://schemas.openxmlformats.org/officeDocument/2006/relationships/slideLayout" Target="../slideLayouts/slideLayout109.xml"/><Relationship Id="rId27" Type="http://schemas.openxmlformats.org/officeDocument/2006/relationships/slideLayout" Target="../slideLayouts/slideLayout114.xml"/><Relationship Id="rId30" Type="http://schemas.openxmlformats.org/officeDocument/2006/relationships/slideLayout" Target="../slideLayouts/slideLayout117.xml"/><Relationship Id="rId8" Type="http://schemas.openxmlformats.org/officeDocument/2006/relationships/slideLayout" Target="../slideLayouts/slideLayout95.xml"/></Relationships>
</file>

<file path=ppt/slideMasters/_rels/slideMaster6.xml.rels><?xml version="1.0" encoding="UTF-8" standalone="yes"?>
<Relationships xmlns="http://schemas.openxmlformats.org/package/2006/relationships"><Relationship Id="rId13" Type="http://schemas.openxmlformats.org/officeDocument/2006/relationships/slideLayout" Target="../slideLayouts/slideLayout132.xml"/><Relationship Id="rId18" Type="http://schemas.openxmlformats.org/officeDocument/2006/relationships/slideLayout" Target="../slideLayouts/slideLayout137.xml"/><Relationship Id="rId26" Type="http://schemas.openxmlformats.org/officeDocument/2006/relationships/slideLayout" Target="../slideLayouts/slideLayout145.xml"/><Relationship Id="rId39" Type="http://schemas.openxmlformats.org/officeDocument/2006/relationships/slideLayout" Target="../slideLayouts/slideLayout158.xml"/><Relationship Id="rId21" Type="http://schemas.openxmlformats.org/officeDocument/2006/relationships/slideLayout" Target="../slideLayouts/slideLayout140.xml"/><Relationship Id="rId34" Type="http://schemas.openxmlformats.org/officeDocument/2006/relationships/slideLayout" Target="../slideLayouts/slideLayout153.xml"/><Relationship Id="rId42" Type="http://schemas.openxmlformats.org/officeDocument/2006/relationships/slideLayout" Target="../slideLayouts/slideLayout161.xml"/><Relationship Id="rId7" Type="http://schemas.openxmlformats.org/officeDocument/2006/relationships/slideLayout" Target="../slideLayouts/slideLayout126.xml"/><Relationship Id="rId2" Type="http://schemas.openxmlformats.org/officeDocument/2006/relationships/slideLayout" Target="../slideLayouts/slideLayout121.xml"/><Relationship Id="rId16" Type="http://schemas.openxmlformats.org/officeDocument/2006/relationships/slideLayout" Target="../slideLayouts/slideLayout135.xml"/><Relationship Id="rId29" Type="http://schemas.openxmlformats.org/officeDocument/2006/relationships/slideLayout" Target="../slideLayouts/slideLayout148.xml"/><Relationship Id="rId1" Type="http://schemas.openxmlformats.org/officeDocument/2006/relationships/slideLayout" Target="../slideLayouts/slideLayout120.xml"/><Relationship Id="rId6" Type="http://schemas.openxmlformats.org/officeDocument/2006/relationships/slideLayout" Target="../slideLayouts/slideLayout125.xml"/><Relationship Id="rId11" Type="http://schemas.openxmlformats.org/officeDocument/2006/relationships/slideLayout" Target="../slideLayouts/slideLayout130.xml"/><Relationship Id="rId24" Type="http://schemas.openxmlformats.org/officeDocument/2006/relationships/slideLayout" Target="../slideLayouts/slideLayout143.xml"/><Relationship Id="rId32" Type="http://schemas.openxmlformats.org/officeDocument/2006/relationships/slideLayout" Target="../slideLayouts/slideLayout151.xml"/><Relationship Id="rId37" Type="http://schemas.openxmlformats.org/officeDocument/2006/relationships/slideLayout" Target="../slideLayouts/slideLayout156.xml"/><Relationship Id="rId40" Type="http://schemas.openxmlformats.org/officeDocument/2006/relationships/slideLayout" Target="../slideLayouts/slideLayout159.xml"/><Relationship Id="rId45" Type="http://schemas.openxmlformats.org/officeDocument/2006/relationships/theme" Target="../theme/theme6.xml"/><Relationship Id="rId5" Type="http://schemas.openxmlformats.org/officeDocument/2006/relationships/slideLayout" Target="../slideLayouts/slideLayout124.xml"/><Relationship Id="rId15" Type="http://schemas.openxmlformats.org/officeDocument/2006/relationships/slideLayout" Target="../slideLayouts/slideLayout134.xml"/><Relationship Id="rId23" Type="http://schemas.openxmlformats.org/officeDocument/2006/relationships/slideLayout" Target="../slideLayouts/slideLayout142.xml"/><Relationship Id="rId28" Type="http://schemas.openxmlformats.org/officeDocument/2006/relationships/slideLayout" Target="../slideLayouts/slideLayout147.xml"/><Relationship Id="rId36" Type="http://schemas.openxmlformats.org/officeDocument/2006/relationships/slideLayout" Target="../slideLayouts/slideLayout155.xml"/><Relationship Id="rId10" Type="http://schemas.openxmlformats.org/officeDocument/2006/relationships/slideLayout" Target="../slideLayouts/slideLayout129.xml"/><Relationship Id="rId19" Type="http://schemas.openxmlformats.org/officeDocument/2006/relationships/slideLayout" Target="../slideLayouts/slideLayout138.xml"/><Relationship Id="rId31" Type="http://schemas.openxmlformats.org/officeDocument/2006/relationships/slideLayout" Target="../slideLayouts/slideLayout150.xml"/><Relationship Id="rId44" Type="http://schemas.openxmlformats.org/officeDocument/2006/relationships/slideLayout" Target="../slideLayouts/slideLayout163.xml"/><Relationship Id="rId4" Type="http://schemas.openxmlformats.org/officeDocument/2006/relationships/slideLayout" Target="../slideLayouts/slideLayout123.xml"/><Relationship Id="rId9" Type="http://schemas.openxmlformats.org/officeDocument/2006/relationships/slideLayout" Target="../slideLayouts/slideLayout128.xml"/><Relationship Id="rId14" Type="http://schemas.openxmlformats.org/officeDocument/2006/relationships/slideLayout" Target="../slideLayouts/slideLayout133.xml"/><Relationship Id="rId22" Type="http://schemas.openxmlformats.org/officeDocument/2006/relationships/slideLayout" Target="../slideLayouts/slideLayout141.xml"/><Relationship Id="rId27" Type="http://schemas.openxmlformats.org/officeDocument/2006/relationships/slideLayout" Target="../slideLayouts/slideLayout146.xml"/><Relationship Id="rId30" Type="http://schemas.openxmlformats.org/officeDocument/2006/relationships/slideLayout" Target="../slideLayouts/slideLayout149.xml"/><Relationship Id="rId35" Type="http://schemas.openxmlformats.org/officeDocument/2006/relationships/slideLayout" Target="../slideLayouts/slideLayout154.xml"/><Relationship Id="rId43" Type="http://schemas.openxmlformats.org/officeDocument/2006/relationships/slideLayout" Target="../slideLayouts/slideLayout162.xml"/><Relationship Id="rId8" Type="http://schemas.openxmlformats.org/officeDocument/2006/relationships/slideLayout" Target="../slideLayouts/slideLayout127.xml"/><Relationship Id="rId3" Type="http://schemas.openxmlformats.org/officeDocument/2006/relationships/slideLayout" Target="../slideLayouts/slideLayout122.xml"/><Relationship Id="rId12" Type="http://schemas.openxmlformats.org/officeDocument/2006/relationships/slideLayout" Target="../slideLayouts/slideLayout131.xml"/><Relationship Id="rId17" Type="http://schemas.openxmlformats.org/officeDocument/2006/relationships/slideLayout" Target="../slideLayouts/slideLayout136.xml"/><Relationship Id="rId25" Type="http://schemas.openxmlformats.org/officeDocument/2006/relationships/slideLayout" Target="../slideLayouts/slideLayout144.xml"/><Relationship Id="rId33" Type="http://schemas.openxmlformats.org/officeDocument/2006/relationships/slideLayout" Target="../slideLayouts/slideLayout152.xml"/><Relationship Id="rId38" Type="http://schemas.openxmlformats.org/officeDocument/2006/relationships/slideLayout" Target="../slideLayouts/slideLayout157.xml"/><Relationship Id="rId20" Type="http://schemas.openxmlformats.org/officeDocument/2006/relationships/slideLayout" Target="../slideLayouts/slideLayout139.xml"/><Relationship Id="rId41" Type="http://schemas.openxmlformats.org/officeDocument/2006/relationships/slideLayout" Target="../slideLayouts/slideLayout160.xml"/></Relationships>
</file>

<file path=ppt/slideMasters/_rels/slideMaster7.xml.rels><?xml version="1.0" encoding="UTF-8" standalone="yes"?>
<Relationships xmlns="http://schemas.openxmlformats.org/package/2006/relationships"><Relationship Id="rId26" Type="http://schemas.openxmlformats.org/officeDocument/2006/relationships/slideLayout" Target="../slideLayouts/slideLayout189.xml"/><Relationship Id="rId21" Type="http://schemas.openxmlformats.org/officeDocument/2006/relationships/slideLayout" Target="../slideLayouts/slideLayout184.xml"/><Relationship Id="rId42" Type="http://schemas.openxmlformats.org/officeDocument/2006/relationships/slideLayout" Target="../slideLayouts/slideLayout205.xml"/><Relationship Id="rId47" Type="http://schemas.openxmlformats.org/officeDocument/2006/relationships/slideLayout" Target="../slideLayouts/slideLayout210.xml"/><Relationship Id="rId63" Type="http://schemas.openxmlformats.org/officeDocument/2006/relationships/slideLayout" Target="../slideLayouts/slideLayout226.xml"/><Relationship Id="rId68" Type="http://schemas.openxmlformats.org/officeDocument/2006/relationships/slideLayout" Target="../slideLayouts/slideLayout231.xml"/><Relationship Id="rId2" Type="http://schemas.openxmlformats.org/officeDocument/2006/relationships/slideLayout" Target="../slideLayouts/slideLayout165.xml"/><Relationship Id="rId16" Type="http://schemas.openxmlformats.org/officeDocument/2006/relationships/slideLayout" Target="../slideLayouts/slideLayout179.xml"/><Relationship Id="rId29" Type="http://schemas.openxmlformats.org/officeDocument/2006/relationships/slideLayout" Target="../slideLayouts/slideLayout192.xml"/><Relationship Id="rId11" Type="http://schemas.openxmlformats.org/officeDocument/2006/relationships/slideLayout" Target="../slideLayouts/slideLayout174.xml"/><Relationship Id="rId24" Type="http://schemas.openxmlformats.org/officeDocument/2006/relationships/slideLayout" Target="../slideLayouts/slideLayout187.xml"/><Relationship Id="rId32" Type="http://schemas.openxmlformats.org/officeDocument/2006/relationships/slideLayout" Target="../slideLayouts/slideLayout195.xml"/><Relationship Id="rId37" Type="http://schemas.openxmlformats.org/officeDocument/2006/relationships/slideLayout" Target="../slideLayouts/slideLayout200.xml"/><Relationship Id="rId40" Type="http://schemas.openxmlformats.org/officeDocument/2006/relationships/slideLayout" Target="../slideLayouts/slideLayout203.xml"/><Relationship Id="rId45" Type="http://schemas.openxmlformats.org/officeDocument/2006/relationships/slideLayout" Target="../slideLayouts/slideLayout208.xml"/><Relationship Id="rId53" Type="http://schemas.openxmlformats.org/officeDocument/2006/relationships/slideLayout" Target="../slideLayouts/slideLayout216.xml"/><Relationship Id="rId58" Type="http://schemas.openxmlformats.org/officeDocument/2006/relationships/slideLayout" Target="../slideLayouts/slideLayout221.xml"/><Relationship Id="rId66" Type="http://schemas.openxmlformats.org/officeDocument/2006/relationships/slideLayout" Target="../slideLayouts/slideLayout229.xml"/><Relationship Id="rId5" Type="http://schemas.openxmlformats.org/officeDocument/2006/relationships/slideLayout" Target="../slideLayouts/slideLayout168.xml"/><Relationship Id="rId61" Type="http://schemas.openxmlformats.org/officeDocument/2006/relationships/slideLayout" Target="../slideLayouts/slideLayout224.xml"/><Relationship Id="rId19" Type="http://schemas.openxmlformats.org/officeDocument/2006/relationships/slideLayout" Target="../slideLayouts/slideLayout182.xml"/><Relationship Id="rId14" Type="http://schemas.openxmlformats.org/officeDocument/2006/relationships/slideLayout" Target="../slideLayouts/slideLayout177.xml"/><Relationship Id="rId22" Type="http://schemas.openxmlformats.org/officeDocument/2006/relationships/slideLayout" Target="../slideLayouts/slideLayout185.xml"/><Relationship Id="rId27" Type="http://schemas.openxmlformats.org/officeDocument/2006/relationships/slideLayout" Target="../slideLayouts/slideLayout190.xml"/><Relationship Id="rId30" Type="http://schemas.openxmlformats.org/officeDocument/2006/relationships/slideLayout" Target="../slideLayouts/slideLayout193.xml"/><Relationship Id="rId35" Type="http://schemas.openxmlformats.org/officeDocument/2006/relationships/slideLayout" Target="../slideLayouts/slideLayout198.xml"/><Relationship Id="rId43" Type="http://schemas.openxmlformats.org/officeDocument/2006/relationships/slideLayout" Target="../slideLayouts/slideLayout206.xml"/><Relationship Id="rId48" Type="http://schemas.openxmlformats.org/officeDocument/2006/relationships/slideLayout" Target="../slideLayouts/slideLayout211.xml"/><Relationship Id="rId56" Type="http://schemas.openxmlformats.org/officeDocument/2006/relationships/slideLayout" Target="../slideLayouts/slideLayout219.xml"/><Relationship Id="rId64" Type="http://schemas.openxmlformats.org/officeDocument/2006/relationships/slideLayout" Target="../slideLayouts/slideLayout227.xml"/><Relationship Id="rId69" Type="http://schemas.openxmlformats.org/officeDocument/2006/relationships/slideLayout" Target="../slideLayouts/slideLayout232.xml"/><Relationship Id="rId8" Type="http://schemas.openxmlformats.org/officeDocument/2006/relationships/slideLayout" Target="../slideLayouts/slideLayout171.xml"/><Relationship Id="rId51" Type="http://schemas.openxmlformats.org/officeDocument/2006/relationships/slideLayout" Target="../slideLayouts/slideLayout214.xml"/><Relationship Id="rId72" Type="http://schemas.openxmlformats.org/officeDocument/2006/relationships/slideLayout" Target="../slideLayouts/slideLayout235.xml"/><Relationship Id="rId3" Type="http://schemas.openxmlformats.org/officeDocument/2006/relationships/slideLayout" Target="../slideLayouts/slideLayout166.xml"/><Relationship Id="rId12" Type="http://schemas.openxmlformats.org/officeDocument/2006/relationships/slideLayout" Target="../slideLayouts/slideLayout175.xml"/><Relationship Id="rId17" Type="http://schemas.openxmlformats.org/officeDocument/2006/relationships/slideLayout" Target="../slideLayouts/slideLayout180.xml"/><Relationship Id="rId25" Type="http://schemas.openxmlformats.org/officeDocument/2006/relationships/slideLayout" Target="../slideLayouts/slideLayout188.xml"/><Relationship Id="rId33" Type="http://schemas.openxmlformats.org/officeDocument/2006/relationships/slideLayout" Target="../slideLayouts/slideLayout196.xml"/><Relationship Id="rId38" Type="http://schemas.openxmlformats.org/officeDocument/2006/relationships/slideLayout" Target="../slideLayouts/slideLayout201.xml"/><Relationship Id="rId46" Type="http://schemas.openxmlformats.org/officeDocument/2006/relationships/slideLayout" Target="../slideLayouts/slideLayout209.xml"/><Relationship Id="rId59" Type="http://schemas.openxmlformats.org/officeDocument/2006/relationships/slideLayout" Target="../slideLayouts/slideLayout222.xml"/><Relationship Id="rId67" Type="http://schemas.openxmlformats.org/officeDocument/2006/relationships/slideLayout" Target="../slideLayouts/slideLayout230.xml"/><Relationship Id="rId20" Type="http://schemas.openxmlformats.org/officeDocument/2006/relationships/slideLayout" Target="../slideLayouts/slideLayout183.xml"/><Relationship Id="rId41" Type="http://schemas.openxmlformats.org/officeDocument/2006/relationships/slideLayout" Target="../slideLayouts/slideLayout204.xml"/><Relationship Id="rId54" Type="http://schemas.openxmlformats.org/officeDocument/2006/relationships/slideLayout" Target="../slideLayouts/slideLayout217.xml"/><Relationship Id="rId62" Type="http://schemas.openxmlformats.org/officeDocument/2006/relationships/slideLayout" Target="../slideLayouts/slideLayout225.xml"/><Relationship Id="rId70" Type="http://schemas.openxmlformats.org/officeDocument/2006/relationships/slideLayout" Target="../slideLayouts/slideLayout233.xml"/><Relationship Id="rId1" Type="http://schemas.openxmlformats.org/officeDocument/2006/relationships/slideLayout" Target="../slideLayouts/slideLayout164.xml"/><Relationship Id="rId6" Type="http://schemas.openxmlformats.org/officeDocument/2006/relationships/slideLayout" Target="../slideLayouts/slideLayout169.xml"/><Relationship Id="rId15" Type="http://schemas.openxmlformats.org/officeDocument/2006/relationships/slideLayout" Target="../slideLayouts/slideLayout178.xml"/><Relationship Id="rId23" Type="http://schemas.openxmlformats.org/officeDocument/2006/relationships/slideLayout" Target="../slideLayouts/slideLayout186.xml"/><Relationship Id="rId28" Type="http://schemas.openxmlformats.org/officeDocument/2006/relationships/slideLayout" Target="../slideLayouts/slideLayout191.xml"/><Relationship Id="rId36" Type="http://schemas.openxmlformats.org/officeDocument/2006/relationships/slideLayout" Target="../slideLayouts/slideLayout199.xml"/><Relationship Id="rId49" Type="http://schemas.openxmlformats.org/officeDocument/2006/relationships/slideLayout" Target="../slideLayouts/slideLayout212.xml"/><Relationship Id="rId57" Type="http://schemas.openxmlformats.org/officeDocument/2006/relationships/slideLayout" Target="../slideLayouts/slideLayout220.xml"/><Relationship Id="rId10" Type="http://schemas.openxmlformats.org/officeDocument/2006/relationships/slideLayout" Target="../slideLayouts/slideLayout173.xml"/><Relationship Id="rId31" Type="http://schemas.openxmlformats.org/officeDocument/2006/relationships/slideLayout" Target="../slideLayouts/slideLayout194.xml"/><Relationship Id="rId44" Type="http://schemas.openxmlformats.org/officeDocument/2006/relationships/slideLayout" Target="../slideLayouts/slideLayout207.xml"/><Relationship Id="rId52" Type="http://schemas.openxmlformats.org/officeDocument/2006/relationships/slideLayout" Target="../slideLayouts/slideLayout215.xml"/><Relationship Id="rId60" Type="http://schemas.openxmlformats.org/officeDocument/2006/relationships/slideLayout" Target="../slideLayouts/slideLayout223.xml"/><Relationship Id="rId65" Type="http://schemas.openxmlformats.org/officeDocument/2006/relationships/slideLayout" Target="../slideLayouts/slideLayout228.xml"/><Relationship Id="rId73" Type="http://schemas.openxmlformats.org/officeDocument/2006/relationships/theme" Target="../theme/theme7.xml"/><Relationship Id="rId4" Type="http://schemas.openxmlformats.org/officeDocument/2006/relationships/slideLayout" Target="../slideLayouts/slideLayout167.xml"/><Relationship Id="rId9" Type="http://schemas.openxmlformats.org/officeDocument/2006/relationships/slideLayout" Target="../slideLayouts/slideLayout172.xml"/><Relationship Id="rId13" Type="http://schemas.openxmlformats.org/officeDocument/2006/relationships/slideLayout" Target="../slideLayouts/slideLayout176.xml"/><Relationship Id="rId18" Type="http://schemas.openxmlformats.org/officeDocument/2006/relationships/slideLayout" Target="../slideLayouts/slideLayout181.xml"/><Relationship Id="rId39" Type="http://schemas.openxmlformats.org/officeDocument/2006/relationships/slideLayout" Target="../slideLayouts/slideLayout202.xml"/><Relationship Id="rId34" Type="http://schemas.openxmlformats.org/officeDocument/2006/relationships/slideLayout" Target="../slideLayouts/slideLayout197.xml"/><Relationship Id="rId50" Type="http://schemas.openxmlformats.org/officeDocument/2006/relationships/slideLayout" Target="../slideLayouts/slideLayout213.xml"/><Relationship Id="rId55" Type="http://schemas.openxmlformats.org/officeDocument/2006/relationships/slideLayout" Target="../slideLayouts/slideLayout218.xml"/><Relationship Id="rId7" Type="http://schemas.openxmlformats.org/officeDocument/2006/relationships/slideLayout" Target="../slideLayouts/slideLayout170.xml"/><Relationship Id="rId71" Type="http://schemas.openxmlformats.org/officeDocument/2006/relationships/slideLayout" Target="../slideLayouts/slideLayout23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endParaRPr lang="en-US" dirty="0"/>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3588427678"/>
      </p:ext>
    </p:extLst>
  </p:cSld>
  <p:clrMap bg1="lt1" tx1="dk1" bg2="lt2" tx2="dk2" accent1="accent1" accent2="accent2" accent3="accent3" accent4="accent4" accent5="accent5" accent6="accent6" hlink="hlink" folHlink="folHlink"/>
  <p:sldLayoutIdLst>
    <p:sldLayoutId id="2147484861" r:id="rId1"/>
    <p:sldLayoutId id="2147484863" r:id="rId2"/>
    <p:sldLayoutId id="2147484609" r:id="rId3"/>
    <p:sldLayoutId id="2147484741" r:id="rId4"/>
    <p:sldLayoutId id="2147484240" r:id="rId5"/>
    <p:sldLayoutId id="2147484241" r:id="rId6"/>
    <p:sldLayoutId id="2147484474" r:id="rId7"/>
    <p:sldLayoutId id="2147484245" r:id="rId8"/>
    <p:sldLayoutId id="2147484247" r:id="rId9"/>
    <p:sldLayoutId id="2147484639" r:id="rId10"/>
    <p:sldLayoutId id="2147484603" r:id="rId11"/>
    <p:sldLayoutId id="2147484866" r:id="rId12"/>
    <p:sldLayoutId id="2147484865" r:id="rId13"/>
    <p:sldLayoutId id="2147484864" r:id="rId14"/>
    <p:sldLayoutId id="2147484249" r:id="rId15"/>
    <p:sldLayoutId id="2147484640" r:id="rId16"/>
    <p:sldLayoutId id="2147484582" r:id="rId17"/>
    <p:sldLayoutId id="2147484641" r:id="rId18"/>
    <p:sldLayoutId id="2147484584" r:id="rId19"/>
    <p:sldLayoutId id="2147484859" r:id="rId20"/>
    <p:sldLayoutId id="2147484256" r:id="rId21"/>
    <p:sldLayoutId id="2147484257" r:id="rId22"/>
    <p:sldLayoutId id="2147484585" r:id="rId23"/>
    <p:sldLayoutId id="2147484299" r:id="rId24"/>
    <p:sldLayoutId id="2147484263" r:id="rId25"/>
    <p:sldLayoutId id="2147484742" r:id="rId26"/>
    <p:sldLayoutId id="2147484858" r:id="rId27"/>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userDrawn="1">
          <p15:clr>
            <a:srgbClr val="C35EA4"/>
          </p15:clr>
        </p15:guide>
        <p15:guide id="17" pos="7313" userDrawn="1">
          <p15:clr>
            <a:srgbClr val="C35EA4"/>
          </p15:clr>
        </p15:guide>
        <p15:guide id="25" orient="horz" pos="369" userDrawn="1">
          <p15:clr>
            <a:srgbClr val="C35EA4"/>
          </p15:clr>
        </p15:guide>
        <p15:guide id="26" orient="horz" pos="3949" userDrawn="1">
          <p15:clr>
            <a:srgbClr val="C35EA4"/>
          </p15:clr>
        </p15:guide>
        <p15:guide id="27" orient="horz" pos="184" userDrawn="1">
          <p15:clr>
            <a:srgbClr val="A4A3A4"/>
          </p15:clr>
        </p15:guide>
        <p15:guide id="28" pos="185" userDrawn="1">
          <p15:clr>
            <a:srgbClr val="A4A3A4"/>
          </p15:clr>
        </p15:guide>
        <p15:guide id="29" orient="horz" pos="4135" userDrawn="1">
          <p15:clr>
            <a:srgbClr val="A4A3A4"/>
          </p15:clr>
        </p15:guide>
        <p15:guide id="30" pos="7495" userDrawn="1">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dirty="0"/>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9" name="NEW Brand Colors 2018">
            <a:extLst>
              <a:ext uri="{FF2B5EF4-FFF2-40B4-BE49-F238E27FC236}">
                <a16:creationId xmlns:a16="http://schemas.microsoft.com/office/drawing/2014/main" id="{9D5783B5-1069-4509-929A-C02C0B0887F7}"/>
              </a:ext>
            </a:extLst>
          </p:cNvPr>
          <p:cNvPicPr>
            <a:picLocks noChangeAspect="1"/>
          </p:cNvPicPr>
          <p:nvPr userDrawn="1"/>
        </p:nvPicPr>
        <p:blipFill>
          <a:blip r:embed="rId27"/>
          <a:stretch>
            <a:fillRect/>
          </a:stretch>
        </p:blipFill>
        <p:spPr>
          <a:xfrm rot="5400000">
            <a:off x="9288988" y="2942644"/>
            <a:ext cx="6858000" cy="972712"/>
          </a:xfrm>
          <a:prstGeom prst="rect">
            <a:avLst/>
          </a:prstGeom>
        </p:spPr>
      </p:pic>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2789957686"/>
      </p:ext>
    </p:extLst>
  </p:cSld>
  <p:clrMap bg1="dk1" tx1="lt1" bg2="dk2" tx2="lt2" accent1="accent1" accent2="accent2" accent3="accent3" accent4="accent4" accent5="accent5" accent6="accent6" hlink="hlink" folHlink="folHlink"/>
  <p:sldLayoutIdLst>
    <p:sldLayoutId id="2147484645" r:id="rId1"/>
    <p:sldLayoutId id="2147484643" r:id="rId2"/>
    <p:sldLayoutId id="2147484644" r:id="rId3"/>
    <p:sldLayoutId id="2147484646" r:id="rId4"/>
    <p:sldLayoutId id="2147484650" r:id="rId5"/>
    <p:sldLayoutId id="2147484651" r:id="rId6"/>
    <p:sldLayoutId id="2147484652" r:id="rId7"/>
    <p:sldLayoutId id="2147484653" r:id="rId8"/>
    <p:sldLayoutId id="2147484654" r:id="rId9"/>
    <p:sldLayoutId id="2147484655" r:id="rId10"/>
    <p:sldLayoutId id="2147484656" r:id="rId11"/>
    <p:sldLayoutId id="2147484738" r:id="rId12"/>
    <p:sldLayoutId id="2147484739" r:id="rId13"/>
    <p:sldLayoutId id="2147484740" r:id="rId14"/>
    <p:sldLayoutId id="2147484660" r:id="rId15"/>
    <p:sldLayoutId id="2147484661" r:id="rId16"/>
    <p:sldLayoutId id="2147484662" r:id="rId17"/>
    <p:sldLayoutId id="2147484663" r:id="rId18"/>
    <p:sldLayoutId id="2147484664" r:id="rId19"/>
    <p:sldLayoutId id="2147484665" r:id="rId20"/>
    <p:sldLayoutId id="2147484666" r:id="rId21"/>
    <p:sldLayoutId id="2147484667" r:id="rId22"/>
    <p:sldLayoutId id="2147484668" r:id="rId23"/>
    <p:sldLayoutId id="2147484860" r:id="rId24"/>
    <p:sldLayoutId id="2147484862" r:id="rId25"/>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8600" y="293988"/>
            <a:ext cx="11696700" cy="914400"/>
          </a:xfrm>
          <a:prstGeom prst="rect">
            <a:avLst/>
          </a:prstGeom>
        </p:spPr>
        <p:txBody>
          <a:bodyPr vert="horz" lIns="137160" tIns="91440" rIns="137160" bIns="91440" rtlCol="0" anchor="ctr" anchorCtr="0">
            <a:noAutofit/>
          </a:bodyPr>
          <a:lstStyle/>
          <a:p>
            <a:endParaRPr lang="en-US" dirty="0"/>
          </a:p>
        </p:txBody>
      </p:sp>
      <p:sp>
        <p:nvSpPr>
          <p:cNvPr id="7" name="Footer Placeholder 6"/>
          <p:cNvSpPr>
            <a:spLocks noGrp="1"/>
          </p:cNvSpPr>
          <p:nvPr>
            <p:ph type="ftr" sz="quarter" idx="3"/>
          </p:nvPr>
        </p:nvSpPr>
        <p:spPr>
          <a:xfrm>
            <a:off x="228600" y="6553200"/>
            <a:ext cx="11201400" cy="304801"/>
          </a:xfrm>
          <a:prstGeom prst="rect">
            <a:avLst/>
          </a:prstGeom>
        </p:spPr>
        <p:txBody>
          <a:bodyPr vert="horz" lIns="182880" tIns="38089" rIns="76179" bIns="38089" rtlCol="0" anchor="ctr"/>
          <a:lstStyle>
            <a:lvl1pPr algn="l">
              <a:defRPr sz="800">
                <a:solidFill>
                  <a:schemeClr val="tx1"/>
                </a:solidFill>
                <a:latin typeface="Segoe UI" pitchFamily="34" charset="0"/>
                <a:ea typeface="Segoe UI" pitchFamily="34" charset="0"/>
                <a:cs typeface="Segoe UI" pitchFamily="34" charset="0"/>
              </a:defRPr>
            </a:lvl1pPr>
          </a:lstStyle>
          <a:p>
            <a:pPr defTabSz="1088078"/>
            <a:endParaRPr lang="en-US" dirty="0">
              <a:solidFill>
                <a:srgbClr val="505050"/>
              </a:solidFill>
            </a:endParaRPr>
          </a:p>
        </p:txBody>
      </p:sp>
      <p:sp>
        <p:nvSpPr>
          <p:cNvPr id="15" name="Text Placeholder 14"/>
          <p:cNvSpPr>
            <a:spLocks noGrp="1"/>
          </p:cNvSpPr>
          <p:nvPr>
            <p:ph type="body" idx="1"/>
          </p:nvPr>
        </p:nvSpPr>
        <p:spPr>
          <a:xfrm>
            <a:off x="228600" y="1600201"/>
            <a:ext cx="11696700" cy="4559531"/>
          </a:xfrm>
          <a:prstGeom prst="rect">
            <a:avLst/>
          </a:prstGeom>
        </p:spPr>
        <p:txBody>
          <a:bodyPr vert="horz" lIns="137160" tIns="91440" rIns="137160" bIns="13716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Slide Number Placeholder 18"/>
          <p:cNvSpPr>
            <a:spLocks noGrp="1"/>
          </p:cNvSpPr>
          <p:nvPr>
            <p:ph type="sldNum" sz="quarter" idx="4"/>
          </p:nvPr>
        </p:nvSpPr>
        <p:spPr>
          <a:xfrm>
            <a:off x="11430002" y="6553200"/>
            <a:ext cx="761999" cy="304801"/>
          </a:xfrm>
          <a:prstGeom prst="rect">
            <a:avLst/>
          </a:prstGeom>
        </p:spPr>
        <p:txBody>
          <a:bodyPr vert="horz" lIns="91440" tIns="45720" rIns="91440" bIns="45720" rtlCol="0" anchor="ctr"/>
          <a:lstStyle>
            <a:lvl1pPr algn="r">
              <a:defRPr sz="800">
                <a:solidFill>
                  <a:schemeClr val="tx1"/>
                </a:solidFill>
                <a:latin typeface="Segoe UI" pitchFamily="34" charset="0"/>
                <a:ea typeface="Segoe UI" pitchFamily="34" charset="0"/>
                <a:cs typeface="Segoe UI" pitchFamily="34" charset="0"/>
              </a:defRPr>
            </a:lvl1pPr>
          </a:lstStyle>
          <a:p>
            <a:pPr defTabSz="1088078"/>
            <a:fld id="{FAADACFB-7C71-4E89-89D2-7BBA40B7BFA9}" type="slidenum">
              <a:rPr lang="en-US" smtClean="0">
                <a:solidFill>
                  <a:srgbClr val="505050"/>
                </a:solidFill>
              </a:rPr>
              <a:pPr defTabSz="1088078"/>
              <a:t>‹#›</a:t>
            </a:fld>
            <a:endParaRPr lang="en-US" dirty="0">
              <a:solidFill>
                <a:srgbClr val="505050"/>
              </a:solidFill>
            </a:endParaRPr>
          </a:p>
        </p:txBody>
      </p:sp>
      <p:pic>
        <p:nvPicPr>
          <p:cNvPr id="6" name="Picture 5"/>
          <p:cNvPicPr>
            <a:picLocks noChangeAspect="1"/>
          </p:cNvPicPr>
          <p:nvPr/>
        </p:nvPicPr>
        <p:blipFill>
          <a:blip r:embed="rId7"/>
          <a:stretch>
            <a:fillRect/>
          </a:stretch>
        </p:blipFill>
        <p:spPr>
          <a:xfrm rot="5400000">
            <a:off x="9393899" y="3050513"/>
            <a:ext cx="6995160" cy="894134"/>
          </a:xfrm>
          <a:prstGeom prst="rect">
            <a:avLst/>
          </a:prstGeom>
        </p:spPr>
      </p:pic>
    </p:spTree>
    <p:extLst>
      <p:ext uri="{BB962C8B-B14F-4D97-AF65-F5344CB8AC3E}">
        <p14:creationId xmlns:p14="http://schemas.microsoft.com/office/powerpoint/2010/main" val="469569924"/>
      </p:ext>
    </p:extLst>
  </p:cSld>
  <p:clrMap bg1="lt1" tx1="dk1" bg2="lt2" tx2="dk2" accent1="accent1" accent2="accent2" accent3="accent3" accent4="accent4" accent5="accent5" accent6="accent6" hlink="hlink" folHlink="folHlink"/>
  <p:sldLayoutIdLst>
    <p:sldLayoutId id="2147484744" r:id="rId1"/>
    <p:sldLayoutId id="2147484745" r:id="rId2"/>
    <p:sldLayoutId id="2147484746" r:id="rId3"/>
    <p:sldLayoutId id="2147484747" r:id="rId4"/>
    <p:sldLayoutId id="2147484748" r:id="rId5"/>
  </p:sldLayoutIdLst>
  <p:transition>
    <p:fade/>
  </p:transition>
  <p:hf hdr="0" ftr="0" dt="0"/>
  <p:txStyles>
    <p:titleStyle>
      <a:lvl1pPr marL="0" algn="l" defTabSz="1088078" rtl="0" eaLnBrk="1" latinLnBrk="0" hangingPunct="1">
        <a:lnSpc>
          <a:spcPct val="90000"/>
        </a:lnSpc>
        <a:spcBef>
          <a:spcPct val="0"/>
        </a:spcBef>
        <a:buNone/>
        <a:defRPr lang="en-US" sz="4400" kern="1200" spc="-100" baseline="0" dirty="0">
          <a:solidFill>
            <a:schemeClr val="tx1"/>
          </a:solidFill>
          <a:latin typeface="+mj-lt"/>
          <a:ea typeface="Segoe UI Semibold" panose="020B0702040204020203" pitchFamily="34" charset="0"/>
          <a:cs typeface="Segoe UI Semibold" panose="020B0702040204020203" pitchFamily="34" charset="0"/>
        </a:defRPr>
      </a:lvl1pPr>
    </p:titleStyle>
    <p:bodyStyle>
      <a:lvl1pPr marL="0" indent="0" algn="l" defTabSz="1088078" rtl="0" eaLnBrk="1" latinLnBrk="0" hangingPunct="1">
        <a:spcBef>
          <a:spcPts val="1800"/>
        </a:spcBef>
        <a:buClr>
          <a:srgbClr val="0072C6"/>
        </a:buClr>
        <a:buSzPct val="100000"/>
        <a:buFont typeface="Wingdings" pitchFamily="2" charset="2"/>
        <a:buNone/>
        <a:defRPr sz="2400" kern="1200">
          <a:solidFill>
            <a:schemeClr val="tx1"/>
          </a:solidFill>
          <a:latin typeface="Segoe UI" pitchFamily="34" charset="0"/>
          <a:ea typeface="Segoe UI" pitchFamily="34" charset="0"/>
          <a:cs typeface="Segoe UI" pitchFamily="34" charset="0"/>
        </a:defRPr>
      </a:lvl1pPr>
      <a:lvl2pPr marL="476059" indent="-194391" algn="l" defTabSz="1088078" rtl="0" eaLnBrk="1" latinLnBrk="0" hangingPunct="1">
        <a:spcBef>
          <a:spcPct val="20000"/>
        </a:spcBef>
        <a:buFont typeface="Arial" pitchFamily="34" charset="0"/>
        <a:buChar char="•"/>
        <a:defRPr sz="1800" kern="1200">
          <a:solidFill>
            <a:schemeClr val="tx1"/>
          </a:solidFill>
          <a:latin typeface="Segoe UI" pitchFamily="34" charset="0"/>
          <a:ea typeface="Segoe UI" pitchFamily="34" charset="0"/>
          <a:cs typeface="Segoe UI" pitchFamily="34" charset="0"/>
        </a:defRPr>
      </a:lvl2pPr>
      <a:lvl3pPr marL="761693" indent="-173232" algn="l" defTabSz="1088078" rtl="0" eaLnBrk="1" latinLnBrk="0" hangingPunct="1">
        <a:spcBef>
          <a:spcPct val="20000"/>
        </a:spcBef>
        <a:buFont typeface="Arial" pitchFamily="34" charset="0"/>
        <a:buChar char="•"/>
        <a:defRPr sz="1600" kern="1200">
          <a:solidFill>
            <a:schemeClr val="tx1"/>
          </a:solidFill>
          <a:latin typeface="Segoe UI" pitchFamily="34" charset="0"/>
          <a:ea typeface="Segoe UI" pitchFamily="34" charset="0"/>
          <a:cs typeface="Segoe UI" pitchFamily="34" charset="0"/>
        </a:defRPr>
      </a:lvl3pPr>
      <a:lvl4pPr marL="1047328" indent="-177200" algn="l" defTabSz="1088078" rtl="0" eaLnBrk="1" latinLnBrk="0" hangingPunct="1">
        <a:spcBef>
          <a:spcPct val="20000"/>
        </a:spcBef>
        <a:buFont typeface="Arial" pitchFamily="34" charset="0"/>
        <a:buChar char="–"/>
        <a:defRPr sz="1400" kern="1200">
          <a:solidFill>
            <a:schemeClr val="tx1"/>
          </a:solidFill>
          <a:latin typeface="Segoe UI" pitchFamily="34" charset="0"/>
          <a:ea typeface="Segoe UI" pitchFamily="34" charset="0"/>
          <a:cs typeface="Segoe UI" pitchFamily="34" charset="0"/>
        </a:defRPr>
      </a:lvl4pPr>
      <a:lvl5pPr marL="1285357" indent="-179845" algn="l" defTabSz="1088078" rtl="0" eaLnBrk="1" latinLnBrk="0" hangingPunct="1">
        <a:spcBef>
          <a:spcPct val="20000"/>
        </a:spcBef>
        <a:buFont typeface="Arial" pitchFamily="34" charset="0"/>
        <a:buChar char="»"/>
        <a:defRPr sz="1400" kern="1200">
          <a:solidFill>
            <a:schemeClr val="tx1"/>
          </a:solidFill>
          <a:latin typeface="Segoe UI" pitchFamily="34" charset="0"/>
          <a:ea typeface="Segoe UI" pitchFamily="34" charset="0"/>
          <a:cs typeface="Segoe UI" pitchFamily="34" charset="0"/>
        </a:defRPr>
      </a:lvl5pPr>
      <a:lvl6pPr marL="2992216" indent="-272020" algn="l" defTabSz="1088078" rtl="0" eaLnBrk="1" latinLnBrk="0" hangingPunct="1">
        <a:spcBef>
          <a:spcPct val="20000"/>
        </a:spcBef>
        <a:buFont typeface="Arial" pitchFamily="34" charset="0"/>
        <a:buChar char="•"/>
        <a:defRPr sz="2500" kern="1200">
          <a:solidFill>
            <a:schemeClr val="tx1"/>
          </a:solidFill>
          <a:latin typeface="+mn-lt"/>
          <a:ea typeface="+mn-ea"/>
          <a:cs typeface="+mn-cs"/>
        </a:defRPr>
      </a:lvl6pPr>
      <a:lvl7pPr marL="3536254" indent="-272020" algn="l" defTabSz="1088078" rtl="0" eaLnBrk="1" latinLnBrk="0" hangingPunct="1">
        <a:spcBef>
          <a:spcPct val="20000"/>
        </a:spcBef>
        <a:buFont typeface="Arial" pitchFamily="34" charset="0"/>
        <a:buChar char="•"/>
        <a:defRPr sz="2500" kern="1200">
          <a:solidFill>
            <a:schemeClr val="tx1"/>
          </a:solidFill>
          <a:latin typeface="+mn-lt"/>
          <a:ea typeface="+mn-ea"/>
          <a:cs typeface="+mn-cs"/>
        </a:defRPr>
      </a:lvl7pPr>
      <a:lvl8pPr marL="4080294" indent="-272020" algn="l" defTabSz="1088078" rtl="0" eaLnBrk="1" latinLnBrk="0" hangingPunct="1">
        <a:spcBef>
          <a:spcPct val="20000"/>
        </a:spcBef>
        <a:buFont typeface="Arial" pitchFamily="34" charset="0"/>
        <a:buChar char="•"/>
        <a:defRPr sz="2500" kern="1200">
          <a:solidFill>
            <a:schemeClr val="tx1"/>
          </a:solidFill>
          <a:latin typeface="+mn-lt"/>
          <a:ea typeface="+mn-ea"/>
          <a:cs typeface="+mn-cs"/>
        </a:defRPr>
      </a:lvl8pPr>
      <a:lvl9pPr marL="4624332" indent="-272020" algn="l" defTabSz="1088078" rtl="0" eaLnBrk="1" latinLnBrk="0" hangingPunct="1">
        <a:spcBef>
          <a:spcPct val="20000"/>
        </a:spcBef>
        <a:buFont typeface="Arial" pitchFamily="34" charset="0"/>
        <a:buChar char="•"/>
        <a:defRPr sz="2500" kern="1200">
          <a:solidFill>
            <a:schemeClr val="tx1"/>
          </a:solidFill>
          <a:latin typeface="+mn-lt"/>
          <a:ea typeface="+mn-ea"/>
          <a:cs typeface="+mn-cs"/>
        </a:defRPr>
      </a:lvl9pPr>
    </p:bodyStyle>
    <p:otherStyle>
      <a:defPPr>
        <a:defRPr lang="en-US"/>
      </a:defPPr>
      <a:lvl1pPr marL="0" algn="l" defTabSz="1088078" rtl="0" eaLnBrk="1" latinLnBrk="0" hangingPunct="1">
        <a:defRPr sz="2200" kern="1200">
          <a:solidFill>
            <a:schemeClr val="tx1"/>
          </a:solidFill>
          <a:latin typeface="+mn-lt"/>
          <a:ea typeface="+mn-ea"/>
          <a:cs typeface="+mn-cs"/>
        </a:defRPr>
      </a:lvl1pPr>
      <a:lvl2pPr marL="544040" algn="l" defTabSz="1088078" rtl="0" eaLnBrk="1" latinLnBrk="0" hangingPunct="1">
        <a:defRPr sz="2200" kern="1200">
          <a:solidFill>
            <a:schemeClr val="tx1"/>
          </a:solidFill>
          <a:latin typeface="+mn-lt"/>
          <a:ea typeface="+mn-ea"/>
          <a:cs typeface="+mn-cs"/>
        </a:defRPr>
      </a:lvl2pPr>
      <a:lvl3pPr marL="1088078" algn="l" defTabSz="1088078" rtl="0" eaLnBrk="1" latinLnBrk="0" hangingPunct="1">
        <a:defRPr sz="2200" kern="1200">
          <a:solidFill>
            <a:schemeClr val="tx1"/>
          </a:solidFill>
          <a:latin typeface="+mn-lt"/>
          <a:ea typeface="+mn-ea"/>
          <a:cs typeface="+mn-cs"/>
        </a:defRPr>
      </a:lvl3pPr>
      <a:lvl4pPr marL="1632118" algn="l" defTabSz="1088078" rtl="0" eaLnBrk="1" latinLnBrk="0" hangingPunct="1">
        <a:defRPr sz="2200" kern="1200">
          <a:solidFill>
            <a:schemeClr val="tx1"/>
          </a:solidFill>
          <a:latin typeface="+mn-lt"/>
          <a:ea typeface="+mn-ea"/>
          <a:cs typeface="+mn-cs"/>
        </a:defRPr>
      </a:lvl4pPr>
      <a:lvl5pPr marL="2176156" algn="l" defTabSz="1088078" rtl="0" eaLnBrk="1" latinLnBrk="0" hangingPunct="1">
        <a:defRPr sz="2200" kern="1200">
          <a:solidFill>
            <a:schemeClr val="tx1"/>
          </a:solidFill>
          <a:latin typeface="+mn-lt"/>
          <a:ea typeface="+mn-ea"/>
          <a:cs typeface="+mn-cs"/>
        </a:defRPr>
      </a:lvl5pPr>
      <a:lvl6pPr marL="2720196" algn="l" defTabSz="1088078" rtl="0" eaLnBrk="1" latinLnBrk="0" hangingPunct="1">
        <a:defRPr sz="2200" kern="1200">
          <a:solidFill>
            <a:schemeClr val="tx1"/>
          </a:solidFill>
          <a:latin typeface="+mn-lt"/>
          <a:ea typeface="+mn-ea"/>
          <a:cs typeface="+mn-cs"/>
        </a:defRPr>
      </a:lvl6pPr>
      <a:lvl7pPr marL="3264234" algn="l" defTabSz="1088078" rtl="0" eaLnBrk="1" latinLnBrk="0" hangingPunct="1">
        <a:defRPr sz="2200" kern="1200">
          <a:solidFill>
            <a:schemeClr val="tx1"/>
          </a:solidFill>
          <a:latin typeface="+mn-lt"/>
          <a:ea typeface="+mn-ea"/>
          <a:cs typeface="+mn-cs"/>
        </a:defRPr>
      </a:lvl7pPr>
      <a:lvl8pPr marL="3808274" algn="l" defTabSz="1088078" rtl="0" eaLnBrk="1" latinLnBrk="0" hangingPunct="1">
        <a:defRPr sz="2200" kern="1200">
          <a:solidFill>
            <a:schemeClr val="tx1"/>
          </a:solidFill>
          <a:latin typeface="+mn-lt"/>
          <a:ea typeface="+mn-ea"/>
          <a:cs typeface="+mn-cs"/>
        </a:defRPr>
      </a:lvl8pPr>
      <a:lvl9pPr marL="4352314" algn="l" defTabSz="1088078" rtl="0" eaLnBrk="1" latinLnBrk="0" hangingPunct="1">
        <a:defRPr sz="22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551">
          <p15:clr>
            <a:srgbClr val="5ACBF0"/>
          </p15:clr>
        </p15:guide>
        <p15:guide id="2" pos="4127">
          <p15:clr>
            <a:srgbClr val="5ACBF0"/>
          </p15:clr>
        </p15:guide>
        <p15:guide id="3" orient="horz" pos="1872">
          <p15:clr>
            <a:srgbClr val="5ACBF0"/>
          </p15:clr>
        </p15:guide>
        <p15:guide id="4" orient="horz" pos="2448">
          <p15:clr>
            <a:srgbClr val="5ACBF0"/>
          </p15:clr>
        </p15:guide>
        <p15:guide id="5" pos="3839">
          <p15:clr>
            <a:srgbClr val="F26B43"/>
          </p15:clr>
        </p15:guide>
        <p15:guide id="6" orient="horz" pos="2160">
          <p15:clr>
            <a:srgbClr val="F26B43"/>
          </p15:clr>
        </p15:guide>
        <p15:guide id="7" orient="horz" pos="816">
          <p15:clr>
            <a:srgbClr val="F26B43"/>
          </p15:clr>
        </p15:guide>
        <p15:guide id="8" orient="horz" pos="1008">
          <p15:clr>
            <a:srgbClr val="F26B43"/>
          </p15:clr>
        </p15:guide>
        <p15:guide id="52" pos="2976">
          <p15:clr>
            <a:srgbClr val="5ACBF0"/>
          </p15:clr>
        </p15:guide>
        <p15:guide id="53" pos="2424">
          <p15:clr>
            <a:srgbClr val="5ACBF0"/>
          </p15:clr>
        </p15:guide>
        <p15:guide id="54" pos="1848">
          <p15:clr>
            <a:srgbClr val="5ACBF0"/>
          </p15:clr>
        </p15:guide>
        <p15:guide id="55" pos="1296">
          <p15:clr>
            <a:srgbClr val="5ACBF0"/>
          </p15:clr>
        </p15:guide>
        <p15:guide id="56" pos="720">
          <p15:clr>
            <a:srgbClr val="5ACBF0"/>
          </p15:clr>
        </p15:guide>
        <p15:guide id="57" pos="144">
          <p15:clr>
            <a:srgbClr val="5ACBF0"/>
          </p15:clr>
        </p15:guide>
        <p15:guide id="58" pos="4680">
          <p15:clr>
            <a:srgbClr val="5ACBF0"/>
          </p15:clr>
        </p15:guide>
        <p15:guide id="59" pos="5256">
          <p15:clr>
            <a:srgbClr val="5ACBF0"/>
          </p15:clr>
        </p15:guide>
        <p15:guide id="60" pos="5808">
          <p15:clr>
            <a:srgbClr val="5ACBF0"/>
          </p15:clr>
        </p15:guide>
        <p15:guide id="61" pos="6384">
          <p15:clr>
            <a:srgbClr val="5ACBF0"/>
          </p15:clr>
        </p15:guide>
        <p15:guide id="62" pos="6936">
          <p15:clr>
            <a:srgbClr val="5ACBF0"/>
          </p15:clr>
        </p15:guide>
        <p15:guide id="63" pos="7512">
          <p15:clr>
            <a:srgbClr val="5ACBF0"/>
          </p15:clr>
        </p15:guide>
        <p15:guide id="64" orient="horz" pos="168">
          <p15:clr>
            <a:srgbClr val="5ACBF0"/>
          </p15:clr>
        </p15:guide>
        <p15:guide id="65" orient="horz" pos="744">
          <p15:clr>
            <a:srgbClr val="5ACBF0"/>
          </p15:clr>
        </p15:guide>
        <p15:guide id="66" orient="horz" pos="1320">
          <p15:clr>
            <a:srgbClr val="5ACBF0"/>
          </p15:clr>
        </p15:guide>
        <p15:guide id="67" orient="horz" pos="3000">
          <p15:clr>
            <a:srgbClr val="5ACBF0"/>
          </p15:clr>
        </p15:guide>
        <p15:guide id="68" orient="horz" pos="3576">
          <p15:clr>
            <a:srgbClr val="5ACBF0"/>
          </p15:clr>
        </p15:guide>
        <p15:guide id="69" orient="horz" pos="4128">
          <p15:clr>
            <a:srgbClr val="5ACBF0"/>
          </p15:clr>
        </p15:guide>
        <p15:guide id="70" pos="240">
          <p15:clr>
            <a:srgbClr val="F26B43"/>
          </p15:clr>
        </p15:guide>
        <p15:guide id="71" pos="7440">
          <p15:clr>
            <a:srgbClr val="F26B43"/>
          </p15:clr>
        </p15:guide>
        <p15:guide id="72" orient="horz" pos="264">
          <p15:clr>
            <a:srgbClr val="F26B43"/>
          </p15:clr>
        </p15:guide>
        <p15:guide id="73" orient="horz" pos="4032">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5994" y="556381"/>
            <a:ext cx="11303917" cy="813819"/>
          </a:xfrm>
          <a:prstGeom prst="rect">
            <a:avLst/>
          </a:prstGeom>
        </p:spPr>
        <p:txBody>
          <a:bodyPr vert="horz" wrap="square" lIns="0" tIns="91440" rIns="146304" bIns="91440" rtlCol="0" anchor="t">
            <a:noAutofit/>
          </a:bodyPr>
          <a:lstStyle/>
          <a:p>
            <a:r>
              <a:rPr lang="en-US" dirty="0"/>
              <a:t>Heading Segoe UI </a:t>
            </a:r>
            <a:r>
              <a:rPr lang="en-US" dirty="0" err="1"/>
              <a:t>Semibold</a:t>
            </a:r>
            <a:r>
              <a:rPr lang="en-US" dirty="0"/>
              <a:t> 28/32</a:t>
            </a:r>
          </a:p>
        </p:txBody>
      </p:sp>
      <p:sp>
        <p:nvSpPr>
          <p:cNvPr id="4" name="Text Placeholder 3"/>
          <p:cNvSpPr>
            <a:spLocks noGrp="1"/>
          </p:cNvSpPr>
          <p:nvPr>
            <p:ph type="body" idx="1"/>
          </p:nvPr>
        </p:nvSpPr>
        <p:spPr>
          <a:xfrm>
            <a:off x="455994" y="1817560"/>
            <a:ext cx="11231768" cy="2021853"/>
          </a:xfrm>
          <a:prstGeom prst="rect">
            <a:avLst/>
          </a:prstGeom>
        </p:spPr>
        <p:txBody>
          <a:bodyPr vert="horz" wrap="square" lIns="0" tIns="91440" rIns="146304" bIns="91440" rtlCol="0">
            <a:spAutoFit/>
          </a:bodyPr>
          <a:lstStyle/>
          <a:p>
            <a:pPr lvl="1"/>
            <a:r>
              <a:rPr lang="en-US" dirty="0"/>
              <a:t>Large: subhead Segoe UI Regular 20/24</a:t>
            </a:r>
          </a:p>
          <a:p>
            <a:pPr lvl="1"/>
            <a:endParaRPr lang="en-US" dirty="0"/>
          </a:p>
          <a:p>
            <a:pPr lvl="2"/>
            <a:r>
              <a:rPr lang="en-US" dirty="0"/>
              <a:t>Medium: paragraph heading Segoe UI </a:t>
            </a:r>
            <a:r>
              <a:rPr lang="en-US" dirty="0" err="1"/>
              <a:t>Semibold</a:t>
            </a:r>
            <a:r>
              <a:rPr lang="en-US" dirty="0"/>
              <a:t> 14/18</a:t>
            </a:r>
          </a:p>
          <a:p>
            <a:pPr lvl="3"/>
            <a:r>
              <a:rPr lang="en-US" dirty="0"/>
              <a:t>Medium: paragraph body copy Segoe UI Regular 14/18</a:t>
            </a:r>
          </a:p>
          <a:p>
            <a:pPr lvl="3"/>
            <a:endParaRPr lang="en-US" dirty="0"/>
          </a:p>
          <a:p>
            <a:pPr lvl="4"/>
            <a:r>
              <a:rPr lang="en-US" dirty="0"/>
              <a:t>Small: caption heading Segoe UI Bold 10/12</a:t>
            </a:r>
          </a:p>
          <a:p>
            <a:pPr lvl="6"/>
            <a:r>
              <a:rPr lang="en-US" dirty="0"/>
              <a:t>Small: caption body copy Segoe UI Regular 10/12</a:t>
            </a:r>
          </a:p>
          <a:p>
            <a:pPr lvl="6"/>
            <a:endParaRPr lang="en-US" dirty="0"/>
          </a:p>
          <a:p>
            <a:pPr lvl="6"/>
            <a:endParaRPr lang="en-US" dirty="0"/>
          </a:p>
        </p:txBody>
      </p:sp>
      <p:pic>
        <p:nvPicPr>
          <p:cNvPr id="7" name="Picture 6"/>
          <p:cNvPicPr>
            <a:picLocks noChangeAspect="1"/>
          </p:cNvPicPr>
          <p:nvPr userDrawn="1"/>
        </p:nvPicPr>
        <p:blipFill>
          <a:blip r:embed="rId32" cstate="print">
            <a:extLst>
              <a:ext uri="{28A0092B-C50C-407E-A947-70E740481C1C}">
                <a14:useLocalDpi xmlns:a14="http://schemas.microsoft.com/office/drawing/2010/main" val="0"/>
              </a:ext>
            </a:extLst>
          </a:blip>
          <a:stretch>
            <a:fillRect/>
          </a:stretch>
        </p:blipFill>
        <p:spPr>
          <a:xfrm rot="5400000">
            <a:off x="9432277" y="2842059"/>
            <a:ext cx="6843271" cy="1164777"/>
          </a:xfrm>
          <a:prstGeom prst="rect">
            <a:avLst/>
          </a:prstGeom>
        </p:spPr>
      </p:pic>
    </p:spTree>
    <p:extLst>
      <p:ext uri="{BB962C8B-B14F-4D97-AF65-F5344CB8AC3E}">
        <p14:creationId xmlns:p14="http://schemas.microsoft.com/office/powerpoint/2010/main" val="398767987"/>
      </p:ext>
    </p:extLst>
  </p:cSld>
  <p:clrMap bg1="lt1" tx1="dk1" bg2="lt2" tx2="dk2" accent1="accent1" accent2="accent2" accent3="accent3" accent4="accent4" accent5="accent5" accent6="accent6" hlink="hlink" folHlink="folHlink"/>
  <p:sldLayoutIdLst>
    <p:sldLayoutId id="2147484750" r:id="rId1"/>
    <p:sldLayoutId id="2147484751" r:id="rId2"/>
    <p:sldLayoutId id="2147484752" r:id="rId3"/>
    <p:sldLayoutId id="2147484753" r:id="rId4"/>
    <p:sldLayoutId id="2147484754" r:id="rId5"/>
    <p:sldLayoutId id="2147484755" r:id="rId6"/>
    <p:sldLayoutId id="2147484756" r:id="rId7"/>
    <p:sldLayoutId id="2147484757" r:id="rId8"/>
    <p:sldLayoutId id="2147484758" r:id="rId9"/>
    <p:sldLayoutId id="2147484759" r:id="rId10"/>
    <p:sldLayoutId id="2147484760" r:id="rId11"/>
    <p:sldLayoutId id="2147484761" r:id="rId12"/>
    <p:sldLayoutId id="2147484762" r:id="rId13"/>
    <p:sldLayoutId id="2147484763" r:id="rId14"/>
    <p:sldLayoutId id="2147484764" r:id="rId15"/>
    <p:sldLayoutId id="2147484765" r:id="rId16"/>
    <p:sldLayoutId id="2147484766" r:id="rId17"/>
    <p:sldLayoutId id="2147484767" r:id="rId18"/>
    <p:sldLayoutId id="2147484768" r:id="rId19"/>
    <p:sldLayoutId id="2147484769" r:id="rId20"/>
    <p:sldLayoutId id="2147484770" r:id="rId21"/>
    <p:sldLayoutId id="2147484771" r:id="rId22"/>
    <p:sldLayoutId id="2147484772" r:id="rId23"/>
    <p:sldLayoutId id="2147484773" r:id="rId24"/>
    <p:sldLayoutId id="2147484774" r:id="rId25"/>
    <p:sldLayoutId id="2147484775" r:id="rId26"/>
    <p:sldLayoutId id="2147484776" r:id="rId27"/>
    <p:sldLayoutId id="2147484777" r:id="rId28"/>
    <p:sldLayoutId id="2147484778" r:id="rId29"/>
    <p:sldLayoutId id="2147484779" r:id="rId30"/>
  </p:sldLayoutIdLst>
  <p:transition>
    <p:fade/>
  </p:transition>
  <p:hf hdr="0" dt="0"/>
  <p:txStyles>
    <p:titleStyle>
      <a:lvl1pPr algn="l" defTabSz="914367" rtl="0" eaLnBrk="1" latinLnBrk="0" hangingPunct="1">
        <a:lnSpc>
          <a:spcPct val="90000"/>
        </a:lnSpc>
        <a:spcBef>
          <a:spcPct val="0"/>
        </a:spcBef>
        <a:buNone/>
        <a:defRPr lang="en-US" sz="2745" b="0" kern="1200" cap="none" spc="-49" baseline="0" dirty="0" smtClean="0">
          <a:ln w="3175">
            <a:noFill/>
          </a:ln>
          <a:solidFill>
            <a:srgbClr val="000000"/>
          </a:solidFill>
          <a:effectLst/>
          <a:latin typeface="+mj-lt"/>
          <a:ea typeface="+mn-ea"/>
          <a:cs typeface="Segoe UI" pitchFamily="34" charset="0"/>
        </a:defRPr>
      </a:lvl1pPr>
    </p:titleStyle>
    <p:bodyStyle>
      <a:lvl1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0"/>
        </a:spcBef>
        <a:spcAft>
          <a:spcPts val="0"/>
        </a:spcAft>
        <a:buClrTx/>
        <a:buSzPct val="90000"/>
        <a:buFontTx/>
        <a:buNone/>
        <a:tabLst/>
        <a:defRPr sz="1961" kern="1200" spc="0" baseline="0">
          <a:solidFill>
            <a:srgbClr val="000000"/>
          </a:solidFill>
          <a:latin typeface="+mn-lt"/>
          <a:ea typeface="+mn-ea"/>
          <a:cs typeface="+mn-cs"/>
        </a:defRPr>
      </a:lvl2pPr>
      <a:lvl3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1372" kern="1200" spc="0" baseline="0">
          <a:solidFill>
            <a:schemeClr val="tx2"/>
          </a:solidFill>
          <a:latin typeface="+mj-lt"/>
          <a:ea typeface="+mn-ea"/>
          <a:cs typeface="+mn-cs"/>
        </a:defRPr>
      </a:lvl3pPr>
      <a:lvl4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1372" kern="1200" spc="0" baseline="0">
          <a:solidFill>
            <a:srgbClr val="000000"/>
          </a:solidFill>
          <a:latin typeface="+mn-lt"/>
          <a:ea typeface="+mn-ea"/>
          <a:cs typeface="+mn-cs"/>
        </a:defRPr>
      </a:lvl4pPr>
      <a:lvl5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980" b="1" kern="1200" spc="0" baseline="0">
          <a:solidFill>
            <a:srgbClr val="000000"/>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0"/>
        </a:spcBef>
        <a:spcAft>
          <a:spcPts val="0"/>
        </a:spcAft>
        <a:buFont typeface="Arial" pitchFamily="34" charset="0"/>
        <a:buNone/>
        <a:defRPr sz="980" kern="1200">
          <a:solidFill>
            <a:srgbClr val="000000"/>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p:bodyStyle>
    <p:other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49">
          <p15:clr>
            <a:srgbClr val="C35EA4"/>
          </p15:clr>
        </p15:guide>
        <p15:guide id="32" pos="1528">
          <p15:clr>
            <a:srgbClr val="C35EA4"/>
          </p15:clr>
        </p15:guide>
        <p15:guide id="33" pos="2621">
          <p15:clr>
            <a:srgbClr val="C35EA4"/>
          </p15:clr>
        </p15:guide>
        <p15:guide id="34" pos="2765">
          <p15:clr>
            <a:srgbClr val="C35EA4"/>
          </p15:clr>
        </p15:guide>
        <p15:guide id="35" pos="3854">
          <p15:clr>
            <a:srgbClr val="C35EA4"/>
          </p15:clr>
        </p15:guide>
        <p15:guide id="36" pos="4003">
          <p15:clr>
            <a:srgbClr val="C35EA4"/>
          </p15:clr>
        </p15:guide>
        <p15:guide id="37" pos="5083">
          <p15:clr>
            <a:srgbClr val="C35EA4"/>
          </p15:clr>
        </p15:guide>
        <p15:guide id="38" pos="5230">
          <p15:clr>
            <a:srgbClr val="C35EA4"/>
          </p15:clr>
        </p15:guide>
        <p15:guide id="39" pos="6323">
          <p15:clr>
            <a:srgbClr val="C35EA4"/>
          </p15:clr>
        </p15:guide>
        <p15:guide id="40" pos="6469">
          <p15:clr>
            <a:srgbClr val="C35EA4"/>
          </p15:clr>
        </p15:guide>
        <p15:guide id="41" pos="269">
          <p15:clr>
            <a:srgbClr val="F26B43"/>
          </p15:clr>
        </p15:guide>
        <p15:guide id="42" pos="7565">
          <p15:clr>
            <a:srgbClr val="F26B43"/>
          </p15:clr>
        </p15:guide>
        <p15:guide id="43" orient="horz" pos="751">
          <p15:clr>
            <a:srgbClr val="5ACBF0"/>
          </p15:clr>
        </p15:guide>
        <p15:guide id="44" orient="horz" pos="1387">
          <p15:clr>
            <a:srgbClr val="5ACBF0"/>
          </p15:clr>
        </p15:guide>
        <p15:guide id="45" orient="horz" pos="605">
          <p15:clr>
            <a:srgbClr val="5ACBF0"/>
          </p15:clr>
        </p15:guide>
        <p15:guide id="46" orient="horz" pos="1514">
          <p15:clr>
            <a:srgbClr val="5ACBF0"/>
          </p15:clr>
        </p15:guide>
        <p15:guide id="47" orient="horz" pos="2130">
          <p15:clr>
            <a:srgbClr val="5ACBF0"/>
          </p15:clr>
        </p15:guide>
        <p15:guide id="48" orient="horz" pos="2299">
          <p15:clr>
            <a:srgbClr val="5ACBF0"/>
          </p15:clr>
        </p15:guide>
        <p15:guide id="49" orient="horz" pos="283">
          <p15:clr>
            <a:srgbClr val="F26B43"/>
          </p15:clr>
        </p15:guide>
        <p15:guide id="50" orient="horz" pos="4123">
          <p15:clr>
            <a:srgbClr val="F26B43"/>
          </p15:clr>
        </p15:guide>
        <p15:guide id="51" orient="horz" pos="2891">
          <p15:clr>
            <a:srgbClr val="5ACBF0"/>
          </p15:clr>
        </p15:guide>
        <p15:guide id="52" orient="horz" pos="3019">
          <p15:clr>
            <a:srgbClr val="5ACBF0"/>
          </p15:clr>
        </p15:guide>
        <p15:guide id="53" orient="horz" pos="3643">
          <p15:clr>
            <a:srgbClr val="5ACBF0"/>
          </p15:clr>
        </p15:guide>
        <p15:guide id="54" orient="horz" pos="3763">
          <p15:clr>
            <a:srgbClr val="5ACBF0"/>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5994" y="556381"/>
            <a:ext cx="11303917" cy="813819"/>
          </a:xfrm>
          <a:prstGeom prst="rect">
            <a:avLst/>
          </a:prstGeom>
        </p:spPr>
        <p:txBody>
          <a:bodyPr vert="horz" wrap="square" lIns="0" tIns="91440" rIns="146304" bIns="91440" rtlCol="0" anchor="t">
            <a:noAutofit/>
          </a:bodyPr>
          <a:lstStyle/>
          <a:p>
            <a:r>
              <a:rPr lang="en-US" dirty="0"/>
              <a:t>Heading Segoe UI </a:t>
            </a:r>
            <a:r>
              <a:rPr lang="en-US" dirty="0" err="1"/>
              <a:t>Semibold</a:t>
            </a:r>
            <a:r>
              <a:rPr lang="en-US" dirty="0"/>
              <a:t> 28/32</a:t>
            </a:r>
          </a:p>
        </p:txBody>
      </p:sp>
      <p:sp>
        <p:nvSpPr>
          <p:cNvPr id="4" name="Text Placeholder 3"/>
          <p:cNvSpPr>
            <a:spLocks noGrp="1"/>
          </p:cNvSpPr>
          <p:nvPr>
            <p:ph type="body" idx="1"/>
          </p:nvPr>
        </p:nvSpPr>
        <p:spPr>
          <a:xfrm>
            <a:off x="455994" y="1817560"/>
            <a:ext cx="11231768" cy="2021853"/>
          </a:xfrm>
          <a:prstGeom prst="rect">
            <a:avLst/>
          </a:prstGeom>
        </p:spPr>
        <p:txBody>
          <a:bodyPr vert="horz" wrap="square" lIns="0" tIns="91440" rIns="146304" bIns="91440" rtlCol="0">
            <a:spAutoFit/>
          </a:bodyPr>
          <a:lstStyle/>
          <a:p>
            <a:pPr lvl="1"/>
            <a:r>
              <a:rPr lang="en-US" dirty="0"/>
              <a:t>Large: subhead Segoe UI Regular 20/24</a:t>
            </a:r>
          </a:p>
          <a:p>
            <a:pPr lvl="1"/>
            <a:endParaRPr lang="en-US" dirty="0"/>
          </a:p>
          <a:p>
            <a:pPr lvl="2"/>
            <a:r>
              <a:rPr lang="en-US" dirty="0"/>
              <a:t>Medium: paragraph heading Segoe UI </a:t>
            </a:r>
            <a:r>
              <a:rPr lang="en-US" dirty="0" err="1"/>
              <a:t>Semibold</a:t>
            </a:r>
            <a:r>
              <a:rPr lang="en-US" dirty="0"/>
              <a:t> 14/18</a:t>
            </a:r>
          </a:p>
          <a:p>
            <a:pPr lvl="3"/>
            <a:r>
              <a:rPr lang="en-US" dirty="0"/>
              <a:t>Medium: paragraph body copy Segoe UI Regular 14/18</a:t>
            </a:r>
          </a:p>
          <a:p>
            <a:pPr lvl="3"/>
            <a:endParaRPr lang="en-US" dirty="0"/>
          </a:p>
          <a:p>
            <a:pPr lvl="4"/>
            <a:r>
              <a:rPr lang="en-US" dirty="0"/>
              <a:t>Small: caption heading Segoe UI Bold 10/12</a:t>
            </a:r>
          </a:p>
          <a:p>
            <a:pPr lvl="6"/>
            <a:r>
              <a:rPr lang="en-US" dirty="0"/>
              <a:t>Small: caption body copy Segoe UI Regular 10/12</a:t>
            </a:r>
          </a:p>
          <a:p>
            <a:pPr lvl="6"/>
            <a:endParaRPr lang="en-US" dirty="0"/>
          </a:p>
          <a:p>
            <a:pPr lvl="6"/>
            <a:endParaRPr lang="en-US" dirty="0"/>
          </a:p>
        </p:txBody>
      </p:sp>
      <p:pic>
        <p:nvPicPr>
          <p:cNvPr id="7" name="Picture 6"/>
          <p:cNvPicPr>
            <a:picLocks noChangeAspect="1"/>
          </p:cNvPicPr>
          <p:nvPr userDrawn="1"/>
        </p:nvPicPr>
        <p:blipFill>
          <a:blip r:embed="rId34" cstate="print">
            <a:extLst>
              <a:ext uri="{28A0092B-C50C-407E-A947-70E740481C1C}">
                <a14:useLocalDpi xmlns:a14="http://schemas.microsoft.com/office/drawing/2010/main" val="0"/>
              </a:ext>
            </a:extLst>
          </a:blip>
          <a:stretch>
            <a:fillRect/>
          </a:stretch>
        </p:blipFill>
        <p:spPr>
          <a:xfrm rot="5400000">
            <a:off x="9432277" y="2842059"/>
            <a:ext cx="6843271" cy="1164777"/>
          </a:xfrm>
          <a:prstGeom prst="rect">
            <a:avLst/>
          </a:prstGeom>
        </p:spPr>
      </p:pic>
    </p:spTree>
    <p:extLst>
      <p:ext uri="{BB962C8B-B14F-4D97-AF65-F5344CB8AC3E}">
        <p14:creationId xmlns:p14="http://schemas.microsoft.com/office/powerpoint/2010/main" val="2497186214"/>
      </p:ext>
    </p:extLst>
  </p:cSld>
  <p:clrMap bg1="lt1" tx1="dk1" bg2="lt2" tx2="dk2" accent1="accent1" accent2="accent2" accent3="accent3" accent4="accent4" accent5="accent5" accent6="accent6" hlink="hlink" folHlink="folHlink"/>
  <p:sldLayoutIdLst>
    <p:sldLayoutId id="2147484781" r:id="rId1"/>
    <p:sldLayoutId id="2147484782" r:id="rId2"/>
    <p:sldLayoutId id="2147484783" r:id="rId3"/>
    <p:sldLayoutId id="2147484784" r:id="rId4"/>
    <p:sldLayoutId id="2147484785" r:id="rId5"/>
    <p:sldLayoutId id="2147484786" r:id="rId6"/>
    <p:sldLayoutId id="2147484787" r:id="rId7"/>
    <p:sldLayoutId id="2147484788" r:id="rId8"/>
    <p:sldLayoutId id="2147484789" r:id="rId9"/>
    <p:sldLayoutId id="2147484790" r:id="rId10"/>
    <p:sldLayoutId id="2147484791" r:id="rId11"/>
    <p:sldLayoutId id="2147484792" r:id="rId12"/>
    <p:sldLayoutId id="2147484793" r:id="rId13"/>
    <p:sldLayoutId id="2147484794" r:id="rId14"/>
    <p:sldLayoutId id="2147484795" r:id="rId15"/>
    <p:sldLayoutId id="2147484796" r:id="rId16"/>
    <p:sldLayoutId id="2147484797" r:id="rId17"/>
    <p:sldLayoutId id="2147484798" r:id="rId18"/>
    <p:sldLayoutId id="2147484799" r:id="rId19"/>
    <p:sldLayoutId id="2147484800" r:id="rId20"/>
    <p:sldLayoutId id="2147484801" r:id="rId21"/>
    <p:sldLayoutId id="2147484802" r:id="rId22"/>
    <p:sldLayoutId id="2147484803" r:id="rId23"/>
    <p:sldLayoutId id="2147484804" r:id="rId24"/>
    <p:sldLayoutId id="2147484805" r:id="rId25"/>
    <p:sldLayoutId id="2147484806" r:id="rId26"/>
    <p:sldLayoutId id="2147484807" r:id="rId27"/>
    <p:sldLayoutId id="2147484808" r:id="rId28"/>
    <p:sldLayoutId id="2147484809" r:id="rId29"/>
    <p:sldLayoutId id="2147484810" r:id="rId30"/>
    <p:sldLayoutId id="2147484811" r:id="rId31"/>
    <p:sldLayoutId id="2147484812" r:id="rId32"/>
  </p:sldLayoutIdLst>
  <p:transition>
    <p:fade/>
  </p:transition>
  <p:hf hdr="0" dt="0"/>
  <p:txStyles>
    <p:titleStyle>
      <a:lvl1pPr algn="l" defTabSz="914367" rtl="0" eaLnBrk="1" latinLnBrk="0" hangingPunct="1">
        <a:lnSpc>
          <a:spcPct val="90000"/>
        </a:lnSpc>
        <a:spcBef>
          <a:spcPct val="0"/>
        </a:spcBef>
        <a:buNone/>
        <a:defRPr lang="en-US" sz="2745" b="0" kern="1200" cap="none" spc="-49" baseline="0" dirty="0" smtClean="0">
          <a:ln w="3175">
            <a:noFill/>
          </a:ln>
          <a:solidFill>
            <a:srgbClr val="000000"/>
          </a:solidFill>
          <a:effectLst/>
          <a:latin typeface="+mj-lt"/>
          <a:ea typeface="+mn-ea"/>
          <a:cs typeface="Segoe UI" pitchFamily="34" charset="0"/>
        </a:defRPr>
      </a:lvl1pPr>
    </p:titleStyle>
    <p:bodyStyle>
      <a:lvl1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0"/>
        </a:spcBef>
        <a:spcAft>
          <a:spcPts val="0"/>
        </a:spcAft>
        <a:buClrTx/>
        <a:buSzPct val="90000"/>
        <a:buFontTx/>
        <a:buNone/>
        <a:tabLst/>
        <a:defRPr sz="1961" kern="1200" spc="0" baseline="0">
          <a:solidFill>
            <a:srgbClr val="000000"/>
          </a:solidFill>
          <a:latin typeface="+mn-lt"/>
          <a:ea typeface="+mn-ea"/>
          <a:cs typeface="+mn-cs"/>
        </a:defRPr>
      </a:lvl2pPr>
      <a:lvl3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1372" kern="1200" spc="0" baseline="0">
          <a:solidFill>
            <a:schemeClr val="tx2"/>
          </a:solidFill>
          <a:latin typeface="+mj-lt"/>
          <a:ea typeface="+mn-ea"/>
          <a:cs typeface="+mn-cs"/>
        </a:defRPr>
      </a:lvl3pPr>
      <a:lvl4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1372" kern="1200" spc="0" baseline="0">
          <a:solidFill>
            <a:srgbClr val="000000"/>
          </a:solidFill>
          <a:latin typeface="+mn-lt"/>
          <a:ea typeface="+mn-ea"/>
          <a:cs typeface="+mn-cs"/>
        </a:defRPr>
      </a:lvl4pPr>
      <a:lvl5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980" b="1" kern="1200" spc="0" baseline="0">
          <a:solidFill>
            <a:srgbClr val="000000"/>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0"/>
        </a:spcBef>
        <a:spcAft>
          <a:spcPts val="0"/>
        </a:spcAft>
        <a:buFont typeface="Arial" pitchFamily="34" charset="0"/>
        <a:buNone/>
        <a:defRPr sz="980" kern="1200">
          <a:solidFill>
            <a:srgbClr val="000000"/>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p:bodyStyle>
    <p:other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49">
          <p15:clr>
            <a:srgbClr val="C35EA4"/>
          </p15:clr>
        </p15:guide>
        <p15:guide id="32" pos="1528">
          <p15:clr>
            <a:srgbClr val="C35EA4"/>
          </p15:clr>
        </p15:guide>
        <p15:guide id="33" pos="2621">
          <p15:clr>
            <a:srgbClr val="C35EA4"/>
          </p15:clr>
        </p15:guide>
        <p15:guide id="34" pos="2765">
          <p15:clr>
            <a:srgbClr val="C35EA4"/>
          </p15:clr>
        </p15:guide>
        <p15:guide id="35" pos="3854">
          <p15:clr>
            <a:srgbClr val="C35EA4"/>
          </p15:clr>
        </p15:guide>
        <p15:guide id="36" pos="4003">
          <p15:clr>
            <a:srgbClr val="C35EA4"/>
          </p15:clr>
        </p15:guide>
        <p15:guide id="37" pos="5083">
          <p15:clr>
            <a:srgbClr val="C35EA4"/>
          </p15:clr>
        </p15:guide>
        <p15:guide id="38" pos="5230">
          <p15:clr>
            <a:srgbClr val="C35EA4"/>
          </p15:clr>
        </p15:guide>
        <p15:guide id="39" pos="6323">
          <p15:clr>
            <a:srgbClr val="C35EA4"/>
          </p15:clr>
        </p15:guide>
        <p15:guide id="40" pos="6469">
          <p15:clr>
            <a:srgbClr val="C35EA4"/>
          </p15:clr>
        </p15:guide>
        <p15:guide id="41" pos="269">
          <p15:clr>
            <a:srgbClr val="F26B43"/>
          </p15:clr>
        </p15:guide>
        <p15:guide id="42" pos="7565">
          <p15:clr>
            <a:srgbClr val="F26B43"/>
          </p15:clr>
        </p15:guide>
        <p15:guide id="43" orient="horz" pos="751">
          <p15:clr>
            <a:srgbClr val="5ACBF0"/>
          </p15:clr>
        </p15:guide>
        <p15:guide id="44" orient="horz" pos="1387">
          <p15:clr>
            <a:srgbClr val="5ACBF0"/>
          </p15:clr>
        </p15:guide>
        <p15:guide id="45" orient="horz" pos="605">
          <p15:clr>
            <a:srgbClr val="5ACBF0"/>
          </p15:clr>
        </p15:guide>
        <p15:guide id="46" orient="horz" pos="1514">
          <p15:clr>
            <a:srgbClr val="5ACBF0"/>
          </p15:clr>
        </p15:guide>
        <p15:guide id="47" orient="horz" pos="2130">
          <p15:clr>
            <a:srgbClr val="5ACBF0"/>
          </p15:clr>
        </p15:guide>
        <p15:guide id="48" orient="horz" pos="2299">
          <p15:clr>
            <a:srgbClr val="5ACBF0"/>
          </p15:clr>
        </p15:guide>
        <p15:guide id="49" orient="horz" pos="283">
          <p15:clr>
            <a:srgbClr val="F26B43"/>
          </p15:clr>
        </p15:guide>
        <p15:guide id="50" orient="horz" pos="4123">
          <p15:clr>
            <a:srgbClr val="F26B43"/>
          </p15:clr>
        </p15:guide>
        <p15:guide id="51" orient="horz" pos="2891">
          <p15:clr>
            <a:srgbClr val="5ACBF0"/>
          </p15:clr>
        </p15:guide>
        <p15:guide id="52" orient="horz" pos="3019">
          <p15:clr>
            <a:srgbClr val="5ACBF0"/>
          </p15:clr>
        </p15:guide>
        <p15:guide id="53" orient="horz" pos="3643">
          <p15:clr>
            <a:srgbClr val="5ACBF0"/>
          </p15:clr>
        </p15:guide>
        <p15:guide id="54" orient="horz" pos="3763">
          <p15:clr>
            <a:srgbClr val="5ACBF0"/>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8643" y="440494"/>
            <a:ext cx="11341268" cy="680196"/>
          </a:xfrm>
          <a:prstGeom prst="rect">
            <a:avLst/>
          </a:prstGeom>
        </p:spPr>
        <p:txBody>
          <a:bodyPr vert="horz" wrap="square" lIns="0" tIns="91440" rIns="146304" bIns="91440" rtlCol="0" anchor="t">
            <a:noAutofit/>
          </a:bodyPr>
          <a:lstStyle/>
          <a:p>
            <a:r>
              <a:rPr lang="en-US" dirty="0"/>
              <a:t>Heading Segoe UI </a:t>
            </a:r>
            <a:r>
              <a:rPr lang="en-US" dirty="0" err="1"/>
              <a:t>Semibold</a:t>
            </a:r>
            <a:r>
              <a:rPr lang="en-US" dirty="0"/>
              <a:t> 28/32</a:t>
            </a:r>
          </a:p>
        </p:txBody>
      </p:sp>
      <p:sp>
        <p:nvSpPr>
          <p:cNvPr id="4" name="Text Placeholder 3"/>
          <p:cNvSpPr>
            <a:spLocks noGrp="1"/>
          </p:cNvSpPr>
          <p:nvPr>
            <p:ph type="body" idx="1"/>
          </p:nvPr>
        </p:nvSpPr>
        <p:spPr>
          <a:xfrm>
            <a:off x="418643" y="1456898"/>
            <a:ext cx="11341268" cy="2492990"/>
          </a:xfrm>
          <a:prstGeom prst="rect">
            <a:avLst/>
          </a:prstGeom>
        </p:spPr>
        <p:txBody>
          <a:bodyPr vert="horz" wrap="square" lIns="0" tIns="91440" rIns="146304" bIns="91440" rtlCol="0">
            <a:spAutoFit/>
          </a:bodyPr>
          <a:lstStyle/>
          <a:p>
            <a:pPr lvl="1"/>
            <a:r>
              <a:rPr lang="en-US" dirty="0"/>
              <a:t>Large: subhead Segoe UI Regular 20/24</a:t>
            </a:r>
          </a:p>
          <a:p>
            <a:pPr lvl="2"/>
            <a:r>
              <a:rPr lang="en-US" dirty="0"/>
              <a:t>Medium: paragraph heading Segoe UI </a:t>
            </a:r>
            <a:r>
              <a:rPr lang="en-US" dirty="0" err="1"/>
              <a:t>Semibold</a:t>
            </a:r>
            <a:r>
              <a:rPr lang="en-US" dirty="0"/>
              <a:t> 14/18</a:t>
            </a:r>
          </a:p>
          <a:p>
            <a:pPr lvl="3"/>
            <a:r>
              <a:rPr lang="en-US" dirty="0"/>
              <a:t>Medium: paragraph body copy Segoe UI Regular 14/18</a:t>
            </a:r>
          </a:p>
          <a:p>
            <a:pPr lvl="4"/>
            <a:r>
              <a:rPr lang="en-US" dirty="0"/>
              <a:t>Small: caption heading Segoe UI Bold 10/12</a:t>
            </a:r>
          </a:p>
          <a:p>
            <a:pPr lvl="6"/>
            <a:r>
              <a:rPr lang="en-US" dirty="0"/>
              <a:t>Small: caption body copy Segoe UI Regular 10/12</a:t>
            </a:r>
          </a:p>
          <a:p>
            <a:pPr lvl="6"/>
            <a:endParaRPr lang="en-US" dirty="0"/>
          </a:p>
          <a:p>
            <a:pPr lvl="6"/>
            <a:endParaRPr lang="en-US" dirty="0"/>
          </a:p>
        </p:txBody>
      </p:sp>
      <p:grpSp>
        <p:nvGrpSpPr>
          <p:cNvPr id="13" name="Group 12">
            <a:extLst>
              <a:ext uri="{FF2B5EF4-FFF2-40B4-BE49-F238E27FC236}">
                <a16:creationId xmlns:a16="http://schemas.microsoft.com/office/drawing/2014/main" id="{E44624BD-1B5A-49BF-A660-FB967C992154}"/>
              </a:ext>
            </a:extLst>
          </p:cNvPr>
          <p:cNvGrpSpPr/>
          <p:nvPr userDrawn="1"/>
        </p:nvGrpSpPr>
        <p:grpSpPr>
          <a:xfrm rot="5400000">
            <a:off x="9114924" y="3156600"/>
            <a:ext cx="6843276" cy="530076"/>
            <a:chOff x="-2857775" y="8147048"/>
            <a:chExt cx="11623156" cy="1498603"/>
          </a:xfrm>
        </p:grpSpPr>
        <p:sp>
          <p:nvSpPr>
            <p:cNvPr id="14" name="Rectangle 13">
              <a:extLst>
                <a:ext uri="{FF2B5EF4-FFF2-40B4-BE49-F238E27FC236}">
                  <a16:creationId xmlns:a16="http://schemas.microsoft.com/office/drawing/2014/main" id="{B7BB6BA6-0E25-40ED-9E86-E1ADB171F38F}"/>
                </a:ext>
              </a:extLst>
            </p:cNvPr>
            <p:cNvSpPr/>
            <p:nvPr userDrawn="1"/>
          </p:nvSpPr>
          <p:spPr bwMode="auto">
            <a:xfrm>
              <a:off x="5983100" y="8147051"/>
              <a:ext cx="2782281" cy="1498598"/>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bg1"/>
                  </a:solidFill>
                  <a:ea typeface="Segoe UI" pitchFamily="34" charset="0"/>
                  <a:cs typeface="Segoe UI" pitchFamily="34" charset="0"/>
                </a:rPr>
                <a:t>Gray</a:t>
              </a:r>
            </a:p>
            <a:p>
              <a:pPr defTabSz="914102" fontAlgn="base">
                <a:spcBef>
                  <a:spcPct val="0"/>
                </a:spcBef>
                <a:spcAft>
                  <a:spcPts val="98"/>
                </a:spcAft>
              </a:pPr>
              <a:r>
                <a:rPr lang="en-US" sz="588" dirty="0">
                  <a:solidFill>
                    <a:schemeClr val="bg1"/>
                  </a:solidFill>
                  <a:ea typeface="Segoe UI" pitchFamily="34" charset="0"/>
                  <a:cs typeface="Segoe UI" pitchFamily="34" charset="0"/>
                </a:rPr>
                <a:t>R117 G117 B122</a:t>
              </a:r>
            </a:p>
            <a:p>
              <a:pPr defTabSz="914102" fontAlgn="base">
                <a:spcBef>
                  <a:spcPct val="0"/>
                </a:spcBef>
                <a:spcAft>
                  <a:spcPts val="98"/>
                </a:spcAft>
              </a:pPr>
              <a:r>
                <a:rPr lang="en-US" sz="588" dirty="0">
                  <a:solidFill>
                    <a:schemeClr val="bg1"/>
                  </a:solidFill>
                  <a:ea typeface="Segoe UI" pitchFamily="34" charset="0"/>
                  <a:cs typeface="Segoe UI" pitchFamily="34" charset="0"/>
                </a:rPr>
                <a:t>Hex #75757A</a:t>
              </a:r>
            </a:p>
          </p:txBody>
        </p:sp>
        <p:sp>
          <p:nvSpPr>
            <p:cNvPr id="15" name="Rectangle 14">
              <a:extLst>
                <a:ext uri="{FF2B5EF4-FFF2-40B4-BE49-F238E27FC236}">
                  <a16:creationId xmlns:a16="http://schemas.microsoft.com/office/drawing/2014/main" id="{2B86C892-8813-4C52-B1CD-6C3224A42168}"/>
                </a:ext>
              </a:extLst>
            </p:cNvPr>
            <p:cNvSpPr/>
            <p:nvPr userDrawn="1"/>
          </p:nvSpPr>
          <p:spPr bwMode="auto">
            <a:xfrm>
              <a:off x="3154167" y="8147050"/>
              <a:ext cx="2827669" cy="149859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bg1"/>
                  </a:solidFill>
                  <a:ea typeface="Segoe UI" pitchFamily="34" charset="0"/>
                  <a:cs typeface="Segoe UI" pitchFamily="34" charset="0"/>
                </a:rPr>
                <a:t>Blue-Gray</a:t>
              </a:r>
            </a:p>
            <a:p>
              <a:pPr defTabSz="914102" fontAlgn="base">
                <a:spcBef>
                  <a:spcPct val="0"/>
                </a:spcBef>
                <a:spcAft>
                  <a:spcPts val="98"/>
                </a:spcAft>
              </a:pPr>
              <a:r>
                <a:rPr lang="en-US" sz="588" dirty="0">
                  <a:solidFill>
                    <a:schemeClr val="bg1"/>
                  </a:solidFill>
                  <a:ea typeface="Segoe UI" pitchFamily="34" charset="0"/>
                  <a:cs typeface="Segoe UI" pitchFamily="34" charset="0"/>
                </a:rPr>
                <a:t>R36 G58 B94</a:t>
              </a:r>
            </a:p>
            <a:p>
              <a:pPr defTabSz="914102" fontAlgn="base">
                <a:spcBef>
                  <a:spcPct val="0"/>
                </a:spcBef>
                <a:spcAft>
                  <a:spcPts val="98"/>
                </a:spcAft>
              </a:pPr>
              <a:r>
                <a:rPr lang="en-US" sz="588" dirty="0">
                  <a:solidFill>
                    <a:schemeClr val="bg1"/>
                  </a:solidFill>
                  <a:ea typeface="Segoe UI" pitchFamily="34" charset="0"/>
                  <a:cs typeface="Segoe UI" pitchFamily="34" charset="0"/>
                </a:rPr>
                <a:t>Hex #243A5E</a:t>
              </a:r>
            </a:p>
          </p:txBody>
        </p:sp>
        <p:sp>
          <p:nvSpPr>
            <p:cNvPr id="16" name="Rectangle 15">
              <a:extLst>
                <a:ext uri="{FF2B5EF4-FFF2-40B4-BE49-F238E27FC236}">
                  <a16:creationId xmlns:a16="http://schemas.microsoft.com/office/drawing/2014/main" id="{C6F005C9-9D4A-4760-B079-613D55BEF6C1}"/>
                </a:ext>
              </a:extLst>
            </p:cNvPr>
            <p:cNvSpPr/>
            <p:nvPr userDrawn="1"/>
          </p:nvSpPr>
          <p:spPr bwMode="auto">
            <a:xfrm>
              <a:off x="465139" y="8147051"/>
              <a:ext cx="2689028" cy="1498600"/>
            </a:xfrm>
            <a:prstGeom prst="rect">
              <a:avLst/>
            </a:prstGeom>
            <a:solidFill>
              <a:schemeClr val="tx2"/>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bg1"/>
                  </a:solidFill>
                  <a:ea typeface="Segoe UI" pitchFamily="34" charset="0"/>
                  <a:cs typeface="Segoe UI" pitchFamily="34" charset="0"/>
                </a:rPr>
                <a:t>Blue</a:t>
              </a:r>
            </a:p>
            <a:p>
              <a:pPr defTabSz="914102" fontAlgn="base">
                <a:spcBef>
                  <a:spcPct val="0"/>
                </a:spcBef>
                <a:spcAft>
                  <a:spcPts val="98"/>
                </a:spcAft>
              </a:pPr>
              <a:r>
                <a:rPr lang="en-US" sz="588" dirty="0">
                  <a:solidFill>
                    <a:schemeClr val="bg1"/>
                  </a:solidFill>
                  <a:ea typeface="Segoe UI" pitchFamily="34" charset="0"/>
                  <a:cs typeface="Segoe UI" pitchFamily="34" charset="0"/>
                </a:rPr>
                <a:t>R0 G120 B211</a:t>
              </a:r>
            </a:p>
            <a:p>
              <a:pPr defTabSz="914102" fontAlgn="base">
                <a:spcBef>
                  <a:spcPct val="0"/>
                </a:spcBef>
                <a:spcAft>
                  <a:spcPts val="98"/>
                </a:spcAft>
              </a:pPr>
              <a:r>
                <a:rPr lang="en-US" sz="588" dirty="0">
                  <a:solidFill>
                    <a:schemeClr val="bg1"/>
                  </a:solidFill>
                  <a:ea typeface="Segoe UI" pitchFamily="34" charset="0"/>
                  <a:cs typeface="Segoe UI" pitchFamily="34" charset="0"/>
                </a:rPr>
                <a:t>Hex #0078D4</a:t>
              </a:r>
            </a:p>
          </p:txBody>
        </p:sp>
        <p:grpSp>
          <p:nvGrpSpPr>
            <p:cNvPr id="17" name="Group 16">
              <a:extLst>
                <a:ext uri="{FF2B5EF4-FFF2-40B4-BE49-F238E27FC236}">
                  <a16:creationId xmlns:a16="http://schemas.microsoft.com/office/drawing/2014/main" id="{2AA8C56F-41A8-41CF-9D47-B07BB80801DD}"/>
                </a:ext>
              </a:extLst>
            </p:cNvPr>
            <p:cNvGrpSpPr/>
            <p:nvPr userDrawn="1"/>
          </p:nvGrpSpPr>
          <p:grpSpPr>
            <a:xfrm>
              <a:off x="-2857775" y="8147048"/>
              <a:ext cx="3321653" cy="1498596"/>
              <a:chOff x="-2857775" y="8250837"/>
              <a:chExt cx="3321653" cy="1394819"/>
            </a:xfrm>
          </p:grpSpPr>
          <p:sp>
            <p:nvSpPr>
              <p:cNvPr id="18" name="Rectangle 17">
                <a:extLst>
                  <a:ext uri="{FF2B5EF4-FFF2-40B4-BE49-F238E27FC236}">
                    <a16:creationId xmlns:a16="http://schemas.microsoft.com/office/drawing/2014/main" id="{A786E9CC-EF5A-451C-9E90-03F4B57973DF}"/>
                  </a:ext>
                </a:extLst>
              </p:cNvPr>
              <p:cNvSpPr/>
              <p:nvPr userDrawn="1"/>
            </p:nvSpPr>
            <p:spPr bwMode="auto">
              <a:xfrm>
                <a:off x="-2857775" y="8250837"/>
                <a:ext cx="1660192" cy="1394818"/>
              </a:xfrm>
              <a:prstGeom prst="rect">
                <a:avLst/>
              </a:prstGeom>
              <a:solidFill>
                <a:schemeClr val="tx1"/>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bg1"/>
                    </a:solidFill>
                    <a:ea typeface="Segoe UI" pitchFamily="34" charset="0"/>
                    <a:cs typeface="Segoe UI" pitchFamily="34" charset="0"/>
                  </a:rPr>
                  <a:t>Black</a:t>
                </a:r>
              </a:p>
              <a:p>
                <a:pPr defTabSz="914102" fontAlgn="base">
                  <a:spcBef>
                    <a:spcPct val="0"/>
                  </a:spcBef>
                  <a:spcAft>
                    <a:spcPts val="98"/>
                  </a:spcAft>
                </a:pPr>
                <a:r>
                  <a:rPr lang="en-US" sz="588" dirty="0">
                    <a:solidFill>
                      <a:schemeClr val="bg1"/>
                    </a:solidFill>
                    <a:ea typeface="Segoe UI" pitchFamily="34" charset="0"/>
                    <a:cs typeface="Segoe UI" pitchFamily="34" charset="0"/>
                  </a:rPr>
                  <a:t>R0 G0 B0</a:t>
                </a:r>
              </a:p>
              <a:p>
                <a:pPr defTabSz="914102" fontAlgn="base">
                  <a:spcBef>
                    <a:spcPct val="0"/>
                  </a:spcBef>
                  <a:spcAft>
                    <a:spcPts val="98"/>
                  </a:spcAft>
                </a:pPr>
                <a:r>
                  <a:rPr lang="en-US" sz="588" dirty="0">
                    <a:solidFill>
                      <a:schemeClr val="bg1"/>
                    </a:solidFill>
                    <a:ea typeface="Segoe UI" pitchFamily="34" charset="0"/>
                    <a:cs typeface="Segoe UI" pitchFamily="34" charset="0"/>
                  </a:rPr>
                  <a:t>Hex #000000</a:t>
                </a:r>
              </a:p>
            </p:txBody>
          </p:sp>
          <p:sp>
            <p:nvSpPr>
              <p:cNvPr id="19" name="Rectangle 18">
                <a:extLst>
                  <a:ext uri="{FF2B5EF4-FFF2-40B4-BE49-F238E27FC236}">
                    <a16:creationId xmlns:a16="http://schemas.microsoft.com/office/drawing/2014/main" id="{09B13B5B-71AA-4DFE-9DEE-1DF6184F0582}"/>
                  </a:ext>
                </a:extLst>
              </p:cNvPr>
              <p:cNvSpPr/>
              <p:nvPr userDrawn="1"/>
            </p:nvSpPr>
            <p:spPr bwMode="auto">
              <a:xfrm>
                <a:off x="-1196315" y="8250841"/>
                <a:ext cx="1660193" cy="1394815"/>
              </a:xfrm>
              <a:prstGeom prst="rect">
                <a:avLst/>
              </a:prstGeom>
              <a:solidFill>
                <a:schemeClr val="bg2"/>
              </a:solidFill>
              <a:ln w="63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tx1"/>
                    </a:solidFill>
                    <a:ea typeface="Segoe UI" pitchFamily="34" charset="0"/>
                    <a:cs typeface="Segoe UI" pitchFamily="34" charset="0"/>
                  </a:rPr>
                  <a:t>White</a:t>
                </a:r>
              </a:p>
              <a:p>
                <a:pPr defTabSz="914102" fontAlgn="base">
                  <a:spcBef>
                    <a:spcPct val="0"/>
                  </a:spcBef>
                  <a:spcAft>
                    <a:spcPts val="98"/>
                  </a:spcAft>
                </a:pPr>
                <a:r>
                  <a:rPr lang="en-US" sz="588" dirty="0">
                    <a:solidFill>
                      <a:schemeClr val="tx1"/>
                    </a:solidFill>
                    <a:ea typeface="Segoe UI" pitchFamily="34" charset="0"/>
                    <a:cs typeface="Segoe UI" pitchFamily="34" charset="0"/>
                  </a:rPr>
                  <a:t>R255 G255 B255</a:t>
                </a:r>
              </a:p>
              <a:p>
                <a:pPr defTabSz="914102" fontAlgn="base">
                  <a:spcBef>
                    <a:spcPct val="0"/>
                  </a:spcBef>
                  <a:spcAft>
                    <a:spcPts val="98"/>
                  </a:spcAft>
                </a:pPr>
                <a:r>
                  <a:rPr lang="en-US" sz="588" dirty="0">
                    <a:solidFill>
                      <a:schemeClr val="tx1"/>
                    </a:solidFill>
                    <a:ea typeface="Segoe UI" pitchFamily="34" charset="0"/>
                    <a:cs typeface="Segoe UI" pitchFamily="34" charset="0"/>
                  </a:rPr>
                  <a:t>Hex #FFFFFF</a:t>
                </a:r>
              </a:p>
            </p:txBody>
          </p:sp>
        </p:grpSp>
      </p:grpSp>
    </p:spTree>
    <p:extLst>
      <p:ext uri="{BB962C8B-B14F-4D97-AF65-F5344CB8AC3E}">
        <p14:creationId xmlns:p14="http://schemas.microsoft.com/office/powerpoint/2010/main" val="2841273016"/>
      </p:ext>
    </p:extLst>
  </p:cSld>
  <p:clrMap bg1="lt1" tx1="dk1" bg2="lt2" tx2="dk2" accent1="accent1" accent2="accent2" accent3="accent3" accent4="accent4" accent5="accent5" accent6="accent6" hlink="hlink" folHlink="folHlink"/>
  <p:sldLayoutIdLst>
    <p:sldLayoutId id="2147484814" r:id="rId1"/>
    <p:sldLayoutId id="2147484815" r:id="rId2"/>
    <p:sldLayoutId id="2147484816" r:id="rId3"/>
    <p:sldLayoutId id="2147484817" r:id="rId4"/>
    <p:sldLayoutId id="2147484818" r:id="rId5"/>
    <p:sldLayoutId id="2147484819" r:id="rId6"/>
    <p:sldLayoutId id="2147484820" r:id="rId7"/>
    <p:sldLayoutId id="2147484821" r:id="rId8"/>
    <p:sldLayoutId id="2147484822" r:id="rId9"/>
    <p:sldLayoutId id="2147484823" r:id="rId10"/>
    <p:sldLayoutId id="2147484824" r:id="rId11"/>
    <p:sldLayoutId id="2147484825" r:id="rId12"/>
    <p:sldLayoutId id="2147484826" r:id="rId13"/>
    <p:sldLayoutId id="2147484827" r:id="rId14"/>
    <p:sldLayoutId id="2147484828" r:id="rId15"/>
    <p:sldLayoutId id="2147484829" r:id="rId16"/>
    <p:sldLayoutId id="2147484830" r:id="rId17"/>
    <p:sldLayoutId id="2147484831" r:id="rId18"/>
    <p:sldLayoutId id="2147484832" r:id="rId19"/>
    <p:sldLayoutId id="2147484833" r:id="rId20"/>
    <p:sldLayoutId id="2147484834" r:id="rId21"/>
    <p:sldLayoutId id="2147484835" r:id="rId22"/>
    <p:sldLayoutId id="2147484836" r:id="rId23"/>
    <p:sldLayoutId id="2147484837" r:id="rId24"/>
    <p:sldLayoutId id="2147484838" r:id="rId25"/>
    <p:sldLayoutId id="2147484839" r:id="rId26"/>
    <p:sldLayoutId id="2147484840" r:id="rId27"/>
    <p:sldLayoutId id="2147484841" r:id="rId28"/>
    <p:sldLayoutId id="2147484842" r:id="rId29"/>
    <p:sldLayoutId id="2147484843" r:id="rId30"/>
    <p:sldLayoutId id="2147484844" r:id="rId31"/>
    <p:sldLayoutId id="2147484845" r:id="rId32"/>
    <p:sldLayoutId id="2147484846" r:id="rId33"/>
    <p:sldLayoutId id="2147484847" r:id="rId34"/>
    <p:sldLayoutId id="2147484848" r:id="rId35"/>
    <p:sldLayoutId id="2147484849" r:id="rId36"/>
    <p:sldLayoutId id="2147484850" r:id="rId37"/>
    <p:sldLayoutId id="2147484851" r:id="rId38"/>
    <p:sldLayoutId id="2147484852" r:id="rId39"/>
    <p:sldLayoutId id="2147484853" r:id="rId40"/>
    <p:sldLayoutId id="2147484854" r:id="rId41"/>
    <p:sldLayoutId id="2147484855" r:id="rId42"/>
    <p:sldLayoutId id="2147484856" r:id="rId43"/>
    <p:sldLayoutId id="2147484857" r:id="rId44"/>
  </p:sldLayoutIdLst>
  <p:transition>
    <p:fade/>
  </p:transition>
  <p:hf sldNum="0" hdr="0" dt="0"/>
  <p:txStyles>
    <p:titleStyle>
      <a:lvl1pPr algn="l" defTabSz="914367" rtl="0" eaLnBrk="1" latinLnBrk="0" hangingPunct="1">
        <a:lnSpc>
          <a:spcPct val="90000"/>
        </a:lnSpc>
        <a:spcBef>
          <a:spcPct val="0"/>
        </a:spcBef>
        <a:buNone/>
        <a:defRPr lang="en-US" sz="3200" b="0" kern="1200" cap="none" spc="-49" baseline="0" dirty="0" smtClean="0">
          <a:ln w="3175">
            <a:noFill/>
          </a:ln>
          <a:solidFill>
            <a:srgbClr val="000000"/>
          </a:solidFill>
          <a:effectLst/>
          <a:latin typeface="+mj-lt"/>
          <a:ea typeface="+mn-ea"/>
          <a:cs typeface="Segoe UI" pitchFamily="34" charset="0"/>
        </a:defRPr>
      </a:lvl1pPr>
    </p:titleStyle>
    <p:bodyStyle>
      <a:lvl1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392"/>
        </a:spcBef>
        <a:spcAft>
          <a:spcPts val="588"/>
        </a:spcAft>
        <a:buClrTx/>
        <a:buSzPct val="90000"/>
        <a:buFontTx/>
        <a:buNone/>
        <a:tabLst/>
        <a:defRPr sz="2000" kern="1200" spc="0" baseline="0">
          <a:solidFill>
            <a:schemeClr val="tx1"/>
          </a:solidFill>
          <a:latin typeface="+mn-lt"/>
          <a:ea typeface="+mn-ea"/>
          <a:cs typeface="+mn-cs"/>
        </a:defRPr>
      </a:lvl2pPr>
      <a:lvl3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j-lt"/>
          <a:ea typeface="+mn-ea"/>
          <a:cs typeface="+mn-cs"/>
        </a:defRPr>
      </a:lvl3pPr>
      <a:lvl4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n-lt"/>
          <a:ea typeface="+mn-ea"/>
          <a:cs typeface="+mn-cs"/>
        </a:defRPr>
      </a:lvl4pPr>
      <a:lvl5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200" b="1"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p:bodyStyle>
    <p:other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22">
          <p15:clr>
            <a:srgbClr val="C35EA4"/>
          </p15:clr>
        </p15:guide>
        <p15:guide id="32" pos="1498">
          <p15:clr>
            <a:srgbClr val="C35EA4"/>
          </p15:clr>
        </p15:guide>
        <p15:guide id="33" pos="2569">
          <p15:clr>
            <a:srgbClr val="C35EA4"/>
          </p15:clr>
        </p15:guide>
        <p15:guide id="34" pos="2711">
          <p15:clr>
            <a:srgbClr val="C35EA4"/>
          </p15:clr>
        </p15:guide>
        <p15:guide id="35" pos="3778">
          <p15:clr>
            <a:srgbClr val="C35EA4"/>
          </p15:clr>
        </p15:guide>
        <p15:guide id="36" pos="3924">
          <p15:clr>
            <a:srgbClr val="C35EA4"/>
          </p15:clr>
        </p15:guide>
        <p15:guide id="37" pos="4983">
          <p15:clr>
            <a:srgbClr val="C35EA4"/>
          </p15:clr>
        </p15:guide>
        <p15:guide id="38" pos="5127">
          <p15:clr>
            <a:srgbClr val="C35EA4"/>
          </p15:clr>
        </p15:guide>
        <p15:guide id="39" pos="6199">
          <p15:clr>
            <a:srgbClr val="C35EA4"/>
          </p15:clr>
        </p15:guide>
        <p15:guide id="40" pos="6342">
          <p15:clr>
            <a:srgbClr val="C35EA4"/>
          </p15:clr>
        </p15:guide>
        <p15:guide id="41" pos="264">
          <p15:clr>
            <a:srgbClr val="F26B43"/>
          </p15:clr>
        </p15:guide>
        <p15:guide id="42" pos="7416">
          <p15:clr>
            <a:srgbClr val="F26B43"/>
          </p15:clr>
        </p15:guide>
        <p15:guide id="43" orient="horz" pos="736">
          <p15:clr>
            <a:srgbClr val="5ACBF0"/>
          </p15:clr>
        </p15:guide>
        <p15:guide id="44" orient="horz" pos="1360">
          <p15:clr>
            <a:srgbClr val="5ACBF0"/>
          </p15:clr>
        </p15:guide>
        <p15:guide id="45" orient="horz" pos="593">
          <p15:clr>
            <a:srgbClr val="5ACBF0"/>
          </p15:clr>
        </p15:guide>
        <p15:guide id="46" orient="horz" pos="1484">
          <p15:clr>
            <a:srgbClr val="5ACBF0"/>
          </p15:clr>
        </p15:guide>
        <p15:guide id="47" orient="horz" pos="2088">
          <p15:clr>
            <a:srgbClr val="5ACBF0"/>
          </p15:clr>
        </p15:guide>
        <p15:guide id="48" orient="horz" pos="2254">
          <p15:clr>
            <a:srgbClr val="5ACBF0"/>
          </p15:clr>
        </p15:guide>
        <p15:guide id="49" orient="horz" pos="277">
          <p15:clr>
            <a:srgbClr val="F26B43"/>
          </p15:clr>
        </p15:guide>
        <p15:guide id="50" orient="horz" pos="4043">
          <p15:clr>
            <a:srgbClr val="F26B43"/>
          </p15:clr>
        </p15:guide>
        <p15:guide id="51" orient="horz" pos="2835">
          <p15:clr>
            <a:srgbClr val="5ACBF0"/>
          </p15:clr>
        </p15:guide>
        <p15:guide id="52" orient="horz" pos="2960">
          <p15:clr>
            <a:srgbClr val="5ACBF0"/>
          </p15:clr>
        </p15:guide>
        <p15:guide id="53" orient="horz" pos="3572">
          <p15:clr>
            <a:srgbClr val="5ACBF0"/>
          </p15:clr>
        </p15:guide>
        <p15:guide id="54" orient="horz" pos="3690">
          <p15:clr>
            <a:srgbClr val="5ACBF0"/>
          </p15:clr>
        </p15:guide>
        <p15:guide id="55" orient="horz" pos="918">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8643" y="440494"/>
            <a:ext cx="11341268" cy="680196"/>
          </a:xfrm>
          <a:prstGeom prst="rect">
            <a:avLst/>
          </a:prstGeom>
        </p:spPr>
        <p:txBody>
          <a:bodyPr vert="horz" wrap="square" lIns="0" tIns="91440" rIns="146304" bIns="91440" rtlCol="0" anchor="t">
            <a:noAutofit/>
          </a:bodyPr>
          <a:lstStyle/>
          <a:p>
            <a:r>
              <a:rPr lang="en-US"/>
              <a:t>Heading Segoe UI </a:t>
            </a:r>
            <a:r>
              <a:rPr lang="en-US" err="1"/>
              <a:t>Semibold</a:t>
            </a:r>
            <a:r>
              <a:rPr lang="en-US"/>
              <a:t> 28/32</a:t>
            </a:r>
          </a:p>
        </p:txBody>
      </p:sp>
      <p:sp>
        <p:nvSpPr>
          <p:cNvPr id="3" name="Text Placeholder 2">
            <a:extLst>
              <a:ext uri="{FF2B5EF4-FFF2-40B4-BE49-F238E27FC236}">
                <a16:creationId xmlns:a16="http://schemas.microsoft.com/office/drawing/2014/main" id="{472DFCB5-8236-4BBB-9AAC-3DEE722A5948}"/>
              </a:ext>
            </a:extLst>
          </p:cNvPr>
          <p:cNvSpPr>
            <a:spLocks noGrp="1"/>
          </p:cNvSpPr>
          <p:nvPr>
            <p:ph type="body" idx="1"/>
          </p:nvPr>
        </p:nvSpPr>
        <p:spPr>
          <a:xfrm>
            <a:off x="418643" y="1457325"/>
            <a:ext cx="11341264" cy="1808637"/>
          </a:xfrm>
          <a:prstGeom prst="rect">
            <a:avLst/>
          </a:prstGeom>
        </p:spPr>
        <p:txBody>
          <a:bodyPr vert="horz" lIns="91440" tIns="45720" rIns="91440" bIns="4572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1361B38E-CC75-4B74-AC2B-C0E9D3C55653}"/>
              </a:ext>
            </a:extLst>
          </p:cNvPr>
          <p:cNvSpPr txBox="1"/>
          <p:nvPr userDrawn="1"/>
        </p:nvSpPr>
        <p:spPr>
          <a:xfrm rot="16200000">
            <a:off x="-543855" y="6162563"/>
            <a:ext cx="743793" cy="193899"/>
          </a:xfrm>
          <a:prstGeom prst="rect">
            <a:avLst/>
          </a:prstGeom>
          <a:noFill/>
        </p:spPr>
        <p:txBody>
          <a:bodyPr wrap="none" lIns="0" tIns="0" rIns="0" bIns="0" rtlCol="0" anchor="ctr">
            <a:spAutoFit/>
          </a:bodyPr>
          <a:lstStyle/>
          <a:p>
            <a:pPr algn="ctr">
              <a:lnSpc>
                <a:spcPct val="90000"/>
              </a:lnSpc>
              <a:spcAft>
                <a:spcPts val="600"/>
              </a:spcAft>
            </a:pPr>
            <a:r>
              <a:rPr lang="en-US" sz="700" dirty="0">
                <a:solidFill>
                  <a:schemeClr val="bg1">
                    <a:lumMod val="75000"/>
                  </a:schemeClr>
                </a:solidFill>
              </a:rPr>
              <a:t>Closed captioning</a:t>
            </a:r>
            <a:br>
              <a:rPr lang="en-US" sz="700" dirty="0">
                <a:solidFill>
                  <a:schemeClr val="bg1">
                    <a:lumMod val="75000"/>
                  </a:schemeClr>
                </a:solidFill>
              </a:rPr>
            </a:br>
            <a:r>
              <a:rPr lang="en-US" sz="700" dirty="0">
                <a:solidFill>
                  <a:schemeClr val="bg1">
                    <a:lumMod val="75000"/>
                  </a:schemeClr>
                </a:solidFill>
              </a:rPr>
              <a:t>space demarcation</a:t>
            </a:r>
          </a:p>
        </p:txBody>
      </p:sp>
      <p:cxnSp>
        <p:nvCxnSpPr>
          <p:cNvPr id="16" name="Straight Connector 15">
            <a:extLst>
              <a:ext uri="{FF2B5EF4-FFF2-40B4-BE49-F238E27FC236}">
                <a16:creationId xmlns:a16="http://schemas.microsoft.com/office/drawing/2014/main" id="{C5D3B4B0-D7E4-452E-9052-467D1A357B58}"/>
              </a:ext>
            </a:extLst>
          </p:cNvPr>
          <p:cNvCxnSpPr>
            <a:cxnSpLocks/>
          </p:cNvCxnSpPr>
          <p:nvPr userDrawn="1"/>
        </p:nvCxnSpPr>
        <p:spPr>
          <a:xfrm>
            <a:off x="-97630" y="5670550"/>
            <a:ext cx="90487" cy="0"/>
          </a:xfrm>
          <a:prstGeom prst="line">
            <a:avLst/>
          </a:prstGeom>
          <a:noFill/>
          <a:ln cap="sq">
            <a:solidFill>
              <a:srgbClr val="FF0000"/>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23" name="Straight Connector 22">
            <a:extLst>
              <a:ext uri="{FF2B5EF4-FFF2-40B4-BE49-F238E27FC236}">
                <a16:creationId xmlns:a16="http://schemas.microsoft.com/office/drawing/2014/main" id="{F3819C2B-33CD-4727-8D19-9778546E3FEE}"/>
              </a:ext>
            </a:extLst>
          </p:cNvPr>
          <p:cNvCxnSpPr>
            <a:cxnSpLocks/>
          </p:cNvCxnSpPr>
          <p:nvPr userDrawn="1"/>
        </p:nvCxnSpPr>
        <p:spPr>
          <a:xfrm>
            <a:off x="-97630" y="6848475"/>
            <a:ext cx="90487" cy="0"/>
          </a:xfrm>
          <a:prstGeom prst="line">
            <a:avLst/>
          </a:prstGeom>
          <a:noFill/>
          <a:ln cap="sq">
            <a:solidFill>
              <a:srgbClr val="FF0000"/>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20" name="Straight Connector 19">
            <a:extLst>
              <a:ext uri="{FF2B5EF4-FFF2-40B4-BE49-F238E27FC236}">
                <a16:creationId xmlns:a16="http://schemas.microsoft.com/office/drawing/2014/main" id="{888E9C55-8D94-473F-8786-1C75C667BCFC}"/>
              </a:ext>
            </a:extLst>
          </p:cNvPr>
          <p:cNvCxnSpPr>
            <a:cxnSpLocks/>
          </p:cNvCxnSpPr>
          <p:nvPr userDrawn="1"/>
        </p:nvCxnSpPr>
        <p:spPr>
          <a:xfrm>
            <a:off x="-52387" y="5670550"/>
            <a:ext cx="0" cy="1177925"/>
          </a:xfrm>
          <a:prstGeom prst="line">
            <a:avLst/>
          </a:prstGeom>
          <a:noFill/>
          <a:ln cap="sq">
            <a:solidFill>
              <a:srgbClr val="FF0000"/>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grpSp>
        <p:nvGrpSpPr>
          <p:cNvPr id="9" name="Group 8">
            <a:extLst>
              <a:ext uri="{FF2B5EF4-FFF2-40B4-BE49-F238E27FC236}">
                <a16:creationId xmlns:a16="http://schemas.microsoft.com/office/drawing/2014/main" id="{EA917D29-CA57-449D-A8E9-0E701C224DA1}"/>
              </a:ext>
            </a:extLst>
          </p:cNvPr>
          <p:cNvGrpSpPr/>
          <p:nvPr userDrawn="1"/>
        </p:nvGrpSpPr>
        <p:grpSpPr>
          <a:xfrm rot="5400000">
            <a:off x="9114924" y="3156600"/>
            <a:ext cx="6843276" cy="530076"/>
            <a:chOff x="-2857775" y="8147048"/>
            <a:chExt cx="11623156" cy="1498603"/>
          </a:xfrm>
        </p:grpSpPr>
        <p:sp>
          <p:nvSpPr>
            <p:cNvPr id="10" name="Rectangle 9">
              <a:extLst>
                <a:ext uri="{FF2B5EF4-FFF2-40B4-BE49-F238E27FC236}">
                  <a16:creationId xmlns:a16="http://schemas.microsoft.com/office/drawing/2014/main" id="{D2C5D111-E096-49EA-AEE3-EB0914371B58}"/>
                </a:ext>
              </a:extLst>
            </p:cNvPr>
            <p:cNvSpPr/>
            <p:nvPr userDrawn="1"/>
          </p:nvSpPr>
          <p:spPr bwMode="auto">
            <a:xfrm>
              <a:off x="5983100" y="8147051"/>
              <a:ext cx="2782281" cy="1498598"/>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bg1"/>
                  </a:solidFill>
                  <a:ea typeface="Segoe UI" pitchFamily="34" charset="0"/>
                  <a:cs typeface="Segoe UI" pitchFamily="34" charset="0"/>
                </a:rPr>
                <a:t>Gray</a:t>
              </a:r>
            </a:p>
            <a:p>
              <a:pPr defTabSz="914102" fontAlgn="base">
                <a:spcBef>
                  <a:spcPct val="0"/>
                </a:spcBef>
                <a:spcAft>
                  <a:spcPts val="98"/>
                </a:spcAft>
              </a:pPr>
              <a:r>
                <a:rPr lang="en-US" sz="588" dirty="0">
                  <a:solidFill>
                    <a:schemeClr val="bg1"/>
                  </a:solidFill>
                  <a:ea typeface="Segoe UI" pitchFamily="34" charset="0"/>
                  <a:cs typeface="Segoe UI" pitchFamily="34" charset="0"/>
                </a:rPr>
                <a:t>R117 G117 B122</a:t>
              </a:r>
            </a:p>
            <a:p>
              <a:pPr defTabSz="914102" fontAlgn="base">
                <a:spcBef>
                  <a:spcPct val="0"/>
                </a:spcBef>
                <a:spcAft>
                  <a:spcPts val="98"/>
                </a:spcAft>
              </a:pPr>
              <a:r>
                <a:rPr lang="en-US" sz="588" dirty="0">
                  <a:solidFill>
                    <a:schemeClr val="bg1"/>
                  </a:solidFill>
                  <a:ea typeface="Segoe UI" pitchFamily="34" charset="0"/>
                  <a:cs typeface="Segoe UI" pitchFamily="34" charset="0"/>
                </a:rPr>
                <a:t>Hex #75757A</a:t>
              </a:r>
            </a:p>
          </p:txBody>
        </p:sp>
        <p:sp>
          <p:nvSpPr>
            <p:cNvPr id="11" name="Rectangle 10">
              <a:extLst>
                <a:ext uri="{FF2B5EF4-FFF2-40B4-BE49-F238E27FC236}">
                  <a16:creationId xmlns:a16="http://schemas.microsoft.com/office/drawing/2014/main" id="{5039965E-5253-4C55-AB99-1693A37AE765}"/>
                </a:ext>
              </a:extLst>
            </p:cNvPr>
            <p:cNvSpPr/>
            <p:nvPr userDrawn="1"/>
          </p:nvSpPr>
          <p:spPr bwMode="auto">
            <a:xfrm>
              <a:off x="3154167" y="8147050"/>
              <a:ext cx="2827669" cy="149859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bg1"/>
                  </a:solidFill>
                  <a:ea typeface="Segoe UI" pitchFamily="34" charset="0"/>
                  <a:cs typeface="Segoe UI" pitchFamily="34" charset="0"/>
                </a:rPr>
                <a:t>Blue-Gray</a:t>
              </a:r>
            </a:p>
            <a:p>
              <a:pPr defTabSz="914102" fontAlgn="base">
                <a:spcBef>
                  <a:spcPct val="0"/>
                </a:spcBef>
                <a:spcAft>
                  <a:spcPts val="98"/>
                </a:spcAft>
              </a:pPr>
              <a:r>
                <a:rPr lang="en-US" sz="588" dirty="0">
                  <a:solidFill>
                    <a:schemeClr val="bg1"/>
                  </a:solidFill>
                  <a:ea typeface="Segoe UI" pitchFamily="34" charset="0"/>
                  <a:cs typeface="Segoe UI" pitchFamily="34" charset="0"/>
                </a:rPr>
                <a:t>R36 G58 B94</a:t>
              </a:r>
            </a:p>
            <a:p>
              <a:pPr defTabSz="914102" fontAlgn="base">
                <a:spcBef>
                  <a:spcPct val="0"/>
                </a:spcBef>
                <a:spcAft>
                  <a:spcPts val="98"/>
                </a:spcAft>
              </a:pPr>
              <a:r>
                <a:rPr lang="en-US" sz="588" dirty="0">
                  <a:solidFill>
                    <a:schemeClr val="bg1"/>
                  </a:solidFill>
                  <a:ea typeface="Segoe UI" pitchFamily="34" charset="0"/>
                  <a:cs typeface="Segoe UI" pitchFamily="34" charset="0"/>
                </a:rPr>
                <a:t>Hex #243A5E</a:t>
              </a:r>
            </a:p>
          </p:txBody>
        </p:sp>
        <p:sp>
          <p:nvSpPr>
            <p:cNvPr id="12" name="Rectangle 11">
              <a:extLst>
                <a:ext uri="{FF2B5EF4-FFF2-40B4-BE49-F238E27FC236}">
                  <a16:creationId xmlns:a16="http://schemas.microsoft.com/office/drawing/2014/main" id="{AF311DF9-B4D5-4E0A-A6D1-44E590AD6C51}"/>
                </a:ext>
              </a:extLst>
            </p:cNvPr>
            <p:cNvSpPr/>
            <p:nvPr userDrawn="1"/>
          </p:nvSpPr>
          <p:spPr bwMode="auto">
            <a:xfrm>
              <a:off x="465139" y="8147051"/>
              <a:ext cx="2689028" cy="1498600"/>
            </a:xfrm>
            <a:prstGeom prst="rect">
              <a:avLst/>
            </a:prstGeom>
            <a:solidFill>
              <a:schemeClr val="tx2"/>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bg1"/>
                  </a:solidFill>
                  <a:ea typeface="Segoe UI" pitchFamily="34" charset="0"/>
                  <a:cs typeface="Segoe UI" pitchFamily="34" charset="0"/>
                </a:rPr>
                <a:t>Blue</a:t>
              </a:r>
            </a:p>
            <a:p>
              <a:pPr defTabSz="914102" fontAlgn="base">
                <a:spcBef>
                  <a:spcPct val="0"/>
                </a:spcBef>
                <a:spcAft>
                  <a:spcPts val="98"/>
                </a:spcAft>
              </a:pPr>
              <a:r>
                <a:rPr lang="en-US" sz="588" dirty="0">
                  <a:solidFill>
                    <a:schemeClr val="bg1"/>
                  </a:solidFill>
                  <a:ea typeface="Segoe UI" pitchFamily="34" charset="0"/>
                  <a:cs typeface="Segoe UI" pitchFamily="34" charset="0"/>
                </a:rPr>
                <a:t>R0 G120 B211</a:t>
              </a:r>
            </a:p>
            <a:p>
              <a:pPr defTabSz="914102" fontAlgn="base">
                <a:spcBef>
                  <a:spcPct val="0"/>
                </a:spcBef>
                <a:spcAft>
                  <a:spcPts val="98"/>
                </a:spcAft>
              </a:pPr>
              <a:r>
                <a:rPr lang="en-US" sz="588" dirty="0">
                  <a:solidFill>
                    <a:schemeClr val="bg1"/>
                  </a:solidFill>
                  <a:ea typeface="Segoe UI" pitchFamily="34" charset="0"/>
                  <a:cs typeface="Segoe UI" pitchFamily="34" charset="0"/>
                </a:rPr>
                <a:t>Hex #0078D4</a:t>
              </a:r>
            </a:p>
          </p:txBody>
        </p:sp>
        <p:grpSp>
          <p:nvGrpSpPr>
            <p:cNvPr id="14" name="Group 13">
              <a:extLst>
                <a:ext uri="{FF2B5EF4-FFF2-40B4-BE49-F238E27FC236}">
                  <a16:creationId xmlns:a16="http://schemas.microsoft.com/office/drawing/2014/main" id="{5C9B25FA-E6F8-40AF-93F8-58C7AF6BEB8A}"/>
                </a:ext>
              </a:extLst>
            </p:cNvPr>
            <p:cNvGrpSpPr/>
            <p:nvPr userDrawn="1"/>
          </p:nvGrpSpPr>
          <p:grpSpPr>
            <a:xfrm>
              <a:off x="-2857775" y="8147048"/>
              <a:ext cx="3321653" cy="1498596"/>
              <a:chOff x="-2857775" y="8250837"/>
              <a:chExt cx="3321653" cy="1394819"/>
            </a:xfrm>
          </p:grpSpPr>
          <p:sp>
            <p:nvSpPr>
              <p:cNvPr id="15" name="Rectangle 14">
                <a:extLst>
                  <a:ext uri="{FF2B5EF4-FFF2-40B4-BE49-F238E27FC236}">
                    <a16:creationId xmlns:a16="http://schemas.microsoft.com/office/drawing/2014/main" id="{D3D95A63-B9A0-4F7F-AFB5-98BD9D5D7C57}"/>
                  </a:ext>
                </a:extLst>
              </p:cNvPr>
              <p:cNvSpPr/>
              <p:nvPr userDrawn="1"/>
            </p:nvSpPr>
            <p:spPr bwMode="auto">
              <a:xfrm>
                <a:off x="-2857775" y="8250837"/>
                <a:ext cx="1660192" cy="1394818"/>
              </a:xfrm>
              <a:prstGeom prst="rect">
                <a:avLst/>
              </a:prstGeom>
              <a:solidFill>
                <a:schemeClr val="tx1"/>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bg1"/>
                    </a:solidFill>
                    <a:ea typeface="Segoe UI" pitchFamily="34" charset="0"/>
                    <a:cs typeface="Segoe UI" pitchFamily="34" charset="0"/>
                  </a:rPr>
                  <a:t>Black</a:t>
                </a:r>
              </a:p>
              <a:p>
                <a:pPr defTabSz="914102" fontAlgn="base">
                  <a:spcBef>
                    <a:spcPct val="0"/>
                  </a:spcBef>
                  <a:spcAft>
                    <a:spcPts val="98"/>
                  </a:spcAft>
                </a:pPr>
                <a:r>
                  <a:rPr lang="en-US" sz="588" dirty="0">
                    <a:solidFill>
                      <a:schemeClr val="bg1"/>
                    </a:solidFill>
                    <a:ea typeface="Segoe UI" pitchFamily="34" charset="0"/>
                    <a:cs typeface="Segoe UI" pitchFamily="34" charset="0"/>
                  </a:rPr>
                  <a:t>R0 G0 B0</a:t>
                </a:r>
              </a:p>
              <a:p>
                <a:pPr defTabSz="914102" fontAlgn="base">
                  <a:spcBef>
                    <a:spcPct val="0"/>
                  </a:spcBef>
                  <a:spcAft>
                    <a:spcPts val="98"/>
                  </a:spcAft>
                </a:pPr>
                <a:r>
                  <a:rPr lang="en-US" sz="588" dirty="0">
                    <a:solidFill>
                      <a:schemeClr val="bg1"/>
                    </a:solidFill>
                    <a:ea typeface="Segoe UI" pitchFamily="34" charset="0"/>
                    <a:cs typeface="Segoe UI" pitchFamily="34" charset="0"/>
                  </a:rPr>
                  <a:t>Hex #000000</a:t>
                </a:r>
              </a:p>
            </p:txBody>
          </p:sp>
          <p:sp>
            <p:nvSpPr>
              <p:cNvPr id="17" name="Rectangle 16">
                <a:extLst>
                  <a:ext uri="{FF2B5EF4-FFF2-40B4-BE49-F238E27FC236}">
                    <a16:creationId xmlns:a16="http://schemas.microsoft.com/office/drawing/2014/main" id="{0CC1517B-C8FA-41CB-889A-1B74C78210A7}"/>
                  </a:ext>
                </a:extLst>
              </p:cNvPr>
              <p:cNvSpPr/>
              <p:nvPr userDrawn="1"/>
            </p:nvSpPr>
            <p:spPr bwMode="auto">
              <a:xfrm>
                <a:off x="-1196315" y="8250841"/>
                <a:ext cx="1660193" cy="1394815"/>
              </a:xfrm>
              <a:prstGeom prst="rect">
                <a:avLst/>
              </a:prstGeom>
              <a:solidFill>
                <a:schemeClr val="bg2"/>
              </a:solidFill>
              <a:ln w="63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tx1"/>
                    </a:solidFill>
                    <a:ea typeface="Segoe UI" pitchFamily="34" charset="0"/>
                    <a:cs typeface="Segoe UI" pitchFamily="34" charset="0"/>
                  </a:rPr>
                  <a:t>White</a:t>
                </a:r>
              </a:p>
              <a:p>
                <a:pPr defTabSz="914102" fontAlgn="base">
                  <a:spcBef>
                    <a:spcPct val="0"/>
                  </a:spcBef>
                  <a:spcAft>
                    <a:spcPts val="98"/>
                  </a:spcAft>
                </a:pPr>
                <a:r>
                  <a:rPr lang="en-US" sz="588" dirty="0">
                    <a:solidFill>
                      <a:schemeClr val="tx1"/>
                    </a:solidFill>
                    <a:ea typeface="Segoe UI" pitchFamily="34" charset="0"/>
                    <a:cs typeface="Segoe UI" pitchFamily="34" charset="0"/>
                  </a:rPr>
                  <a:t>R255 G255 B255</a:t>
                </a:r>
              </a:p>
              <a:p>
                <a:pPr defTabSz="914102" fontAlgn="base">
                  <a:spcBef>
                    <a:spcPct val="0"/>
                  </a:spcBef>
                  <a:spcAft>
                    <a:spcPts val="98"/>
                  </a:spcAft>
                </a:pPr>
                <a:r>
                  <a:rPr lang="en-US" sz="588" dirty="0">
                    <a:solidFill>
                      <a:schemeClr val="tx1"/>
                    </a:solidFill>
                    <a:ea typeface="Segoe UI" pitchFamily="34" charset="0"/>
                    <a:cs typeface="Segoe UI" pitchFamily="34" charset="0"/>
                  </a:rPr>
                  <a:t>Hex #FFFFFF</a:t>
                </a:r>
              </a:p>
            </p:txBody>
          </p:sp>
        </p:grpSp>
      </p:grpSp>
    </p:spTree>
    <p:extLst>
      <p:ext uri="{BB962C8B-B14F-4D97-AF65-F5344CB8AC3E}">
        <p14:creationId xmlns:p14="http://schemas.microsoft.com/office/powerpoint/2010/main" val="1881724970"/>
      </p:ext>
    </p:extLst>
  </p:cSld>
  <p:clrMap bg1="lt1" tx1="dk1" bg2="lt2" tx2="dk2" accent1="accent1" accent2="accent2" accent3="accent3" accent4="accent4" accent5="accent5" accent6="accent6" hlink="hlink" folHlink="folHlink"/>
  <p:sldLayoutIdLst>
    <p:sldLayoutId id="2147484552" r:id="rId1"/>
    <p:sldLayoutId id="2147484553" r:id="rId2"/>
    <p:sldLayoutId id="2147484583" r:id="rId3"/>
    <p:sldLayoutId id="2147484669" r:id="rId4"/>
    <p:sldLayoutId id="2147484734" r:id="rId5"/>
    <p:sldLayoutId id="2147484562" r:id="rId6"/>
    <p:sldLayoutId id="2147484728" r:id="rId7"/>
    <p:sldLayoutId id="2147484680" r:id="rId8"/>
    <p:sldLayoutId id="2147484610" r:id="rId9"/>
    <p:sldLayoutId id="2147484684" r:id="rId10"/>
    <p:sldLayoutId id="2147484670" r:id="rId11"/>
    <p:sldLayoutId id="2147484671" r:id="rId12"/>
    <p:sldLayoutId id="2147484682" r:id="rId13"/>
    <p:sldLayoutId id="2147484677" r:id="rId14"/>
    <p:sldLayoutId id="2147484727" r:id="rId15"/>
    <p:sldLayoutId id="2147484691" r:id="rId16"/>
    <p:sldLayoutId id="2147484692" r:id="rId17"/>
    <p:sldLayoutId id="2147484693" r:id="rId18"/>
    <p:sldLayoutId id="2147484694" r:id="rId19"/>
    <p:sldLayoutId id="2147484695" r:id="rId20"/>
    <p:sldLayoutId id="2147484560" r:id="rId21"/>
    <p:sldLayoutId id="2147484580" r:id="rId22"/>
    <p:sldLayoutId id="2147484566" r:id="rId23"/>
    <p:sldLayoutId id="2147484696" r:id="rId24"/>
    <p:sldLayoutId id="2147484697" r:id="rId25"/>
    <p:sldLayoutId id="2147484675" r:id="rId26"/>
    <p:sldLayoutId id="2147484676" r:id="rId27"/>
    <p:sldLayoutId id="2147484711" r:id="rId28"/>
    <p:sldLayoutId id="2147484721" r:id="rId29"/>
    <p:sldLayoutId id="2147484720" r:id="rId30"/>
    <p:sldLayoutId id="2147484726" r:id="rId31"/>
    <p:sldLayoutId id="2147484570" r:id="rId32"/>
    <p:sldLayoutId id="2147484571" r:id="rId33"/>
    <p:sldLayoutId id="2147484572" r:id="rId34"/>
    <p:sldLayoutId id="2147484688" r:id="rId35"/>
    <p:sldLayoutId id="2147484689" r:id="rId36"/>
    <p:sldLayoutId id="2147484690" r:id="rId37"/>
    <p:sldLayoutId id="2147484724" r:id="rId38"/>
    <p:sldLayoutId id="2147484725" r:id="rId39"/>
    <p:sldLayoutId id="2147484722" r:id="rId40"/>
    <p:sldLayoutId id="2147484683" r:id="rId41"/>
    <p:sldLayoutId id="2147484685" r:id="rId42"/>
    <p:sldLayoutId id="2147484673" r:id="rId43"/>
    <p:sldLayoutId id="2147484678" r:id="rId44"/>
    <p:sldLayoutId id="2147484679" r:id="rId45"/>
    <p:sldLayoutId id="2147484717" r:id="rId46"/>
    <p:sldLayoutId id="2147484718" r:id="rId47"/>
    <p:sldLayoutId id="2147484712" r:id="rId48"/>
    <p:sldLayoutId id="2147484713" r:id="rId49"/>
    <p:sldLayoutId id="2147484714" r:id="rId50"/>
    <p:sldLayoutId id="2147484715" r:id="rId51"/>
    <p:sldLayoutId id="2147484716" r:id="rId52"/>
    <p:sldLayoutId id="2147484723" r:id="rId53"/>
    <p:sldLayoutId id="2147484686" r:id="rId54"/>
    <p:sldLayoutId id="2147484674" r:id="rId55"/>
    <p:sldLayoutId id="2147484702" r:id="rId56"/>
    <p:sldLayoutId id="2147484719" r:id="rId57"/>
    <p:sldLayoutId id="2147484701" r:id="rId58"/>
    <p:sldLayoutId id="2147484699" r:id="rId59"/>
    <p:sldLayoutId id="2147484700" r:id="rId60"/>
    <p:sldLayoutId id="2147484703" r:id="rId61"/>
    <p:sldLayoutId id="2147484704" r:id="rId62"/>
    <p:sldLayoutId id="2147484705" r:id="rId63"/>
    <p:sldLayoutId id="2147484706" r:id="rId64"/>
    <p:sldLayoutId id="2147484707" r:id="rId65"/>
    <p:sldLayoutId id="2147484730" r:id="rId66"/>
    <p:sldLayoutId id="2147484710" r:id="rId67"/>
    <p:sldLayoutId id="2147484729" r:id="rId68"/>
    <p:sldLayoutId id="2147484731" r:id="rId69"/>
    <p:sldLayoutId id="2147484732" r:id="rId70"/>
    <p:sldLayoutId id="2147484733" r:id="rId71"/>
    <p:sldLayoutId id="2147484698" r:id="rId72"/>
  </p:sldLayoutIdLst>
  <p:transition>
    <p:fade/>
  </p:transition>
  <p:hf sldNum="0" hdr="0" dt="0"/>
  <p:txStyles>
    <p:titleStyle>
      <a:lvl1pPr algn="l" defTabSz="914367" rtl="0" eaLnBrk="1" latinLnBrk="0" hangingPunct="1">
        <a:lnSpc>
          <a:spcPct val="90000"/>
        </a:lnSpc>
        <a:spcBef>
          <a:spcPct val="0"/>
        </a:spcBef>
        <a:buNone/>
        <a:defRPr lang="en-US" sz="3200" b="0" kern="1200" cap="none" spc="-49" baseline="0" dirty="0" smtClean="0">
          <a:ln w="3175">
            <a:noFill/>
          </a:ln>
          <a:solidFill>
            <a:srgbClr val="000000"/>
          </a:solidFill>
          <a:effectLst/>
          <a:latin typeface="+mj-lt"/>
          <a:ea typeface="+mn-ea"/>
          <a:cs typeface="Segoe UI" pitchFamily="34" charset="0"/>
        </a:defRPr>
      </a:lvl1pPr>
    </p:titleStyle>
    <p:bodyStyle>
      <a:lvl1pPr marL="0" marR="0" indent="0" algn="l" defTabSz="914367" rtl="0" eaLnBrk="1" fontAlgn="auto" latinLnBrk="0" hangingPunct="1">
        <a:lnSpc>
          <a:spcPct val="100000"/>
        </a:lnSpc>
        <a:spcBef>
          <a:spcPts val="200"/>
        </a:spcBef>
        <a:spcAft>
          <a:spcPts val="40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200"/>
        </a:spcBef>
        <a:spcAft>
          <a:spcPts val="400"/>
        </a:spcAft>
        <a:buClrTx/>
        <a:buSzPct val="90000"/>
        <a:buFontTx/>
        <a:buNone/>
        <a:tabLst/>
        <a:defRPr sz="2000" kern="1200" spc="0" baseline="0">
          <a:solidFill>
            <a:schemeClr val="tx1"/>
          </a:solidFill>
          <a:latin typeface="+mn-lt"/>
          <a:ea typeface="+mn-ea"/>
          <a:cs typeface="+mn-cs"/>
        </a:defRPr>
      </a:lvl2pPr>
      <a:lvl3pPr marL="342900" marR="0"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defRPr sz="1800" kern="1200" spc="0" baseline="0">
          <a:solidFill>
            <a:schemeClr val="tx1"/>
          </a:solidFill>
          <a:latin typeface="+mn-lt"/>
          <a:ea typeface="+mn-ea"/>
          <a:cs typeface="+mn-cs"/>
        </a:defRPr>
      </a:lvl3pPr>
      <a:lvl4pPr marL="685800" marR="0"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defRPr sz="1800" kern="1200" spc="0" baseline="0">
          <a:solidFill>
            <a:schemeClr val="tx1"/>
          </a:solidFill>
          <a:latin typeface="+mn-lt"/>
          <a:ea typeface="+mn-ea"/>
          <a:cs typeface="+mn-cs"/>
        </a:defRPr>
      </a:lvl4pPr>
      <a:lvl5pPr marL="685800" marR="0" indent="0" algn="l" defTabSz="914367" rtl="0" eaLnBrk="1" fontAlgn="auto" latinLnBrk="0" hangingPunct="1">
        <a:lnSpc>
          <a:spcPct val="100000"/>
        </a:lnSpc>
        <a:spcBef>
          <a:spcPts val="200"/>
        </a:spcBef>
        <a:spcAft>
          <a:spcPts val="400"/>
        </a:spcAft>
        <a:buClrTx/>
        <a:buSzPct val="100000"/>
        <a:buFont typeface="Arial" panose="020B0604020202020204" pitchFamily="34" charset="0"/>
        <a:buNone/>
        <a:tabLst/>
        <a:defRPr sz="1200" b="1"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p:bodyStyle>
    <p:other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22" userDrawn="1">
          <p15:clr>
            <a:srgbClr val="C35EA4"/>
          </p15:clr>
        </p15:guide>
        <p15:guide id="32" pos="1498" userDrawn="1">
          <p15:clr>
            <a:srgbClr val="C35EA4"/>
          </p15:clr>
        </p15:guide>
        <p15:guide id="33" pos="2569" userDrawn="1">
          <p15:clr>
            <a:srgbClr val="C35EA4"/>
          </p15:clr>
        </p15:guide>
        <p15:guide id="34" pos="2711" userDrawn="1">
          <p15:clr>
            <a:srgbClr val="C35EA4"/>
          </p15:clr>
        </p15:guide>
        <p15:guide id="35" pos="3778" userDrawn="1">
          <p15:clr>
            <a:srgbClr val="C35EA4"/>
          </p15:clr>
        </p15:guide>
        <p15:guide id="36" pos="3924" userDrawn="1">
          <p15:clr>
            <a:srgbClr val="C35EA4"/>
          </p15:clr>
        </p15:guide>
        <p15:guide id="37" pos="4983" userDrawn="1">
          <p15:clr>
            <a:srgbClr val="C35EA4"/>
          </p15:clr>
        </p15:guide>
        <p15:guide id="38" pos="5127" userDrawn="1">
          <p15:clr>
            <a:srgbClr val="C35EA4"/>
          </p15:clr>
        </p15:guide>
        <p15:guide id="39" pos="6199" userDrawn="1">
          <p15:clr>
            <a:srgbClr val="C35EA4"/>
          </p15:clr>
        </p15:guide>
        <p15:guide id="40" pos="6342" userDrawn="1">
          <p15:clr>
            <a:srgbClr val="C35EA4"/>
          </p15:clr>
        </p15:guide>
        <p15:guide id="41" pos="264" userDrawn="1">
          <p15:clr>
            <a:srgbClr val="F26B43"/>
          </p15:clr>
        </p15:guide>
        <p15:guide id="42" pos="7416" userDrawn="1">
          <p15:clr>
            <a:srgbClr val="F26B43"/>
          </p15:clr>
        </p15:guide>
        <p15:guide id="43" orient="horz" pos="736" userDrawn="1">
          <p15:clr>
            <a:srgbClr val="5ACBF0"/>
          </p15:clr>
        </p15:guide>
        <p15:guide id="44" orient="horz" pos="1360" userDrawn="1">
          <p15:clr>
            <a:srgbClr val="5ACBF0"/>
          </p15:clr>
        </p15:guide>
        <p15:guide id="45" orient="horz" pos="593" userDrawn="1">
          <p15:clr>
            <a:srgbClr val="5ACBF0"/>
          </p15:clr>
        </p15:guide>
        <p15:guide id="46" orient="horz" pos="1484" userDrawn="1">
          <p15:clr>
            <a:srgbClr val="5ACBF0"/>
          </p15:clr>
        </p15:guide>
        <p15:guide id="47" orient="horz" pos="2088" userDrawn="1">
          <p15:clr>
            <a:srgbClr val="5ACBF0"/>
          </p15:clr>
        </p15:guide>
        <p15:guide id="48" orient="horz" pos="2254" userDrawn="1">
          <p15:clr>
            <a:srgbClr val="5ACBF0"/>
          </p15:clr>
        </p15:guide>
        <p15:guide id="49" orient="horz" pos="277" userDrawn="1">
          <p15:clr>
            <a:srgbClr val="F26B43"/>
          </p15:clr>
        </p15:guide>
        <p15:guide id="50" orient="horz" pos="4043" userDrawn="1">
          <p15:clr>
            <a:srgbClr val="F26B43"/>
          </p15:clr>
        </p15:guide>
        <p15:guide id="51" orient="horz" pos="2835" userDrawn="1">
          <p15:clr>
            <a:srgbClr val="5ACBF0"/>
          </p15:clr>
        </p15:guide>
        <p15:guide id="52" orient="horz" pos="2960" userDrawn="1">
          <p15:clr>
            <a:srgbClr val="5ACBF0"/>
          </p15:clr>
        </p15:guide>
        <p15:guide id="54" orient="horz" pos="3690" userDrawn="1">
          <p15:clr>
            <a:srgbClr val="5ACBF0"/>
          </p15:clr>
        </p15:guide>
        <p15:guide id="55" orient="horz" pos="918" userDrawn="1">
          <p15:clr>
            <a:srgbClr val="F26B43"/>
          </p15:clr>
        </p15:guide>
        <p15:guide id="56" orient="horz" pos="3480" userDrawn="1">
          <p15:clr>
            <a:srgbClr val="F26B43"/>
          </p15:clr>
        </p15:guide>
        <p15:guide id="57" orient="horz" pos="3572" userDrawn="1">
          <p15:clr>
            <a:srgbClr val="000000"/>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8.xml"/></Relationships>
</file>

<file path=ppt/slides/_rels/slide2.x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notesSlide" Target="../notesSlides/notesSlide2.xml"/><Relationship Id="rId1" Type="http://schemas.openxmlformats.org/officeDocument/2006/relationships/slideLayout" Target="../slideLayouts/slideLayout119.xml"/></Relationships>
</file>

<file path=ppt/slides/_rels/slide3.x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notesSlide" Target="../notesSlides/notesSlide3.xml"/><Relationship Id="rId1" Type="http://schemas.openxmlformats.org/officeDocument/2006/relationships/slideLayout" Target="../slideLayouts/slideLayout139.xml"/></Relationships>
</file>

<file path=ppt/slides/_rels/slide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45.svg"/></Relationships>
</file>

<file path=ppt/slides/_rels/slide5.xml.rels><?xml version="1.0" encoding="UTF-8" standalone="yes"?>
<Relationships xmlns="http://schemas.openxmlformats.org/package/2006/relationships"><Relationship Id="rId8" Type="http://schemas.openxmlformats.org/officeDocument/2006/relationships/image" Target="../media/image51.svg"/><Relationship Id="rId13" Type="http://schemas.openxmlformats.org/officeDocument/2006/relationships/image" Target="../media/image56.png"/><Relationship Id="rId18" Type="http://schemas.openxmlformats.org/officeDocument/2006/relationships/image" Target="../media/image61.svg"/><Relationship Id="rId3" Type="http://schemas.openxmlformats.org/officeDocument/2006/relationships/image" Target="../media/image46.png"/><Relationship Id="rId7" Type="http://schemas.openxmlformats.org/officeDocument/2006/relationships/image" Target="../media/image50.png"/><Relationship Id="rId12" Type="http://schemas.openxmlformats.org/officeDocument/2006/relationships/image" Target="../media/image55.svg"/><Relationship Id="rId17" Type="http://schemas.openxmlformats.org/officeDocument/2006/relationships/image" Target="../media/image60.png"/><Relationship Id="rId2" Type="http://schemas.openxmlformats.org/officeDocument/2006/relationships/notesSlide" Target="../notesSlides/notesSlide5.xml"/><Relationship Id="rId16" Type="http://schemas.openxmlformats.org/officeDocument/2006/relationships/image" Target="../media/image59.svg"/><Relationship Id="rId1" Type="http://schemas.openxmlformats.org/officeDocument/2006/relationships/slideLayout" Target="../slideLayouts/slideLayout6.xml"/><Relationship Id="rId6" Type="http://schemas.openxmlformats.org/officeDocument/2006/relationships/image" Target="../media/image49.svg"/><Relationship Id="rId11" Type="http://schemas.openxmlformats.org/officeDocument/2006/relationships/image" Target="../media/image54.png"/><Relationship Id="rId5" Type="http://schemas.openxmlformats.org/officeDocument/2006/relationships/image" Target="../media/image48.png"/><Relationship Id="rId15" Type="http://schemas.openxmlformats.org/officeDocument/2006/relationships/image" Target="../media/image58.png"/><Relationship Id="rId10" Type="http://schemas.openxmlformats.org/officeDocument/2006/relationships/image" Target="../media/image53.svg"/><Relationship Id="rId4" Type="http://schemas.openxmlformats.org/officeDocument/2006/relationships/image" Target="../media/image47.svg"/><Relationship Id="rId9" Type="http://schemas.openxmlformats.org/officeDocument/2006/relationships/image" Target="../media/image52.png"/><Relationship Id="rId14" Type="http://schemas.openxmlformats.org/officeDocument/2006/relationships/image" Target="../media/image57.svg"/></Relationships>
</file>

<file path=ppt/slides/_rels/slide6.xml.rels><?xml version="1.0" encoding="UTF-8" standalone="yes"?>
<Relationships xmlns="http://schemas.openxmlformats.org/package/2006/relationships"><Relationship Id="rId8" Type="http://schemas.openxmlformats.org/officeDocument/2006/relationships/image" Target="../media/image67.svg"/><Relationship Id="rId13" Type="http://schemas.openxmlformats.org/officeDocument/2006/relationships/image" Target="../media/image72.png"/><Relationship Id="rId3" Type="http://schemas.openxmlformats.org/officeDocument/2006/relationships/image" Target="../media/image62.png"/><Relationship Id="rId7" Type="http://schemas.openxmlformats.org/officeDocument/2006/relationships/image" Target="../media/image66.png"/><Relationship Id="rId12" Type="http://schemas.openxmlformats.org/officeDocument/2006/relationships/image" Target="../media/image71.svg"/><Relationship Id="rId2" Type="http://schemas.openxmlformats.org/officeDocument/2006/relationships/notesSlide" Target="../notesSlides/notesSlide6.xml"/><Relationship Id="rId1" Type="http://schemas.openxmlformats.org/officeDocument/2006/relationships/slideLayout" Target="../slideLayouts/slideLayout9.xml"/><Relationship Id="rId6" Type="http://schemas.openxmlformats.org/officeDocument/2006/relationships/image" Target="../media/image65.svg"/><Relationship Id="rId11" Type="http://schemas.openxmlformats.org/officeDocument/2006/relationships/image" Target="../media/image70.png"/><Relationship Id="rId5" Type="http://schemas.openxmlformats.org/officeDocument/2006/relationships/image" Target="../media/image64.png"/><Relationship Id="rId10" Type="http://schemas.openxmlformats.org/officeDocument/2006/relationships/image" Target="../media/image69.svg"/><Relationship Id="rId4" Type="http://schemas.openxmlformats.org/officeDocument/2006/relationships/image" Target="../media/image63.svg"/><Relationship Id="rId9" Type="http://schemas.openxmlformats.org/officeDocument/2006/relationships/image" Target="../media/image68.png"/><Relationship Id="rId14" Type="http://schemas.openxmlformats.org/officeDocument/2006/relationships/image" Target="../media/image73.svg"/></Relationships>
</file>

<file path=ppt/slides/_rels/slide7.x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notesSlide" Target="../notesSlides/notesSlide7.xml"/><Relationship Id="rId1" Type="http://schemas.openxmlformats.org/officeDocument/2006/relationships/slideLayout" Target="../slideLayouts/slideLayout139.xml"/></Relationships>
</file>

<file path=ppt/slides/_rels/slide8.xml.rels><?xml version="1.0" encoding="UTF-8" standalone="yes"?>
<Relationships xmlns="http://schemas.openxmlformats.org/package/2006/relationships"><Relationship Id="rId8" Type="http://schemas.openxmlformats.org/officeDocument/2006/relationships/image" Target="../media/image77.svg"/><Relationship Id="rId13" Type="http://schemas.openxmlformats.org/officeDocument/2006/relationships/image" Target="../media/image82.png"/><Relationship Id="rId3" Type="http://schemas.openxmlformats.org/officeDocument/2006/relationships/image" Target="../media/image74.png"/><Relationship Id="rId7" Type="http://schemas.openxmlformats.org/officeDocument/2006/relationships/image" Target="../media/image76.png"/><Relationship Id="rId12" Type="http://schemas.openxmlformats.org/officeDocument/2006/relationships/image" Target="../media/image81.svg"/><Relationship Id="rId2" Type="http://schemas.openxmlformats.org/officeDocument/2006/relationships/notesSlide" Target="../notesSlides/notesSlide8.xml"/><Relationship Id="rId1" Type="http://schemas.openxmlformats.org/officeDocument/2006/relationships/slideLayout" Target="../slideLayouts/slideLayout6.xml"/><Relationship Id="rId6" Type="http://schemas.openxmlformats.org/officeDocument/2006/relationships/image" Target="../media/image55.svg"/><Relationship Id="rId11" Type="http://schemas.openxmlformats.org/officeDocument/2006/relationships/image" Target="../media/image80.png"/><Relationship Id="rId5" Type="http://schemas.openxmlformats.org/officeDocument/2006/relationships/image" Target="../media/image54.png"/><Relationship Id="rId10" Type="http://schemas.openxmlformats.org/officeDocument/2006/relationships/image" Target="../media/image79.svg"/><Relationship Id="rId4" Type="http://schemas.openxmlformats.org/officeDocument/2006/relationships/image" Target="../media/image75.svg"/><Relationship Id="rId9" Type="http://schemas.openxmlformats.org/officeDocument/2006/relationships/image" Target="../media/image78.png"/><Relationship Id="rId14" Type="http://schemas.openxmlformats.org/officeDocument/2006/relationships/image" Target="../media/image83.svg"/></Relationships>
</file>

<file path=ppt/slides/_rels/slide9.xml.rels><?xml version="1.0" encoding="UTF-8" standalone="yes"?>
<Relationships xmlns="http://schemas.openxmlformats.org/package/2006/relationships"><Relationship Id="rId8" Type="http://schemas.openxmlformats.org/officeDocument/2006/relationships/image" Target="../media/image89.svg"/><Relationship Id="rId3" Type="http://schemas.openxmlformats.org/officeDocument/2006/relationships/image" Target="../media/image84.png"/><Relationship Id="rId7" Type="http://schemas.openxmlformats.org/officeDocument/2006/relationships/image" Target="../media/image88.png"/><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image" Target="../media/image87.svg"/><Relationship Id="rId5" Type="http://schemas.openxmlformats.org/officeDocument/2006/relationships/image" Target="../media/image86.png"/><Relationship Id="rId4" Type="http://schemas.openxmlformats.org/officeDocument/2006/relationships/image" Target="../media/image85.svg"/><Relationship Id="rId9" Type="http://schemas.openxmlformats.org/officeDocument/2006/relationships/image" Target="../media/image90.png"/></Relationships>
</file>

<file path=ppt/slides/_rels/slide10.xml.rels><?xml version="1.0" encoding="UTF-8" standalone="yes"?>
<Relationships xmlns="http://schemas.openxmlformats.org/package/2006/relationships"><Relationship Id="rId8" Type="http://schemas.openxmlformats.org/officeDocument/2006/relationships/image" Target="../media/image96.svg"/><Relationship Id="rId3" Type="http://schemas.openxmlformats.org/officeDocument/2006/relationships/image" Target="../media/image91.png"/><Relationship Id="rId7" Type="http://schemas.openxmlformats.org/officeDocument/2006/relationships/image" Target="../media/image95.png"/><Relationship Id="rId12" Type="http://schemas.openxmlformats.org/officeDocument/2006/relationships/image" Target="../media/image85.sv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94.svg"/><Relationship Id="rId11" Type="http://schemas.openxmlformats.org/officeDocument/2006/relationships/image" Target="../media/image84.png"/><Relationship Id="rId5" Type="http://schemas.openxmlformats.org/officeDocument/2006/relationships/image" Target="../media/image93.png"/><Relationship Id="rId10" Type="http://schemas.openxmlformats.org/officeDocument/2006/relationships/image" Target="../media/image98.svg"/><Relationship Id="rId4" Type="http://schemas.openxmlformats.org/officeDocument/2006/relationships/image" Target="../media/image92.svg"/><Relationship Id="rId9" Type="http://schemas.openxmlformats.org/officeDocument/2006/relationships/image" Target="../media/image97.png"/></Relationships>
</file>

<file path=ppt/slides/_rels/slide11.xml.rels><?xml version="1.0" encoding="UTF-8" standalone="yes"?>
<Relationships xmlns="http://schemas.openxmlformats.org/package/2006/relationships"><Relationship Id="rId3" Type="http://schemas.openxmlformats.org/officeDocument/2006/relationships/hyperlink" Target="https://aka.ms/ai900-anomaly-lab" TargetMode="External"/><Relationship Id="rId2" Type="http://schemas.openxmlformats.org/officeDocument/2006/relationships/notesSlide" Target="../notesSlides/notesSlide11.xml"/><Relationship Id="rId1" Type="http://schemas.openxmlformats.org/officeDocument/2006/relationships/slideLayout" Target="../slideLayouts/slideLayout27.xml"/><Relationship Id="rId4" Type="http://schemas.openxmlformats.org/officeDocument/2006/relationships/image" Target="../media/image99.emf"/></Relationships>
</file>

<file path=ppt/slides/_rels/slide12.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12.xml"/><Relationship Id="rId1" Type="http://schemas.openxmlformats.org/officeDocument/2006/relationships/slideLayout" Target="../slideLayouts/slideLayout27.xml"/><Relationship Id="rId4" Type="http://schemas.openxmlformats.org/officeDocument/2006/relationships/image" Target="../media/image101.svg"/></Relationships>
</file>

<file path=ppt/slides/_rels/slide13.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13.xml"/><Relationship Id="rId1" Type="http://schemas.openxmlformats.org/officeDocument/2006/relationships/slideLayout" Target="../slideLayouts/slideLayout27.xml"/><Relationship Id="rId4" Type="http://schemas.openxmlformats.org/officeDocument/2006/relationships/image" Target="../media/image103.svg"/></Relationships>
</file>

<file path=ppt/slides/_rels/slide14.xml.rels><?xml version="1.0" encoding="UTF-8" standalone="yes"?>
<Relationships xmlns="http://schemas.openxmlformats.org/package/2006/relationships"><Relationship Id="rId8" Type="http://schemas.openxmlformats.org/officeDocument/2006/relationships/image" Target="../media/image103.svg"/><Relationship Id="rId3" Type="http://schemas.openxmlformats.org/officeDocument/2006/relationships/hyperlink" Target="https://aka.ms/learn-azure-ai" TargetMode="External"/><Relationship Id="rId7" Type="http://schemas.openxmlformats.org/officeDocument/2006/relationships/image" Target="../media/image102.png"/><Relationship Id="rId2" Type="http://schemas.openxmlformats.org/officeDocument/2006/relationships/notesSlide" Target="../notesSlides/notesSlide14.xml"/><Relationship Id="rId1" Type="http://schemas.openxmlformats.org/officeDocument/2006/relationships/slideLayout" Target="../slideLayouts/slideLayout27.xml"/><Relationship Id="rId6" Type="http://schemas.openxmlformats.org/officeDocument/2006/relationships/hyperlink" Target="https://aka.ms/api-infographic" TargetMode="External"/><Relationship Id="rId5" Type="http://schemas.openxmlformats.org/officeDocument/2006/relationships/hyperlink" Target="https://aka.ms/azure-search-intro" TargetMode="External"/><Relationship Id="rId4" Type="http://schemas.openxmlformats.org/officeDocument/2006/relationships/hyperlink" Target="https://aka.ms/anomaly-detector-intro" TargetMode="Externa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41CB59B-EF9E-4E47-BF33-B8075EB6C7A1}"/>
              </a:ext>
            </a:extLst>
          </p:cNvPr>
          <p:cNvSpPr>
            <a:spLocks noGrp="1"/>
          </p:cNvSpPr>
          <p:nvPr>
            <p:ph type="title"/>
          </p:nvPr>
        </p:nvSpPr>
        <p:spPr>
          <a:xfrm>
            <a:off x="428680" y="2099733"/>
            <a:ext cx="5854314" cy="1649307"/>
          </a:xfrm>
        </p:spPr>
        <p:txBody>
          <a:bodyPr/>
          <a:lstStyle/>
          <a:p>
            <a:r>
              <a:rPr lang="en-US" sz="4400" dirty="0">
                <a:solidFill>
                  <a:schemeClr val="bg1">
                    <a:lumMod val="50000"/>
                  </a:schemeClr>
                </a:solidFill>
              </a:rPr>
              <a:t>Explore Fundamentals of Artificial Intelligence</a:t>
            </a:r>
            <a:endParaRPr lang="en-US" dirty="0">
              <a:solidFill>
                <a:schemeClr val="bg1">
                  <a:lumMod val="50000"/>
                </a:schemeClr>
              </a:solidFill>
            </a:endParaRPr>
          </a:p>
        </p:txBody>
      </p:sp>
    </p:spTree>
    <p:extLst>
      <p:ext uri="{BB962C8B-B14F-4D97-AF65-F5344CB8AC3E}">
        <p14:creationId xmlns:p14="http://schemas.microsoft.com/office/powerpoint/2010/main" val="770964374"/>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418643" y="2858947"/>
            <a:ext cx="1959432" cy="910151"/>
          </a:xfrm>
        </p:spPr>
        <p:txBody>
          <a:bodyPr tIns="0" rIns="0" bIns="0">
            <a:noAutofit/>
          </a:bodyPr>
          <a:lstStyle/>
          <a:p>
            <a:br>
              <a:rPr lang="en-US" dirty="0"/>
            </a:br>
            <a:r>
              <a:rPr lang="en-US" dirty="0"/>
              <a:t>Agenda</a:t>
            </a:r>
            <a:br>
              <a:rPr lang="en-US" dirty="0"/>
            </a:br>
            <a:endParaRPr lang="en-US" dirty="0"/>
          </a:p>
        </p:txBody>
      </p:sp>
      <p:sp>
        <p:nvSpPr>
          <p:cNvPr id="6" name="Text Placeholder 5"/>
          <p:cNvSpPr>
            <a:spLocks noGrp="1"/>
          </p:cNvSpPr>
          <p:nvPr>
            <p:ph type="body" sz="quarter" idx="11"/>
          </p:nvPr>
        </p:nvSpPr>
        <p:spPr>
          <a:xfrm>
            <a:off x="4078288" y="1913147"/>
            <a:ext cx="7695070" cy="875013"/>
          </a:xfrm>
        </p:spPr>
        <p:txBody>
          <a:bodyPr/>
          <a:lstStyle/>
          <a:p>
            <a:pPr lvl="1"/>
            <a:r>
              <a:rPr lang="en-US" sz="2400" dirty="0"/>
              <a:t>Introduction to Artificial Intelligence</a:t>
            </a:r>
          </a:p>
        </p:txBody>
      </p:sp>
      <p:sp>
        <p:nvSpPr>
          <p:cNvPr id="2" name="Text Placeholder 1"/>
          <p:cNvSpPr>
            <a:spLocks noGrp="1"/>
          </p:cNvSpPr>
          <p:nvPr>
            <p:ph type="body" sz="quarter" idx="15"/>
          </p:nvPr>
        </p:nvSpPr>
        <p:spPr/>
        <p:txBody>
          <a:bodyPr/>
          <a:lstStyle/>
          <a:p>
            <a:pPr lvl="1"/>
            <a:r>
              <a:rPr lang="it-IT" sz="2400" dirty="0"/>
              <a:t>Artificial Intelligence in Microsoft Azure</a:t>
            </a:r>
            <a:endParaRPr lang="en-US" sz="2400" dirty="0"/>
          </a:p>
        </p:txBody>
      </p:sp>
      <p:grpSp>
        <p:nvGrpSpPr>
          <p:cNvPr id="15" name="Group 14" descr="Icon of three concentric arcs">
            <a:extLst>
              <a:ext uri="{FF2B5EF4-FFF2-40B4-BE49-F238E27FC236}">
                <a16:creationId xmlns:a16="http://schemas.microsoft.com/office/drawing/2014/main" id="{608CDF18-AECC-4FDF-A8F1-216844CC0AD2}"/>
              </a:ext>
            </a:extLst>
          </p:cNvPr>
          <p:cNvGrpSpPr/>
          <p:nvPr/>
        </p:nvGrpSpPr>
        <p:grpSpPr>
          <a:xfrm>
            <a:off x="3032806" y="1999539"/>
            <a:ext cx="702132" cy="702231"/>
            <a:chOff x="3031669" y="1620003"/>
            <a:chExt cx="702132" cy="702231"/>
          </a:xfrm>
        </p:grpSpPr>
        <p:grpSp>
          <p:nvGrpSpPr>
            <p:cNvPr id="21" name="Group 20">
              <a:extLst>
                <a:ext uri="{FF2B5EF4-FFF2-40B4-BE49-F238E27FC236}">
                  <a16:creationId xmlns:a16="http://schemas.microsoft.com/office/drawing/2014/main" id="{6B02610C-D743-4EC3-ADB6-968702F1329E}"/>
                </a:ext>
                <a:ext uri="{C183D7F6-B498-43B3-948B-1728B52AA6E4}">
                  <adec:decorative xmlns:adec="http://schemas.microsoft.com/office/drawing/2017/decorative" val="1"/>
                </a:ext>
              </a:extLst>
            </p:cNvPr>
            <p:cNvGrpSpPr/>
            <p:nvPr/>
          </p:nvGrpSpPr>
          <p:grpSpPr>
            <a:xfrm>
              <a:off x="3031669" y="1620003"/>
              <a:ext cx="702132" cy="702231"/>
              <a:chOff x="7962901" y="3032919"/>
              <a:chExt cx="981074" cy="981076"/>
            </a:xfrm>
          </p:grpSpPr>
          <p:sp>
            <p:nvSpPr>
              <p:cNvPr id="22" name="Freeform 5">
                <a:extLst>
                  <a:ext uri="{FF2B5EF4-FFF2-40B4-BE49-F238E27FC236}">
                    <a16:creationId xmlns:a16="http://schemas.microsoft.com/office/drawing/2014/main" id="{24D747FB-14BE-4011-9D02-705EBB6A6635}"/>
                  </a:ext>
                </a:extLst>
              </p:cNvPr>
              <p:cNvSpPr>
                <a:spLocks/>
              </p:cNvSpPr>
              <p:nvPr/>
            </p:nvSpPr>
            <p:spPr bwMode="auto">
              <a:xfrm>
                <a:off x="7962901" y="3032919"/>
                <a:ext cx="981074" cy="981076"/>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23" name="Freeform 6">
                <a:extLst>
                  <a:ext uri="{FF2B5EF4-FFF2-40B4-BE49-F238E27FC236}">
                    <a16:creationId xmlns:a16="http://schemas.microsoft.com/office/drawing/2014/main" id="{F5D5C1AD-C8B4-4F2F-8083-999CEE96BA08}"/>
                  </a:ext>
                </a:extLst>
              </p:cNvPr>
              <p:cNvSpPr>
                <a:spLocks noEditPoints="1"/>
              </p:cNvSpPr>
              <p:nvPr/>
            </p:nvSpPr>
            <p:spPr bwMode="auto">
              <a:xfrm>
                <a:off x="8031163" y="3102770"/>
                <a:ext cx="846137" cy="844550"/>
              </a:xfrm>
              <a:prstGeom prst="ellipse">
                <a:avLst/>
              </a:prstGeom>
              <a:noFill/>
              <a:ln w="19050">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39" name="Picture 38" descr="Icon of three concentric arcs">
              <a:extLst>
                <a:ext uri="{FF2B5EF4-FFF2-40B4-BE49-F238E27FC236}">
                  <a16:creationId xmlns:a16="http://schemas.microsoft.com/office/drawing/2014/main" id="{1BC5CA9F-5934-4A70-A2A3-E3718198A66A}"/>
                </a:ext>
              </a:extLst>
            </p:cNvPr>
            <p:cNvPicPr>
              <a:picLocks noChangeAspect="1"/>
            </p:cNvPicPr>
            <p:nvPr/>
          </p:nvPicPr>
          <p:blipFill>
            <a:blip r:embed="rId3"/>
            <a:stretch>
              <a:fillRect/>
            </a:stretch>
          </p:blipFill>
          <p:spPr>
            <a:xfrm>
              <a:off x="3196572" y="1784956"/>
              <a:ext cx="372325" cy="372325"/>
            </a:xfrm>
            <a:prstGeom prst="rect">
              <a:avLst/>
            </a:prstGeom>
          </p:spPr>
        </p:pic>
      </p:grpSp>
      <p:grpSp>
        <p:nvGrpSpPr>
          <p:cNvPr id="16" name="Group 15" descr="Icon of three concentric arcs">
            <a:extLst>
              <a:ext uri="{FF2B5EF4-FFF2-40B4-BE49-F238E27FC236}">
                <a16:creationId xmlns:a16="http://schemas.microsoft.com/office/drawing/2014/main" id="{F7D2742C-258D-4457-A554-39B2F2764011}"/>
              </a:ext>
            </a:extLst>
          </p:cNvPr>
          <p:cNvGrpSpPr/>
          <p:nvPr/>
        </p:nvGrpSpPr>
        <p:grpSpPr>
          <a:xfrm>
            <a:off x="3032805" y="3077884"/>
            <a:ext cx="702132" cy="702231"/>
            <a:chOff x="3031669" y="1620003"/>
            <a:chExt cx="702132" cy="702231"/>
          </a:xfrm>
        </p:grpSpPr>
        <p:grpSp>
          <p:nvGrpSpPr>
            <p:cNvPr id="18" name="Group 17">
              <a:extLst>
                <a:ext uri="{FF2B5EF4-FFF2-40B4-BE49-F238E27FC236}">
                  <a16:creationId xmlns:a16="http://schemas.microsoft.com/office/drawing/2014/main" id="{C413A325-B81D-4D2F-950A-198CE359AC36}"/>
                </a:ext>
                <a:ext uri="{C183D7F6-B498-43B3-948B-1728B52AA6E4}">
                  <adec:decorative xmlns:adec="http://schemas.microsoft.com/office/drawing/2017/decorative" val="1"/>
                </a:ext>
              </a:extLst>
            </p:cNvPr>
            <p:cNvGrpSpPr/>
            <p:nvPr/>
          </p:nvGrpSpPr>
          <p:grpSpPr>
            <a:xfrm>
              <a:off x="3031669" y="1620003"/>
              <a:ext cx="702132" cy="702231"/>
              <a:chOff x="7962901" y="3032919"/>
              <a:chExt cx="981074" cy="981076"/>
            </a:xfrm>
          </p:grpSpPr>
          <p:sp>
            <p:nvSpPr>
              <p:cNvPr id="20" name="Freeform 5">
                <a:extLst>
                  <a:ext uri="{FF2B5EF4-FFF2-40B4-BE49-F238E27FC236}">
                    <a16:creationId xmlns:a16="http://schemas.microsoft.com/office/drawing/2014/main" id="{35869918-01D1-4B9B-A286-0DE83B66B79F}"/>
                  </a:ext>
                </a:extLst>
              </p:cNvPr>
              <p:cNvSpPr>
                <a:spLocks/>
              </p:cNvSpPr>
              <p:nvPr/>
            </p:nvSpPr>
            <p:spPr bwMode="auto">
              <a:xfrm>
                <a:off x="7962901" y="3032919"/>
                <a:ext cx="981074" cy="981076"/>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24" name="Freeform 6">
                <a:extLst>
                  <a:ext uri="{FF2B5EF4-FFF2-40B4-BE49-F238E27FC236}">
                    <a16:creationId xmlns:a16="http://schemas.microsoft.com/office/drawing/2014/main" id="{33A05620-826A-482E-BF44-D02B94CD800F}"/>
                  </a:ext>
                </a:extLst>
              </p:cNvPr>
              <p:cNvSpPr>
                <a:spLocks noEditPoints="1"/>
              </p:cNvSpPr>
              <p:nvPr/>
            </p:nvSpPr>
            <p:spPr bwMode="auto">
              <a:xfrm>
                <a:off x="8031163" y="3102770"/>
                <a:ext cx="846137" cy="844550"/>
              </a:xfrm>
              <a:prstGeom prst="ellipse">
                <a:avLst/>
              </a:prstGeom>
              <a:noFill/>
              <a:ln w="19050">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9" name="Picture 18" descr="Icon of three concentric arcs">
              <a:extLst>
                <a:ext uri="{FF2B5EF4-FFF2-40B4-BE49-F238E27FC236}">
                  <a16:creationId xmlns:a16="http://schemas.microsoft.com/office/drawing/2014/main" id="{1EE1F0E3-5C92-4994-A22A-15C3A5803535}"/>
                </a:ext>
              </a:extLst>
            </p:cNvPr>
            <p:cNvPicPr>
              <a:picLocks noChangeAspect="1"/>
            </p:cNvPicPr>
            <p:nvPr/>
          </p:nvPicPr>
          <p:blipFill>
            <a:blip r:embed="rId3"/>
            <a:stretch>
              <a:fillRect/>
            </a:stretch>
          </p:blipFill>
          <p:spPr>
            <a:xfrm>
              <a:off x="3196572" y="1784956"/>
              <a:ext cx="372325" cy="372325"/>
            </a:xfrm>
            <a:prstGeom prst="rect">
              <a:avLst/>
            </a:prstGeom>
          </p:spPr>
        </p:pic>
      </p:grpSp>
    </p:spTree>
    <p:extLst>
      <p:ext uri="{BB962C8B-B14F-4D97-AF65-F5344CB8AC3E}">
        <p14:creationId xmlns:p14="http://schemas.microsoft.com/office/powerpoint/2010/main" val="42446719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07C2C26-EFD2-E847-AEA7-5CEF245E0904}"/>
              </a:ext>
            </a:extLst>
          </p:cNvPr>
          <p:cNvSpPr>
            <a:spLocks noGrp="1"/>
          </p:cNvSpPr>
          <p:nvPr>
            <p:ph type="title"/>
          </p:nvPr>
        </p:nvSpPr>
        <p:spPr/>
        <p:txBody>
          <a:bodyPr/>
          <a:lstStyle/>
          <a:p>
            <a:r>
              <a:rPr lang="en-US" sz="3600" dirty="0"/>
              <a:t>Introduction to Artificial Intelligence</a:t>
            </a:r>
            <a:endParaRPr lang="en-US" dirty="0"/>
          </a:p>
        </p:txBody>
      </p:sp>
      <p:pic>
        <p:nvPicPr>
          <p:cNvPr id="2" name="Picture 1" descr="Icon of three concentric arcs">
            <a:extLst>
              <a:ext uri="{FF2B5EF4-FFF2-40B4-BE49-F238E27FC236}">
                <a16:creationId xmlns:a16="http://schemas.microsoft.com/office/drawing/2014/main" id="{8AC2CBA1-CF1D-4600-9B90-30C8B73A53B3}"/>
              </a:ext>
            </a:extLst>
          </p:cNvPr>
          <p:cNvPicPr>
            <a:picLocks noChangeAspect="1"/>
          </p:cNvPicPr>
          <p:nvPr/>
        </p:nvPicPr>
        <p:blipFill>
          <a:blip r:embed="rId3"/>
          <a:stretch>
            <a:fillRect/>
          </a:stretch>
        </p:blipFill>
        <p:spPr>
          <a:xfrm>
            <a:off x="10094976" y="2779776"/>
            <a:ext cx="1280160" cy="1280160"/>
          </a:xfrm>
          <a:prstGeom prst="rect">
            <a:avLst/>
          </a:prstGeom>
        </p:spPr>
      </p:pic>
    </p:spTree>
    <p:extLst>
      <p:ext uri="{BB962C8B-B14F-4D97-AF65-F5344CB8AC3E}">
        <p14:creationId xmlns:p14="http://schemas.microsoft.com/office/powerpoint/2010/main" val="2005812753"/>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92B8B94-96A4-4081-AF7D-E9995D123C0C}"/>
              </a:ext>
            </a:extLst>
          </p:cNvPr>
          <p:cNvSpPr/>
          <p:nvPr/>
        </p:nvSpPr>
        <p:spPr bwMode="auto">
          <a:xfrm>
            <a:off x="7883135" y="2042343"/>
            <a:ext cx="3638373" cy="3597088"/>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6" name="Title 5">
            <a:extLst>
              <a:ext uri="{FF2B5EF4-FFF2-40B4-BE49-F238E27FC236}">
                <a16:creationId xmlns:a16="http://schemas.microsoft.com/office/drawing/2014/main" id="{8E35153A-7CF3-4A72-A493-1FD6EEF90D07}"/>
              </a:ext>
            </a:extLst>
          </p:cNvPr>
          <p:cNvSpPr>
            <a:spLocks noGrp="1"/>
          </p:cNvSpPr>
          <p:nvPr>
            <p:ph type="title"/>
          </p:nvPr>
        </p:nvSpPr>
        <p:spPr/>
        <p:txBody>
          <a:bodyPr/>
          <a:lstStyle/>
          <a:p>
            <a:r>
              <a:rPr lang="en-US" dirty="0"/>
              <a:t>What is Artificial Intelligence?</a:t>
            </a:r>
          </a:p>
        </p:txBody>
      </p:sp>
      <p:sp>
        <p:nvSpPr>
          <p:cNvPr id="7" name="Text Placeholder 6">
            <a:extLst>
              <a:ext uri="{FF2B5EF4-FFF2-40B4-BE49-F238E27FC236}">
                <a16:creationId xmlns:a16="http://schemas.microsoft.com/office/drawing/2014/main" id="{AF45012D-E680-46E7-9FA4-56610DFE00B1}"/>
              </a:ext>
            </a:extLst>
          </p:cNvPr>
          <p:cNvSpPr>
            <a:spLocks noGrp="1"/>
          </p:cNvSpPr>
          <p:nvPr>
            <p:ph type="body" sz="quarter" idx="10"/>
          </p:nvPr>
        </p:nvSpPr>
        <p:spPr>
          <a:xfrm>
            <a:off x="670492" y="2042343"/>
            <a:ext cx="7212643" cy="2779222"/>
          </a:xfrm>
        </p:spPr>
        <p:txBody>
          <a:bodyPr/>
          <a:lstStyle/>
          <a:p>
            <a:pPr marL="0" indent="0">
              <a:buNone/>
            </a:pPr>
            <a:r>
              <a:rPr lang="en-US" dirty="0"/>
              <a:t>Software that imitates human capabilities</a:t>
            </a:r>
          </a:p>
          <a:p>
            <a:endParaRPr lang="en-US" sz="1050" dirty="0"/>
          </a:p>
          <a:p>
            <a:pPr lvl="1"/>
            <a:r>
              <a:rPr lang="en-US" dirty="0"/>
              <a:t>Predicting outcomes and recognizing patterns based on historic data</a:t>
            </a:r>
          </a:p>
          <a:p>
            <a:pPr lvl="1"/>
            <a:r>
              <a:rPr lang="en-US" dirty="0"/>
              <a:t>Recognizing abnormal events and making decisions</a:t>
            </a:r>
          </a:p>
          <a:p>
            <a:pPr lvl="1"/>
            <a:r>
              <a:rPr lang="en-US" dirty="0"/>
              <a:t>Interpreting visual input</a:t>
            </a:r>
          </a:p>
          <a:p>
            <a:pPr lvl="1"/>
            <a:r>
              <a:rPr lang="en-US" dirty="0"/>
              <a:t>Understanding language, and engaging in conversations</a:t>
            </a:r>
          </a:p>
          <a:p>
            <a:pPr lvl="1"/>
            <a:r>
              <a:rPr lang="en-US" dirty="0"/>
              <a:t>Extracting information from sources to gain knowledge</a:t>
            </a:r>
          </a:p>
        </p:txBody>
      </p:sp>
      <p:pic>
        <p:nvPicPr>
          <p:cNvPr id="3" name="Graphic 2" descr="Head with gears">
            <a:extLst>
              <a:ext uri="{FF2B5EF4-FFF2-40B4-BE49-F238E27FC236}">
                <a16:creationId xmlns:a16="http://schemas.microsoft.com/office/drawing/2014/main" id="{63834BF0-1A42-4E93-BFC8-6027AC74298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flipH="1">
            <a:off x="7833514" y="2072428"/>
            <a:ext cx="3536918" cy="3536918"/>
          </a:xfrm>
          <a:prstGeom prst="rect">
            <a:avLst/>
          </a:prstGeom>
        </p:spPr>
      </p:pic>
    </p:spTree>
    <p:extLst>
      <p:ext uri="{BB962C8B-B14F-4D97-AF65-F5344CB8AC3E}">
        <p14:creationId xmlns:p14="http://schemas.microsoft.com/office/powerpoint/2010/main" val="2727428814"/>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7" name="Table 37">
            <a:extLst>
              <a:ext uri="{FF2B5EF4-FFF2-40B4-BE49-F238E27FC236}">
                <a16:creationId xmlns:a16="http://schemas.microsoft.com/office/drawing/2014/main" id="{037901E4-55F4-4729-A31E-880F28BFE06D}"/>
              </a:ext>
            </a:extLst>
          </p:cNvPr>
          <p:cNvGraphicFramePr>
            <a:graphicFrameLocks noGrp="1"/>
          </p:cNvGraphicFramePr>
          <p:nvPr>
            <p:extLst>
              <p:ext uri="{D42A27DB-BD31-4B8C-83A1-F6EECF244321}">
                <p14:modId xmlns:p14="http://schemas.microsoft.com/office/powerpoint/2010/main" val="1072181171"/>
              </p:ext>
            </p:extLst>
          </p:nvPr>
        </p:nvGraphicFramePr>
        <p:xfrm>
          <a:off x="633559" y="1581504"/>
          <a:ext cx="10809324" cy="4543312"/>
        </p:xfrm>
        <a:graphic>
          <a:graphicData uri="http://schemas.openxmlformats.org/drawingml/2006/table">
            <a:tbl>
              <a:tblPr firstRow="1" bandRow="1">
                <a:tableStyleId>{5940675A-B579-460E-94D1-54222C63F5DA}</a:tableStyleId>
              </a:tblPr>
              <a:tblGrid>
                <a:gridCol w="1014598">
                  <a:extLst>
                    <a:ext uri="{9D8B030D-6E8A-4147-A177-3AD203B41FA5}">
                      <a16:colId xmlns:a16="http://schemas.microsoft.com/office/drawing/2014/main" val="3578943820"/>
                    </a:ext>
                  </a:extLst>
                </a:gridCol>
                <a:gridCol w="4759431">
                  <a:extLst>
                    <a:ext uri="{9D8B030D-6E8A-4147-A177-3AD203B41FA5}">
                      <a16:colId xmlns:a16="http://schemas.microsoft.com/office/drawing/2014/main" val="3172409955"/>
                    </a:ext>
                  </a:extLst>
                </a:gridCol>
                <a:gridCol w="5035295">
                  <a:extLst>
                    <a:ext uri="{9D8B030D-6E8A-4147-A177-3AD203B41FA5}">
                      <a16:colId xmlns:a16="http://schemas.microsoft.com/office/drawing/2014/main" val="1925463671"/>
                    </a:ext>
                  </a:extLst>
                </a:gridCol>
              </a:tblGrid>
              <a:tr h="907228">
                <a:tc>
                  <a:txBody>
                    <a:bodyPr/>
                    <a:lstStyle/>
                    <a:p>
                      <a:endParaRPr lang="en-US" sz="2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r>
                        <a:rPr lang="en-US" sz="2800" dirty="0"/>
                        <a:t>Machine Learning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t>Predictive models based on data and statistics – the foundation for AI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6061909"/>
                  </a:ext>
                </a:extLst>
              </a:tr>
              <a:tr h="907228">
                <a:tc>
                  <a:txBody>
                    <a:bodyPr/>
                    <a:lstStyle/>
                    <a:p>
                      <a:endParaRPr lang="en-US" sz="2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r>
                        <a:rPr lang="en-US" sz="2800" dirty="0"/>
                        <a:t>Anomaly Detection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t>Systems that detect unusual patterns or events, enabling pre-emptive action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94828244"/>
                  </a:ext>
                </a:extLst>
              </a:tr>
              <a:tr h="907228">
                <a:tc>
                  <a:txBody>
                    <a:bodyPr/>
                    <a:lstStyle/>
                    <a:p>
                      <a:endParaRPr lang="en-US" sz="2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r>
                        <a:rPr lang="en-US" sz="2800" dirty="0"/>
                        <a:t>Computer Vision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t>Applications that interpret visual input from cameras, images, or videos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672490"/>
                  </a:ext>
                </a:extLst>
              </a:tr>
              <a:tr h="907228">
                <a:tc>
                  <a:txBody>
                    <a:bodyPr/>
                    <a:lstStyle/>
                    <a:p>
                      <a:endParaRPr lang="en-US" sz="2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r>
                        <a:rPr lang="en-US" sz="2800" dirty="0"/>
                        <a:t>Natural Language Processing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t>Applications that can interpret written or spoken language, and engage in dialogs with human users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75878531"/>
                  </a:ext>
                </a:extLst>
              </a:tr>
              <a:tr h="907228">
                <a:tc>
                  <a:txBody>
                    <a:bodyPr/>
                    <a:lstStyle/>
                    <a:p>
                      <a:endParaRPr lang="en-US" sz="2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US" sz="2800" dirty="0"/>
                        <a:t>Knowledge Mining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t>Extract information from data sources to create a searchable knowledge store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2658521"/>
                  </a:ext>
                </a:extLst>
              </a:tr>
            </a:tbl>
          </a:graphicData>
        </a:graphic>
      </p:graphicFrame>
      <p:sp>
        <p:nvSpPr>
          <p:cNvPr id="2" name="Title 1">
            <a:extLst>
              <a:ext uri="{FF2B5EF4-FFF2-40B4-BE49-F238E27FC236}">
                <a16:creationId xmlns:a16="http://schemas.microsoft.com/office/drawing/2014/main" id="{C80E36F9-5B9C-4C33-9208-6BED2FB2122B}"/>
              </a:ext>
            </a:extLst>
          </p:cNvPr>
          <p:cNvSpPr>
            <a:spLocks noGrp="1"/>
          </p:cNvSpPr>
          <p:nvPr>
            <p:ph type="title"/>
          </p:nvPr>
        </p:nvSpPr>
        <p:spPr/>
        <p:txBody>
          <a:bodyPr/>
          <a:lstStyle/>
          <a:p>
            <a:r>
              <a:rPr lang="en-US" dirty="0"/>
              <a:t>Common Artificial Intelligence Workloads</a:t>
            </a:r>
          </a:p>
        </p:txBody>
      </p:sp>
      <p:grpSp>
        <p:nvGrpSpPr>
          <p:cNvPr id="70" name="Group 69">
            <a:extLst>
              <a:ext uri="{FF2B5EF4-FFF2-40B4-BE49-F238E27FC236}">
                <a16:creationId xmlns:a16="http://schemas.microsoft.com/office/drawing/2014/main" id="{4FBFA84B-490E-4EE1-8965-52B1F0048B29}"/>
              </a:ext>
            </a:extLst>
          </p:cNvPr>
          <p:cNvGrpSpPr/>
          <p:nvPr/>
        </p:nvGrpSpPr>
        <p:grpSpPr>
          <a:xfrm>
            <a:off x="834916" y="4347396"/>
            <a:ext cx="743243" cy="885577"/>
            <a:chOff x="9327742" y="3148475"/>
            <a:chExt cx="828325" cy="1029192"/>
          </a:xfrm>
          <a:solidFill>
            <a:schemeClr val="bg1"/>
          </a:solidFill>
        </p:grpSpPr>
        <p:pic>
          <p:nvPicPr>
            <p:cNvPr id="55" name="Graphic 54" descr="Open book">
              <a:extLst>
                <a:ext uri="{FF2B5EF4-FFF2-40B4-BE49-F238E27FC236}">
                  <a16:creationId xmlns:a16="http://schemas.microsoft.com/office/drawing/2014/main" id="{B6094122-AFDE-4B2F-905C-F3D8F200BE0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327742" y="3586018"/>
              <a:ext cx="591649" cy="591649"/>
            </a:xfrm>
            <a:prstGeom prst="rect">
              <a:avLst/>
            </a:prstGeom>
          </p:spPr>
        </p:pic>
        <p:pic>
          <p:nvPicPr>
            <p:cNvPr id="61" name="Graphic 60" descr="Chat">
              <a:extLst>
                <a:ext uri="{FF2B5EF4-FFF2-40B4-BE49-F238E27FC236}">
                  <a16:creationId xmlns:a16="http://schemas.microsoft.com/office/drawing/2014/main" id="{229B76BE-6470-4525-A579-7CF5114774D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477362" y="3148475"/>
              <a:ext cx="678705" cy="678705"/>
            </a:xfrm>
            <a:prstGeom prst="rect">
              <a:avLst/>
            </a:prstGeom>
          </p:spPr>
        </p:pic>
      </p:grpSp>
      <p:pic>
        <p:nvPicPr>
          <p:cNvPr id="4" name="Graphic 3" descr="Eye Scan">
            <a:extLst>
              <a:ext uri="{FF2B5EF4-FFF2-40B4-BE49-F238E27FC236}">
                <a16:creationId xmlns:a16="http://schemas.microsoft.com/office/drawing/2014/main" id="{1CDEFD37-1F42-4208-9797-8C6155CE7AE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39673" y="3478048"/>
            <a:ext cx="792897" cy="792897"/>
          </a:xfrm>
          <a:prstGeom prst="rect">
            <a:avLst/>
          </a:prstGeom>
        </p:spPr>
      </p:pic>
      <p:grpSp>
        <p:nvGrpSpPr>
          <p:cNvPr id="26" name="Group 25">
            <a:extLst>
              <a:ext uri="{FF2B5EF4-FFF2-40B4-BE49-F238E27FC236}">
                <a16:creationId xmlns:a16="http://schemas.microsoft.com/office/drawing/2014/main" id="{0BF19253-B6B5-47BD-9E5E-88B610525B95}"/>
              </a:ext>
            </a:extLst>
          </p:cNvPr>
          <p:cNvGrpSpPr/>
          <p:nvPr/>
        </p:nvGrpSpPr>
        <p:grpSpPr>
          <a:xfrm>
            <a:off x="646096" y="1658756"/>
            <a:ext cx="1097204" cy="745389"/>
            <a:chOff x="7086907" y="3056305"/>
            <a:chExt cx="1097204" cy="745389"/>
          </a:xfrm>
          <a:solidFill>
            <a:schemeClr val="bg1"/>
          </a:solidFill>
        </p:grpSpPr>
        <p:pic>
          <p:nvPicPr>
            <p:cNvPr id="7" name="Graphic 6" descr="Binary">
              <a:extLst>
                <a:ext uri="{FF2B5EF4-FFF2-40B4-BE49-F238E27FC236}">
                  <a16:creationId xmlns:a16="http://schemas.microsoft.com/office/drawing/2014/main" id="{C3EE24FB-BCCB-4F2B-8B3A-889D8E4E7404}"/>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086907" y="3211718"/>
              <a:ext cx="501064" cy="501064"/>
            </a:xfrm>
            <a:prstGeom prst="rect">
              <a:avLst/>
            </a:prstGeom>
          </p:spPr>
        </p:pic>
        <p:pic>
          <p:nvPicPr>
            <p:cNvPr id="9" name="Graphic 8" descr="Single gear">
              <a:extLst>
                <a:ext uri="{FF2B5EF4-FFF2-40B4-BE49-F238E27FC236}">
                  <a16:creationId xmlns:a16="http://schemas.microsoft.com/office/drawing/2014/main" id="{7E060F76-D870-4E5D-9031-2C90E2B8E208}"/>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438722" y="3056305"/>
              <a:ext cx="745389" cy="745389"/>
            </a:xfrm>
            <a:prstGeom prst="rect">
              <a:avLst/>
            </a:prstGeom>
          </p:spPr>
        </p:pic>
      </p:grpSp>
      <p:pic>
        <p:nvPicPr>
          <p:cNvPr id="18" name="Graphic 17" descr="Warning">
            <a:extLst>
              <a:ext uri="{FF2B5EF4-FFF2-40B4-BE49-F238E27FC236}">
                <a16:creationId xmlns:a16="http://schemas.microsoft.com/office/drawing/2014/main" id="{B32ABC0D-965C-49DF-AA7F-01D8AD24A295}"/>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859151" y="2627332"/>
            <a:ext cx="627529" cy="627529"/>
          </a:xfrm>
          <a:prstGeom prst="rect">
            <a:avLst/>
          </a:prstGeom>
        </p:spPr>
      </p:pic>
      <p:pic>
        <p:nvPicPr>
          <p:cNvPr id="5" name="Graphic 4" descr="Magnifying glass with solid fill">
            <a:extLst>
              <a:ext uri="{FF2B5EF4-FFF2-40B4-BE49-F238E27FC236}">
                <a16:creationId xmlns:a16="http://schemas.microsoft.com/office/drawing/2014/main" id="{4D5A2754-7401-4102-B568-57012D20CED7}"/>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896628" y="5377399"/>
            <a:ext cx="631339" cy="631339"/>
          </a:xfrm>
          <a:prstGeom prst="rect">
            <a:avLst/>
          </a:prstGeom>
        </p:spPr>
      </p:pic>
      <p:pic>
        <p:nvPicPr>
          <p:cNvPr id="8" name="Graphic 7" descr="Document outline">
            <a:extLst>
              <a:ext uri="{FF2B5EF4-FFF2-40B4-BE49-F238E27FC236}">
                <a16:creationId xmlns:a16="http://schemas.microsoft.com/office/drawing/2014/main" id="{2BCF996F-CE02-4957-8BDE-1AE270F34E5A}"/>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648854" y="5248142"/>
            <a:ext cx="722638" cy="722638"/>
          </a:xfrm>
          <a:prstGeom prst="rect">
            <a:avLst/>
          </a:prstGeom>
        </p:spPr>
      </p:pic>
    </p:spTree>
    <p:extLst>
      <p:ext uri="{BB962C8B-B14F-4D97-AF65-F5344CB8AC3E}">
        <p14:creationId xmlns:p14="http://schemas.microsoft.com/office/powerpoint/2010/main" val="2143923102"/>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DD8DE-A4FB-41C0-BFE2-86F952EA284A}"/>
              </a:ext>
            </a:extLst>
          </p:cNvPr>
          <p:cNvSpPr>
            <a:spLocks noGrp="1"/>
          </p:cNvSpPr>
          <p:nvPr>
            <p:ph type="title"/>
          </p:nvPr>
        </p:nvSpPr>
        <p:spPr/>
        <p:txBody>
          <a:bodyPr/>
          <a:lstStyle/>
          <a:p>
            <a:r>
              <a:rPr lang="en-US" dirty="0"/>
              <a:t>Principles of Responsible AI</a:t>
            </a:r>
          </a:p>
        </p:txBody>
      </p:sp>
      <p:graphicFrame>
        <p:nvGraphicFramePr>
          <p:cNvPr id="27" name="Table 27">
            <a:extLst>
              <a:ext uri="{FF2B5EF4-FFF2-40B4-BE49-F238E27FC236}">
                <a16:creationId xmlns:a16="http://schemas.microsoft.com/office/drawing/2014/main" id="{24CB0164-29DF-4D00-A4C8-FB7162BD3DB3}"/>
              </a:ext>
            </a:extLst>
          </p:cNvPr>
          <p:cNvGraphicFramePr>
            <a:graphicFrameLocks noGrp="1"/>
          </p:cNvGraphicFramePr>
          <p:nvPr>
            <p:extLst>
              <p:ext uri="{D42A27DB-BD31-4B8C-83A1-F6EECF244321}">
                <p14:modId xmlns:p14="http://schemas.microsoft.com/office/powerpoint/2010/main" val="974226740"/>
              </p:ext>
            </p:extLst>
          </p:nvPr>
        </p:nvGraphicFramePr>
        <p:xfrm>
          <a:off x="636494" y="1077662"/>
          <a:ext cx="10919012" cy="5690372"/>
        </p:xfrm>
        <a:graphic>
          <a:graphicData uri="http://schemas.openxmlformats.org/drawingml/2006/table">
            <a:tbl>
              <a:tblPr firstRow="1" bandRow="1">
                <a:tableStyleId>{5940675A-B579-460E-94D1-54222C63F5DA}</a:tableStyleId>
              </a:tblPr>
              <a:tblGrid>
                <a:gridCol w="3945937">
                  <a:extLst>
                    <a:ext uri="{9D8B030D-6E8A-4147-A177-3AD203B41FA5}">
                      <a16:colId xmlns:a16="http://schemas.microsoft.com/office/drawing/2014/main" val="11834635"/>
                    </a:ext>
                  </a:extLst>
                </a:gridCol>
                <a:gridCol w="3119375">
                  <a:extLst>
                    <a:ext uri="{9D8B030D-6E8A-4147-A177-3AD203B41FA5}">
                      <a16:colId xmlns:a16="http://schemas.microsoft.com/office/drawing/2014/main" val="1405608543"/>
                    </a:ext>
                  </a:extLst>
                </a:gridCol>
                <a:gridCol w="3853700">
                  <a:extLst>
                    <a:ext uri="{9D8B030D-6E8A-4147-A177-3AD203B41FA5}">
                      <a16:colId xmlns:a16="http://schemas.microsoft.com/office/drawing/2014/main" val="74291991"/>
                    </a:ext>
                  </a:extLst>
                </a:gridCol>
              </a:tblGrid>
              <a:tr h="478292">
                <a:tc>
                  <a:txBody>
                    <a:bodyPr/>
                    <a:lstStyle/>
                    <a:p>
                      <a:endParaRPr lang="en-US" sz="2400" b="1" dirty="0">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8D4"/>
                    </a:solidFill>
                  </a:tcPr>
                </a:tc>
                <a:tc>
                  <a:txBody>
                    <a:bodyPr/>
                    <a:lstStyle/>
                    <a:p>
                      <a:r>
                        <a:rPr lang="en-US" sz="2400" b="0" dirty="0">
                          <a:solidFill>
                            <a:schemeClr val="bg1"/>
                          </a:solidFill>
                        </a:rPr>
                        <a:t>Challenge or Risk</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8D4"/>
                    </a:solidFill>
                  </a:tcPr>
                </a:tc>
                <a:tc>
                  <a:txBody>
                    <a:bodyPr/>
                    <a:lstStyle/>
                    <a:p>
                      <a:r>
                        <a:rPr lang="en-US" sz="2400" b="0" dirty="0">
                          <a:solidFill>
                            <a:schemeClr val="bg1"/>
                          </a:solidFill>
                        </a:rPr>
                        <a:t>Example</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8D4"/>
                    </a:solidFill>
                  </a:tcPr>
                </a:tc>
                <a:extLst>
                  <a:ext uri="{0D108BD9-81ED-4DB2-BD59-A6C34878D82A}">
                    <a16:rowId xmlns:a16="http://schemas.microsoft.com/office/drawing/2014/main" val="204889339"/>
                  </a:ext>
                </a:extLst>
              </a:tr>
              <a:tr h="826353">
                <a:tc>
                  <a:txBody>
                    <a:bodyPr/>
                    <a:lstStyle/>
                    <a:p>
                      <a:pPr marL="0" indent="0" algn="l" defTabSz="932742" rtl="0" eaLnBrk="1" latinLnBrk="0" hangingPunct="1"/>
                      <a:r>
                        <a:rPr lang="en-US" sz="2800" b="0" kern="1200" dirty="0">
                          <a:solidFill>
                            <a:schemeClr val="bg1"/>
                          </a:solidFill>
                          <a:latin typeface="+mn-lt"/>
                          <a:ea typeface="+mn-ea"/>
                          <a:cs typeface="+mn-cs"/>
                        </a:rPr>
                        <a:t>	</a:t>
                      </a:r>
                      <a:r>
                        <a:rPr lang="en-US" sz="2400" b="0" kern="1200" dirty="0">
                          <a:solidFill>
                            <a:schemeClr val="bg1"/>
                          </a:solidFill>
                          <a:latin typeface="+mn-lt"/>
                          <a:ea typeface="+mn-ea"/>
                          <a:cs typeface="+mn-cs"/>
                        </a:rPr>
                        <a:t>Fairness</a:t>
                      </a:r>
                      <a:endParaRPr lang="en-US" sz="1800" b="0" kern="1200" dirty="0">
                        <a:solidFill>
                          <a:schemeClr val="bg1"/>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algn="l" defTabSz="932742" rtl="0" eaLnBrk="1" latinLnBrk="0" hangingPunct="1"/>
                      <a:r>
                        <a:rPr lang="en-US" sz="1800" kern="1200" dirty="0">
                          <a:solidFill>
                            <a:schemeClr val="tx1"/>
                          </a:solidFill>
                          <a:latin typeface="+mn-lt"/>
                          <a:ea typeface="+mn-ea"/>
                          <a:cs typeface="+mn-cs"/>
                        </a:rPr>
                        <a:t>Bias can affect results</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dirty="0"/>
                        <a:t>A loan-approval model discriminates by gender due to bias in the data with which it was trained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56603597"/>
                  </a:ext>
                </a:extLst>
              </a:tr>
              <a:tr h="826353">
                <a:tc>
                  <a:txBody>
                    <a:bodyPr/>
                    <a:lstStyle/>
                    <a:p>
                      <a:pPr marL="0" algn="l" defTabSz="932742" rtl="0" eaLnBrk="1" latinLnBrk="0" hangingPunct="1"/>
                      <a:r>
                        <a:rPr lang="en-US" sz="1800" kern="1200" dirty="0">
                          <a:solidFill>
                            <a:schemeClr val="bg1"/>
                          </a:solidFill>
                          <a:latin typeface="+mn-lt"/>
                          <a:ea typeface="+mn-ea"/>
                          <a:cs typeface="+mn-cs"/>
                        </a:rPr>
                        <a:t>	</a:t>
                      </a:r>
                      <a:r>
                        <a:rPr lang="en-US" sz="2400" kern="1200" dirty="0">
                          <a:solidFill>
                            <a:schemeClr val="bg1"/>
                          </a:solidFill>
                          <a:latin typeface="+mn-lt"/>
                          <a:ea typeface="+mn-ea"/>
                          <a:cs typeface="+mn-cs"/>
                        </a:rPr>
                        <a:t>Reliability &amp; Safety</a:t>
                      </a:r>
                      <a:endParaRPr lang="en-US" sz="1800" kern="1200" dirty="0">
                        <a:solidFill>
                          <a:schemeClr val="bg1"/>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algn="l" defTabSz="932742" rtl="0" eaLnBrk="1" latinLnBrk="0" hangingPunct="1"/>
                      <a:r>
                        <a:rPr lang="en-US" sz="1800" kern="1200" dirty="0">
                          <a:solidFill>
                            <a:schemeClr val="tx1"/>
                          </a:solidFill>
                          <a:latin typeface="+mn-lt"/>
                          <a:ea typeface="+mn-ea"/>
                          <a:cs typeface="+mn-cs"/>
                        </a:rPr>
                        <a:t>Errors may cause harm</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An autonomous vehicle experiences a system failure and causes a collision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26329886"/>
                  </a:ext>
                </a:extLst>
              </a:tr>
              <a:tr h="826353">
                <a:tc>
                  <a:txBody>
                    <a:bodyPr/>
                    <a:lstStyle/>
                    <a:p>
                      <a:pPr marL="0" algn="l" defTabSz="932742" rtl="0" eaLnBrk="1" latinLnBrk="0" hangingPunct="1"/>
                      <a:r>
                        <a:rPr lang="en-US" sz="1800" kern="1200" dirty="0">
                          <a:solidFill>
                            <a:schemeClr val="bg1"/>
                          </a:solidFill>
                          <a:latin typeface="+mn-lt"/>
                          <a:ea typeface="+mn-ea"/>
                          <a:cs typeface="+mn-cs"/>
                        </a:rPr>
                        <a:t>	</a:t>
                      </a:r>
                      <a:r>
                        <a:rPr lang="en-US" sz="2400" kern="1200" dirty="0">
                          <a:solidFill>
                            <a:schemeClr val="bg1"/>
                          </a:solidFill>
                          <a:latin typeface="+mn-lt"/>
                          <a:ea typeface="+mn-ea"/>
                          <a:cs typeface="+mn-cs"/>
                        </a:rPr>
                        <a:t>Privacy &amp; Security</a:t>
                      </a:r>
                      <a:endParaRPr lang="en-US" sz="1800" kern="1200" dirty="0">
                        <a:solidFill>
                          <a:schemeClr val="bg1"/>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algn="l" defTabSz="932742" rtl="0" eaLnBrk="1" latinLnBrk="0" hangingPunct="1"/>
                      <a:r>
                        <a:rPr lang="en-US" sz="1800" kern="1200" dirty="0">
                          <a:solidFill>
                            <a:schemeClr val="tx1"/>
                          </a:solidFill>
                          <a:latin typeface="+mn-lt"/>
                          <a:ea typeface="+mn-ea"/>
                          <a:cs typeface="+mn-cs"/>
                        </a:rPr>
                        <a:t>Data could be exposed</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A medical diagnostic bot is trained using sensitive patient data, which is stored insecurely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93926083"/>
                  </a:ext>
                </a:extLst>
              </a:tr>
              <a:tr h="578447">
                <a:tc>
                  <a:txBody>
                    <a:bodyPr/>
                    <a:lstStyle/>
                    <a:p>
                      <a:pPr marL="0" algn="l" defTabSz="932742" rtl="0" eaLnBrk="1" latinLnBrk="0" hangingPunct="1"/>
                      <a:r>
                        <a:rPr lang="en-US" sz="1800" kern="1200" dirty="0">
                          <a:solidFill>
                            <a:schemeClr val="bg1"/>
                          </a:solidFill>
                          <a:latin typeface="+mn-lt"/>
                          <a:ea typeface="+mn-ea"/>
                          <a:cs typeface="+mn-cs"/>
                        </a:rPr>
                        <a:t>	</a:t>
                      </a:r>
                      <a:r>
                        <a:rPr lang="en-US" sz="2400" kern="1200" dirty="0">
                          <a:solidFill>
                            <a:schemeClr val="bg1"/>
                          </a:solidFill>
                          <a:latin typeface="+mn-lt"/>
                          <a:ea typeface="+mn-ea"/>
                          <a:cs typeface="+mn-cs"/>
                        </a:rPr>
                        <a:t>Inclusiveness</a:t>
                      </a:r>
                      <a:endParaRPr lang="en-US" sz="1800" kern="1200" dirty="0">
                        <a:solidFill>
                          <a:schemeClr val="bg1"/>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algn="l" defTabSz="932742" rtl="0" eaLnBrk="1" latinLnBrk="0" hangingPunct="1"/>
                      <a:r>
                        <a:rPr lang="en-US" sz="1800" kern="1200" dirty="0">
                          <a:solidFill>
                            <a:schemeClr val="tx1"/>
                          </a:solidFill>
                          <a:latin typeface="+mn-lt"/>
                          <a:ea typeface="+mn-ea"/>
                          <a:cs typeface="+mn-cs"/>
                        </a:rPr>
                        <a:t>Solutions may not work for everyone</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A predictive app provides no audio output for visually impaired users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33289213"/>
                  </a:ext>
                </a:extLst>
              </a:tr>
              <a:tr h="826353">
                <a:tc>
                  <a:txBody>
                    <a:bodyPr/>
                    <a:lstStyle/>
                    <a:p>
                      <a:pPr marL="0" algn="l" defTabSz="932742" rtl="0" eaLnBrk="1" latinLnBrk="0" hangingPunct="1"/>
                      <a:r>
                        <a:rPr lang="en-US" sz="1800" kern="1200" dirty="0">
                          <a:solidFill>
                            <a:schemeClr val="bg1"/>
                          </a:solidFill>
                          <a:latin typeface="+mn-lt"/>
                          <a:ea typeface="+mn-ea"/>
                          <a:cs typeface="+mn-cs"/>
                        </a:rPr>
                        <a:t>	</a:t>
                      </a:r>
                      <a:r>
                        <a:rPr lang="en-US" sz="2400" kern="1200" dirty="0">
                          <a:solidFill>
                            <a:schemeClr val="bg1"/>
                          </a:solidFill>
                          <a:latin typeface="+mn-lt"/>
                          <a:ea typeface="+mn-ea"/>
                          <a:cs typeface="+mn-cs"/>
                        </a:rPr>
                        <a:t>Transparency</a:t>
                      </a:r>
                      <a:endParaRPr lang="en-US" sz="1800" kern="1200" dirty="0">
                        <a:solidFill>
                          <a:schemeClr val="bg1"/>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algn="l" defTabSz="932742" rtl="0" eaLnBrk="1" latinLnBrk="0" hangingPunct="1"/>
                      <a:r>
                        <a:rPr lang="en-US" sz="1800" kern="1200" dirty="0">
                          <a:solidFill>
                            <a:schemeClr val="tx1"/>
                          </a:solidFill>
                          <a:latin typeface="+mn-lt"/>
                          <a:ea typeface="+mn-ea"/>
                          <a:cs typeface="+mn-cs"/>
                        </a:rPr>
                        <a:t>Users must trust a complex system</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An AI-based financial tool makes investment recommendations -  what are they based 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38860159"/>
                  </a:ext>
                </a:extLst>
              </a:tr>
              <a:tr h="826353">
                <a:tc>
                  <a:txBody>
                    <a:bodyPr/>
                    <a:lstStyle/>
                    <a:p>
                      <a:pPr marL="0" algn="l" defTabSz="932742" rtl="0" eaLnBrk="1" latinLnBrk="0" hangingPunct="1"/>
                      <a:r>
                        <a:rPr lang="en-US" sz="1800" kern="1200" dirty="0">
                          <a:solidFill>
                            <a:schemeClr val="bg1"/>
                          </a:solidFill>
                          <a:latin typeface="+mn-lt"/>
                          <a:ea typeface="+mn-ea"/>
                          <a:cs typeface="+mn-cs"/>
                        </a:rPr>
                        <a:t>	</a:t>
                      </a:r>
                      <a:r>
                        <a:rPr lang="en-US" sz="2400" kern="1200" dirty="0">
                          <a:solidFill>
                            <a:schemeClr val="bg1"/>
                          </a:solidFill>
                          <a:latin typeface="+mn-lt"/>
                          <a:ea typeface="+mn-ea"/>
                          <a:cs typeface="+mn-cs"/>
                        </a:rPr>
                        <a:t>Accountability</a:t>
                      </a:r>
                      <a:endParaRPr lang="en-US" sz="1800" kern="1200" dirty="0">
                        <a:solidFill>
                          <a:schemeClr val="bg1"/>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algn="l" defTabSz="932742" rtl="0" eaLnBrk="1" latinLnBrk="0" hangingPunct="1"/>
                      <a:r>
                        <a:rPr lang="en-US" sz="1800" kern="1200" dirty="0">
                          <a:solidFill>
                            <a:schemeClr val="tx1"/>
                          </a:solidFill>
                          <a:latin typeface="+mn-lt"/>
                          <a:ea typeface="+mn-ea"/>
                          <a:cs typeface="+mn-cs"/>
                        </a:rPr>
                        <a:t>Who's liable for AI-driven decisions?</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An innocent person is convicted of a crime based on evidence from facial recognition – who's responsible?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65962156"/>
                  </a:ext>
                </a:extLst>
              </a:tr>
            </a:tbl>
          </a:graphicData>
        </a:graphic>
      </p:graphicFrame>
      <p:pic>
        <p:nvPicPr>
          <p:cNvPr id="12" name="Graphic 11" descr="Scales of justice">
            <a:extLst>
              <a:ext uri="{FF2B5EF4-FFF2-40B4-BE49-F238E27FC236}">
                <a16:creationId xmlns:a16="http://schemas.microsoft.com/office/drawing/2014/main" id="{885DB55D-7383-427D-BF16-9DF9EA45821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85702" y="1504728"/>
            <a:ext cx="914400" cy="914400"/>
          </a:xfrm>
          <a:prstGeom prst="rect">
            <a:avLst/>
          </a:prstGeom>
        </p:spPr>
      </p:pic>
      <p:pic>
        <p:nvPicPr>
          <p:cNvPr id="14" name="Graphic 13" descr="Shield">
            <a:extLst>
              <a:ext uri="{FF2B5EF4-FFF2-40B4-BE49-F238E27FC236}">
                <a16:creationId xmlns:a16="http://schemas.microsoft.com/office/drawing/2014/main" id="{9F84BF1F-3B70-451C-81E3-DA9E5444750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6494" y="2485592"/>
            <a:ext cx="914400" cy="914400"/>
          </a:xfrm>
          <a:prstGeom prst="rect">
            <a:avLst/>
          </a:prstGeom>
        </p:spPr>
      </p:pic>
      <p:pic>
        <p:nvPicPr>
          <p:cNvPr id="16" name="Graphic 15" descr="Lock">
            <a:extLst>
              <a:ext uri="{FF2B5EF4-FFF2-40B4-BE49-F238E27FC236}">
                <a16:creationId xmlns:a16="http://schemas.microsoft.com/office/drawing/2014/main" id="{03609782-2006-40C3-B4A0-1E723534521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85702" y="3369858"/>
            <a:ext cx="914400" cy="914400"/>
          </a:xfrm>
          <a:prstGeom prst="rect">
            <a:avLst/>
          </a:prstGeom>
        </p:spPr>
      </p:pic>
      <p:pic>
        <p:nvPicPr>
          <p:cNvPr id="18" name="Graphic 17" descr="Users">
            <a:extLst>
              <a:ext uri="{FF2B5EF4-FFF2-40B4-BE49-F238E27FC236}">
                <a16:creationId xmlns:a16="http://schemas.microsoft.com/office/drawing/2014/main" id="{5CE7A55A-F401-45C1-8FA1-2A3072BD7F04}"/>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85702" y="4154546"/>
            <a:ext cx="914400" cy="914400"/>
          </a:xfrm>
          <a:prstGeom prst="rect">
            <a:avLst/>
          </a:prstGeom>
        </p:spPr>
      </p:pic>
      <p:pic>
        <p:nvPicPr>
          <p:cNvPr id="20" name="Graphic 19" descr="Eye">
            <a:extLst>
              <a:ext uri="{FF2B5EF4-FFF2-40B4-BE49-F238E27FC236}">
                <a16:creationId xmlns:a16="http://schemas.microsoft.com/office/drawing/2014/main" id="{A788503C-C782-4F63-8F19-0E1B20D4AEC7}"/>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85702" y="4959346"/>
            <a:ext cx="914400" cy="914400"/>
          </a:xfrm>
          <a:prstGeom prst="rect">
            <a:avLst/>
          </a:prstGeom>
        </p:spPr>
      </p:pic>
      <p:pic>
        <p:nvPicPr>
          <p:cNvPr id="22" name="Graphic 21" descr="Handshake">
            <a:extLst>
              <a:ext uri="{FF2B5EF4-FFF2-40B4-BE49-F238E27FC236}">
                <a16:creationId xmlns:a16="http://schemas.microsoft.com/office/drawing/2014/main" id="{FA2B83ED-84B7-4821-AE51-D10D7B0BEBEB}"/>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85702" y="5886866"/>
            <a:ext cx="914400" cy="914400"/>
          </a:xfrm>
          <a:prstGeom prst="rect">
            <a:avLst/>
          </a:prstGeom>
        </p:spPr>
      </p:pic>
    </p:spTree>
    <p:extLst>
      <p:ext uri="{BB962C8B-B14F-4D97-AF65-F5344CB8AC3E}">
        <p14:creationId xmlns:p14="http://schemas.microsoft.com/office/powerpoint/2010/main" val="147988744"/>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07C2C26-EFD2-E847-AEA7-5CEF245E0904}"/>
              </a:ext>
            </a:extLst>
          </p:cNvPr>
          <p:cNvSpPr>
            <a:spLocks noGrp="1"/>
          </p:cNvSpPr>
          <p:nvPr>
            <p:ph type="title"/>
          </p:nvPr>
        </p:nvSpPr>
        <p:spPr/>
        <p:txBody>
          <a:bodyPr/>
          <a:lstStyle/>
          <a:p>
            <a:r>
              <a:rPr lang="it-IT" sz="3600" dirty="0"/>
              <a:t>Artificial Intelligence in Microsoft Azure</a:t>
            </a:r>
            <a:endParaRPr lang="en-US" dirty="0"/>
          </a:p>
        </p:txBody>
      </p:sp>
      <p:pic>
        <p:nvPicPr>
          <p:cNvPr id="2" name="Picture 1" descr="Icon of three concentric arcs">
            <a:extLst>
              <a:ext uri="{FF2B5EF4-FFF2-40B4-BE49-F238E27FC236}">
                <a16:creationId xmlns:a16="http://schemas.microsoft.com/office/drawing/2014/main" id="{8AC2CBA1-CF1D-4600-9B90-30C8B73A53B3}"/>
              </a:ext>
            </a:extLst>
          </p:cNvPr>
          <p:cNvPicPr>
            <a:picLocks noChangeAspect="1"/>
          </p:cNvPicPr>
          <p:nvPr/>
        </p:nvPicPr>
        <p:blipFill>
          <a:blip r:embed="rId3"/>
          <a:stretch>
            <a:fillRect/>
          </a:stretch>
        </p:blipFill>
        <p:spPr>
          <a:xfrm>
            <a:off x="10094976" y="2779776"/>
            <a:ext cx="1280160" cy="1280160"/>
          </a:xfrm>
          <a:prstGeom prst="rect">
            <a:avLst/>
          </a:prstGeom>
        </p:spPr>
      </p:pic>
    </p:spTree>
    <p:extLst>
      <p:ext uri="{BB962C8B-B14F-4D97-AF65-F5344CB8AC3E}">
        <p14:creationId xmlns:p14="http://schemas.microsoft.com/office/powerpoint/2010/main" val="115068222"/>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5DC68C82-A6AB-45EF-960E-C6750735B27C}"/>
              </a:ext>
            </a:extLst>
          </p:cNvPr>
          <p:cNvGrpSpPr/>
          <p:nvPr/>
        </p:nvGrpSpPr>
        <p:grpSpPr>
          <a:xfrm>
            <a:off x="7504973" y="484216"/>
            <a:ext cx="4185559" cy="4185559"/>
            <a:chOff x="7537076" y="2040755"/>
            <a:chExt cx="4185559" cy="4185559"/>
          </a:xfrm>
        </p:grpSpPr>
        <p:pic>
          <p:nvPicPr>
            <p:cNvPr id="5" name="Graphic 4" descr="Cloud">
              <a:extLst>
                <a:ext uri="{FF2B5EF4-FFF2-40B4-BE49-F238E27FC236}">
                  <a16:creationId xmlns:a16="http://schemas.microsoft.com/office/drawing/2014/main" id="{DBB4F460-CD4B-414A-B93F-7B13B114E05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537076" y="2040755"/>
              <a:ext cx="4185559" cy="4185559"/>
            </a:xfrm>
            <a:prstGeom prst="rect">
              <a:avLst/>
            </a:prstGeom>
          </p:spPr>
        </p:pic>
        <p:grpSp>
          <p:nvGrpSpPr>
            <p:cNvPr id="15" name="Group 14">
              <a:extLst>
                <a:ext uri="{FF2B5EF4-FFF2-40B4-BE49-F238E27FC236}">
                  <a16:creationId xmlns:a16="http://schemas.microsoft.com/office/drawing/2014/main" id="{14548827-AD3D-4754-8D87-233C7AE2A0E3}"/>
                </a:ext>
              </a:extLst>
            </p:cNvPr>
            <p:cNvGrpSpPr/>
            <p:nvPr/>
          </p:nvGrpSpPr>
          <p:grpSpPr>
            <a:xfrm>
              <a:off x="8336641" y="3735945"/>
              <a:ext cx="2573773" cy="1356934"/>
              <a:chOff x="8336641" y="3735945"/>
              <a:chExt cx="2573773" cy="1356934"/>
            </a:xfrm>
          </p:grpSpPr>
          <p:pic>
            <p:nvPicPr>
              <p:cNvPr id="10" name="Graphic 9" descr="Single gear">
                <a:extLst>
                  <a:ext uri="{FF2B5EF4-FFF2-40B4-BE49-F238E27FC236}">
                    <a16:creationId xmlns:a16="http://schemas.microsoft.com/office/drawing/2014/main" id="{4B8C6878-8AAE-4B70-8F63-F2D13AF621B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906126" y="4088591"/>
                <a:ext cx="1004288" cy="1004288"/>
              </a:xfrm>
              <a:prstGeom prst="rect">
                <a:avLst/>
              </a:prstGeom>
            </p:spPr>
          </p:pic>
          <p:pic>
            <p:nvPicPr>
              <p:cNvPr id="12" name="Graphic 11" descr="Server">
                <a:extLst>
                  <a:ext uri="{FF2B5EF4-FFF2-40B4-BE49-F238E27FC236}">
                    <a16:creationId xmlns:a16="http://schemas.microsoft.com/office/drawing/2014/main" id="{B18A1BB6-7FCD-4E5C-9BAB-9976C48EE85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138362" y="3735945"/>
                <a:ext cx="914400" cy="914400"/>
              </a:xfrm>
              <a:prstGeom prst="rect">
                <a:avLst/>
              </a:prstGeom>
            </p:spPr>
          </p:pic>
          <p:pic>
            <p:nvPicPr>
              <p:cNvPr id="14" name="Graphic 13" descr="Database">
                <a:extLst>
                  <a:ext uri="{FF2B5EF4-FFF2-40B4-BE49-F238E27FC236}">
                    <a16:creationId xmlns:a16="http://schemas.microsoft.com/office/drawing/2014/main" id="{F7C6779D-AFF7-446A-9B5F-674E60EA960C}"/>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336641" y="4133535"/>
                <a:ext cx="914400" cy="914400"/>
              </a:xfrm>
              <a:prstGeom prst="rect">
                <a:avLst/>
              </a:prstGeom>
            </p:spPr>
          </p:pic>
        </p:grpSp>
      </p:grpSp>
      <p:sp>
        <p:nvSpPr>
          <p:cNvPr id="27" name="Isosceles Triangle 26">
            <a:extLst>
              <a:ext uri="{FF2B5EF4-FFF2-40B4-BE49-F238E27FC236}">
                <a16:creationId xmlns:a16="http://schemas.microsoft.com/office/drawing/2014/main" id="{475E95A4-EF3E-4750-AC93-2F6F9A1E9AC1}"/>
              </a:ext>
            </a:extLst>
          </p:cNvPr>
          <p:cNvSpPr/>
          <p:nvPr/>
        </p:nvSpPr>
        <p:spPr bwMode="auto">
          <a:xfrm rot="1733357">
            <a:off x="4740665" y="2768834"/>
            <a:ext cx="4011219" cy="1943082"/>
          </a:xfrm>
          <a:prstGeom prst="triangle">
            <a:avLst>
              <a:gd name="adj" fmla="val 74622"/>
            </a:avLst>
          </a:prstGeom>
          <a:solidFill>
            <a:schemeClr val="bg1"/>
          </a:solidFill>
          <a:ln w="28575">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 name="Rectangle: Rounded Corners 3">
            <a:extLst>
              <a:ext uri="{FF2B5EF4-FFF2-40B4-BE49-F238E27FC236}">
                <a16:creationId xmlns:a16="http://schemas.microsoft.com/office/drawing/2014/main" id="{D93859AC-4AC0-48C8-9A80-05B62E5B7A45}"/>
              </a:ext>
            </a:extLst>
          </p:cNvPr>
          <p:cNvSpPr/>
          <p:nvPr/>
        </p:nvSpPr>
        <p:spPr bwMode="auto">
          <a:xfrm>
            <a:off x="4231017" y="3622065"/>
            <a:ext cx="3775406" cy="2866615"/>
          </a:xfrm>
          <a:prstGeom prst="roundRect">
            <a:avLst>
              <a:gd name="adj" fmla="val 13893"/>
            </a:avLst>
          </a:prstGeom>
          <a:solidFill>
            <a:schemeClr val="bg1"/>
          </a:solidFill>
          <a:ln w="571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0"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r>
              <a:rPr lang="en-US" sz="2000" dirty="0">
                <a:solidFill>
                  <a:schemeClr val="tx1"/>
                </a:solidFill>
                <a:ea typeface="Segoe UI" pitchFamily="34" charset="0"/>
                <a:cs typeface="Segoe UI" pitchFamily="34" charset="0"/>
              </a:rPr>
              <a:t>Subscription</a:t>
            </a:r>
          </a:p>
        </p:txBody>
      </p:sp>
      <p:sp>
        <p:nvSpPr>
          <p:cNvPr id="28" name="Rectangle: Rounded Corners 27">
            <a:extLst>
              <a:ext uri="{FF2B5EF4-FFF2-40B4-BE49-F238E27FC236}">
                <a16:creationId xmlns:a16="http://schemas.microsoft.com/office/drawing/2014/main" id="{3044B5FF-7D2F-46BD-9F0F-7BA9EC50DF97}"/>
              </a:ext>
            </a:extLst>
          </p:cNvPr>
          <p:cNvSpPr/>
          <p:nvPr/>
        </p:nvSpPr>
        <p:spPr bwMode="auto">
          <a:xfrm>
            <a:off x="4697555" y="4366175"/>
            <a:ext cx="3026979" cy="1818575"/>
          </a:xfrm>
          <a:prstGeom prst="roundRect">
            <a:avLst/>
          </a:prstGeom>
          <a:solidFill>
            <a:schemeClr val="bg1"/>
          </a:solidFill>
          <a:ln w="571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0"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US" sz="2000" dirty="0">
              <a:solidFill>
                <a:schemeClr val="tx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74A7C236-CFD9-4014-8E7A-F5FAC60F84ED}"/>
              </a:ext>
            </a:extLst>
          </p:cNvPr>
          <p:cNvSpPr>
            <a:spLocks noGrp="1"/>
          </p:cNvSpPr>
          <p:nvPr>
            <p:ph type="title"/>
          </p:nvPr>
        </p:nvSpPr>
        <p:spPr/>
        <p:txBody>
          <a:bodyPr/>
          <a:lstStyle/>
          <a:p>
            <a:r>
              <a:rPr lang="en-US" dirty="0"/>
              <a:t>Azure Basics</a:t>
            </a:r>
          </a:p>
        </p:txBody>
      </p:sp>
      <p:sp>
        <p:nvSpPr>
          <p:cNvPr id="3" name="Text Placeholder 2">
            <a:extLst>
              <a:ext uri="{FF2B5EF4-FFF2-40B4-BE49-F238E27FC236}">
                <a16:creationId xmlns:a16="http://schemas.microsoft.com/office/drawing/2014/main" id="{07193A85-5F1A-47BD-B87A-008C365F0223}"/>
              </a:ext>
            </a:extLst>
          </p:cNvPr>
          <p:cNvSpPr>
            <a:spLocks noGrp="1"/>
          </p:cNvSpPr>
          <p:nvPr>
            <p:ph type="body" sz="quarter" idx="10"/>
          </p:nvPr>
        </p:nvSpPr>
        <p:spPr>
          <a:xfrm>
            <a:off x="964309" y="1761661"/>
            <a:ext cx="10680573" cy="2043636"/>
          </a:xfrm>
        </p:spPr>
        <p:txBody>
          <a:bodyPr/>
          <a:lstStyle/>
          <a:p>
            <a:pPr marL="0" indent="0">
              <a:buNone/>
            </a:pPr>
            <a:r>
              <a:rPr lang="en-US" sz="3200" dirty="0"/>
              <a:t>Scalable, reliable cloud platform</a:t>
            </a:r>
          </a:p>
          <a:p>
            <a:r>
              <a:rPr lang="en-US" dirty="0"/>
              <a:t>Data storage</a:t>
            </a:r>
          </a:p>
          <a:p>
            <a:r>
              <a:rPr lang="en-US" dirty="0"/>
              <a:t>Compute</a:t>
            </a:r>
          </a:p>
          <a:p>
            <a:r>
              <a:rPr lang="en-US" dirty="0"/>
              <a:t>Services</a:t>
            </a:r>
          </a:p>
        </p:txBody>
      </p:sp>
      <p:sp>
        <p:nvSpPr>
          <p:cNvPr id="20" name="Rectangle: Rounded Corners 19">
            <a:extLst>
              <a:ext uri="{FF2B5EF4-FFF2-40B4-BE49-F238E27FC236}">
                <a16:creationId xmlns:a16="http://schemas.microsoft.com/office/drawing/2014/main" id="{7CE5CC57-8D72-4C65-B67A-BD22697754FF}"/>
              </a:ext>
            </a:extLst>
          </p:cNvPr>
          <p:cNvSpPr/>
          <p:nvPr/>
        </p:nvSpPr>
        <p:spPr bwMode="auto">
          <a:xfrm>
            <a:off x="4464286" y="4511015"/>
            <a:ext cx="3026979" cy="1818575"/>
          </a:xfrm>
          <a:prstGeom prst="roundRect">
            <a:avLst/>
          </a:prstGeom>
          <a:solidFill>
            <a:schemeClr val="bg1"/>
          </a:solidFill>
          <a:ln w="571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0"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r>
              <a:rPr lang="en-US" sz="2000" dirty="0">
                <a:solidFill>
                  <a:schemeClr val="tx1"/>
                </a:solidFill>
                <a:ea typeface="Segoe UI" pitchFamily="34" charset="0"/>
                <a:cs typeface="Segoe UI" pitchFamily="34" charset="0"/>
              </a:rPr>
              <a:t>Resource Group</a:t>
            </a:r>
          </a:p>
        </p:txBody>
      </p:sp>
      <p:sp>
        <p:nvSpPr>
          <p:cNvPr id="21" name="Rectangle: Rounded Corners 20">
            <a:extLst>
              <a:ext uri="{FF2B5EF4-FFF2-40B4-BE49-F238E27FC236}">
                <a16:creationId xmlns:a16="http://schemas.microsoft.com/office/drawing/2014/main" id="{32D5FCBF-01B7-48D2-BC59-E357E5B360C7}"/>
              </a:ext>
            </a:extLst>
          </p:cNvPr>
          <p:cNvSpPr/>
          <p:nvPr/>
        </p:nvSpPr>
        <p:spPr bwMode="auto">
          <a:xfrm>
            <a:off x="5665621" y="5182593"/>
            <a:ext cx="537286" cy="400811"/>
          </a:xfrm>
          <a:prstGeom prst="roundRect">
            <a:avLst/>
          </a:prstGeom>
          <a:solidFill>
            <a:schemeClr val="bg1"/>
          </a:solidFill>
          <a:ln w="571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US" sz="2000" dirty="0">
              <a:solidFill>
                <a:schemeClr val="tx1"/>
              </a:solidFill>
              <a:ea typeface="Segoe UI" pitchFamily="34" charset="0"/>
              <a:cs typeface="Segoe UI" pitchFamily="34" charset="0"/>
            </a:endParaRPr>
          </a:p>
        </p:txBody>
      </p:sp>
      <p:sp>
        <p:nvSpPr>
          <p:cNvPr id="22" name="Rectangle: Rounded Corners 21">
            <a:extLst>
              <a:ext uri="{FF2B5EF4-FFF2-40B4-BE49-F238E27FC236}">
                <a16:creationId xmlns:a16="http://schemas.microsoft.com/office/drawing/2014/main" id="{706FC79D-49E1-4233-A9C6-6E39C671DDB8}"/>
              </a:ext>
            </a:extLst>
          </p:cNvPr>
          <p:cNvSpPr/>
          <p:nvPr/>
        </p:nvSpPr>
        <p:spPr bwMode="auto">
          <a:xfrm>
            <a:off x="5430832" y="5334192"/>
            <a:ext cx="537286" cy="400811"/>
          </a:xfrm>
          <a:prstGeom prst="roundRect">
            <a:avLst/>
          </a:prstGeom>
          <a:solidFill>
            <a:schemeClr val="bg1"/>
          </a:solidFill>
          <a:ln w="571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US" sz="2000" dirty="0">
              <a:solidFill>
                <a:schemeClr val="tx1"/>
              </a:solidFill>
              <a:ea typeface="Segoe UI" pitchFamily="34" charset="0"/>
              <a:cs typeface="Segoe UI" pitchFamily="34" charset="0"/>
            </a:endParaRPr>
          </a:p>
        </p:txBody>
      </p:sp>
      <p:sp>
        <p:nvSpPr>
          <p:cNvPr id="23" name="Rectangle: Rounded Corners 22">
            <a:extLst>
              <a:ext uri="{FF2B5EF4-FFF2-40B4-BE49-F238E27FC236}">
                <a16:creationId xmlns:a16="http://schemas.microsoft.com/office/drawing/2014/main" id="{20C4FEC5-3149-4F1E-A090-14351081F3C4}"/>
              </a:ext>
            </a:extLst>
          </p:cNvPr>
          <p:cNvSpPr/>
          <p:nvPr/>
        </p:nvSpPr>
        <p:spPr bwMode="auto">
          <a:xfrm>
            <a:off x="5196043" y="5493417"/>
            <a:ext cx="537286" cy="400811"/>
          </a:xfrm>
          <a:prstGeom prst="roundRect">
            <a:avLst/>
          </a:prstGeom>
          <a:solidFill>
            <a:schemeClr val="bg1"/>
          </a:solidFill>
          <a:ln w="571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US" sz="2000" dirty="0">
              <a:solidFill>
                <a:schemeClr val="tx1"/>
              </a:solidFill>
              <a:ea typeface="Segoe UI" pitchFamily="34" charset="0"/>
              <a:cs typeface="Segoe UI" pitchFamily="34" charset="0"/>
            </a:endParaRPr>
          </a:p>
        </p:txBody>
      </p:sp>
      <p:sp>
        <p:nvSpPr>
          <p:cNvPr id="7" name="TextBox 6">
            <a:extLst>
              <a:ext uri="{FF2B5EF4-FFF2-40B4-BE49-F238E27FC236}">
                <a16:creationId xmlns:a16="http://schemas.microsoft.com/office/drawing/2014/main" id="{2C1705A4-7C56-4C9E-A473-62B69A0F9199}"/>
              </a:ext>
            </a:extLst>
          </p:cNvPr>
          <p:cNvSpPr txBox="1"/>
          <p:nvPr/>
        </p:nvSpPr>
        <p:spPr>
          <a:xfrm>
            <a:off x="5056973" y="5876973"/>
            <a:ext cx="1135632" cy="307777"/>
          </a:xfrm>
          <a:prstGeom prst="rect">
            <a:avLst/>
          </a:prstGeom>
          <a:noFill/>
        </p:spPr>
        <p:txBody>
          <a:bodyPr wrap="none" lIns="0" tIns="0" rIns="0" bIns="0" rtlCol="0">
            <a:spAutoFit/>
          </a:bodyPr>
          <a:lstStyle/>
          <a:p>
            <a:pPr algn="l"/>
            <a:r>
              <a:rPr lang="en-US" sz="2000" dirty="0">
                <a:gradFill>
                  <a:gsLst>
                    <a:gs pos="2917">
                      <a:schemeClr val="tx1"/>
                    </a:gs>
                    <a:gs pos="30000">
                      <a:schemeClr val="tx1"/>
                    </a:gs>
                  </a:gsLst>
                  <a:lin ang="5400000" scaled="0"/>
                </a:gradFill>
              </a:rPr>
              <a:t>Resources</a:t>
            </a:r>
          </a:p>
        </p:txBody>
      </p:sp>
      <p:pic>
        <p:nvPicPr>
          <p:cNvPr id="9" name="Graphic 8">
            <a:extLst>
              <a:ext uri="{FF2B5EF4-FFF2-40B4-BE49-F238E27FC236}">
                <a16:creationId xmlns:a16="http://schemas.microsoft.com/office/drawing/2014/main" id="{590E2208-0B81-40F8-9251-99B26066EB9F}"/>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635419" y="4587044"/>
            <a:ext cx="421554" cy="421554"/>
          </a:xfrm>
          <a:prstGeom prst="rect">
            <a:avLst/>
          </a:prstGeom>
        </p:spPr>
      </p:pic>
      <p:pic>
        <p:nvPicPr>
          <p:cNvPr id="26" name="Graphic 25">
            <a:extLst>
              <a:ext uri="{FF2B5EF4-FFF2-40B4-BE49-F238E27FC236}">
                <a16:creationId xmlns:a16="http://schemas.microsoft.com/office/drawing/2014/main" id="{4D487717-344F-48C5-988E-7FC1EEDCE8E2}"/>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846196" y="3706470"/>
            <a:ext cx="516104" cy="516104"/>
          </a:xfrm>
          <a:prstGeom prst="rect">
            <a:avLst/>
          </a:prstGeom>
        </p:spPr>
      </p:pic>
    </p:spTree>
    <p:extLst>
      <p:ext uri="{BB962C8B-B14F-4D97-AF65-F5344CB8AC3E}">
        <p14:creationId xmlns:p14="http://schemas.microsoft.com/office/powerpoint/2010/main" val="1808616267"/>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7C236-CFD9-4014-8E7A-F5FAC60F84ED}"/>
              </a:ext>
            </a:extLst>
          </p:cNvPr>
          <p:cNvSpPr>
            <a:spLocks noGrp="1"/>
          </p:cNvSpPr>
          <p:nvPr>
            <p:ph type="title"/>
          </p:nvPr>
        </p:nvSpPr>
        <p:spPr/>
        <p:txBody>
          <a:bodyPr/>
          <a:lstStyle/>
          <a:p>
            <a:r>
              <a:rPr lang="en-US" dirty="0"/>
              <a:t>AI Services in Microsoft Azure</a:t>
            </a:r>
          </a:p>
        </p:txBody>
      </p:sp>
      <p:graphicFrame>
        <p:nvGraphicFramePr>
          <p:cNvPr id="17" name="Table 17">
            <a:extLst>
              <a:ext uri="{FF2B5EF4-FFF2-40B4-BE49-F238E27FC236}">
                <a16:creationId xmlns:a16="http://schemas.microsoft.com/office/drawing/2014/main" id="{7E6B0445-5C30-48BB-ABF5-DB481C07DC1F}"/>
              </a:ext>
            </a:extLst>
          </p:cNvPr>
          <p:cNvGraphicFramePr>
            <a:graphicFrameLocks noGrp="1"/>
          </p:cNvGraphicFramePr>
          <p:nvPr>
            <p:extLst>
              <p:ext uri="{D42A27DB-BD31-4B8C-83A1-F6EECF244321}">
                <p14:modId xmlns:p14="http://schemas.microsoft.com/office/powerpoint/2010/main" val="629347622"/>
              </p:ext>
            </p:extLst>
          </p:nvPr>
        </p:nvGraphicFramePr>
        <p:xfrm>
          <a:off x="1090111" y="2135581"/>
          <a:ext cx="10132587" cy="2874842"/>
        </p:xfrm>
        <a:graphic>
          <a:graphicData uri="http://schemas.openxmlformats.org/drawingml/2006/table">
            <a:tbl>
              <a:tblPr firstRow="1" bandRow="1">
                <a:tableStyleId>{2D5ABB26-0587-4C30-8999-92F81FD0307C}</a:tableStyleId>
              </a:tblPr>
              <a:tblGrid>
                <a:gridCol w="1140495">
                  <a:extLst>
                    <a:ext uri="{9D8B030D-6E8A-4147-A177-3AD203B41FA5}">
                      <a16:colId xmlns:a16="http://schemas.microsoft.com/office/drawing/2014/main" val="481209472"/>
                    </a:ext>
                  </a:extLst>
                </a:gridCol>
                <a:gridCol w="4290695">
                  <a:extLst>
                    <a:ext uri="{9D8B030D-6E8A-4147-A177-3AD203B41FA5}">
                      <a16:colId xmlns:a16="http://schemas.microsoft.com/office/drawing/2014/main" val="2207343650"/>
                    </a:ext>
                  </a:extLst>
                </a:gridCol>
                <a:gridCol w="4701397">
                  <a:extLst>
                    <a:ext uri="{9D8B030D-6E8A-4147-A177-3AD203B41FA5}">
                      <a16:colId xmlns:a16="http://schemas.microsoft.com/office/drawing/2014/main" val="1749236681"/>
                    </a:ext>
                  </a:extLst>
                </a:gridCol>
              </a:tblGrid>
              <a:tr h="789731">
                <a:tc>
                  <a:txBody>
                    <a:bodyPr/>
                    <a:lstStyle/>
                    <a:p>
                      <a:pPr marL="228600" marR="0" lvl="1"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endParaRPr kumimoji="0" lang="en-US" sz="2400" b="0" i="0" u="none" strike="noStrike" kern="1200" cap="none" spc="0" normalizeH="0" baseline="0" noProof="0" dirty="0">
                        <a:ln>
                          <a:noFill/>
                        </a:ln>
                        <a:gradFill>
                          <a:gsLst>
                            <a:gs pos="1250">
                              <a:srgbClr val="1A1A1A"/>
                            </a:gs>
                            <a:gs pos="100000">
                              <a:srgbClr val="1A1A1A"/>
                            </a:gs>
                          </a:gsLst>
                          <a:lin ang="5400000" scaled="0"/>
                        </a:gradFill>
                        <a:effectLst/>
                        <a:uLnTx/>
                        <a:uFillTx/>
                        <a:latin typeface="Segoe UI"/>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228600" marR="0" lvl="1"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2800" b="0" i="0" u="none" strike="noStrike" kern="1200" cap="none" spc="0" normalizeH="0" baseline="0" noProof="0" dirty="0">
                          <a:ln>
                            <a:noFill/>
                          </a:ln>
                          <a:gradFill>
                            <a:gsLst>
                              <a:gs pos="1250">
                                <a:srgbClr val="1A1A1A"/>
                              </a:gs>
                              <a:gs pos="100000">
                                <a:srgbClr val="1A1A1A"/>
                              </a:gs>
                            </a:gsLst>
                            <a:lin ang="5400000" scaled="0"/>
                          </a:gradFill>
                          <a:effectLst/>
                          <a:uLnTx/>
                          <a:uFillTx/>
                          <a:latin typeface="Segoe UI"/>
                          <a:ea typeface="+mn-ea"/>
                          <a:cs typeface="+mn-cs"/>
                        </a:rPr>
                        <a:t>Azure Machine Learning</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B0E3"/>
                          </a:solidFill>
                          <a:effectLst/>
                          <a:uLnTx/>
                          <a:uFillTx/>
                          <a:latin typeface="+mn-lt"/>
                          <a:ea typeface="+mn-ea"/>
                          <a:cs typeface="+mn-cs"/>
                        </a:rPr>
                        <a:t>A platform for training, deploying, and managing machine learning models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28085212"/>
                  </a:ext>
                </a:extLst>
              </a:tr>
              <a:tr h="804951">
                <a:tc>
                  <a:txBody>
                    <a:bodyPr/>
                    <a:lstStyle/>
                    <a:p>
                      <a:pPr marL="228600" marR="0" lvl="1"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endParaRPr kumimoji="0" lang="en-US" sz="2400" b="0" i="0" u="none" strike="noStrike" kern="1200" cap="none" spc="0" normalizeH="0" baseline="0" noProof="0" dirty="0">
                        <a:ln>
                          <a:noFill/>
                        </a:ln>
                        <a:gradFill>
                          <a:gsLst>
                            <a:gs pos="1250">
                              <a:srgbClr val="1A1A1A"/>
                            </a:gs>
                            <a:gs pos="100000">
                              <a:srgbClr val="1A1A1A"/>
                            </a:gs>
                          </a:gsLst>
                          <a:lin ang="5400000" scaled="0"/>
                        </a:gradFill>
                        <a:effectLst/>
                        <a:uLnTx/>
                        <a:uFillTx/>
                        <a:latin typeface="Segoe UI"/>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228600" marR="0" lvl="1"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2800" b="0" i="0" u="none" strike="noStrike" kern="1200" cap="none" spc="0" normalizeH="0" baseline="0" noProof="0" dirty="0">
                          <a:ln>
                            <a:noFill/>
                          </a:ln>
                          <a:gradFill>
                            <a:gsLst>
                              <a:gs pos="1250">
                                <a:srgbClr val="1A1A1A"/>
                              </a:gs>
                              <a:gs pos="100000">
                                <a:srgbClr val="1A1A1A"/>
                              </a:gs>
                            </a:gsLst>
                            <a:lin ang="5400000" scaled="0"/>
                          </a:gradFill>
                          <a:effectLst/>
                          <a:uLnTx/>
                          <a:uFillTx/>
                          <a:latin typeface="+mn-lt"/>
                          <a:ea typeface="+mn-ea"/>
                          <a:cs typeface="+mn-cs"/>
                        </a:rPr>
                        <a:t>Cognitive Services</a:t>
                      </a:r>
                      <a:endParaRPr kumimoji="0" lang="en-US" sz="2800" b="0" i="0" u="none" strike="noStrike" kern="1200" cap="none" spc="0" normalizeH="0" baseline="0" noProof="0" dirty="0">
                        <a:ln>
                          <a:noFill/>
                        </a:ln>
                        <a:gradFill>
                          <a:gsLst>
                            <a:gs pos="1250">
                              <a:srgbClr val="1A1A1A"/>
                            </a:gs>
                            <a:gs pos="100000">
                              <a:srgbClr val="1A1A1A"/>
                            </a:gs>
                          </a:gsLst>
                          <a:lin ang="5400000" scaled="0"/>
                        </a:gradFill>
                        <a:effectLst/>
                        <a:uLnTx/>
                        <a:uFillTx/>
                        <a:latin typeface="Segoe UI"/>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dirty="0">
                          <a:solidFill>
                            <a:srgbClr val="00B0E3"/>
                          </a:solidFill>
                        </a:rPr>
                        <a:t>A suite of services with four main pillars: Vision, Speech, Language, Decision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67820584"/>
                  </a:ext>
                </a:extLst>
              </a:tr>
              <a:tr h="429361">
                <a:tc>
                  <a:txBody>
                    <a:bodyPr/>
                    <a:lstStyle/>
                    <a:p>
                      <a:pPr marL="228600" marR="0" lvl="1"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endParaRPr kumimoji="0" lang="en-US" sz="2400" b="0" i="0" u="none" strike="noStrike" kern="1200" cap="none" spc="0" normalizeH="0" baseline="0" noProof="0" dirty="0">
                        <a:ln>
                          <a:noFill/>
                        </a:ln>
                        <a:gradFill>
                          <a:gsLst>
                            <a:gs pos="1250">
                              <a:srgbClr val="1A1A1A"/>
                            </a:gs>
                            <a:gs pos="100000">
                              <a:srgbClr val="1A1A1A"/>
                            </a:gs>
                          </a:gsLst>
                          <a:lin ang="5400000" scaled="0"/>
                        </a:gradFill>
                        <a:effectLst/>
                        <a:uLnTx/>
                        <a:uFillTx/>
                        <a:latin typeface="Segoe UI"/>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228600" marR="0" lvl="1"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2800" b="0" i="0" u="none" strike="noStrike" kern="1200" cap="none" spc="0" normalizeH="0" baseline="0" noProof="0" dirty="0">
                          <a:ln>
                            <a:noFill/>
                          </a:ln>
                          <a:gradFill>
                            <a:gsLst>
                              <a:gs pos="1250">
                                <a:srgbClr val="1A1A1A"/>
                              </a:gs>
                              <a:gs pos="100000">
                                <a:srgbClr val="1A1A1A"/>
                              </a:gs>
                            </a:gsLst>
                            <a:lin ang="5400000" scaled="0"/>
                          </a:gradFill>
                          <a:effectLst/>
                          <a:uLnTx/>
                          <a:uFillTx/>
                          <a:latin typeface="+mn-lt"/>
                          <a:ea typeface="+mn-ea"/>
                          <a:cs typeface="+mn-cs"/>
                        </a:rPr>
                        <a:t>Azure Bot Service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dirty="0">
                          <a:solidFill>
                            <a:srgbClr val="00B0E3"/>
                          </a:solidFill>
                        </a:rPr>
                        <a:t>A cloud-based platform for developing and managing conversational bots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80308765"/>
                  </a:ext>
                </a:extLst>
              </a:tr>
              <a:tr h="429361">
                <a:tc>
                  <a:txBody>
                    <a:bodyPr/>
                    <a:lstStyle/>
                    <a:p>
                      <a:pPr marL="228600" marR="0" lvl="1"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endParaRPr kumimoji="0" lang="en-US" sz="2400" b="0" i="0" u="none" strike="noStrike" kern="1200" cap="none" spc="0" normalizeH="0" baseline="0" noProof="0" dirty="0">
                        <a:ln>
                          <a:noFill/>
                        </a:ln>
                        <a:gradFill>
                          <a:gsLst>
                            <a:gs pos="1250">
                              <a:srgbClr val="1A1A1A"/>
                            </a:gs>
                            <a:gs pos="100000">
                              <a:srgbClr val="1A1A1A"/>
                            </a:gs>
                          </a:gsLst>
                          <a:lin ang="5400000" scaled="0"/>
                        </a:gradFill>
                        <a:effectLst/>
                        <a:uLnTx/>
                        <a:uFillTx/>
                        <a:latin typeface="Segoe UI"/>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228600" marR="0" lvl="1"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2800" b="0" i="0" u="none" strike="noStrike" kern="1200" cap="none" spc="0" normalizeH="0" baseline="0" noProof="0" dirty="0">
                          <a:ln>
                            <a:noFill/>
                          </a:ln>
                          <a:gradFill>
                            <a:gsLst>
                              <a:gs pos="1250">
                                <a:srgbClr val="1A1A1A"/>
                              </a:gs>
                              <a:gs pos="100000">
                                <a:srgbClr val="1A1A1A"/>
                              </a:gs>
                            </a:gsLst>
                            <a:lin ang="5400000" scaled="0"/>
                          </a:gradFill>
                          <a:effectLst/>
                          <a:uLnTx/>
                          <a:uFillTx/>
                          <a:latin typeface="+mn-lt"/>
                          <a:ea typeface="+mn-ea"/>
                          <a:cs typeface="+mn-cs"/>
                        </a:rPr>
                        <a:t>Azure Cognitive Search</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dirty="0">
                          <a:solidFill>
                            <a:srgbClr val="00B0E3"/>
                          </a:solidFill>
                        </a:rPr>
                        <a:t>Data extraction, enrichment, and indexing for intelligent search and knowledge mining</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69220532"/>
                  </a:ext>
                </a:extLst>
              </a:tr>
            </a:tbl>
          </a:graphicData>
        </a:graphic>
      </p:graphicFrame>
      <p:grpSp>
        <p:nvGrpSpPr>
          <p:cNvPr id="18" name="Group 17">
            <a:extLst>
              <a:ext uri="{FF2B5EF4-FFF2-40B4-BE49-F238E27FC236}">
                <a16:creationId xmlns:a16="http://schemas.microsoft.com/office/drawing/2014/main" id="{87CD4A04-4936-493A-8518-90BC436CEE06}"/>
              </a:ext>
            </a:extLst>
          </p:cNvPr>
          <p:cNvGrpSpPr/>
          <p:nvPr/>
        </p:nvGrpSpPr>
        <p:grpSpPr>
          <a:xfrm>
            <a:off x="1642930" y="2300439"/>
            <a:ext cx="767363" cy="2627816"/>
            <a:chOff x="1716763" y="1670014"/>
            <a:chExt cx="767363" cy="2627816"/>
          </a:xfrm>
        </p:grpSpPr>
        <p:grpSp>
          <p:nvGrpSpPr>
            <p:cNvPr id="19" name="Group 18">
              <a:extLst>
                <a:ext uri="{FF2B5EF4-FFF2-40B4-BE49-F238E27FC236}">
                  <a16:creationId xmlns:a16="http://schemas.microsoft.com/office/drawing/2014/main" id="{E995FC22-EE06-41A5-BC68-6436AB85C838}"/>
                </a:ext>
              </a:extLst>
            </p:cNvPr>
            <p:cNvGrpSpPr/>
            <p:nvPr/>
          </p:nvGrpSpPr>
          <p:grpSpPr>
            <a:xfrm>
              <a:off x="1716763" y="1670014"/>
              <a:ext cx="767363" cy="2037575"/>
              <a:chOff x="1943312" y="4565123"/>
              <a:chExt cx="767363" cy="2037575"/>
            </a:xfrm>
          </p:grpSpPr>
          <p:pic>
            <p:nvPicPr>
              <p:cNvPr id="6" name="Graphic 5">
                <a:extLst>
                  <a:ext uri="{FF2B5EF4-FFF2-40B4-BE49-F238E27FC236}">
                    <a16:creationId xmlns:a16="http://schemas.microsoft.com/office/drawing/2014/main" id="{554248C2-27A1-488D-ACB3-3EA0C835544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943312" y="5393960"/>
                <a:ext cx="767363" cy="453261"/>
              </a:xfrm>
              <a:prstGeom prst="rect">
                <a:avLst/>
              </a:prstGeom>
            </p:spPr>
          </p:pic>
          <p:pic>
            <p:nvPicPr>
              <p:cNvPr id="11" name="Graphic 10">
                <a:extLst>
                  <a:ext uri="{FF2B5EF4-FFF2-40B4-BE49-F238E27FC236}">
                    <a16:creationId xmlns:a16="http://schemas.microsoft.com/office/drawing/2014/main" id="{12DD8A40-FB13-4FD4-8184-3E986B4D5FB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052071" y="6052852"/>
                <a:ext cx="549846" cy="549846"/>
              </a:xfrm>
              <a:prstGeom prst="rect">
                <a:avLst/>
              </a:prstGeom>
            </p:spPr>
          </p:pic>
          <p:pic>
            <p:nvPicPr>
              <p:cNvPr id="13" name="Graphic 12">
                <a:extLst>
                  <a:ext uri="{FF2B5EF4-FFF2-40B4-BE49-F238E27FC236}">
                    <a16:creationId xmlns:a16="http://schemas.microsoft.com/office/drawing/2014/main" id="{4ABCD9B8-4AA5-4256-8967-A5A6F5DF4FD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064232" y="4565123"/>
                <a:ext cx="493459" cy="531338"/>
              </a:xfrm>
              <a:prstGeom prst="rect">
                <a:avLst/>
              </a:prstGeom>
            </p:spPr>
          </p:pic>
        </p:grpSp>
        <p:pic>
          <p:nvPicPr>
            <p:cNvPr id="1026" name="Picture 2" descr="See the source image">
              <a:extLst>
                <a:ext uri="{FF2B5EF4-FFF2-40B4-BE49-F238E27FC236}">
                  <a16:creationId xmlns:a16="http://schemas.microsoft.com/office/drawing/2014/main" id="{329B1D1F-AF49-4753-84D6-C2C5E6E1818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781608" y="3826935"/>
              <a:ext cx="637671" cy="470895"/>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4221654085"/>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Graphic 6" descr="Cloud">
            <a:extLst>
              <a:ext uri="{FF2B5EF4-FFF2-40B4-BE49-F238E27FC236}">
                <a16:creationId xmlns:a16="http://schemas.microsoft.com/office/drawing/2014/main" id="{79557B63-2586-4280-AC0C-CA9B81D1784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582469" y="1011198"/>
            <a:ext cx="4625203" cy="4625203"/>
          </a:xfrm>
          <a:prstGeom prst="rect">
            <a:avLst/>
          </a:prstGeom>
        </p:spPr>
      </p:pic>
      <p:sp>
        <p:nvSpPr>
          <p:cNvPr id="2" name="Title 1">
            <a:extLst>
              <a:ext uri="{FF2B5EF4-FFF2-40B4-BE49-F238E27FC236}">
                <a16:creationId xmlns:a16="http://schemas.microsoft.com/office/drawing/2014/main" id="{B550B2F5-8962-4ED1-BC1E-78AC493EFAAA}"/>
              </a:ext>
            </a:extLst>
          </p:cNvPr>
          <p:cNvSpPr>
            <a:spLocks noGrp="1"/>
          </p:cNvSpPr>
          <p:nvPr>
            <p:ph type="title"/>
          </p:nvPr>
        </p:nvSpPr>
        <p:spPr/>
        <p:txBody>
          <a:bodyPr/>
          <a:lstStyle/>
          <a:p>
            <a:r>
              <a:rPr lang="en-US" dirty="0"/>
              <a:t>Cognitive Services</a:t>
            </a:r>
          </a:p>
        </p:txBody>
      </p:sp>
      <p:sp>
        <p:nvSpPr>
          <p:cNvPr id="3" name="Text Placeholder 2">
            <a:extLst>
              <a:ext uri="{FF2B5EF4-FFF2-40B4-BE49-F238E27FC236}">
                <a16:creationId xmlns:a16="http://schemas.microsoft.com/office/drawing/2014/main" id="{1F78FBD8-9045-4AEE-AC6E-5CDD0A15C2CA}"/>
              </a:ext>
            </a:extLst>
          </p:cNvPr>
          <p:cNvSpPr>
            <a:spLocks noGrp="1"/>
          </p:cNvSpPr>
          <p:nvPr>
            <p:ph type="body" sz="quarter" idx="10"/>
          </p:nvPr>
        </p:nvSpPr>
        <p:spPr>
          <a:xfrm>
            <a:off x="688748" y="2032642"/>
            <a:ext cx="11018520" cy="2425279"/>
          </a:xfrm>
        </p:spPr>
        <p:txBody>
          <a:bodyPr/>
          <a:lstStyle/>
          <a:p>
            <a:pPr marL="457200" indent="-457200">
              <a:buFont typeface="Arial" panose="020B0604020202020204" pitchFamily="34" charset="0"/>
              <a:buChar char="•"/>
            </a:pPr>
            <a:r>
              <a:rPr lang="en-US" dirty="0"/>
              <a:t>AI application resources in an Azure subscription:</a:t>
            </a:r>
          </a:p>
          <a:p>
            <a:pPr marL="685800" lvl="1" indent="-457200">
              <a:buFont typeface="Arial" panose="020B0604020202020204" pitchFamily="34" charset="0"/>
              <a:buChar char="•"/>
            </a:pPr>
            <a:r>
              <a:rPr lang="en-US" dirty="0"/>
              <a:t>Standalone resources for specific services</a:t>
            </a:r>
          </a:p>
          <a:p>
            <a:pPr marL="685800" lvl="1" indent="-457200">
              <a:buFont typeface="Arial" panose="020B0604020202020204" pitchFamily="34" charset="0"/>
              <a:buChar char="•"/>
            </a:pPr>
            <a:r>
              <a:rPr lang="en-US" dirty="0"/>
              <a:t>General </a:t>
            </a:r>
            <a:r>
              <a:rPr lang="en-US" i="1" dirty="0"/>
              <a:t>Cognitive Services </a:t>
            </a:r>
            <a:r>
              <a:rPr lang="en-US" dirty="0"/>
              <a:t>resource for multiple services</a:t>
            </a:r>
          </a:p>
          <a:p>
            <a:pPr marL="457200" indent="-457200">
              <a:buFont typeface="Arial" panose="020B0604020202020204" pitchFamily="34" charset="0"/>
              <a:buChar char="•"/>
            </a:pPr>
            <a:r>
              <a:rPr lang="en-US" dirty="0"/>
              <a:t>Consumed by applications via:</a:t>
            </a:r>
          </a:p>
          <a:p>
            <a:pPr marL="685800" lvl="1" indent="-457200">
              <a:buFont typeface="Arial" panose="020B0604020202020204" pitchFamily="34" charset="0"/>
              <a:buChar char="•"/>
            </a:pPr>
            <a:r>
              <a:rPr lang="en-US" dirty="0"/>
              <a:t>A REST endpoint (https:// address)</a:t>
            </a:r>
          </a:p>
          <a:p>
            <a:pPr marL="685800" lvl="1" indent="-457200">
              <a:buFont typeface="Arial" panose="020B0604020202020204" pitchFamily="34" charset="0"/>
              <a:buChar char="•"/>
            </a:pPr>
            <a:r>
              <a:rPr lang="en-US" dirty="0"/>
              <a:t>An authentication key or authorization token</a:t>
            </a:r>
          </a:p>
        </p:txBody>
      </p:sp>
      <p:pic>
        <p:nvPicPr>
          <p:cNvPr id="5" name="Graphic 4" descr="Gears">
            <a:extLst>
              <a:ext uri="{FF2B5EF4-FFF2-40B4-BE49-F238E27FC236}">
                <a16:creationId xmlns:a16="http://schemas.microsoft.com/office/drawing/2014/main" id="{09E5F1FB-8F47-40E7-9175-F7CCF3D552D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478403" y="3554827"/>
            <a:ext cx="686944" cy="686944"/>
          </a:xfrm>
          <a:prstGeom prst="rect">
            <a:avLst/>
          </a:prstGeom>
        </p:spPr>
      </p:pic>
      <p:pic>
        <p:nvPicPr>
          <p:cNvPr id="9" name="Graphic 8" descr="Browser window">
            <a:extLst>
              <a:ext uri="{FF2B5EF4-FFF2-40B4-BE49-F238E27FC236}">
                <a16:creationId xmlns:a16="http://schemas.microsoft.com/office/drawing/2014/main" id="{3CE25FDE-3668-4264-8641-3FCE4D36686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540689" y="4815136"/>
            <a:ext cx="2084695" cy="2084695"/>
          </a:xfrm>
          <a:prstGeom prst="rect">
            <a:avLst/>
          </a:prstGeom>
        </p:spPr>
      </p:pic>
      <p:cxnSp>
        <p:nvCxnSpPr>
          <p:cNvPr id="16" name="Connector: Elbow 15">
            <a:extLst>
              <a:ext uri="{FF2B5EF4-FFF2-40B4-BE49-F238E27FC236}">
                <a16:creationId xmlns:a16="http://schemas.microsoft.com/office/drawing/2014/main" id="{23214DE2-159F-4884-8F9D-859904F5E399}"/>
              </a:ext>
            </a:extLst>
          </p:cNvPr>
          <p:cNvCxnSpPr>
            <a:cxnSpLocks/>
            <a:stCxn id="9" idx="3"/>
          </p:cNvCxnSpPr>
          <p:nvPr/>
        </p:nvCxnSpPr>
        <p:spPr>
          <a:xfrm flipV="1">
            <a:off x="8625384" y="5002544"/>
            <a:ext cx="1180532" cy="854940"/>
          </a:xfrm>
          <a:prstGeom prst="bentConnector3">
            <a:avLst>
              <a:gd name="adj1" fmla="val 100289"/>
            </a:avLst>
          </a:prstGeom>
          <a:ln w="571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grpSp>
        <p:nvGrpSpPr>
          <p:cNvPr id="22" name="Group 21">
            <a:extLst>
              <a:ext uri="{FF2B5EF4-FFF2-40B4-BE49-F238E27FC236}">
                <a16:creationId xmlns:a16="http://schemas.microsoft.com/office/drawing/2014/main" id="{FB622450-9C94-4D31-A579-FEAA405BA262}"/>
              </a:ext>
            </a:extLst>
          </p:cNvPr>
          <p:cNvGrpSpPr/>
          <p:nvPr/>
        </p:nvGrpSpPr>
        <p:grpSpPr>
          <a:xfrm>
            <a:off x="8859626" y="4969162"/>
            <a:ext cx="2621410" cy="712047"/>
            <a:chOff x="8859626" y="4930103"/>
            <a:chExt cx="2621410" cy="712047"/>
          </a:xfrm>
        </p:grpSpPr>
        <p:sp>
          <p:nvSpPr>
            <p:cNvPr id="19" name="TextBox 18">
              <a:extLst>
                <a:ext uri="{FF2B5EF4-FFF2-40B4-BE49-F238E27FC236}">
                  <a16:creationId xmlns:a16="http://schemas.microsoft.com/office/drawing/2014/main" id="{BC451F46-D7BB-446D-AE1B-EF691BC77E3A}"/>
                </a:ext>
              </a:extLst>
            </p:cNvPr>
            <p:cNvSpPr txBox="1"/>
            <p:nvPr/>
          </p:nvSpPr>
          <p:spPr>
            <a:xfrm>
              <a:off x="9137446" y="5321676"/>
              <a:ext cx="2343590" cy="307777"/>
            </a:xfrm>
            <a:prstGeom prst="rect">
              <a:avLst/>
            </a:prstGeom>
            <a:solidFill>
              <a:schemeClr val="bg1"/>
            </a:solidFill>
          </p:spPr>
          <p:txBody>
            <a:bodyPr wrap="none" lIns="0" tIns="0" rIns="0" bIns="0" rtlCol="0">
              <a:spAutoFit/>
            </a:bodyPr>
            <a:lstStyle/>
            <a:p>
              <a:pPr algn="l"/>
              <a:r>
                <a:rPr lang="en-US" sz="2000" dirty="0">
                  <a:gradFill>
                    <a:gsLst>
                      <a:gs pos="2917">
                        <a:schemeClr val="tx1"/>
                      </a:gs>
                      <a:gs pos="30000">
                        <a:schemeClr val="tx1"/>
                      </a:gs>
                    </a:gsLst>
                    <a:lin ang="5400000" scaled="0"/>
                  </a:gradFill>
                </a:rPr>
                <a:t>abc-1234-efg-5678…</a:t>
              </a:r>
            </a:p>
          </p:txBody>
        </p:sp>
        <p:pic>
          <p:nvPicPr>
            <p:cNvPr id="21" name="Graphic 20" descr="Key">
              <a:extLst>
                <a:ext uri="{FF2B5EF4-FFF2-40B4-BE49-F238E27FC236}">
                  <a16:creationId xmlns:a16="http://schemas.microsoft.com/office/drawing/2014/main" id="{640FE437-4258-41AD-843C-3ADCEA0B5E8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859626" y="4930103"/>
              <a:ext cx="712047" cy="712047"/>
            </a:xfrm>
            <a:prstGeom prst="rect">
              <a:avLst/>
            </a:prstGeom>
          </p:spPr>
        </p:pic>
      </p:grpSp>
      <p:grpSp>
        <p:nvGrpSpPr>
          <p:cNvPr id="24" name="Group 23">
            <a:extLst>
              <a:ext uri="{FF2B5EF4-FFF2-40B4-BE49-F238E27FC236}">
                <a16:creationId xmlns:a16="http://schemas.microsoft.com/office/drawing/2014/main" id="{C8F16774-9BD9-41D8-8FE4-01BF7FA20116}"/>
              </a:ext>
            </a:extLst>
          </p:cNvPr>
          <p:cNvGrpSpPr/>
          <p:nvPr/>
        </p:nvGrpSpPr>
        <p:grpSpPr>
          <a:xfrm>
            <a:off x="9821875" y="4241771"/>
            <a:ext cx="2003068" cy="720724"/>
            <a:chOff x="9868188" y="4275709"/>
            <a:chExt cx="2003068" cy="720724"/>
          </a:xfrm>
        </p:grpSpPr>
        <p:cxnSp>
          <p:nvCxnSpPr>
            <p:cNvPr id="12" name="Straight Arrow Connector 11">
              <a:extLst>
                <a:ext uri="{FF2B5EF4-FFF2-40B4-BE49-F238E27FC236}">
                  <a16:creationId xmlns:a16="http://schemas.microsoft.com/office/drawing/2014/main" id="{A1D3DFD9-0ED1-464D-B018-45604432DCAF}"/>
                </a:ext>
              </a:extLst>
            </p:cNvPr>
            <p:cNvCxnSpPr>
              <a:cxnSpLocks/>
              <a:stCxn id="5" idx="2"/>
            </p:cNvCxnSpPr>
            <p:nvPr/>
          </p:nvCxnSpPr>
          <p:spPr>
            <a:xfrm>
              <a:off x="9868188" y="4275709"/>
              <a:ext cx="0" cy="573365"/>
            </a:xfrm>
            <a:prstGeom prst="straightConnector1">
              <a:avLst/>
            </a:prstGeom>
            <a:ln w="57150">
              <a:solidFill>
                <a:schemeClr val="tx1"/>
              </a:solidFill>
              <a:headEnd type="none" w="lg" len="med"/>
              <a:tailEnd type="oval" w="lg" len="lg"/>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D7F8928D-FDC4-4649-9B02-7653599595D8}"/>
                </a:ext>
              </a:extLst>
            </p:cNvPr>
            <p:cNvSpPr txBox="1"/>
            <p:nvPr/>
          </p:nvSpPr>
          <p:spPr>
            <a:xfrm>
              <a:off x="10055053" y="4688656"/>
              <a:ext cx="1816203" cy="307777"/>
            </a:xfrm>
            <a:prstGeom prst="rect">
              <a:avLst/>
            </a:prstGeom>
            <a:noFill/>
          </p:spPr>
          <p:txBody>
            <a:bodyPr wrap="none" lIns="0" tIns="0" rIns="0" bIns="0" rtlCol="0">
              <a:spAutoFit/>
            </a:bodyPr>
            <a:lstStyle/>
            <a:p>
              <a:pPr algn="l"/>
              <a:r>
                <a:rPr lang="en-US" sz="2000" dirty="0">
                  <a:gradFill>
                    <a:gsLst>
                      <a:gs pos="2917">
                        <a:schemeClr val="tx1"/>
                      </a:gs>
                      <a:gs pos="30000">
                        <a:schemeClr val="tx1"/>
                      </a:gs>
                    </a:gsLst>
                    <a:lin ang="5400000" scaled="0"/>
                  </a:gradFill>
                </a:rPr>
                <a:t>https://eastus/...</a:t>
              </a:r>
            </a:p>
          </p:txBody>
        </p:sp>
      </p:grpSp>
      <p:pic>
        <p:nvPicPr>
          <p:cNvPr id="4" name="Graphic 3">
            <a:extLst>
              <a:ext uri="{FF2B5EF4-FFF2-40B4-BE49-F238E27FC236}">
                <a16:creationId xmlns:a16="http://schemas.microsoft.com/office/drawing/2014/main" id="{F8CDAE33-E6C3-4BA3-9EB2-67C2143F8BF2}"/>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885671" y="2978341"/>
            <a:ext cx="1185463" cy="700222"/>
          </a:xfrm>
          <a:prstGeom prst="rect">
            <a:avLst/>
          </a:prstGeom>
        </p:spPr>
      </p:pic>
    </p:spTree>
    <p:extLst>
      <p:ext uri="{BB962C8B-B14F-4D97-AF65-F5344CB8AC3E}">
        <p14:creationId xmlns:p14="http://schemas.microsoft.com/office/powerpoint/2010/main" val="4158040679"/>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E04DC-72B9-49CA-AF83-44D0D5AD2930}"/>
              </a:ext>
            </a:extLst>
          </p:cNvPr>
          <p:cNvSpPr>
            <a:spLocks noGrp="1"/>
          </p:cNvSpPr>
          <p:nvPr>
            <p:ph type="title"/>
          </p:nvPr>
        </p:nvSpPr>
        <p:spPr>
          <a:xfrm>
            <a:off x="588263" y="457200"/>
            <a:ext cx="11018520" cy="492443"/>
          </a:xfrm>
        </p:spPr>
        <p:txBody>
          <a:bodyPr/>
          <a:lstStyle/>
          <a:p>
            <a:r>
              <a:rPr lang="en-US" sz="3200" dirty="0"/>
              <a:t>Lab: </a:t>
            </a:r>
            <a:r>
              <a:rPr lang="en-US" sz="3200" dirty="0">
                <a:solidFill>
                  <a:schemeClr val="accent2"/>
                </a:solidFill>
              </a:rPr>
              <a:t>Explore Cognitive Services</a:t>
            </a:r>
            <a:endParaRPr lang="en-US" sz="3200" dirty="0"/>
          </a:p>
        </p:txBody>
      </p:sp>
      <p:sp>
        <p:nvSpPr>
          <p:cNvPr id="4" name="Text Placeholder 3">
            <a:extLst>
              <a:ext uri="{FF2B5EF4-FFF2-40B4-BE49-F238E27FC236}">
                <a16:creationId xmlns:a16="http://schemas.microsoft.com/office/drawing/2014/main" id="{7A53DAE2-E571-4E6F-AE96-3A841D42CF4E}"/>
              </a:ext>
            </a:extLst>
          </p:cNvPr>
          <p:cNvSpPr txBox="1">
            <a:spLocks/>
          </p:cNvSpPr>
          <p:nvPr/>
        </p:nvSpPr>
        <p:spPr>
          <a:xfrm>
            <a:off x="1139687" y="3573453"/>
            <a:ext cx="10243929" cy="1778908"/>
          </a:xfrm>
          <a:prstGeom prst="rect">
            <a:avLst/>
          </a:prstGeom>
          <a:ln w="28575">
            <a:solidFill>
              <a:srgbClr val="0078D4"/>
            </a:solidFill>
          </a:ln>
        </p:spPr>
        <p:txBody>
          <a:bodyPr lIns="91440" tIns="45720" rIns="91440" bIns="45720" anchor="t"/>
          <a:lstStyle>
            <a:lvl1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392"/>
              </a:spcBef>
              <a:spcAft>
                <a:spcPts val="588"/>
              </a:spcAft>
              <a:buClrTx/>
              <a:buSzPct val="90000"/>
              <a:buFontTx/>
              <a:buNone/>
              <a:tabLst/>
              <a:defRPr sz="2000" kern="1200" spc="0" baseline="0">
                <a:solidFill>
                  <a:schemeClr val="tx1"/>
                </a:solidFill>
                <a:latin typeface="+mn-lt"/>
                <a:ea typeface="+mn-ea"/>
                <a:cs typeface="+mn-cs"/>
              </a:defRPr>
            </a:lvl2pPr>
            <a:lvl3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j-lt"/>
                <a:ea typeface="+mn-ea"/>
                <a:cs typeface="+mn-cs"/>
              </a:defRPr>
            </a:lvl3pPr>
            <a:lvl4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n-lt"/>
                <a:ea typeface="+mn-ea"/>
                <a:cs typeface="+mn-cs"/>
              </a:defRPr>
            </a:lvl4pPr>
            <a:lvl5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200" b="1"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marL="457200" indent="-457200" defTabSz="914400">
              <a:buAutoNum type="arabicPeriod"/>
              <a:defRPr/>
            </a:pPr>
            <a:r>
              <a:rPr lang="en-US" sz="2400" kern="0" dirty="0">
                <a:latin typeface="+mn-lt"/>
                <a:cs typeface="Segoe UI"/>
              </a:rPr>
              <a:t>Start the virtual machine for this lab</a:t>
            </a:r>
            <a:endParaRPr lang="en-US" sz="2400" kern="0" dirty="0">
              <a:ea typeface="+mj-lt"/>
              <a:cs typeface="+mj-lt"/>
            </a:endParaRPr>
          </a:p>
          <a:p>
            <a:pPr marL="457200" lvl="2" defTabSz="914400">
              <a:spcBef>
                <a:spcPts val="0"/>
              </a:spcBef>
              <a:spcAft>
                <a:spcPts val="0"/>
              </a:spcAft>
              <a:defRPr/>
            </a:pPr>
            <a:r>
              <a:rPr lang="en-US" kern="0" dirty="0">
                <a:latin typeface="+mn-lt"/>
                <a:cs typeface="Segoe UI"/>
              </a:rPr>
              <a:t>or go to the exercise page at </a:t>
            </a:r>
            <a:r>
              <a:rPr lang="en-US" sz="1800" u="sng" dirty="0">
                <a:solidFill>
                  <a:srgbClr val="0563C1"/>
                </a:solidFill>
                <a:effectLst/>
                <a:latin typeface="Calibri" panose="020F0502020204030204" pitchFamily="34" charset="0"/>
                <a:ea typeface="Times New Roman" panose="02020603050405020304" pitchFamily="18" charset="0"/>
                <a:hlinkClick r:id="rId3"/>
              </a:rPr>
              <a:t>https://aka.ms/ai900-anomaly-lab</a:t>
            </a:r>
            <a:endParaRPr lang="en-US" kern="0" dirty="0">
              <a:latin typeface="Segoe UI"/>
              <a:ea typeface="+mj-lt"/>
              <a:cs typeface="+mj-lt"/>
            </a:endParaRPr>
          </a:p>
          <a:p>
            <a:pPr marL="457200" indent="-457200" defTabSz="914400">
              <a:buAutoNum type="arabicPeriod"/>
              <a:defRPr/>
            </a:pPr>
            <a:r>
              <a:rPr lang="en-US" sz="2400" kern="0" dirty="0">
                <a:latin typeface="+mn-lt"/>
                <a:cs typeface="Segoe UI"/>
              </a:rPr>
              <a:t>Follow the instructions to complete the exercise</a:t>
            </a:r>
            <a:endParaRPr lang="en-US" sz="2400" kern="0" dirty="0">
              <a:ea typeface="+mj-lt"/>
              <a:cs typeface="+mj-lt"/>
            </a:endParaRPr>
          </a:p>
          <a:p>
            <a:pPr marL="457200" lvl="2" defTabSz="914400">
              <a:spcBef>
                <a:spcPts val="0"/>
              </a:spcBef>
              <a:spcAft>
                <a:spcPts val="0"/>
              </a:spcAft>
              <a:defRPr/>
            </a:pPr>
            <a:r>
              <a:rPr lang="en-US" kern="0" dirty="0">
                <a:latin typeface="+mn-lt"/>
                <a:cs typeface="Segoe UI"/>
              </a:rPr>
              <a:t>Use the Azure subscription provided for this lab</a:t>
            </a:r>
            <a:endParaRPr lang="en-US" kern="0" dirty="0">
              <a:latin typeface="Segoe UI"/>
              <a:ea typeface="+mj-lt"/>
              <a:cs typeface="+mj-lt"/>
            </a:endParaRPr>
          </a:p>
        </p:txBody>
      </p:sp>
      <p:grpSp>
        <p:nvGrpSpPr>
          <p:cNvPr id="5" name="Group 4" descr="Icon of three dots and outward pointing chevrons on left and right">
            <a:extLst>
              <a:ext uri="{FF2B5EF4-FFF2-40B4-BE49-F238E27FC236}">
                <a16:creationId xmlns:a16="http://schemas.microsoft.com/office/drawing/2014/main" id="{283351B3-8329-47CA-B64F-2FE520FF18AF}"/>
              </a:ext>
            </a:extLst>
          </p:cNvPr>
          <p:cNvGrpSpPr/>
          <p:nvPr/>
        </p:nvGrpSpPr>
        <p:grpSpPr>
          <a:xfrm>
            <a:off x="10616413" y="4592011"/>
            <a:ext cx="702132" cy="702232"/>
            <a:chOff x="3088645" y="5729498"/>
            <a:chExt cx="648328" cy="648420"/>
          </a:xfrm>
        </p:grpSpPr>
        <p:grpSp>
          <p:nvGrpSpPr>
            <p:cNvPr id="6" name="Group 5">
              <a:extLst>
                <a:ext uri="{FF2B5EF4-FFF2-40B4-BE49-F238E27FC236}">
                  <a16:creationId xmlns:a16="http://schemas.microsoft.com/office/drawing/2014/main" id="{9133A064-9C81-4014-9FC1-F84DA988F720}"/>
                </a:ext>
                <a:ext uri="{C183D7F6-B498-43B3-948B-1728B52AA6E4}">
                  <adec:decorative xmlns:adec="http://schemas.microsoft.com/office/drawing/2017/decorative" val="1"/>
                </a:ext>
              </a:extLst>
            </p:cNvPr>
            <p:cNvGrpSpPr/>
            <p:nvPr/>
          </p:nvGrpSpPr>
          <p:grpSpPr>
            <a:xfrm>
              <a:off x="3088645" y="5729498"/>
              <a:ext cx="648328" cy="648420"/>
              <a:chOff x="7962901" y="3032919"/>
              <a:chExt cx="981074" cy="981076"/>
            </a:xfrm>
          </p:grpSpPr>
          <p:sp>
            <p:nvSpPr>
              <p:cNvPr id="8" name="Freeform 5">
                <a:extLst>
                  <a:ext uri="{FF2B5EF4-FFF2-40B4-BE49-F238E27FC236}">
                    <a16:creationId xmlns:a16="http://schemas.microsoft.com/office/drawing/2014/main" id="{E7806C2A-B6AA-4762-93F5-94E33236CDB4}"/>
                  </a:ext>
                </a:extLst>
              </p:cNvPr>
              <p:cNvSpPr>
                <a:spLocks/>
              </p:cNvSpPr>
              <p:nvPr/>
            </p:nvSpPr>
            <p:spPr bwMode="auto">
              <a:xfrm>
                <a:off x="7962901" y="3032919"/>
                <a:ext cx="981074" cy="981076"/>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9" name="Freeform 6">
                <a:extLst>
                  <a:ext uri="{FF2B5EF4-FFF2-40B4-BE49-F238E27FC236}">
                    <a16:creationId xmlns:a16="http://schemas.microsoft.com/office/drawing/2014/main" id="{D9D6A5BF-92F4-4FCE-83F6-27F8BEA23645}"/>
                  </a:ext>
                </a:extLst>
              </p:cNvPr>
              <p:cNvSpPr>
                <a:spLocks noEditPoints="1"/>
              </p:cNvSpPr>
              <p:nvPr/>
            </p:nvSpPr>
            <p:spPr bwMode="auto">
              <a:xfrm>
                <a:off x="8031163" y="3102770"/>
                <a:ext cx="846137" cy="84455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7" name="Picture 6" descr="Icon of three dots and outward pointing chevrons on left and right">
              <a:extLst>
                <a:ext uri="{FF2B5EF4-FFF2-40B4-BE49-F238E27FC236}">
                  <a16:creationId xmlns:a16="http://schemas.microsoft.com/office/drawing/2014/main" id="{469FF4FB-E920-4A57-AC3D-31B608DFD0D0}"/>
                </a:ext>
              </a:extLst>
            </p:cNvPr>
            <p:cNvPicPr>
              <a:picLocks noChangeAspect="1"/>
            </p:cNvPicPr>
            <p:nvPr/>
          </p:nvPicPr>
          <p:blipFill>
            <a:blip r:embed="rId4"/>
            <a:stretch>
              <a:fillRect/>
            </a:stretch>
          </p:blipFill>
          <p:spPr>
            <a:xfrm>
              <a:off x="3184209" y="5952822"/>
              <a:ext cx="457200" cy="201773"/>
            </a:xfrm>
            <a:prstGeom prst="rect">
              <a:avLst/>
            </a:prstGeom>
          </p:spPr>
        </p:pic>
      </p:grpSp>
      <p:sp>
        <p:nvSpPr>
          <p:cNvPr id="10" name="Text Placeholder 1">
            <a:extLst>
              <a:ext uri="{FF2B5EF4-FFF2-40B4-BE49-F238E27FC236}">
                <a16:creationId xmlns:a16="http://schemas.microsoft.com/office/drawing/2014/main" id="{6B12C6FB-18FF-4BD4-891F-8D5929130F6D}"/>
              </a:ext>
            </a:extLst>
          </p:cNvPr>
          <p:cNvSpPr txBox="1">
            <a:spLocks/>
          </p:cNvSpPr>
          <p:nvPr/>
        </p:nvSpPr>
        <p:spPr>
          <a:xfrm>
            <a:off x="586740" y="1759228"/>
            <a:ext cx="11018520" cy="738664"/>
          </a:xfrm>
          <a:prstGeom prst="rect">
            <a:avLst/>
          </a:prstGeom>
        </p:spPr>
        <p:txBody>
          <a:bodyPr vert="horz" wrap="square" lIns="0" tIns="0" rIns="0" bIns="0" rtlCol="0" anchor="t">
            <a:spAutoFit/>
          </a:bodyPr>
          <a:lstStyle>
            <a:lvl1pPr marL="228600" marR="0" indent="-228600" algn="l" defTabSz="932742" rtl="0" eaLnBrk="1" fontAlgn="auto" latinLnBrk="0" hangingPunct="1">
              <a:lnSpc>
                <a:spcPct val="100000"/>
              </a:lnSpc>
              <a:spcBef>
                <a:spcPts val="392"/>
              </a:spcBef>
              <a:spcAft>
                <a:spcPts val="588"/>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ts val="392"/>
              </a:spcBef>
              <a:spcAft>
                <a:spcPts val="588"/>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ts val="392"/>
              </a:spcBef>
              <a:spcAft>
                <a:spcPts val="588"/>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ts val="392"/>
              </a:spcBef>
              <a:spcAft>
                <a:spcPts val="588"/>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ts val="392"/>
              </a:spcBef>
              <a:spcAft>
                <a:spcPts val="588"/>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dirty="0">
                <a:latin typeface="Segoe UI Semilight"/>
                <a:cs typeface="Segoe UI Semilight"/>
              </a:rPr>
              <a:t>In this lab, you will explore the </a:t>
            </a:r>
            <a:r>
              <a:rPr lang="en-US" b="1" dirty="0">
                <a:latin typeface="Segoe UI Semilight"/>
                <a:cs typeface="Segoe UI Semilight"/>
              </a:rPr>
              <a:t>Anomaly Detector </a:t>
            </a:r>
            <a:r>
              <a:rPr lang="en-US" dirty="0">
                <a:latin typeface="Segoe UI Semilight"/>
                <a:cs typeface="Segoe UI Semilight"/>
              </a:rPr>
              <a:t>cognitive service, which analyzes data over time to detect any unusual values.</a:t>
            </a:r>
          </a:p>
        </p:txBody>
      </p:sp>
    </p:spTree>
    <p:extLst>
      <p:ext uri="{BB962C8B-B14F-4D97-AF65-F5344CB8AC3E}">
        <p14:creationId xmlns:p14="http://schemas.microsoft.com/office/powerpoint/2010/main" val="2251313848"/>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E5FCF-B252-4FCE-BD44-0A5779C8AFE7}"/>
              </a:ext>
            </a:extLst>
          </p:cNvPr>
          <p:cNvSpPr>
            <a:spLocks noGrp="1"/>
          </p:cNvSpPr>
          <p:nvPr>
            <p:ph type="title"/>
          </p:nvPr>
        </p:nvSpPr>
        <p:spPr/>
        <p:txBody>
          <a:bodyPr/>
          <a:lstStyle/>
          <a:p>
            <a:r>
              <a:rPr lang="en-US" dirty="0"/>
              <a:t>Review</a:t>
            </a:r>
          </a:p>
        </p:txBody>
      </p:sp>
      <p:sp>
        <p:nvSpPr>
          <p:cNvPr id="4" name="Text Placeholder 7">
            <a:extLst>
              <a:ext uri="{FF2B5EF4-FFF2-40B4-BE49-F238E27FC236}">
                <a16:creationId xmlns:a16="http://schemas.microsoft.com/office/drawing/2014/main" id="{9675D678-8D9C-404E-AD11-B3AD6027F0FC}"/>
              </a:ext>
            </a:extLst>
          </p:cNvPr>
          <p:cNvSpPr txBox="1">
            <a:spLocks/>
          </p:cNvSpPr>
          <p:nvPr/>
        </p:nvSpPr>
        <p:spPr>
          <a:xfrm>
            <a:off x="1308924" y="1467561"/>
            <a:ext cx="10554536" cy="1382587"/>
          </a:xfrm>
          <a:prstGeom prst="rect">
            <a:avLst/>
          </a:prstGeom>
        </p:spPr>
        <p:txBody>
          <a:bodyPr lIns="91440" tIns="45720" rIns="91440" bIns="45720" anchor="t"/>
          <a:lstStyle>
            <a:lvl1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392"/>
              </a:spcBef>
              <a:spcAft>
                <a:spcPts val="588"/>
              </a:spcAft>
              <a:buClrTx/>
              <a:buSzPct val="90000"/>
              <a:buFontTx/>
              <a:buNone/>
              <a:tabLst/>
              <a:defRPr sz="2000" kern="1200" spc="0" baseline="0">
                <a:solidFill>
                  <a:schemeClr val="tx1"/>
                </a:solidFill>
                <a:latin typeface="+mn-lt"/>
                <a:ea typeface="+mn-ea"/>
                <a:cs typeface="+mn-cs"/>
              </a:defRPr>
            </a:lvl2pPr>
            <a:lvl3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j-lt"/>
                <a:ea typeface="+mn-ea"/>
                <a:cs typeface="+mn-cs"/>
              </a:defRPr>
            </a:lvl3pPr>
            <a:lvl4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n-lt"/>
                <a:ea typeface="+mn-ea"/>
                <a:cs typeface="+mn-cs"/>
              </a:defRPr>
            </a:lvl4pPr>
            <a:lvl5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200" b="1"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defTabSz="932742">
              <a:defRPr/>
            </a:pPr>
            <a:r>
              <a:rPr lang="en-US" sz="1800" spc="0" dirty="0">
                <a:ea typeface="+mj-lt"/>
                <a:cs typeface="+mj-lt"/>
              </a:rPr>
              <a:t>You want to create a model to predict sales of ice cream based on historic data that includes daily ice cream sales totals and weather measurements. Which Azure service should you use?</a:t>
            </a:r>
            <a:endParaRPr lang="en-US" sz="1800" spc="0" dirty="0">
              <a:cs typeface="Segoe UI Semibold"/>
            </a:endParaRPr>
          </a:p>
          <a:p>
            <a:pPr marL="288925" indent="-288925" defTabSz="932742">
              <a:spcBef>
                <a:spcPts val="300"/>
              </a:spcBef>
              <a:spcAft>
                <a:spcPts val="600"/>
              </a:spcAft>
              <a:buSzTx/>
              <a:buChar char="q"/>
              <a:defRPr/>
            </a:pPr>
            <a:r>
              <a:rPr lang="en-US" sz="1400" dirty="0">
                <a:cs typeface="Segoe UI Semibold"/>
              </a:rPr>
              <a:t>Azure Machine Learning</a:t>
            </a:r>
            <a:endParaRPr lang="en-US" sz="2350" dirty="0">
              <a:cs typeface="Segoe UI Semibold"/>
            </a:endParaRPr>
          </a:p>
          <a:p>
            <a:pPr marL="288925" indent="-288925" defTabSz="932742">
              <a:spcBef>
                <a:spcPts val="300"/>
              </a:spcBef>
              <a:spcAft>
                <a:spcPts val="600"/>
              </a:spcAft>
              <a:buSzTx/>
              <a:buFont typeface="Wingdings" panose="05000000000000000000" pitchFamily="2" charset="2"/>
              <a:buChar char="q"/>
              <a:defRPr/>
            </a:pPr>
            <a:r>
              <a:rPr lang="en-US" sz="1400" dirty="0">
                <a:cs typeface="Segoe UI Semibold"/>
              </a:rPr>
              <a:t>Azure Bot Service</a:t>
            </a:r>
            <a:endParaRPr lang="en-US" dirty="0"/>
          </a:p>
          <a:p>
            <a:pPr marL="288925" indent="-288925" defTabSz="932742">
              <a:spcBef>
                <a:spcPts val="300"/>
              </a:spcBef>
              <a:spcAft>
                <a:spcPts val="600"/>
              </a:spcAft>
              <a:buSzTx/>
              <a:buFont typeface="Wingdings" panose="05000000000000000000" pitchFamily="2" charset="2"/>
              <a:buChar char="q"/>
              <a:defRPr/>
            </a:pPr>
            <a:r>
              <a:rPr lang="en-US" sz="1400" dirty="0">
                <a:cs typeface="Segoe UI Semibold"/>
              </a:rPr>
              <a:t>Cognitive Services</a:t>
            </a:r>
            <a:endParaRPr lang="en-US" dirty="0"/>
          </a:p>
        </p:txBody>
      </p:sp>
      <p:sp>
        <p:nvSpPr>
          <p:cNvPr id="5" name="Graphic 26" descr="Checkmark on Backing up and restoring databases">
            <a:extLst>
              <a:ext uri="{FF2B5EF4-FFF2-40B4-BE49-F238E27FC236}">
                <a16:creationId xmlns:a16="http://schemas.microsoft.com/office/drawing/2014/main" id="{55FD6304-2F37-4FEC-8FB1-C9BC50E98F54}"/>
              </a:ext>
            </a:extLst>
          </p:cNvPr>
          <p:cNvSpPr/>
          <p:nvPr/>
        </p:nvSpPr>
        <p:spPr>
          <a:xfrm>
            <a:off x="1414542" y="2118407"/>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solidFill>
            <a:srgbClr val="00B0E3"/>
          </a:solidFill>
          <a:ln w="31750" cap="flat">
            <a:solidFill>
              <a:srgbClr val="0078D4"/>
            </a:solidFill>
            <a:prstDash val="solid"/>
            <a:miter/>
          </a:ln>
        </p:spPr>
        <p:txBody>
          <a:bodyPr rtlCol="0" anchor="ctr"/>
          <a:lstStyle/>
          <a:p>
            <a:endParaRPr lang="en-US"/>
          </a:p>
        </p:txBody>
      </p:sp>
      <p:cxnSp>
        <p:nvCxnSpPr>
          <p:cNvPr id="6" name="Straight Connector 5">
            <a:extLst>
              <a:ext uri="{FF2B5EF4-FFF2-40B4-BE49-F238E27FC236}">
                <a16:creationId xmlns:a16="http://schemas.microsoft.com/office/drawing/2014/main" id="{BD272431-34E9-43E7-9024-F449E9440CBA}"/>
              </a:ext>
              <a:ext uri="{C183D7F6-B498-43B3-948B-1728B52AA6E4}">
                <adec:decorative xmlns:adec="http://schemas.microsoft.com/office/drawing/2017/decorative" val="1"/>
              </a:ext>
            </a:extLst>
          </p:cNvPr>
          <p:cNvCxnSpPr>
            <a:cxnSpLocks/>
          </p:cNvCxnSpPr>
          <p:nvPr/>
        </p:nvCxnSpPr>
        <p:spPr>
          <a:xfrm>
            <a:off x="1383345" y="3046801"/>
            <a:ext cx="1030414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Text Placeholder 9">
            <a:extLst>
              <a:ext uri="{FF2B5EF4-FFF2-40B4-BE49-F238E27FC236}">
                <a16:creationId xmlns:a16="http://schemas.microsoft.com/office/drawing/2014/main" id="{C2C59DA6-909C-4010-ADD9-B7AC43CD0A2B}"/>
              </a:ext>
            </a:extLst>
          </p:cNvPr>
          <p:cNvSpPr txBox="1">
            <a:spLocks/>
          </p:cNvSpPr>
          <p:nvPr/>
        </p:nvSpPr>
        <p:spPr>
          <a:xfrm>
            <a:off x="1378036" y="3072063"/>
            <a:ext cx="10617802" cy="1526341"/>
          </a:xfrm>
          <a:prstGeom prst="rect">
            <a:avLst/>
          </a:prstGeom>
        </p:spPr>
        <p:txBody>
          <a:bodyPr lIns="91440" tIns="45720" rIns="91440" bIns="45720" anchor="t"/>
          <a:lstStyle>
            <a:lvl1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392"/>
              </a:spcBef>
              <a:spcAft>
                <a:spcPts val="588"/>
              </a:spcAft>
              <a:buClrTx/>
              <a:buSzPct val="90000"/>
              <a:buFontTx/>
              <a:buNone/>
              <a:tabLst/>
              <a:defRPr sz="2000" kern="1200" spc="0" baseline="0">
                <a:solidFill>
                  <a:schemeClr val="tx1"/>
                </a:solidFill>
                <a:latin typeface="+mn-lt"/>
                <a:ea typeface="+mn-ea"/>
                <a:cs typeface="+mn-cs"/>
              </a:defRPr>
            </a:lvl2pPr>
            <a:lvl3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j-lt"/>
                <a:ea typeface="+mn-ea"/>
                <a:cs typeface="+mn-cs"/>
              </a:defRPr>
            </a:lvl3pPr>
            <a:lvl4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n-lt"/>
                <a:ea typeface="+mn-ea"/>
                <a:cs typeface="+mn-cs"/>
              </a:defRPr>
            </a:lvl4pPr>
            <a:lvl5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200" b="1"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a:defRPr/>
            </a:pPr>
            <a:r>
              <a:rPr lang="en-US" sz="1800" dirty="0">
                <a:cs typeface="Segoe UI Semibold"/>
              </a:rPr>
              <a:t>You are designing an AI application that </a:t>
            </a:r>
            <a:r>
              <a:rPr lang="en-US" sz="1800">
                <a:cs typeface="Segoe UI Semibold"/>
              </a:rPr>
              <a:t>uses images to detect </a:t>
            </a:r>
            <a:r>
              <a:rPr lang="en-US" sz="1800" dirty="0">
                <a:cs typeface="Segoe UI Semibold"/>
              </a:rPr>
              <a:t>cracks in car windshields </a:t>
            </a:r>
            <a:r>
              <a:rPr lang="en-US" sz="1800">
                <a:cs typeface="Segoe UI Semibold"/>
              </a:rPr>
              <a:t>and warn </a:t>
            </a:r>
            <a:r>
              <a:rPr lang="en-US" sz="1800" dirty="0">
                <a:cs typeface="Segoe UI Semibold"/>
              </a:rPr>
              <a:t>drivers when a windshield should be repaired or replaced. What AI workload is described?  ​</a:t>
            </a:r>
          </a:p>
          <a:p>
            <a:pPr marL="288925" indent="-288925">
              <a:spcBef>
                <a:spcPts val="300"/>
              </a:spcBef>
              <a:spcAft>
                <a:spcPts val="600"/>
              </a:spcAft>
              <a:buFont typeface="Wingdings" panose="05000000000000000000" pitchFamily="2" charset="2"/>
              <a:buChar char="q"/>
              <a:defRPr/>
            </a:pPr>
            <a:r>
              <a:rPr lang="en-US" sz="1400" dirty="0"/>
              <a:t>Computer Vision</a:t>
            </a:r>
            <a:endParaRPr lang="en-US" sz="1400" dirty="0">
              <a:cs typeface="Segoe UI Semibold"/>
            </a:endParaRPr>
          </a:p>
          <a:p>
            <a:pPr marL="288925" indent="-288925">
              <a:spcBef>
                <a:spcPts val="300"/>
              </a:spcBef>
              <a:spcAft>
                <a:spcPts val="600"/>
              </a:spcAft>
              <a:buFont typeface="Wingdings" panose="05000000000000000000" pitchFamily="2" charset="2"/>
              <a:buChar char="q"/>
              <a:defRPr/>
            </a:pPr>
            <a:r>
              <a:rPr lang="en-US" sz="1400" dirty="0">
                <a:cs typeface="Segoe UI Semibold"/>
              </a:rPr>
              <a:t>Anomaly Detection</a:t>
            </a:r>
          </a:p>
          <a:p>
            <a:pPr marL="288925" indent="-288925">
              <a:spcBef>
                <a:spcPts val="300"/>
              </a:spcBef>
              <a:spcAft>
                <a:spcPts val="600"/>
              </a:spcAft>
              <a:buFont typeface="Wingdings" panose="05000000000000000000" pitchFamily="2" charset="2"/>
              <a:buChar char="q"/>
              <a:defRPr/>
            </a:pPr>
            <a:r>
              <a:rPr lang="en-US" sz="1400" dirty="0"/>
              <a:t>Natural Language Processing</a:t>
            </a:r>
            <a:endParaRPr lang="en-US" sz="1400" dirty="0">
              <a:cs typeface="Segoe UI Semibold"/>
            </a:endParaRPr>
          </a:p>
        </p:txBody>
      </p:sp>
      <p:sp>
        <p:nvSpPr>
          <p:cNvPr id="8" name="Graphic 26" descr="Checkmark on Systems Administrator">
            <a:extLst>
              <a:ext uri="{FF2B5EF4-FFF2-40B4-BE49-F238E27FC236}">
                <a16:creationId xmlns:a16="http://schemas.microsoft.com/office/drawing/2014/main" id="{22D567B8-6090-4FC5-BA47-7A8393649D2D}"/>
              </a:ext>
            </a:extLst>
          </p:cNvPr>
          <p:cNvSpPr/>
          <p:nvPr/>
        </p:nvSpPr>
        <p:spPr>
          <a:xfrm>
            <a:off x="1460244" y="3726064"/>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solidFill>
            <a:srgbClr val="00B0E3"/>
          </a:solidFill>
          <a:ln w="31750" cap="flat">
            <a:solidFill>
              <a:srgbClr val="0078D4"/>
            </a:solidFill>
            <a:prstDash val="solid"/>
            <a:miter/>
          </a:ln>
        </p:spPr>
        <p:txBody>
          <a:bodyPr rtlCol="0" anchor="ctr"/>
          <a:lstStyle/>
          <a:p>
            <a:endParaRPr lang="en-US"/>
          </a:p>
        </p:txBody>
      </p:sp>
      <p:pic>
        <p:nvPicPr>
          <p:cNvPr id="11" name="Graphic 10" descr="Badge Question Mark with solid fill">
            <a:extLst>
              <a:ext uri="{FF2B5EF4-FFF2-40B4-BE49-F238E27FC236}">
                <a16:creationId xmlns:a16="http://schemas.microsoft.com/office/drawing/2014/main" id="{0BA30EB3-97CE-4081-8D65-1A4974C45F5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39162" y="1443891"/>
            <a:ext cx="702232" cy="702232"/>
          </a:xfrm>
          <a:prstGeom prst="rect">
            <a:avLst/>
          </a:prstGeom>
        </p:spPr>
      </p:pic>
      <p:pic>
        <p:nvPicPr>
          <p:cNvPr id="12" name="Graphic 11" descr="Badge Question Mark with solid fill">
            <a:extLst>
              <a:ext uri="{FF2B5EF4-FFF2-40B4-BE49-F238E27FC236}">
                <a16:creationId xmlns:a16="http://schemas.microsoft.com/office/drawing/2014/main" id="{5F047AE5-0FF4-4E3A-90A8-BCCFD4126B3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43074" y="3034469"/>
            <a:ext cx="702232" cy="702232"/>
          </a:xfrm>
          <a:prstGeom prst="rect">
            <a:avLst/>
          </a:prstGeom>
        </p:spPr>
      </p:pic>
      <p:cxnSp>
        <p:nvCxnSpPr>
          <p:cNvPr id="13" name="Straight Connector 12">
            <a:extLst>
              <a:ext uri="{FF2B5EF4-FFF2-40B4-BE49-F238E27FC236}">
                <a16:creationId xmlns:a16="http://schemas.microsoft.com/office/drawing/2014/main" id="{F52DDC64-86F9-448D-8714-4B7D4CE95F4B}"/>
              </a:ext>
              <a:ext uri="{C183D7F6-B498-43B3-948B-1728B52AA6E4}">
                <adec:decorative xmlns:adec="http://schemas.microsoft.com/office/drawing/2017/decorative" val="1"/>
              </a:ext>
            </a:extLst>
          </p:cNvPr>
          <p:cNvCxnSpPr>
            <a:cxnSpLocks/>
          </p:cNvCxnSpPr>
          <p:nvPr/>
        </p:nvCxnSpPr>
        <p:spPr>
          <a:xfrm>
            <a:off x="1383345" y="4709438"/>
            <a:ext cx="1030414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9">
            <a:extLst>
              <a:ext uri="{FF2B5EF4-FFF2-40B4-BE49-F238E27FC236}">
                <a16:creationId xmlns:a16="http://schemas.microsoft.com/office/drawing/2014/main" id="{CA531125-EDEF-47AA-B911-60F102D6EE13}"/>
              </a:ext>
            </a:extLst>
          </p:cNvPr>
          <p:cNvSpPr txBox="1">
            <a:spLocks/>
          </p:cNvSpPr>
          <p:nvPr/>
        </p:nvSpPr>
        <p:spPr>
          <a:xfrm>
            <a:off x="1414534" y="4741505"/>
            <a:ext cx="10390356" cy="1572866"/>
          </a:xfrm>
          <a:prstGeom prst="rect">
            <a:avLst/>
          </a:prstGeom>
        </p:spPr>
        <p:txBody>
          <a:bodyPr vert="horz" wrap="square" lIns="0" tIns="0" rIns="0" bIns="0" rtlCol="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kern="1200" spc="0" baseline="0">
                <a:solidFill>
                  <a:schemeClr val="tx1"/>
                </a:solidFill>
                <a:latin typeface="+mn-lt"/>
                <a:ea typeface="+mn-ea"/>
                <a:cs typeface="+mn-cs"/>
              </a:defRPr>
            </a:lvl2pPr>
            <a:lvl3pPr marL="448193" marR="0" indent="0" algn="l" defTabSz="914367" rtl="0" eaLnBrk="1" fontAlgn="auto" latinLnBrk="0" hangingPunct="1">
              <a:lnSpc>
                <a:spcPct val="100000"/>
              </a:lnSpc>
              <a:spcBef>
                <a:spcPts val="200"/>
              </a:spcBef>
              <a:spcAft>
                <a:spcPts val="400"/>
              </a:spcAft>
              <a:buClrTx/>
              <a:buSzPct val="100000"/>
              <a:buFont typeface="Arial" panose="020B0604020202020204" pitchFamily="34" charset="0"/>
              <a:buNone/>
              <a:tabLst/>
              <a:defRPr sz="1800" kern="1200" spc="0" baseline="0">
                <a:solidFill>
                  <a:schemeClr val="tx1"/>
                </a:solidFill>
                <a:latin typeface="+mn-lt"/>
                <a:ea typeface="+mn-ea"/>
                <a:cs typeface="+mn-cs"/>
              </a:defRPr>
            </a:lvl3pPr>
            <a:lvl4pPr marL="672290" marR="0" indent="0" algn="l" defTabSz="914367" rtl="0" eaLnBrk="1" fontAlgn="auto" latinLnBrk="0" hangingPunct="1">
              <a:lnSpc>
                <a:spcPct val="100000"/>
              </a:lnSpc>
              <a:spcBef>
                <a:spcPts val="200"/>
              </a:spcBef>
              <a:spcAft>
                <a:spcPts val="400"/>
              </a:spcAft>
              <a:buClrTx/>
              <a:buSzPct val="100000"/>
              <a:buFont typeface="Arial" panose="020B0604020202020204" pitchFamily="34" charset="0"/>
              <a:buNone/>
              <a:tabLst/>
              <a:defRPr sz="1800" kern="1200" spc="0" baseline="0">
                <a:solidFill>
                  <a:schemeClr val="tx1"/>
                </a:solidFill>
                <a:latin typeface="+mn-lt"/>
                <a:ea typeface="+mn-ea"/>
                <a:cs typeface="+mn-cs"/>
              </a:defRPr>
            </a:lvl4pPr>
            <a:lvl5pPr marL="896386" marR="0" indent="0" algn="l" defTabSz="914367" rtl="0" eaLnBrk="1" fontAlgn="auto" latinLnBrk="0" hangingPunct="1">
              <a:lnSpc>
                <a:spcPct val="100000"/>
              </a:lnSpc>
              <a:spcBef>
                <a:spcPts val="200"/>
              </a:spcBef>
              <a:spcAft>
                <a:spcPts val="400"/>
              </a:spcAft>
              <a:buClrTx/>
              <a:buSzPct val="100000"/>
              <a:buFont typeface="Arial" panose="020B0604020202020204" pitchFamily="34" charset="0"/>
              <a:buNone/>
              <a:tabLst/>
              <a:defRPr sz="1200" b="1"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a:lnSpc>
                <a:spcPts val="1764"/>
              </a:lnSpc>
              <a:defRPr/>
            </a:pPr>
            <a:r>
              <a:rPr lang="en-US" sz="1800" dirty="0">
                <a:latin typeface="Segoe UI Semibold"/>
                <a:ea typeface="+mn-lt"/>
                <a:cs typeface="+mn-lt"/>
              </a:rPr>
              <a:t>A predictive app provides audio output for visually impaired users. </a:t>
            </a:r>
            <a:r>
              <a:rPr lang="en-US" sz="1800" dirty="0">
                <a:latin typeface="+mj-lt"/>
                <a:cs typeface="Segoe UI Semibold"/>
              </a:rPr>
              <a:t>Which principle of Responsible AI is reflected here?  </a:t>
            </a:r>
            <a:endParaRPr lang="en-US" dirty="0"/>
          </a:p>
          <a:p>
            <a:pPr marL="288925" indent="-288925">
              <a:lnSpc>
                <a:spcPct val="100000"/>
              </a:lnSpc>
              <a:spcBef>
                <a:spcPts val="300"/>
              </a:spcBef>
              <a:spcAft>
                <a:spcPts val="600"/>
              </a:spcAft>
              <a:buFont typeface="Wingdings" panose="05000000000000000000" pitchFamily="2" charset="2"/>
              <a:buChar char="q"/>
              <a:defRPr/>
            </a:pPr>
            <a:r>
              <a:rPr lang="en-US" sz="1400" spc="-49" dirty="0">
                <a:solidFill>
                  <a:srgbClr val="000000"/>
                </a:solidFill>
                <a:latin typeface="+mj-lt"/>
              </a:rPr>
              <a:t>Transparency </a:t>
            </a:r>
            <a:endParaRPr lang="en-US" sz="1400" spc="-49" dirty="0">
              <a:solidFill>
                <a:srgbClr val="000000"/>
              </a:solidFill>
              <a:latin typeface="+mj-lt"/>
              <a:cs typeface="Segoe UI Semibold"/>
            </a:endParaRPr>
          </a:p>
          <a:p>
            <a:pPr marL="288925" indent="-288925">
              <a:lnSpc>
                <a:spcPct val="100000"/>
              </a:lnSpc>
              <a:spcBef>
                <a:spcPts val="300"/>
              </a:spcBef>
              <a:spcAft>
                <a:spcPts val="600"/>
              </a:spcAft>
              <a:buFont typeface="Wingdings" panose="05000000000000000000" pitchFamily="2" charset="2"/>
              <a:buChar char="q"/>
              <a:defRPr/>
            </a:pPr>
            <a:r>
              <a:rPr lang="en-US" sz="1400" spc="-49" dirty="0">
                <a:solidFill>
                  <a:srgbClr val="000000"/>
                </a:solidFill>
                <a:latin typeface="+mj-lt"/>
              </a:rPr>
              <a:t>Inclusiveness </a:t>
            </a:r>
            <a:endParaRPr lang="en-US" dirty="0"/>
          </a:p>
          <a:p>
            <a:pPr marL="288925" indent="-288925">
              <a:lnSpc>
                <a:spcPct val="100000"/>
              </a:lnSpc>
              <a:spcBef>
                <a:spcPts val="300"/>
              </a:spcBef>
              <a:spcAft>
                <a:spcPts val="600"/>
              </a:spcAft>
              <a:buFont typeface="Wingdings" panose="05000000000000000000" pitchFamily="2" charset="2"/>
              <a:buChar char="q"/>
              <a:defRPr/>
            </a:pPr>
            <a:r>
              <a:rPr lang="en-US" sz="1400" spc="-49" dirty="0">
                <a:solidFill>
                  <a:srgbClr val="000000"/>
                </a:solidFill>
                <a:latin typeface="+mj-lt"/>
              </a:rPr>
              <a:t>Fairness</a:t>
            </a:r>
            <a:endParaRPr lang="en-US" sz="1400" spc="-49" dirty="0">
              <a:solidFill>
                <a:srgbClr val="000000"/>
              </a:solidFill>
              <a:latin typeface="+mj-lt"/>
              <a:cs typeface="Segoe UI Semibold"/>
            </a:endParaRPr>
          </a:p>
        </p:txBody>
      </p:sp>
      <p:sp>
        <p:nvSpPr>
          <p:cNvPr id="15" name="Graphic 26" descr="Checkmark on Systems Administrator">
            <a:extLst>
              <a:ext uri="{FF2B5EF4-FFF2-40B4-BE49-F238E27FC236}">
                <a16:creationId xmlns:a16="http://schemas.microsoft.com/office/drawing/2014/main" id="{3F06D7E1-BFF4-4D05-B86A-83E973F67485}"/>
              </a:ext>
            </a:extLst>
          </p:cNvPr>
          <p:cNvSpPr/>
          <p:nvPr/>
        </p:nvSpPr>
        <p:spPr>
          <a:xfrm>
            <a:off x="1414542" y="5694741"/>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solidFill>
            <a:srgbClr val="00B0E3"/>
          </a:solidFill>
          <a:ln w="31750" cap="flat">
            <a:solidFill>
              <a:srgbClr val="4472C4"/>
            </a:solidFill>
            <a:prstDash val="solid"/>
            <a:miter/>
          </a:ln>
        </p:spPr>
        <p:txBody>
          <a:bodyPr rtlCol="0" anchor="ctr"/>
          <a:lstStyle/>
          <a:p>
            <a:endParaRPr lang="en-US"/>
          </a:p>
        </p:txBody>
      </p:sp>
      <p:pic>
        <p:nvPicPr>
          <p:cNvPr id="16" name="Graphic 15" descr="Badge Question Mark with solid fill">
            <a:extLst>
              <a:ext uri="{FF2B5EF4-FFF2-40B4-BE49-F238E27FC236}">
                <a16:creationId xmlns:a16="http://schemas.microsoft.com/office/drawing/2014/main" id="{9663BBAB-8C60-4BC2-9515-41D4A856F06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43074" y="4782724"/>
            <a:ext cx="702232" cy="702232"/>
          </a:xfrm>
          <a:prstGeom prst="rect">
            <a:avLst/>
          </a:prstGeom>
        </p:spPr>
      </p:pic>
    </p:spTree>
    <p:extLst>
      <p:ext uri="{BB962C8B-B14F-4D97-AF65-F5344CB8AC3E}">
        <p14:creationId xmlns:p14="http://schemas.microsoft.com/office/powerpoint/2010/main" val="199466761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P spid="1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E307D465-5D56-0B41-96C4-901FFC2422DF}"/>
              </a:ext>
            </a:extLst>
          </p:cNvPr>
          <p:cNvSpPr>
            <a:spLocks noGrp="1"/>
          </p:cNvSpPr>
          <p:nvPr>
            <p:ph type="title"/>
          </p:nvPr>
        </p:nvSpPr>
        <p:spPr/>
        <p:txBody>
          <a:bodyPr/>
          <a:lstStyle/>
          <a:p>
            <a:r>
              <a:rPr lang="en-US" dirty="0"/>
              <a:t>Summary</a:t>
            </a:r>
          </a:p>
        </p:txBody>
      </p:sp>
      <p:sp>
        <p:nvSpPr>
          <p:cNvPr id="15" name="Text Placeholder 14">
            <a:extLst>
              <a:ext uri="{FF2B5EF4-FFF2-40B4-BE49-F238E27FC236}">
                <a16:creationId xmlns:a16="http://schemas.microsoft.com/office/drawing/2014/main" id="{7AFD9358-0F0F-DD41-8430-DD40142A3348}"/>
              </a:ext>
            </a:extLst>
          </p:cNvPr>
          <p:cNvSpPr>
            <a:spLocks noGrp="1"/>
          </p:cNvSpPr>
          <p:nvPr>
            <p:ph type="body" sz="quarter" idx="10"/>
          </p:nvPr>
        </p:nvSpPr>
        <p:spPr>
          <a:xfrm>
            <a:off x="588263" y="1974067"/>
            <a:ext cx="9252179" cy="4349909"/>
          </a:xfrm>
        </p:spPr>
        <p:txBody>
          <a:bodyPr vert="horz" wrap="square" lIns="0" tIns="0" rIns="0" bIns="0" rtlCol="0" anchor="t">
            <a:spAutoFit/>
          </a:bodyPr>
          <a:lstStyle/>
          <a:p>
            <a:pPr marL="0" indent="0">
              <a:buNone/>
            </a:pPr>
            <a:r>
              <a:rPr lang="en-US" sz="2400" dirty="0"/>
              <a:t>Introduction to Artificial Intelligence</a:t>
            </a:r>
          </a:p>
          <a:p>
            <a:r>
              <a:rPr lang="en-US" dirty="0"/>
              <a:t>What is Artificial Intelligence?</a:t>
            </a:r>
          </a:p>
          <a:p>
            <a:r>
              <a:rPr lang="en-US" dirty="0"/>
              <a:t>Common Artificial Intelligence Workloads</a:t>
            </a:r>
          </a:p>
          <a:p>
            <a:r>
              <a:rPr lang="en-US" dirty="0"/>
              <a:t>Principles of Responsible AI</a:t>
            </a:r>
          </a:p>
          <a:p>
            <a:pPr marL="0" indent="0">
              <a:buNone/>
            </a:pPr>
            <a:r>
              <a:rPr lang="it-IT" sz="2400" dirty="0"/>
              <a:t>Artificial Intelligence in Microsoft Azure</a:t>
            </a:r>
          </a:p>
          <a:p>
            <a:r>
              <a:rPr lang="it-IT" dirty="0"/>
              <a:t>Azure Basics</a:t>
            </a:r>
          </a:p>
          <a:p>
            <a:r>
              <a:rPr lang="en-US" dirty="0"/>
              <a:t>AI Services in Microsoft Azure</a:t>
            </a:r>
          </a:p>
          <a:p>
            <a:r>
              <a:rPr lang="en-US" dirty="0"/>
              <a:t>Cognitive Services</a:t>
            </a:r>
          </a:p>
          <a:p>
            <a:endParaRPr lang="en-US" dirty="0"/>
          </a:p>
        </p:txBody>
      </p:sp>
      <p:pic>
        <p:nvPicPr>
          <p:cNvPr id="4" name="Graphic 3" descr="Internet">
            <a:extLst>
              <a:ext uri="{FF2B5EF4-FFF2-40B4-BE49-F238E27FC236}">
                <a16:creationId xmlns:a16="http://schemas.microsoft.com/office/drawing/2014/main" id="{D24AE350-9241-4B7D-8786-D1531B509DA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543926" y="3743327"/>
            <a:ext cx="3114674" cy="3114674"/>
          </a:xfrm>
          <a:prstGeom prst="rect">
            <a:avLst/>
          </a:prstGeom>
        </p:spPr>
      </p:pic>
    </p:spTree>
    <p:extLst>
      <p:ext uri="{BB962C8B-B14F-4D97-AF65-F5344CB8AC3E}">
        <p14:creationId xmlns:p14="http://schemas.microsoft.com/office/powerpoint/2010/main" val="601555420"/>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E307D465-5D56-0B41-96C4-901FFC2422DF}"/>
              </a:ext>
            </a:extLst>
          </p:cNvPr>
          <p:cNvSpPr>
            <a:spLocks noGrp="1"/>
          </p:cNvSpPr>
          <p:nvPr>
            <p:ph type="title"/>
          </p:nvPr>
        </p:nvSpPr>
        <p:spPr/>
        <p:txBody>
          <a:bodyPr/>
          <a:lstStyle/>
          <a:p>
            <a:r>
              <a:rPr lang="en-US" dirty="0"/>
              <a:t>References</a:t>
            </a:r>
          </a:p>
        </p:txBody>
      </p:sp>
      <p:sp>
        <p:nvSpPr>
          <p:cNvPr id="15" name="Text Placeholder 14">
            <a:extLst>
              <a:ext uri="{FF2B5EF4-FFF2-40B4-BE49-F238E27FC236}">
                <a16:creationId xmlns:a16="http://schemas.microsoft.com/office/drawing/2014/main" id="{7AFD9358-0F0F-DD41-8430-DD40142A3348}"/>
              </a:ext>
            </a:extLst>
          </p:cNvPr>
          <p:cNvSpPr>
            <a:spLocks noGrp="1"/>
          </p:cNvSpPr>
          <p:nvPr>
            <p:ph type="body" sz="quarter" idx="10"/>
          </p:nvPr>
        </p:nvSpPr>
        <p:spPr>
          <a:xfrm>
            <a:off x="455995" y="1974067"/>
            <a:ext cx="9384447" cy="3575338"/>
          </a:xfrm>
        </p:spPr>
        <p:txBody>
          <a:bodyPr vert="horz" wrap="square" lIns="0" tIns="0" rIns="0" bIns="0" rtlCol="0" anchor="t">
            <a:spAutoFit/>
          </a:bodyPr>
          <a:lstStyle/>
          <a:p>
            <a:pPr marL="0" indent="0">
              <a:buNone/>
            </a:pPr>
            <a:r>
              <a:rPr lang="en-US" dirty="0">
                <a:latin typeface="Segoe UI Semilight"/>
                <a:cs typeface="Segoe UI Semilight"/>
              </a:rPr>
              <a:t>Get started with AI on Azure</a:t>
            </a:r>
          </a:p>
          <a:p>
            <a:pPr marL="0" indent="0">
              <a:buNone/>
            </a:pPr>
            <a:r>
              <a:rPr lang="en-US" sz="1800" dirty="0">
                <a:latin typeface="Segoe UI Semilight"/>
                <a:cs typeface="Segoe UI Semilight"/>
                <a:hlinkClick r:id="rId3"/>
              </a:rPr>
              <a:t>https://aka.ms/learn-azure-ai</a:t>
            </a:r>
            <a:r>
              <a:rPr lang="en-US" sz="1800" dirty="0">
                <a:latin typeface="Segoe UI Semilight"/>
                <a:cs typeface="Segoe UI Semilight"/>
              </a:rPr>
              <a:t> </a:t>
            </a:r>
            <a:endParaRPr lang="en-US" sz="1800" dirty="0"/>
          </a:p>
          <a:p>
            <a:pPr marL="0" indent="0">
              <a:buNone/>
            </a:pPr>
            <a:r>
              <a:rPr lang="en-US" sz="2400" dirty="0">
                <a:latin typeface="Segoe UI Semilight"/>
                <a:cs typeface="Segoe UI Semilight"/>
              </a:rPr>
              <a:t>Explore </a:t>
            </a:r>
            <a:r>
              <a:rPr lang="en-US" dirty="0">
                <a:latin typeface="Segoe UI Semilight"/>
                <a:cs typeface="Segoe UI Semilight"/>
              </a:rPr>
              <a:t>Anomaly Detector</a:t>
            </a:r>
            <a:r>
              <a:rPr lang="en-US" sz="2400" dirty="0">
                <a:latin typeface="Segoe UI Semilight"/>
                <a:cs typeface="Segoe UI Semilight"/>
              </a:rPr>
              <a:t> in Microsoft Azure</a:t>
            </a:r>
            <a:endParaRPr lang="en-US" dirty="0"/>
          </a:p>
          <a:p>
            <a:pPr>
              <a:buNone/>
            </a:pPr>
            <a:r>
              <a:rPr lang="en-US" sz="1800" dirty="0">
                <a:latin typeface="Segoe UI Semilight"/>
                <a:cs typeface="Segoe UI Semilight"/>
                <a:hlinkClick r:id="rId4"/>
              </a:rPr>
              <a:t>https://aka.ms/anomaly-detector-intro</a:t>
            </a:r>
            <a:r>
              <a:rPr lang="en-US" sz="1800" dirty="0">
                <a:latin typeface="Segoe UI Semilight"/>
                <a:cs typeface="Segoe UI Semilight"/>
              </a:rPr>
              <a:t> </a:t>
            </a:r>
            <a:endParaRPr lang="en-US" dirty="0"/>
          </a:p>
          <a:p>
            <a:pPr>
              <a:buNone/>
            </a:pPr>
            <a:r>
              <a:rPr lang="en-US" dirty="0">
                <a:latin typeface="Segoe UI Semilight"/>
                <a:cs typeface="Segoe UI Semilight"/>
              </a:rPr>
              <a:t>Introduction to Azure Cognitive Search</a:t>
            </a:r>
            <a:endParaRPr lang="en-US" dirty="0"/>
          </a:p>
          <a:p>
            <a:pPr>
              <a:buNone/>
            </a:pPr>
            <a:r>
              <a:rPr lang="en-US" sz="1800" dirty="0">
                <a:latin typeface="Segoe UI Semilight"/>
                <a:cs typeface="Segoe UI Semilight"/>
                <a:hlinkClick r:id="rId5"/>
              </a:rPr>
              <a:t>https://aka.ms/azure-search-intro</a:t>
            </a:r>
            <a:r>
              <a:rPr lang="en-US" sz="1800" dirty="0">
                <a:latin typeface="Segoe UI Semilight"/>
                <a:cs typeface="Segoe UI Semilight"/>
              </a:rPr>
              <a:t> </a:t>
            </a:r>
          </a:p>
          <a:p>
            <a:pPr>
              <a:buNone/>
            </a:pPr>
            <a:r>
              <a:rPr lang="en-US" dirty="0">
                <a:latin typeface="Segoe UI Semilight"/>
                <a:cs typeface="Segoe UI Semilight"/>
              </a:rPr>
              <a:t>Infographic: How does an Azure API work?</a:t>
            </a:r>
            <a:endParaRPr lang="en-US" dirty="0"/>
          </a:p>
          <a:p>
            <a:pPr marL="0" indent="0">
              <a:buNone/>
            </a:pPr>
            <a:r>
              <a:rPr lang="en-US" sz="1800" dirty="0">
                <a:solidFill>
                  <a:schemeClr val="tx1"/>
                </a:solidFill>
                <a:hlinkClick r:id="rId6"/>
              </a:rPr>
              <a:t>https://aka.ms/api-infographic</a:t>
            </a:r>
            <a:r>
              <a:rPr lang="en-US" sz="1800" dirty="0">
                <a:solidFill>
                  <a:schemeClr val="tx1"/>
                </a:solidFill>
              </a:rPr>
              <a:t> </a:t>
            </a:r>
          </a:p>
        </p:txBody>
      </p:sp>
      <p:pic>
        <p:nvPicPr>
          <p:cNvPr id="4" name="Graphic 3" descr="Internet">
            <a:extLst>
              <a:ext uri="{FF2B5EF4-FFF2-40B4-BE49-F238E27FC236}">
                <a16:creationId xmlns:a16="http://schemas.microsoft.com/office/drawing/2014/main" id="{D24AE350-9241-4B7D-8786-D1531B509DA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543926" y="3743327"/>
            <a:ext cx="3114674" cy="3114674"/>
          </a:xfrm>
          <a:prstGeom prst="rect">
            <a:avLst/>
          </a:prstGeom>
        </p:spPr>
      </p:pic>
    </p:spTree>
    <p:extLst>
      <p:ext uri="{BB962C8B-B14F-4D97-AF65-F5344CB8AC3E}">
        <p14:creationId xmlns:p14="http://schemas.microsoft.com/office/powerpoint/2010/main" val="4160354252"/>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2948C55-432D-4917-9553-C2E5899045EB}"/>
              </a:ext>
            </a:extLst>
          </p:cNvPr>
          <p:cNvSpPr>
            <a:spLocks noGrp="1"/>
          </p:cNvSpPr>
          <p:nvPr>
            <p:ph type="title" idx="4294967295"/>
          </p:nvPr>
        </p:nvSpPr>
        <p:spPr>
          <a:xfrm>
            <a:off x="0" y="-663575"/>
            <a:ext cx="7454900" cy="384175"/>
          </a:xfrm>
        </p:spPr>
        <p:txBody>
          <a:bodyPr/>
          <a:lstStyle/>
          <a:p>
            <a:r>
              <a:rPr lang="en-US" sz="2800" dirty="0">
                <a:solidFill>
                  <a:schemeClr val="bg1"/>
                </a:solidFill>
              </a:rPr>
              <a:t>Closing slide</a:t>
            </a:r>
          </a:p>
        </p:txBody>
      </p:sp>
    </p:spTree>
    <p:extLst>
      <p:ext uri="{BB962C8B-B14F-4D97-AF65-F5344CB8AC3E}">
        <p14:creationId xmlns:p14="http://schemas.microsoft.com/office/powerpoint/2010/main" val="1245620141"/>
      </p:ext>
    </p:extLst>
  </p:cSld>
  <p:clrMapOvr>
    <a:masterClrMapping/>
  </p:clrMapOvr>
  <p:transition>
    <p:fade/>
  </p:transition>
</p:sld>
</file>

<file path=ppt/theme/theme1.xml><?xml version="1.0" encoding="utf-8"?>
<a:theme xmlns:a="http://schemas.openxmlformats.org/drawingml/2006/main" name="WHITE TEMPLATE">
  <a:themeElements>
    <a:clrScheme name="ST_Illustration_White_Blue">
      <a:dk1>
        <a:srgbClr val="1A1A1A"/>
      </a:dk1>
      <a:lt1>
        <a:srgbClr val="FFFFFF"/>
      </a:lt1>
      <a:dk2>
        <a:srgbClr val="0D0D0D"/>
      </a:dk2>
      <a:lt2>
        <a:srgbClr val="D2D2D2"/>
      </a:lt2>
      <a:accent1>
        <a:srgbClr val="0078D4"/>
      </a:accent1>
      <a:accent2>
        <a:srgbClr val="002050"/>
      </a:accent2>
      <a:accent3>
        <a:srgbClr val="107C10"/>
      </a:accent3>
      <a:accent4>
        <a:srgbClr val="D73B01"/>
      </a:accent4>
      <a:accent5>
        <a:srgbClr val="737373"/>
      </a:accent5>
      <a:accent6>
        <a:srgbClr val="E6E6E6"/>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DP-200T01 Microsoft Azure Data Engineering-01 - Copy.pptx" id="{14C7EC89-4A55-455C-BB1B-8F608ECD5D71}" vid="{52009352-A6C7-428C-AECB-265903B366DE}"/>
    </a:ext>
  </a:extLst>
</a:theme>
</file>

<file path=ppt/theme/theme2.xml><?xml version="1.0" encoding="utf-8"?>
<a:theme xmlns:a="http://schemas.openxmlformats.org/drawingml/2006/main" name="SOFT BLACK TEMPLATE">
  <a:themeElements>
    <a:clrScheme name="ST_Illusttration_Soft_Black">
      <a:dk1>
        <a:srgbClr val="1A1A1A"/>
      </a:dk1>
      <a:lt1>
        <a:srgbClr val="FFFFFF"/>
      </a:lt1>
      <a:dk2>
        <a:srgbClr val="0D0D0D"/>
      </a:dk2>
      <a:lt2>
        <a:srgbClr val="D2D2D2"/>
      </a:lt2>
      <a:accent1>
        <a:srgbClr val="0078D4"/>
      </a:accent1>
      <a:accent2>
        <a:srgbClr val="00BCF2"/>
      </a:accent2>
      <a:accent3>
        <a:srgbClr val="107C10"/>
      </a:accent3>
      <a:accent4>
        <a:srgbClr val="D73B01"/>
      </a:accent4>
      <a:accent5>
        <a:srgbClr val="FFB900"/>
      </a:accent5>
      <a:accent6>
        <a:srgbClr val="E6E6E6"/>
      </a:accent6>
      <a:hlink>
        <a:srgbClr val="00BCF2"/>
      </a:hlink>
      <a:folHlink>
        <a:srgbClr val="00BCF2"/>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DP-200T01 Microsoft Azure Data Engineering-01 - Copy.pptx" id="{14C7EC89-4A55-455C-BB1B-8F608ECD5D71}" vid="{A35603E7-B3A0-4543-A6F3-1B71D705BF58}"/>
    </a:ext>
  </a:extLst>
</a:theme>
</file>

<file path=ppt/theme/theme3.xml><?xml version="1.0" encoding="utf-8"?>
<a:theme xmlns:a="http://schemas.openxmlformats.org/drawingml/2006/main" name="FY17 EMPOWER Campaign Theme">
  <a:themeElements>
    <a:clrScheme name="Custom 2">
      <a:dk1>
        <a:srgbClr val="505050"/>
      </a:dk1>
      <a:lt1>
        <a:sysClr val="window" lastClr="FFFFFF"/>
      </a:lt1>
      <a:dk2>
        <a:srgbClr val="0078D7"/>
      </a:dk2>
      <a:lt2>
        <a:srgbClr val="000000"/>
      </a:lt2>
      <a:accent1>
        <a:srgbClr val="107C10"/>
      </a:accent1>
      <a:accent2>
        <a:srgbClr val="FF8C00"/>
      </a:accent2>
      <a:accent3>
        <a:srgbClr val="D83B01"/>
      </a:accent3>
      <a:accent4>
        <a:srgbClr val="00BCF2"/>
      </a:accent4>
      <a:accent5>
        <a:srgbClr val="002050"/>
      </a:accent5>
      <a:accent6>
        <a:srgbClr val="5C2D91"/>
      </a:accent6>
      <a:hlink>
        <a:srgbClr val="B9B9B9"/>
      </a:hlink>
      <a:folHlink>
        <a:srgbClr val="969696"/>
      </a:folHlink>
    </a:clrScheme>
    <a:fontScheme name="Segoe">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ot="0" spcFirstLastPara="0" vertOverflow="overflow" horzOverflow="overflow" vert="horz" wrap="square" lIns="91440" tIns="91440" rIns="91440" bIns="91440" numCol="1" spcCol="0" rtlCol="0" fromWordArt="0" anchor="b" anchorCtr="0" forceAA="0" compatLnSpc="1">
        <a:prstTxWarp prst="textNoShape">
          <a:avLst/>
        </a:prstTxWarp>
        <a:noAutofit/>
      </a:bodyPr>
      <a:lstStyle>
        <a:defPPr algn="r">
          <a:defRPr sz="1200" dirty="0" err="1" smtClean="0"/>
        </a:defPPr>
      </a:lstStyle>
      <a:style>
        <a:lnRef idx="2">
          <a:schemeClr val="accent1">
            <a:shade val="50000"/>
          </a:schemeClr>
        </a:lnRef>
        <a:fillRef idx="1">
          <a:schemeClr val="accent1"/>
        </a:fillRef>
        <a:effectRef idx="0">
          <a:schemeClr val="accent1"/>
        </a:effectRef>
        <a:fontRef idx="minor">
          <a:schemeClr val="lt1"/>
        </a:fontRef>
      </a:style>
    </a:spDef>
    <a:txDef>
      <a:spPr/>
      <a:bodyPr vert="horz" wrap="none" lIns="91440" tIns="91440" rIns="91440" bIns="91440" rtlCol="0" anchor="t">
        <a:noAutofit/>
      </a:bodyPr>
      <a:lstStyle>
        <a:defPPr marL="171450" indent="-171450">
          <a:buFont typeface="Wingdings" pitchFamily="2" charset="2"/>
          <a:buChar char="§"/>
          <a:defRPr sz="1600" dirty="0" err="1" smtClean="0">
            <a:latin typeface="Segoe UI" pitchFamily="34" charset="0"/>
            <a:ea typeface="Segoe UI" pitchFamily="34" charset="0"/>
            <a:cs typeface="Segoe UI" pitchFamily="34" charset="0"/>
          </a:defRPr>
        </a:defPPr>
      </a:lstStyle>
    </a:txDef>
  </a:objectDefaults>
  <a:extraClrSchemeLst/>
  <a:extLst>
    <a:ext uri="{05A4C25C-085E-4340-85A3-A5531E510DB2}">
      <thm15:themeFamily xmlns:thm15="http://schemas.microsoft.com/office/thememl/2012/main" name="DP-200T01 Microsoft Azure Data Engineering-01 - Copy.pptx" id="{14C7EC89-4A55-455C-BB1B-8F608ECD5D71}" vid="{EEB9C2E4-C969-48B9-8DE1-D7CE6F0F5EB5}"/>
    </a:ext>
  </a:extLst>
</a:theme>
</file>

<file path=ppt/theme/theme4.xml><?xml version="1.0" encoding="utf-8"?>
<a:theme xmlns:a="http://schemas.openxmlformats.org/drawingml/2006/main" name="Azure 1">
  <a:themeElements>
    <a:clrScheme name="Custom 3">
      <a:dk1>
        <a:srgbClr val="000000"/>
      </a:dk1>
      <a:lt1>
        <a:srgbClr val="FFFFFF"/>
      </a:lt1>
      <a:dk2>
        <a:srgbClr val="0078D3"/>
      </a:dk2>
      <a:lt2>
        <a:srgbClr val="FFFFFF"/>
      </a:lt2>
      <a:accent1>
        <a:srgbClr val="EBEBEB"/>
      </a:accent1>
      <a:accent2>
        <a:srgbClr val="75757A"/>
      </a:accent2>
      <a:accent3>
        <a:srgbClr val="000041"/>
      </a:accent3>
      <a:accent4>
        <a:srgbClr val="0078D3"/>
      </a:accent4>
      <a:accent5>
        <a:srgbClr val="50E6FF"/>
      </a:accent5>
      <a:accent6>
        <a:srgbClr val="EBEBEB"/>
      </a:accent6>
      <a:hlink>
        <a:srgbClr val="0078D4"/>
      </a:hlink>
      <a:folHlink>
        <a:srgbClr val="0078D4"/>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TT_Azure_PowerPoint_Template_Dec19" id="{4D812253-AE16-49B7-9E8B-E155C396F1B1}" vid="{CDFF03D5-E879-4992-95FD-25D14F5B9F5C}"/>
    </a:ext>
  </a:extLst>
</a:theme>
</file>

<file path=ppt/theme/theme5.xml><?xml version="1.0" encoding="utf-8"?>
<a:theme xmlns:a="http://schemas.openxmlformats.org/drawingml/2006/main" name="1_Azure 1">
  <a:themeElements>
    <a:clrScheme name="Custom 3">
      <a:dk1>
        <a:srgbClr val="000000"/>
      </a:dk1>
      <a:lt1>
        <a:srgbClr val="FFFFFF"/>
      </a:lt1>
      <a:dk2>
        <a:srgbClr val="0078D3"/>
      </a:dk2>
      <a:lt2>
        <a:srgbClr val="FFFFFF"/>
      </a:lt2>
      <a:accent1>
        <a:srgbClr val="EBEBEB"/>
      </a:accent1>
      <a:accent2>
        <a:srgbClr val="75757A"/>
      </a:accent2>
      <a:accent3>
        <a:srgbClr val="000041"/>
      </a:accent3>
      <a:accent4>
        <a:srgbClr val="0078D3"/>
      </a:accent4>
      <a:accent5>
        <a:srgbClr val="50E6FF"/>
      </a:accent5>
      <a:accent6>
        <a:srgbClr val="EBEBEB"/>
      </a:accent6>
      <a:hlink>
        <a:srgbClr val="0078D4"/>
      </a:hlink>
      <a:folHlink>
        <a:srgbClr val="0078D4"/>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TT_Azure_PowerPoint_Template_Dec19" id="{4D812253-AE16-49B7-9E8B-E155C396F1B1}" vid="{CDFF03D5-E879-4992-95FD-25D14F5B9F5C}"/>
    </a:ext>
  </a:extLst>
</a:theme>
</file>

<file path=ppt/theme/theme6.xml><?xml version="1.0" encoding="utf-8"?>
<a:theme xmlns:a="http://schemas.openxmlformats.org/drawingml/2006/main" name="Microsoft Power Platform Template">
  <a:themeElements>
    <a:clrScheme name="Azure">
      <a:dk1>
        <a:srgbClr val="000000"/>
      </a:dk1>
      <a:lt1>
        <a:srgbClr val="FFFFFF"/>
      </a:lt1>
      <a:dk2>
        <a:srgbClr val="0078D4"/>
      </a:dk2>
      <a:lt2>
        <a:srgbClr val="FFFFFF"/>
      </a:lt2>
      <a:accent1>
        <a:srgbClr val="243A5E"/>
      </a:accent1>
      <a:accent2>
        <a:srgbClr val="75757A"/>
      </a:accent2>
      <a:accent3>
        <a:srgbClr val="000041"/>
      </a:accent3>
      <a:accent4>
        <a:srgbClr val="0078D4"/>
      </a:accent4>
      <a:accent5>
        <a:srgbClr val="50E6FF"/>
      </a:accent5>
      <a:accent6>
        <a:srgbClr val="EBEBEB"/>
      </a:accent6>
      <a:hlink>
        <a:srgbClr val="0078D4"/>
      </a:hlink>
      <a:folHlink>
        <a:srgbClr val="0078D4"/>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TT_Azure_PowerPoint_Template_Dec19" id="{4D812253-AE16-49B7-9E8B-E155C396F1B1}" vid="{CDFF03D5-E879-4992-95FD-25D14F5B9F5C}"/>
    </a:ext>
  </a:extLst>
</a:theme>
</file>

<file path=ppt/theme/theme7.xml><?xml version="1.0" encoding="utf-8"?>
<a:theme xmlns:a="http://schemas.openxmlformats.org/drawingml/2006/main" name="Microsoft Azure Template">
  <a:themeElements>
    <a:clrScheme name="Azure">
      <a:dk1>
        <a:srgbClr val="000000"/>
      </a:dk1>
      <a:lt1>
        <a:srgbClr val="FFFFFF"/>
      </a:lt1>
      <a:dk2>
        <a:srgbClr val="0078D4"/>
      </a:dk2>
      <a:lt2>
        <a:srgbClr val="FFFFFF"/>
      </a:lt2>
      <a:accent1>
        <a:srgbClr val="243A5E"/>
      </a:accent1>
      <a:accent2>
        <a:srgbClr val="75757A"/>
      </a:accent2>
      <a:accent3>
        <a:srgbClr val="000041"/>
      </a:accent3>
      <a:accent4>
        <a:srgbClr val="0078D4"/>
      </a:accent4>
      <a:accent5>
        <a:srgbClr val="50E6FF"/>
      </a:accent5>
      <a:accent6>
        <a:srgbClr val="EBEBEB"/>
      </a:accent6>
      <a:hlink>
        <a:srgbClr val="0078D4"/>
      </a:hlink>
      <a:folHlink>
        <a:srgbClr val="0078D4"/>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TT_Azure_PowerPoint_Template_Dec19" id="{4D812253-AE16-49B7-9E8B-E155C396F1B1}" vid="{CDFF03D5-E879-4992-95FD-25D14F5B9F5C}"/>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23B837EE22264C47BADCAD42CBD674DD" ma:contentTypeVersion="12" ma:contentTypeDescription="Create a new document." ma:contentTypeScope="" ma:versionID="e7db172cd5f070c8a86a9af32ef87f3d">
  <xsd:schema xmlns:xsd="http://www.w3.org/2001/XMLSchema" xmlns:xs="http://www.w3.org/2001/XMLSchema" xmlns:p="http://schemas.microsoft.com/office/2006/metadata/properties" xmlns:ns1="http://schemas.microsoft.com/sharepoint/v3" xmlns:ns2="a03ce9dd-1b4b-4fd0-92e5-50ed570c566c" xmlns:ns3="378c2c56-4100-4315-9179-4d3644984557" targetNamespace="http://schemas.microsoft.com/office/2006/metadata/properties" ma:root="true" ma:fieldsID="4a088ad7c9449179767be8c58bb4447e" ns1:_="" ns2:_="" ns3:_="">
    <xsd:import namespace="http://schemas.microsoft.com/sharepoint/v3"/>
    <xsd:import namespace="a03ce9dd-1b4b-4fd0-92e5-50ed570c566c"/>
    <xsd:import namespace="378c2c56-4100-4315-9179-4d3644984557"/>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1:_ip_UnifiedCompliancePolicyProperties" minOccurs="0"/>
                <xsd:element ref="ns1:_ip_UnifiedCompliancePolicyUIAction"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03ce9dd-1b4b-4fd0-92e5-50ed570c566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78c2c56-4100-4315-9179-4d3644984557"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A7CFC1F1-851A-4E54-BAE6-EB0404691FC3}">
  <ds:schemaRefs>
    <ds:schemaRef ds:uri="http://schemas.microsoft.com/sharepoint/v3/contenttype/forms"/>
  </ds:schemaRefs>
</ds:datastoreItem>
</file>

<file path=customXml/itemProps2.xml><?xml version="1.0" encoding="utf-8"?>
<ds:datastoreItem xmlns:ds="http://schemas.openxmlformats.org/officeDocument/2006/customXml" ds:itemID="{5D5BD71B-84F6-46FA-8961-661E40B3CD5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a03ce9dd-1b4b-4fd0-92e5-50ed570c566c"/>
    <ds:schemaRef ds:uri="378c2c56-4100-4315-9179-4d364498455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A4C502C-2A0E-4699-B069-B2BEE31FA236}">
  <ds:schemaRefs>
    <ds:schemaRef ds:uri="http://purl.org/dc/terms/"/>
    <ds:schemaRef ds:uri="http://purl.org/dc/elements/1.1/"/>
    <ds:schemaRef ds:uri="a03ce9dd-1b4b-4fd0-92e5-50ed570c566c"/>
    <ds:schemaRef ds:uri="378c2c56-4100-4315-9179-4d3644984557"/>
    <ds:schemaRef ds:uri="http://www.w3.org/XML/1998/namespace"/>
    <ds:schemaRef ds:uri="http://schemas.microsoft.com/sharepoint/v3"/>
    <ds:schemaRef ds:uri="http://schemas.microsoft.com/office/2006/metadata/properties"/>
    <ds:schemaRef ds:uri="http://schemas.openxmlformats.org/package/2006/metadata/core-properties"/>
    <ds:schemaRef ds:uri="http://schemas.microsoft.com/office/2006/documentManagement/types"/>
    <ds:schemaRef ds:uri="http://schemas.microsoft.com/office/infopath/2007/PartnerControls"/>
    <ds:schemaRef ds:uri="http://purl.org/dc/dcmitype/"/>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DataAndAI</Template>
  <TotalTime>0</TotalTime>
  <Words>2114</Words>
  <Application>Microsoft Office PowerPoint</Application>
  <PresentationFormat>Widescreen</PresentationFormat>
  <Paragraphs>199</Paragraphs>
  <Slides>15</Slides>
  <Notes>15</Notes>
  <HiddenSlides>0</HiddenSlides>
  <MMClips>0</MMClips>
  <ScaleCrop>false</ScaleCrop>
  <HeadingPairs>
    <vt:vector size="6" baseType="variant">
      <vt:variant>
        <vt:lpstr>Fonts Used</vt:lpstr>
      </vt:variant>
      <vt:variant>
        <vt:i4>8</vt:i4>
      </vt:variant>
      <vt:variant>
        <vt:lpstr>Theme</vt:lpstr>
      </vt:variant>
      <vt:variant>
        <vt:i4>7</vt:i4>
      </vt:variant>
      <vt:variant>
        <vt:lpstr>Slide Titles</vt:lpstr>
      </vt:variant>
      <vt:variant>
        <vt:i4>15</vt:i4>
      </vt:variant>
    </vt:vector>
  </HeadingPairs>
  <TitlesOfParts>
    <vt:vector size="30" baseType="lpstr">
      <vt:lpstr>Arial</vt:lpstr>
      <vt:lpstr>Calibri</vt:lpstr>
      <vt:lpstr>Consolas</vt:lpstr>
      <vt:lpstr>Segoe UI</vt:lpstr>
      <vt:lpstr>Segoe UI Light</vt:lpstr>
      <vt:lpstr>Segoe UI Semibold</vt:lpstr>
      <vt:lpstr>Segoe UI Semilight</vt:lpstr>
      <vt:lpstr>Wingdings</vt:lpstr>
      <vt:lpstr>WHITE TEMPLATE</vt:lpstr>
      <vt:lpstr>SOFT BLACK TEMPLATE</vt:lpstr>
      <vt:lpstr>FY17 EMPOWER Campaign Theme</vt:lpstr>
      <vt:lpstr>Azure 1</vt:lpstr>
      <vt:lpstr>1_Azure 1</vt:lpstr>
      <vt:lpstr>Microsoft Power Platform Template</vt:lpstr>
      <vt:lpstr>Microsoft Azure Template</vt:lpstr>
      <vt:lpstr>Explore Fundamentals of Artificial Intelligence</vt:lpstr>
      <vt:lpstr> Agenda </vt:lpstr>
      <vt:lpstr>Introduction to Artificial Intelligence</vt:lpstr>
      <vt:lpstr>What is Artificial Intelligence?</vt:lpstr>
      <vt:lpstr>Common Artificial Intelligence Workloads</vt:lpstr>
      <vt:lpstr>Principles of Responsible AI</vt:lpstr>
      <vt:lpstr>Artificial Intelligence in Microsoft Azure</vt:lpstr>
      <vt:lpstr>Azure Basics</vt:lpstr>
      <vt:lpstr>AI Services in Microsoft Azure</vt:lpstr>
      <vt:lpstr>Cognitive Services</vt:lpstr>
      <vt:lpstr>Lab: Explore Cognitive Services</vt:lpstr>
      <vt:lpstr>Review</vt:lpstr>
      <vt:lpstr>Summary</vt:lpstr>
      <vt:lpstr>References</vt:lpstr>
      <vt:lpstr>Closing slide</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1: Explore Fundamentals of Artificial Intelligence</dc:title>
  <dc:subject/>
  <dc:creator/>
  <cp:keywords/>
  <dc:description/>
  <cp:lastModifiedBy/>
  <cp:revision>393</cp:revision>
  <dcterms:created xsi:type="dcterms:W3CDTF">2019-03-20T17:06:14Z</dcterms:created>
  <dcterms:modified xsi:type="dcterms:W3CDTF">2023-01-24T20:28:19Z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SetDate">
    <vt:lpwstr>2018-12-16T17:59:52.0180957Z</vt:lpwstr>
  </property>
  <property fmtid="{D5CDD505-2E9C-101B-9397-08002B2CF9AE}" pid="5" name="MSIP_Label_f42aa342-8706-4288-bd11-ebb85995028c_Name">
    <vt:lpwstr>General</vt:lpwstr>
  </property>
  <property fmtid="{D5CDD505-2E9C-101B-9397-08002B2CF9AE}" pid="6" name="MSIP_Label_f42aa342-8706-4288-bd11-ebb85995028c_Extended_MSFT_Method">
    <vt:lpwstr>Automatic</vt:lpwstr>
  </property>
  <property fmtid="{D5CDD505-2E9C-101B-9397-08002B2CF9AE}" pid="7" name="Sensitivity">
    <vt:lpwstr>General</vt:lpwstr>
  </property>
  <property fmtid="{D5CDD505-2E9C-101B-9397-08002B2CF9AE}" pid="8" name="ContentTypeId">
    <vt:lpwstr>0x01010023B837EE22264C47BADCAD42CBD674DD</vt:lpwstr>
  </property>
</Properties>
</file>