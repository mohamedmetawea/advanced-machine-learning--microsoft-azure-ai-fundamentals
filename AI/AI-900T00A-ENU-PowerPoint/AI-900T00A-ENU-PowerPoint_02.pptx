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4.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5.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6.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642" r:id="rId5"/>
    <p:sldMasterId id="2147484743" r:id="rId6"/>
    <p:sldMasterId id="2147484749" r:id="rId7"/>
    <p:sldMasterId id="2147484780" r:id="rId8"/>
    <p:sldMasterId id="2147484813" r:id="rId9"/>
    <p:sldMasterId id="2147484551" r:id="rId10"/>
  </p:sldMasterIdLst>
  <p:notesMasterIdLst>
    <p:notesMasterId r:id="rId29"/>
  </p:notesMasterIdLst>
  <p:handoutMasterIdLst>
    <p:handoutMasterId r:id="rId30"/>
  </p:handoutMasterIdLst>
  <p:sldIdLst>
    <p:sldId id="1909" r:id="rId11"/>
    <p:sldId id="1778" r:id="rId12"/>
    <p:sldId id="1910" r:id="rId13"/>
    <p:sldId id="1891" r:id="rId14"/>
    <p:sldId id="1905" r:id="rId15"/>
    <p:sldId id="1892" r:id="rId16"/>
    <p:sldId id="1893" r:id="rId17"/>
    <p:sldId id="1898" r:id="rId18"/>
    <p:sldId id="1906" r:id="rId19"/>
    <p:sldId id="1911" r:id="rId20"/>
    <p:sldId id="1915" r:id="rId21"/>
    <p:sldId id="1903" r:id="rId22"/>
    <p:sldId id="1904" r:id="rId23"/>
    <p:sldId id="1875" r:id="rId24"/>
    <p:sldId id="1912" r:id="rId25"/>
    <p:sldId id="1916" r:id="rId26"/>
    <p:sldId id="1914" r:id="rId27"/>
    <p:sldId id="1913" r:id="rId2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Content" id="{A073DAE3-B461-442F-A3D3-6642BD875E45}">
          <p14:sldIdLst>
            <p14:sldId id="1909"/>
            <p14:sldId id="1778"/>
            <p14:sldId id="1910"/>
            <p14:sldId id="1891"/>
            <p14:sldId id="1905"/>
            <p14:sldId id="1892"/>
            <p14:sldId id="1893"/>
            <p14:sldId id="1898"/>
            <p14:sldId id="1906"/>
            <p14:sldId id="1911"/>
            <p14:sldId id="1915"/>
            <p14:sldId id="1903"/>
            <p14:sldId id="1904"/>
            <p14:sldId id="1875"/>
            <p14:sldId id="1912"/>
            <p14:sldId id="1916"/>
            <p14:sldId id="1914"/>
            <p14:sldId id="191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5"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00B0E3"/>
    <a:srgbClr val="00BCF2"/>
    <a:srgbClr val="CBD6EF"/>
    <a:srgbClr val="40CDF5"/>
    <a:srgbClr val="7030A0"/>
    <a:srgbClr val="00B050"/>
    <a:srgbClr val="FFC000"/>
    <a:srgbClr val="FFFFFF"/>
    <a:srgbClr val="1A1A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8F5A5-D992-FD4A-8361-EABF90C6EA33}" v="125" dt="2022-02-09T23:14:17.259"/>
    <p1510:client id="{2284A8F0-E8F5-A10D-8B65-4ECD09E73B77}" v="222" dt="2022-02-22T23:01:14.924"/>
    <p1510:client id="{57F3C4BC-A300-77ED-F74F-8395A3C26719}" v="3" dt="2022-03-20T01:38:26.602"/>
    <p1510:client id="{8B8DBF08-6ED7-11E6-0F1C-91190BDA1F9A}" v="284" dt="2022-02-18T18:55:38.305"/>
    <p1510:client id="{90A4AC9B-11D5-201F-3494-065AB7BB66D3}" v="3" dt="2022-02-08T23:25:06.397"/>
    <p1510:client id="{B010CC59-1765-E870-C649-784092CE25C7}" v="3" dt="2022-04-01T21:56:01.219"/>
    <p1510:client id="{B148A067-22D6-4EAF-99DA-9449E5956442}" v="40" dt="2021-12-06T17:51:52.108"/>
    <p1510:client id="{CAE46BA4-218B-4F83-0B82-1734FAEE4277}" v="1" dt="2022-03-21T17:35:44.609"/>
    <p1510:client id="{E4CAFB90-4578-7AC1-5ADE-7B873B457F03}" v="51" dt="2022-03-23T04:39:49.059"/>
    <p1510:client id="{EDDCC012-E28E-8EE7-BF92-3247E7C7A9E3}" v="52" dt="2022-03-23T17:24:12.744"/>
    <p1510:client id="{F71145CB-517A-2C7E-ABB0-F038E8F5FDE8}" v="110" dt="2022-03-17T22:48:53.326"/>
    <p1510:client id="{F73809D8-C060-EA63-D008-CB12C9FB4247}" v="141" dt="2022-04-05T17:52:46.0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6993" autoAdjust="0"/>
  </p:normalViewPr>
  <p:slideViewPr>
    <p:cSldViewPr snapToGrid="0">
      <p:cViewPr varScale="1">
        <p:scale>
          <a:sx n="84" d="100"/>
          <a:sy n="84" d="100"/>
        </p:scale>
        <p:origin x="357" y="55"/>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4" d="100"/>
          <a:sy n="84" d="100"/>
        </p:scale>
        <p:origin x="2934" y="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Master" Target="slideMasters/slideMaster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c:v>
                </c:pt>
              </c:strCache>
            </c:strRef>
          </c:tx>
          <c:spPr>
            <a:ln w="28575" cap="rnd">
              <a:noFill/>
              <a:round/>
            </a:ln>
            <a:effectLst/>
          </c:spPr>
          <c:marker>
            <c:symbol val="circle"/>
            <c:size val="15"/>
            <c:spPr>
              <a:solidFill>
                <a:schemeClr val="accent1"/>
              </a:solidFill>
              <a:ln w="3175">
                <a:solidFill>
                  <a:schemeClr val="accent1"/>
                </a:solidFill>
              </a:ln>
              <a:effectLst/>
            </c:spPr>
          </c:marker>
          <c:trendline>
            <c:spPr>
              <a:ln w="19050" cap="rnd">
                <a:noFill/>
                <a:prstDash val="sysDot"/>
              </a:ln>
              <a:effectLst/>
            </c:spPr>
            <c:trendlineType val="linear"/>
            <c:dispRSqr val="0"/>
            <c:dispEq val="0"/>
          </c:trendline>
          <c:xVal>
            <c:numRef>
              <c:f>Sheet1!$A$2:$A$7</c:f>
              <c:numCache>
                <c:formatCode>General</c:formatCode>
                <c:ptCount val="6"/>
                <c:pt idx="0">
                  <c:v>56</c:v>
                </c:pt>
                <c:pt idx="1">
                  <c:v>61</c:v>
                </c:pt>
                <c:pt idx="2">
                  <c:v>67</c:v>
                </c:pt>
                <c:pt idx="3">
                  <c:v>72</c:v>
                </c:pt>
                <c:pt idx="4">
                  <c:v>76</c:v>
                </c:pt>
                <c:pt idx="5">
                  <c:v>82</c:v>
                </c:pt>
              </c:numCache>
            </c:numRef>
          </c:xVal>
          <c:yVal>
            <c:numRef>
              <c:f>Sheet1!$B$2:$B$7</c:f>
              <c:numCache>
                <c:formatCode>General</c:formatCode>
                <c:ptCount val="6"/>
                <c:pt idx="0">
                  <c:v>115</c:v>
                </c:pt>
                <c:pt idx="1">
                  <c:v>126</c:v>
                </c:pt>
                <c:pt idx="2">
                  <c:v>137</c:v>
                </c:pt>
                <c:pt idx="3">
                  <c:v>140</c:v>
                </c:pt>
                <c:pt idx="4">
                  <c:v>152</c:v>
                </c:pt>
                <c:pt idx="5">
                  <c:v>156</c:v>
                </c:pt>
              </c:numCache>
            </c:numRef>
          </c:yVal>
          <c:smooth val="0"/>
          <c:extLst>
            <c:ext xmlns:c16="http://schemas.microsoft.com/office/drawing/2014/chart" uri="{C3380CC4-5D6E-409C-BE32-E72D297353CC}">
              <c16:uniqueId val="{00000001-F51E-4856-B59C-7453108E35A2}"/>
            </c:ext>
          </c:extLst>
        </c:ser>
        <c:dLbls>
          <c:showLegendKey val="0"/>
          <c:showVal val="0"/>
          <c:showCatName val="0"/>
          <c:showSerName val="0"/>
          <c:showPercent val="0"/>
          <c:showBubbleSize val="0"/>
        </c:dLbls>
        <c:axId val="723807536"/>
        <c:axId val="735675104"/>
      </c:scatterChart>
      <c:valAx>
        <c:axId val="72380753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x</a:t>
                </a:r>
                <a:r>
                  <a:rPr lang="en-US" baseline="0"/>
                  <a:t> (</a:t>
                </a:r>
                <a:r>
                  <a:rPr lang="en-US" i="1" baseline="0"/>
                  <a:t>Temperature</a:t>
                </a:r>
                <a:r>
                  <a:rPr lang="en-US" baseline="0"/>
                  <a:t>)</a:t>
                </a:r>
                <a:endParaRPr lang="en-US"/>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5675104"/>
        <c:crosses val="autoZero"/>
        <c:crossBetween val="midCat"/>
      </c:valAx>
      <c:valAx>
        <c:axId val="7356751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y (</a:t>
                </a:r>
                <a:r>
                  <a:rPr lang="en-US" i="1"/>
                  <a:t>cycle</a:t>
                </a:r>
                <a:r>
                  <a:rPr lang="en-US" i="1" baseline="0"/>
                  <a:t> rentals</a:t>
                </a:r>
                <a:r>
                  <a:rPr lang="en-US" baseline="0"/>
                  <a:t>)</a:t>
                </a:r>
                <a:r>
                  <a:rPr lang="en-US"/>
                  <a:t>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72380753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c:v>
                </c:pt>
              </c:strCache>
            </c:strRef>
          </c:tx>
          <c:spPr>
            <a:ln w="28575" cap="rnd">
              <a:noFill/>
              <a:round/>
            </a:ln>
            <a:effectLst/>
          </c:spPr>
          <c:marker>
            <c:symbol val="circle"/>
            <c:size val="15"/>
            <c:spPr>
              <a:solidFill>
                <a:schemeClr val="accent1"/>
              </a:solidFill>
              <a:ln w="9525">
                <a:solidFill>
                  <a:schemeClr val="accent1"/>
                </a:solidFill>
              </a:ln>
              <a:effectLst/>
            </c:spPr>
          </c:marker>
          <c:trendline>
            <c:spPr>
              <a:ln w="19050" cap="rnd">
                <a:noFill/>
                <a:prstDash val="sysDot"/>
              </a:ln>
              <a:effectLst/>
            </c:spPr>
            <c:trendlineType val="linear"/>
            <c:dispRSqr val="0"/>
            <c:dispEq val="0"/>
          </c:trendline>
          <c:xVal>
            <c:numRef>
              <c:f>Sheet1!$A$2:$A$6</c:f>
              <c:numCache>
                <c:formatCode>General</c:formatCode>
                <c:ptCount val="5"/>
                <c:pt idx="0">
                  <c:v>54</c:v>
                </c:pt>
                <c:pt idx="1">
                  <c:v>62</c:v>
                </c:pt>
                <c:pt idx="2">
                  <c:v>68</c:v>
                </c:pt>
                <c:pt idx="3">
                  <c:v>74</c:v>
                </c:pt>
                <c:pt idx="4">
                  <c:v>80</c:v>
                </c:pt>
              </c:numCache>
            </c:numRef>
          </c:xVal>
          <c:yVal>
            <c:numRef>
              <c:f>Sheet1!$B$2:$B$6</c:f>
              <c:numCache>
                <c:formatCode>General</c:formatCode>
                <c:ptCount val="5"/>
                <c:pt idx="0">
                  <c:v>114</c:v>
                </c:pt>
                <c:pt idx="1">
                  <c:v>129</c:v>
                </c:pt>
                <c:pt idx="2">
                  <c:v>130</c:v>
                </c:pt>
                <c:pt idx="3">
                  <c:v>152</c:v>
                </c:pt>
                <c:pt idx="4">
                  <c:v>154</c:v>
                </c:pt>
              </c:numCache>
            </c:numRef>
          </c:yVal>
          <c:smooth val="0"/>
          <c:extLst>
            <c:ext xmlns:c16="http://schemas.microsoft.com/office/drawing/2014/chart" uri="{C3380CC4-5D6E-409C-BE32-E72D297353CC}">
              <c16:uniqueId val="{00000001-7AF6-442E-AE9F-C1BCCDA19A09}"/>
            </c:ext>
          </c:extLst>
        </c:ser>
        <c:dLbls>
          <c:showLegendKey val="0"/>
          <c:showVal val="0"/>
          <c:showCatName val="0"/>
          <c:showSerName val="0"/>
          <c:showPercent val="0"/>
          <c:showBubbleSize val="0"/>
        </c:dLbls>
        <c:axId val="723807536"/>
        <c:axId val="735675104"/>
      </c:scatterChart>
      <c:valAx>
        <c:axId val="72380753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x</a:t>
                </a:r>
                <a:r>
                  <a:rPr lang="en-US" baseline="0"/>
                  <a:t> (</a:t>
                </a:r>
                <a:r>
                  <a:rPr lang="en-US" i="1" baseline="0"/>
                  <a:t>Temperature</a:t>
                </a:r>
                <a:r>
                  <a:rPr lang="en-US" baseline="0"/>
                  <a:t>)</a:t>
                </a:r>
                <a:endParaRPr lang="en-US"/>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5675104"/>
        <c:crosses val="autoZero"/>
        <c:crossBetween val="midCat"/>
      </c:valAx>
      <c:valAx>
        <c:axId val="7356751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y (</a:t>
                </a:r>
                <a:r>
                  <a:rPr lang="en-US" i="1"/>
                  <a:t>cycle</a:t>
                </a:r>
                <a:r>
                  <a:rPr lang="en-US" i="1" baseline="0"/>
                  <a:t> rentals</a:t>
                </a:r>
                <a:r>
                  <a:rPr lang="en-US" baseline="0"/>
                  <a:t>)</a:t>
                </a:r>
                <a:r>
                  <a:rPr lang="en-US"/>
                  <a:t>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72380753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10/6/2022 1:27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10/6/2022 1:27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microsoft.com/en-us/learn/modules/use-automated-machine-learning/?ns-enrollment-type=learningpath&amp;ns-enrollment-id=learn.wwl.create-no-code-predictive-models-with-azure-machine-learning"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docs.microsoft.com/learn/modules/create-classification-model-azure-machine-learning-designe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learn/modules/use-automated-machine-learning/"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learn/modules/create-classification-model-azure-machine-learning-designe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742">
              <a:spcAft>
                <a:spcPts val="340"/>
              </a:spcAft>
              <a:defRPr/>
            </a:pPr>
            <a:r>
              <a:rPr lang="en-US" sz="850" b="1" i="1" dirty="0">
                <a:latin typeface="Segoe UI Light"/>
                <a:cs typeface="Segoe UI Light"/>
              </a:rPr>
              <a:t>Tip</a:t>
            </a:r>
            <a:r>
              <a:rPr lang="en-US" sz="850" i="1" dirty="0">
                <a:latin typeface="Segoe UI Light"/>
                <a:cs typeface="Segoe UI Light"/>
              </a:rPr>
              <a:t>: Before you start the class, complete the following content on Microsoft Learn so that you can use them to demonstrate the services: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i="1" dirty="0"/>
          </a:p>
          <a:p>
            <a:pPr marL="171450" indent="-171450" defTabSz="932742">
              <a:spcAft>
                <a:spcPts val="340"/>
              </a:spcAft>
              <a:buFont typeface="Arial" panose="020B0604020202020204" pitchFamily="34" charset="0"/>
              <a:buChar char="•"/>
              <a:defRPr/>
            </a:pPr>
            <a:r>
              <a:rPr lang="en-US" sz="850" dirty="0">
                <a:latin typeface="Segoe UI Light"/>
                <a:cs typeface="Segoe UI Light"/>
                <a:hlinkClick r:id="rId3"/>
              </a:rPr>
              <a:t>https://docs.microsoft.com/learn/modules/use-automated-machine-learning</a:t>
            </a:r>
          </a:p>
          <a:p>
            <a:pPr marL="171450" indent="-171450" defTabSz="932742">
              <a:spcAft>
                <a:spcPts val="340"/>
              </a:spcAft>
              <a:buFont typeface="Arial" panose="020B0604020202020204" pitchFamily="34" charset="0"/>
              <a:buChar char="•"/>
              <a:defRPr/>
            </a:pPr>
            <a:r>
              <a:rPr lang="en-US" sz="850" dirty="0">
                <a:latin typeface="Segoe UI Light"/>
                <a:cs typeface="Segoe UI Light"/>
                <a:hlinkClick r:id="rId4"/>
              </a:rPr>
              <a:t>https://docs.microsoft.com/learn/modules/create-classification-model-azure-machine-learning-designer/</a:t>
            </a:r>
            <a:endParaRPr lang="en-US" sz="850" dirty="0">
              <a:cs typeface="Segoe UI Light"/>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The topics should take approximately 45 minutes total to deliver. The lab exercise should take an additional 60 minutes. </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10/6/2022 1:27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57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0986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i="1" dirty="0"/>
              <a:t>This slide includes an animation – each click corresponds with a step in the machine learning process listed #1-5 above – use the notes below to talk to each animation build (clicks are indicated by numbers)</a:t>
            </a:r>
          </a:p>
          <a:p>
            <a:endParaRPr lang="en-US" dirty="0"/>
          </a:p>
          <a:p>
            <a:r>
              <a:rPr lang="en-US" dirty="0"/>
              <a:t>Machine Learning is a technique we can use to create predictive models based on relationships in data.</a:t>
            </a:r>
          </a:p>
          <a:p>
            <a:endParaRPr lang="en-US" dirty="0"/>
          </a:p>
          <a:p>
            <a:r>
              <a:rPr lang="en-US" dirty="0"/>
              <a:t>So what does that mean? Well, let's look at an example:</a:t>
            </a:r>
          </a:p>
          <a:p>
            <a:endParaRPr lang="en-US" dirty="0"/>
          </a:p>
          <a:p>
            <a:pPr marL="228600" indent="-228600">
              <a:buAutoNum type="arabicPeriod"/>
            </a:pPr>
            <a:r>
              <a:rPr lang="en-US" dirty="0"/>
              <a:t>Suppose a botanist collects some samples of flowers. </a:t>
            </a:r>
            <a:r>
              <a:rPr lang="en-US" i="1" dirty="0"/>
              <a:t>{The slide shows images of various flowers}</a:t>
            </a:r>
            <a:endParaRPr lang="en-US" dirty="0"/>
          </a:p>
          <a:p>
            <a:pPr marL="228600" indent="-228600">
              <a:buAutoNum type="arabicPeriod"/>
            </a:pPr>
            <a:r>
              <a:rPr lang="en-US" dirty="0"/>
              <a:t>Each sample has some </a:t>
            </a:r>
            <a:r>
              <a:rPr lang="en-US" i="1" dirty="0"/>
              <a:t>features</a:t>
            </a:r>
            <a:r>
              <a:rPr lang="en-US" i="0" dirty="0"/>
              <a:t>, such as measurements of the </a:t>
            </a:r>
            <a:r>
              <a:rPr lang="en-US" dirty="0"/>
              <a:t>petals, stem, and other details); and the botanist can provide a </a:t>
            </a:r>
            <a:r>
              <a:rPr lang="en-US" i="1" dirty="0"/>
              <a:t>label</a:t>
            </a:r>
            <a:r>
              <a:rPr lang="en-US" i="0" dirty="0"/>
              <a:t> for the flower using its species name. </a:t>
            </a:r>
            <a:r>
              <a:rPr lang="en-US" i="1" dirty="0"/>
              <a:t>{The Latin name for each flower species appears}</a:t>
            </a:r>
            <a:endParaRPr lang="en-US" i="0" dirty="0"/>
          </a:p>
          <a:p>
            <a:pPr marL="228600" indent="-228600">
              <a:buAutoNum type="arabicPeriod"/>
            </a:pPr>
            <a:r>
              <a:rPr lang="en-US" i="0" dirty="0"/>
              <a:t>The sample data is then processed using an algorithm that tries to find a relationship between the features and the label. </a:t>
            </a:r>
            <a:r>
              <a:rPr lang="en-US" i="1" dirty="0"/>
              <a:t>{The flowers are fed into a pair of turning cogs}</a:t>
            </a:r>
            <a:endParaRPr lang="en-US" i="0" dirty="0"/>
          </a:p>
          <a:p>
            <a:pPr marL="228600" indent="-228600">
              <a:buAutoNum type="arabicPeriod"/>
            </a:pPr>
            <a:r>
              <a:rPr lang="en-US" i="0" dirty="0"/>
              <a:t>The result of this algorithm is a machine learning </a:t>
            </a:r>
            <a:r>
              <a:rPr lang="en-US" i="1" dirty="0"/>
              <a:t>model</a:t>
            </a:r>
            <a:r>
              <a:rPr lang="en-US" i="0" dirty="0"/>
              <a:t>. </a:t>
            </a:r>
            <a:r>
              <a:rPr lang="en-US" i="1" dirty="0"/>
              <a:t>{A human head with cogs for a brain appears}</a:t>
            </a:r>
            <a:endParaRPr lang="en-US" i="0" dirty="0"/>
          </a:p>
          <a:p>
            <a:pPr marL="228600" indent="-228600">
              <a:buAutoNum type="arabicPeriod"/>
            </a:pPr>
            <a:r>
              <a:rPr lang="en-US" i="0" dirty="0"/>
              <a:t>And since the model has learned the relationship between the features and label, you can use it to predict the species of a flower based on its features. </a:t>
            </a:r>
            <a:r>
              <a:rPr lang="en-US" i="1" dirty="0"/>
              <a:t>{A new flower appears, and the human head identifies its species}</a:t>
            </a:r>
            <a:endParaRPr lang="en-US" dirty="0"/>
          </a:p>
          <a:p>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941609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There are two general approaches to machine learning, supervised and unsupervised machine learning. </a:t>
            </a:r>
          </a:p>
          <a:p>
            <a:endParaRPr lang="en-US" sz="850" dirty="0">
              <a:cs typeface="Segoe UI Light"/>
            </a:endParaRPr>
          </a:p>
          <a:p>
            <a:r>
              <a:rPr lang="en-US" sz="850" dirty="0">
                <a:latin typeface="Segoe UI Light"/>
                <a:cs typeface="Segoe UI Light"/>
              </a:rPr>
              <a:t>Both have a goal of capturing a model, or equation, that will try to predict a result that is as close to the actual result as possible. </a:t>
            </a:r>
            <a:endParaRPr lang="en-US" sz="850" dirty="0">
              <a:cs typeface="Segoe UI Light"/>
            </a:endParaRPr>
          </a:p>
          <a:p>
            <a:r>
              <a:rPr lang="en-US" sz="850" dirty="0">
                <a:latin typeface="Segoe UI Light"/>
                <a:cs typeface="Segoe UI Light"/>
              </a:rPr>
              <a:t>Both approaches require an input of data. We call different groups of data, such as height, width, age, features. </a:t>
            </a:r>
            <a:endParaRPr lang="en-US" sz="850" dirty="0">
              <a:cs typeface="Segoe UI Light"/>
            </a:endParaRPr>
          </a:p>
          <a:p>
            <a:endParaRPr lang="en-US" sz="850" dirty="0">
              <a:cs typeface="Segoe UI Light"/>
            </a:endParaRPr>
          </a:p>
          <a:p>
            <a:r>
              <a:rPr lang="en-US" sz="850" dirty="0">
                <a:latin typeface="Segoe UI Light"/>
                <a:cs typeface="Segoe UI Light"/>
              </a:rPr>
              <a:t>Supervised ML relies on us having some data with known </a:t>
            </a:r>
            <a:r>
              <a:rPr lang="en-US" sz="850" i="1" dirty="0">
                <a:latin typeface="Segoe UI Light"/>
                <a:cs typeface="Segoe UI Light"/>
              </a:rPr>
              <a:t>label</a:t>
            </a:r>
            <a:r>
              <a:rPr lang="en-US" sz="850" dirty="0">
                <a:latin typeface="Segoe UI Light"/>
                <a:cs typeface="Segoe UI Light"/>
              </a:rPr>
              <a:t> values that we can fit to a model, which can then be applied to new data for which we don’t have the label values. Remember, labels are what we want to predict, such as house price, an item in an image, or if someone has diabetes. </a:t>
            </a:r>
          </a:p>
          <a:p>
            <a:endParaRPr lang="en-US" sz="850" dirty="0">
              <a:cs typeface="Segoe UI Light"/>
            </a:endParaRPr>
          </a:p>
          <a:p>
            <a:r>
              <a:rPr lang="en-US" sz="850" dirty="0">
                <a:latin typeface="Segoe UI Light"/>
                <a:cs typeface="Segoe UI Light"/>
              </a:rPr>
              <a:t>Two types of supervised ML tasks include regression and classification. </a:t>
            </a:r>
            <a:endParaRPr lang="en-US" sz="850" dirty="0">
              <a:cs typeface="Segoe UI Light"/>
            </a:endParaRPr>
          </a:p>
          <a:p>
            <a:r>
              <a:rPr lang="en-US" sz="850" dirty="0">
                <a:latin typeface="Segoe UI Light"/>
                <a:cs typeface="Segoe UI Light"/>
              </a:rPr>
              <a:t>- Regression: You use regression when you want to predict a numeric value; like a price, a sales total, or some other measure.</a:t>
            </a:r>
          </a:p>
          <a:p>
            <a:endParaRPr lang="en-US" sz="850" dirty="0">
              <a:cs typeface="Segoe UI Light"/>
            </a:endParaRPr>
          </a:p>
          <a:p>
            <a:r>
              <a:rPr lang="en-US" sz="850" dirty="0">
                <a:latin typeface="Segoe UI Light"/>
                <a:cs typeface="Segoe UI Light"/>
              </a:rPr>
              <a:t>- Classification: determine class test data belongs to, probability between 0 and 1  </a:t>
            </a:r>
            <a:endParaRPr lang="en-US" sz="850" dirty="0">
              <a:cs typeface="Segoe UI Light"/>
            </a:endParaRPr>
          </a:p>
          <a:p>
            <a:endParaRPr lang="en-US" sz="850" dirty="0">
              <a:cs typeface="Segoe UI Light"/>
            </a:endParaRPr>
          </a:p>
          <a:p>
            <a:r>
              <a:rPr lang="en-US" sz="850" dirty="0">
                <a:latin typeface="Segoe UI Light"/>
                <a:cs typeface="Segoe UI Light"/>
              </a:rPr>
              <a:t>The unsupervised ML approach trains a model to separate items based purely on their characteristics, or </a:t>
            </a:r>
            <a:r>
              <a:rPr lang="en-US" sz="850" i="1" dirty="0">
                <a:latin typeface="Segoe UI Light"/>
                <a:cs typeface="Segoe UI Light"/>
              </a:rPr>
              <a:t>features</a:t>
            </a:r>
            <a:r>
              <a:rPr lang="en-US" sz="850" dirty="0">
                <a:latin typeface="Segoe UI Light"/>
                <a:cs typeface="Segoe UI Light"/>
              </a:rPr>
              <a:t>. There is no previously known cluster value (or </a:t>
            </a:r>
            <a:r>
              <a:rPr lang="en-US" sz="850" i="1" dirty="0">
                <a:latin typeface="Segoe UI Light"/>
                <a:cs typeface="Segoe UI Light"/>
              </a:rPr>
              <a:t>label</a:t>
            </a:r>
            <a:r>
              <a:rPr lang="en-US" sz="850" dirty="0">
                <a:latin typeface="Segoe UI Light"/>
                <a:cs typeface="Segoe UI Light"/>
              </a:rPr>
              <a:t>) from which to train the model. </a:t>
            </a:r>
          </a:p>
          <a:p>
            <a:endParaRPr lang="en-US" sz="850" dirty="0">
              <a:latin typeface="Segoe UI Light"/>
              <a:cs typeface="Segoe UI Light"/>
            </a:endParaRPr>
          </a:p>
          <a:p>
            <a:r>
              <a:rPr lang="en-US" sz="850" dirty="0">
                <a:latin typeface="Segoe UI Light"/>
                <a:cs typeface="Segoe UI Light"/>
              </a:rPr>
              <a:t>One type of unsupervised ML task is clustering. </a:t>
            </a:r>
          </a:p>
          <a:p>
            <a:r>
              <a:rPr lang="en-US" sz="850" dirty="0">
                <a:latin typeface="Segoe UI Light"/>
                <a:cs typeface="Segoe UI Light"/>
              </a:rPr>
              <a:t>- Clustering: determine label based on how similar the item is to the items in the label group</a:t>
            </a:r>
            <a:endParaRPr lang="en-US" sz="850" dirty="0">
              <a:cs typeface="Segoe UI Light"/>
            </a:endParaRPr>
          </a:p>
          <a:p>
            <a:endParaRPr lang="en-US" sz="850" dirty="0">
              <a:cs typeface="Segoe UI Light"/>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391484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[NOTE: This slide is optional. Its intention is to reinforce the definition of regression, not the math behind it, and to ask students to think of other scenarios.]</a:t>
            </a:r>
          </a:p>
          <a:p>
            <a:pPr marL="0" indent="0">
              <a:buNone/>
            </a:pPr>
            <a:r>
              <a:rPr lang="en-US" dirty="0"/>
              <a:t>- A regression model captures a relationship between features and the label, in which the label is a continuous number </a:t>
            </a:r>
          </a:p>
          <a:p>
            <a:pPr marL="0" indent="0">
              <a:buNone/>
            </a:pPr>
            <a:r>
              <a:rPr lang="en-US" dirty="0"/>
              <a:t>- Ask students if they can think of other real-world scenarios for a regression model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4209801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[NOTE: This slide is optional. Its intention is to reinforce the definition of classification, not the math behind it, and to ask students to think of other scenarios.]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 A classification model captures a relationship between features and the label, in which the label is a class </a:t>
            </a:r>
          </a:p>
          <a:p>
            <a:r>
              <a:rPr lang="en-US" dirty="0"/>
              <a:t>- Ask students if they can think of other real-world scenarios for a classification model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1653912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[NOTE: This slide is optional. Its intention is to reinforce the definition of clustering, not the math behind it, and to ask students to think of other scenarios.]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 A clustering model captures a relationship between features without a label, in which the features are grouped by similarity </a:t>
            </a:r>
          </a:p>
          <a:p>
            <a:r>
              <a:rPr lang="en-US" dirty="0"/>
              <a:t>- Ask students if they can think of other real-world scenarios for a clustering model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3027895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Calibri"/>
                <a:cs typeface="Calibri"/>
              </a:rPr>
              <a:t>The learning component of machine learning occurs during training. We try to capture the relationships between the features and label in a model. Training is the action of iterating on an algorithm to best fit, or encapsulate those relationships. </a:t>
            </a:r>
            <a:endParaRPr lang="en-US" dirty="0">
              <a:cs typeface="Segoe UI Light" pitchFamily="34" charset="0"/>
            </a:endParaRPr>
          </a:p>
          <a:p>
            <a:endParaRPr lang="en-US" sz="850" dirty="0">
              <a:latin typeface="Calibri"/>
              <a:cs typeface="Calibri"/>
            </a:endParaRPr>
          </a:p>
          <a:p>
            <a:r>
              <a:rPr lang="en-US" sz="850" dirty="0">
                <a:latin typeface="Calibri"/>
                <a:cs typeface="Calibri"/>
              </a:rPr>
              <a:t>After training, we have a model that we can test. We can use some of the data set aside, validation data, to test how closely our model's predicted labels are to actual labels. In the case of unsupervised learning where we don't know the actual labels, we measure how well our model's predicted labels were at separating clusters. There are many types of evaluation metrics. The important thing to remember is that the goal of machine learning is to find a model that gets as close as possible to predicting the actual label. The best model can still have some margin of error. </a:t>
            </a:r>
          </a:p>
          <a:p>
            <a:endParaRPr lang="en-US" sz="850" dirty="0">
              <a:latin typeface="Calibri"/>
              <a:cs typeface="Calibri"/>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269651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03921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After talking to the slide for a minute or so, show students your Azure ML workspace in the Azure Portal, and then show them Azure ML Studio</a:t>
            </a:r>
          </a:p>
          <a:p>
            <a:endParaRPr lang="en-US" dirty="0"/>
          </a:p>
          <a:p>
            <a:r>
              <a:rPr lang="en-US" dirty="0"/>
              <a:t>Azure Machine Learning is a cloud-based platform for machine learning.</a:t>
            </a:r>
          </a:p>
          <a:p>
            <a:endParaRPr lang="en-US" dirty="0"/>
          </a:p>
          <a:p>
            <a:pPr marL="228600" indent="-228600">
              <a:buAutoNum type="arabicPeriod"/>
            </a:pPr>
            <a:r>
              <a:rPr lang="en-US" dirty="0"/>
              <a:t>To use Azure Machine Learning, you need a Microsoft Azure subscription.</a:t>
            </a:r>
          </a:p>
          <a:p>
            <a:pPr marL="228600" indent="-228600">
              <a:buAutoNum type="arabicPeriod"/>
            </a:pPr>
            <a:r>
              <a:rPr lang="en-US" dirty="0"/>
              <a:t>In that subscription, you create an Azure Machine Learning </a:t>
            </a:r>
            <a:r>
              <a:rPr lang="en-US" i="1" dirty="0"/>
              <a:t>workspace. </a:t>
            </a:r>
            <a:r>
              <a:rPr lang="en-US" i="0" dirty="0"/>
              <a:t>A workspace is a logical container for resources you need to manage machine learning projects.</a:t>
            </a:r>
          </a:p>
          <a:p>
            <a:pPr marL="228600" indent="-228600">
              <a:buAutoNum type="arabicPeriod"/>
            </a:pPr>
            <a:r>
              <a:rPr lang="en-US" i="0" dirty="0"/>
              <a:t>One of the most important resources is </a:t>
            </a:r>
            <a:r>
              <a:rPr lang="en-US" i="1" dirty="0"/>
              <a:t>compute</a:t>
            </a:r>
            <a:r>
              <a:rPr lang="en-US" i="0" dirty="0"/>
              <a:t>. You need this to run machine learning workloads in the cloud instead of on your local computer. </a:t>
            </a:r>
          </a:p>
          <a:p>
            <a:pPr marL="228600" indent="-228600">
              <a:buAutoNum type="arabicPeriod"/>
            </a:pPr>
            <a:r>
              <a:rPr lang="en-US" i="0" dirty="0"/>
              <a:t>You'll also need to manage the </a:t>
            </a:r>
            <a:r>
              <a:rPr lang="en-US" i="1" dirty="0"/>
              <a:t>data </a:t>
            </a:r>
            <a:r>
              <a:rPr lang="en-US" i="0" dirty="0"/>
              <a:t>you need to build machine learning solutions.</a:t>
            </a:r>
          </a:p>
          <a:p>
            <a:pPr marL="228600" indent="-228600">
              <a:buAutoNum type="arabicPeriod"/>
            </a:pPr>
            <a:r>
              <a:rPr lang="en-US" sz="850" i="0" dirty="0">
                <a:latin typeface="Segoe UI Light"/>
                <a:cs typeface="Segoe UI Light"/>
              </a:rPr>
              <a:t>You can then use the data to run </a:t>
            </a:r>
            <a:r>
              <a:rPr lang="en-US" sz="850" i="1" dirty="0">
                <a:latin typeface="Segoe UI Light"/>
                <a:cs typeface="Segoe UI Light"/>
              </a:rPr>
              <a:t>jobs</a:t>
            </a:r>
            <a:r>
              <a:rPr lang="en-US" sz="850" i="0" dirty="0">
                <a:latin typeface="Segoe UI Light"/>
                <a:cs typeface="Segoe UI Light"/>
              </a:rPr>
              <a:t> on the compute resources. These jobs run machine </a:t>
            </a:r>
            <a:r>
              <a:rPr lang="en-US" sz="850">
                <a:latin typeface="Segoe UI Light"/>
                <a:cs typeface="Segoe UI Light"/>
              </a:rPr>
              <a:t>learning</a:t>
            </a:r>
            <a:r>
              <a:rPr lang="en-US" sz="850" i="0" dirty="0">
                <a:latin typeface="Segoe UI Light"/>
                <a:cs typeface="Segoe UI Light"/>
              </a:rPr>
              <a:t> tasks, often training models and generating metrics or data that can be retained in the job history to be reviewed later.</a:t>
            </a:r>
          </a:p>
          <a:p>
            <a:pPr marL="228600" indent="-228600">
              <a:buAutoNum type="arabicPeriod"/>
            </a:pPr>
            <a:r>
              <a:rPr lang="en-US" i="0" dirty="0"/>
              <a:t>Usually, your jobs are used to train </a:t>
            </a:r>
            <a:r>
              <a:rPr lang="en-US" i="1" dirty="0"/>
              <a:t>models</a:t>
            </a:r>
            <a:r>
              <a:rPr lang="en-US" i="0" dirty="0"/>
              <a:t>; which you'll register and manage in your workspace. </a:t>
            </a:r>
          </a:p>
          <a:p>
            <a:pPr marL="228600" indent="-228600">
              <a:buAutoNum type="arabicPeriod"/>
            </a:pPr>
            <a:r>
              <a:rPr lang="en-US" i="0" dirty="0"/>
              <a:t>And when you're ready to use your models in applications, you can publish them as </a:t>
            </a:r>
            <a:r>
              <a:rPr lang="en-US" i="1" dirty="0"/>
              <a:t>services</a:t>
            </a:r>
            <a:r>
              <a:rPr lang="en-US" i="0" dirty="0"/>
              <a:t> that can be accessed over HTTP connections. </a:t>
            </a:r>
          </a:p>
          <a:p>
            <a:pPr marL="228600" indent="-228600">
              <a:buAutoNum type="arabicPeriod"/>
            </a:pPr>
            <a:endParaRPr lang="en-US" i="1" dirty="0"/>
          </a:p>
          <a:p>
            <a:pPr marL="228600" indent="-228600">
              <a:buAutoNum type="arabicPeriod"/>
            </a:pP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781873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i="1" dirty="0">
                <a:latin typeface="Segoe UI Light"/>
                <a:cs typeface="Segoe UI Light"/>
              </a:rPr>
              <a:t>[</a:t>
            </a:r>
            <a:r>
              <a:rPr lang="en-US" sz="850" b="1" i="1" dirty="0">
                <a:latin typeface="Segoe UI Light"/>
                <a:cs typeface="Segoe UI Light"/>
              </a:rPr>
              <a:t>Tip</a:t>
            </a:r>
            <a:r>
              <a:rPr lang="en-US" sz="850" i="1" dirty="0">
                <a:latin typeface="Segoe UI Light"/>
                <a:cs typeface="Segoe UI Light"/>
              </a:rPr>
              <a:t>: After talking to the slide for a minute or so, show students how to initiate Automated ML in Azure ML Studio – cancelling before actually running the job. Then  show them the output from the exercise at </a:t>
            </a:r>
            <a:r>
              <a:rPr lang="en-US" sz="850" dirty="0">
                <a:latin typeface="Segoe UI Light"/>
                <a:cs typeface="Segoe UI Light"/>
                <a:hlinkClick r:id="rId3"/>
              </a:rPr>
              <a:t>https://docs.microsoft.com/en-us/learn/modules/use-automated-machine-learning/</a:t>
            </a:r>
            <a:r>
              <a:rPr lang="en-US" sz="850" dirty="0">
                <a:latin typeface="Segoe UI Light"/>
                <a:cs typeface="Segoe UI Light"/>
              </a:rPr>
              <a:t> </a:t>
            </a:r>
            <a:r>
              <a:rPr lang="en-US" sz="850" i="1" dirty="0">
                <a:latin typeface="Segoe UI Light"/>
                <a:cs typeface="Segoe UI Light"/>
              </a:rPr>
              <a:t>(which you should have previously completed), including the test interface to get a prediction from your deployed service. Spend no more than 5 minutes on this (so it's important to have pre-completed the exercise)</a:t>
            </a:r>
            <a:r>
              <a:rPr lang="en-US" sz="850" dirty="0">
                <a:latin typeface="Segoe UI Light"/>
                <a:cs typeface="Segoe UI Light"/>
              </a:rPr>
              <a:t>]</a:t>
            </a:r>
            <a:r>
              <a:rPr lang="en-US" sz="850" i="1" dirty="0">
                <a:latin typeface="Segoe UI Light"/>
                <a:cs typeface="Segoe UI Light"/>
              </a:rPr>
              <a:t>]</a:t>
            </a:r>
          </a:p>
          <a:p>
            <a:endParaRPr lang="en-US" dirty="0"/>
          </a:p>
          <a:p>
            <a:r>
              <a:rPr lang="en-US" dirty="0"/>
              <a:t>Automated Machine Learning in Azure Machine Learning provides the easiest way to train a machine learning model for regression or classification (or forecasting, which is really just regression with a time-series element). There's a visual interface for automated machine learning in the Azure Machine Learning studio web portal. You just need to supply the training data and select the required model type, and Azure ML does the rest.</a:t>
            </a:r>
          </a:p>
          <a:p>
            <a:endParaRPr lang="en-US" dirty="0"/>
          </a:p>
          <a:p>
            <a:r>
              <a:rPr lang="en-US" dirty="0"/>
              <a:t>Later, in the lab, students will get a chance to try this for themselves.</a:t>
            </a:r>
          </a:p>
          <a:p>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182424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a:t>
            </a:r>
            <a:r>
              <a:rPr lang="en-US" sz="850" b="1" i="1" dirty="0">
                <a:latin typeface="Segoe UI Light"/>
                <a:cs typeface="Segoe UI Light"/>
              </a:rPr>
              <a:t>Tip</a:t>
            </a:r>
            <a:r>
              <a:rPr lang="en-US" sz="850" i="1" dirty="0">
                <a:latin typeface="Segoe UI Light"/>
                <a:cs typeface="Segoe UI Light"/>
              </a:rPr>
              <a:t>: Instead of talking to the slide, if you prepared ahead of time by completing the exercise at </a:t>
            </a:r>
            <a:r>
              <a:rPr lang="en-US" sz="850" dirty="0">
                <a:latin typeface="Segoe UI Light"/>
                <a:cs typeface="Segoe UI Light"/>
                <a:hlinkClick r:id="rId3"/>
              </a:rPr>
              <a:t>https://docs.microsoft.com/learn/modules/create-classification-model-azure-machine-learning-designer/</a:t>
            </a:r>
            <a:r>
              <a:rPr lang="en-US" sz="850" i="1" dirty="0">
                <a:latin typeface="Segoe UI Light"/>
                <a:cs typeface="Segoe UI Light"/>
              </a:rPr>
              <a:t> , and use that to show students the training and inference pipelines, the endpoint for the published service, and the test interface in Azure ML Studio to generate a prediction. Spend no more than 10 minutes on this (so it's important to have pre-completed the exercise)</a:t>
            </a:r>
            <a:r>
              <a:rPr lang="en-US" sz="850" dirty="0">
                <a:latin typeface="Segoe UI Light"/>
                <a:cs typeface="Segoe UI Light"/>
              </a:rPr>
              <a:t>]</a:t>
            </a:r>
          </a:p>
          <a:p>
            <a:endParaRPr lang="en-US" dirty="0"/>
          </a:p>
          <a:p>
            <a:r>
              <a:rPr lang="en-US" dirty="0"/>
              <a:t>In Azure Machine Learning, multi-step workflows to prepare data, train models, and perform model management tasks are called </a:t>
            </a:r>
            <a:r>
              <a:rPr lang="en-US" i="1" dirty="0"/>
              <a:t>pipelines</a:t>
            </a:r>
            <a:r>
              <a:rPr lang="en-US" i="0" dirty="0"/>
              <a:t>. The designer tool in Azure Machine Learning studio enables you to create and run pipelines by using a drag &amp; drop visual interface to connect </a:t>
            </a:r>
            <a:r>
              <a:rPr lang="en-US" i="1" dirty="0"/>
              <a:t>modules </a:t>
            </a:r>
            <a:r>
              <a:rPr lang="en-US" i="0" dirty="0"/>
              <a:t>that define the steps and data flow for the pipeline.</a:t>
            </a:r>
          </a:p>
          <a:p>
            <a:endParaRPr lang="en-US" i="0" dirty="0"/>
          </a:p>
          <a:p>
            <a:r>
              <a:rPr lang="en-US" i="0" dirty="0"/>
              <a:t>On the left side of the slide, you can see the overall workflow for using designer:</a:t>
            </a:r>
          </a:p>
          <a:p>
            <a:pPr marL="228600" indent="-228600">
              <a:buAutoNum type="arabicPeriod"/>
            </a:pPr>
            <a:r>
              <a:rPr lang="en-US" i="0" dirty="0"/>
              <a:t>Start by creating a pipeline that ingests and preprocesses a dataset before training and evaluating a model.</a:t>
            </a:r>
          </a:p>
          <a:p>
            <a:pPr marL="228600" indent="-228600">
              <a:buAutoNum type="arabicPeriod"/>
            </a:pPr>
            <a:r>
              <a:rPr lang="en-US" i="0" dirty="0"/>
              <a:t>When you're happy with the model's performance, create an </a:t>
            </a:r>
            <a:r>
              <a:rPr lang="en-US" i="1" dirty="0"/>
              <a:t>inference pipeline</a:t>
            </a:r>
            <a:r>
              <a:rPr lang="en-US" i="0" dirty="0"/>
              <a:t> based on your training pipeline. This encapsulates the data preprocessing steps and the trained model so you can use it to predict labels for new data.</a:t>
            </a:r>
          </a:p>
          <a:p>
            <a:pPr marL="228600" indent="-228600">
              <a:buAutoNum type="arabicPeriod"/>
            </a:pPr>
            <a:r>
              <a:rPr lang="en-US" i="0" dirty="0"/>
              <a:t>When the inference pipeline is ready, deploy it as a service that client applications can use.</a:t>
            </a:r>
          </a:p>
          <a:p>
            <a:pPr marL="228600" indent="-228600">
              <a:buAutoNum type="arabicPeriod"/>
            </a:pPr>
            <a:endParaRPr lang="en-US" i="0" dirty="0"/>
          </a:p>
          <a:p>
            <a:pPr marL="0" indent="0">
              <a:buNone/>
            </a:pPr>
            <a:r>
              <a:rPr lang="en-US" i="0" dirty="0"/>
              <a:t>On the right side of the slide, you can see an example of a training pipeline. Note the following key points about this:</a:t>
            </a:r>
          </a:p>
          <a:p>
            <a:pPr marL="228600" indent="-228600">
              <a:buAutoNum type="arabicPeriod"/>
            </a:pPr>
            <a:r>
              <a:rPr lang="en-US" i="0" dirty="0"/>
              <a:t>The pipeline starts with a dataset – in this case containing patient data that includes a diabetes diagnosis (remember the classification example from earlier?)</a:t>
            </a:r>
          </a:p>
          <a:p>
            <a:pPr marL="228600" indent="-228600">
              <a:buAutoNum type="arabicPeriod"/>
            </a:pPr>
            <a:r>
              <a:rPr lang="en-US" i="0" dirty="0"/>
              <a:t>Before training, data is usually preprocessed to clan it up or otherwise make it more suitable for modeling. In this case, the numeric features in the data (height, weight, diastolic blood pressure, and so on) are </a:t>
            </a:r>
            <a:r>
              <a:rPr lang="en-US" i="1" dirty="0"/>
              <a:t>normalized</a:t>
            </a:r>
            <a:r>
              <a:rPr lang="en-US" i="0" dirty="0"/>
              <a:t> – which means to convert them all to be on the same scale. This is a common preprocessing step for numeric features, and designer includes a </a:t>
            </a:r>
            <a:r>
              <a:rPr lang="en-US" b="1" i="0" dirty="0"/>
              <a:t>Normalize Data</a:t>
            </a:r>
            <a:r>
              <a:rPr lang="en-US" b="0" i="0" dirty="0"/>
              <a:t> module to do it.</a:t>
            </a:r>
            <a:endParaRPr lang="en-US" i="0" dirty="0"/>
          </a:p>
          <a:p>
            <a:pPr marL="228600" indent="-228600">
              <a:buAutoNum type="arabicPeriod"/>
            </a:pPr>
            <a:r>
              <a:rPr lang="en-US" i="0" dirty="0"/>
              <a:t>Next, a </a:t>
            </a:r>
            <a:r>
              <a:rPr lang="en-US" b="1" i="0" dirty="0"/>
              <a:t>Split Data</a:t>
            </a:r>
            <a:r>
              <a:rPr lang="en-US" b="0" i="0" dirty="0"/>
              <a:t> module is used to randomly</a:t>
            </a:r>
            <a:r>
              <a:rPr lang="en-US" i="0" dirty="0"/>
              <a:t> split the dataset into training and validation subsets. This is a common step in a supervised learning pipeline so that you can evaluate the model using data with which it wasn't trained.</a:t>
            </a:r>
          </a:p>
          <a:p>
            <a:pPr marL="228600" indent="-228600">
              <a:buAutoNum type="arabicPeriod"/>
            </a:pPr>
            <a:r>
              <a:rPr lang="en-US" i="0" dirty="0"/>
              <a:t>The training subset is connected to a </a:t>
            </a:r>
            <a:r>
              <a:rPr lang="en-US" b="1" i="0" dirty="0"/>
              <a:t>Train Model</a:t>
            </a:r>
            <a:r>
              <a:rPr lang="en-US" b="0" i="0" dirty="0"/>
              <a:t>  module, which in this case will fit the data to a function that predicts a diagnosis of diabetic or not-diabetic. This is a classification function with two possible classes, so an appropriate binary classification algorithm must be used to train the model. In this case, a </a:t>
            </a:r>
            <a:r>
              <a:rPr lang="en-US" b="1" i="0" dirty="0"/>
              <a:t>Two-Class Logistic Regression</a:t>
            </a:r>
            <a:r>
              <a:rPr lang="en-US" b="0" i="0" dirty="0"/>
              <a:t> algorithm has been used – but designer includes multiple, algorithm options you can choose from.</a:t>
            </a:r>
          </a:p>
          <a:p>
            <a:pPr marL="228600" indent="-228600">
              <a:buAutoNum type="arabicPeriod"/>
            </a:pPr>
            <a:r>
              <a:rPr lang="en-US" b="0" i="0" dirty="0"/>
              <a:t>After training, a </a:t>
            </a:r>
            <a:r>
              <a:rPr lang="en-US" b="1" i="0" dirty="0"/>
              <a:t>Score Model</a:t>
            </a:r>
            <a:r>
              <a:rPr lang="en-US" b="0" i="0" dirty="0"/>
              <a:t> module is used to </a:t>
            </a:r>
            <a:r>
              <a:rPr lang="en-US" b="0" i="1" dirty="0"/>
              <a:t>score</a:t>
            </a:r>
            <a:r>
              <a:rPr lang="en-US" b="0" i="0" dirty="0"/>
              <a:t> the validation data (in other words, use the trained model to predict labels from the features).</a:t>
            </a:r>
          </a:p>
          <a:p>
            <a:pPr marL="228600" indent="-228600">
              <a:buAutoNum type="arabicPeriod"/>
            </a:pPr>
            <a:r>
              <a:rPr lang="en-US" b="0" i="0" dirty="0"/>
              <a:t>The validation data includes the actual label value, so we can compare this to the predicted label produced by the </a:t>
            </a:r>
            <a:r>
              <a:rPr lang="en-US" b="1" i="0" dirty="0"/>
              <a:t>Score Model</a:t>
            </a:r>
            <a:r>
              <a:rPr lang="en-US" b="0" i="0" dirty="0"/>
              <a:t> module and use an </a:t>
            </a:r>
            <a:r>
              <a:rPr lang="en-US" b="1" i="0" dirty="0"/>
              <a:t>Evaluate Model</a:t>
            </a:r>
            <a:r>
              <a:rPr lang="en-US" b="0" i="0" dirty="0"/>
              <a:t> module to calculate metrics to help us determine if the model is any good or not. For a classification model like this, these metrics include simple </a:t>
            </a:r>
            <a:r>
              <a:rPr lang="en-US" b="0" i="1" dirty="0"/>
              <a:t>accuracy</a:t>
            </a:r>
            <a:r>
              <a:rPr lang="en-US" b="0" i="0" dirty="0"/>
              <a:t> as well as a confusion matrix of true positives, false positives, true negatives, and false negatives from which other, more discerning metrics can be derived.</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189803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If necessary, demonstrate how to sign into the lab virtual machine and follow the instructions there. If you’re not using a lab VM, students can follow the instructions in the GitHub page for this lab. </a:t>
            </a:r>
          </a:p>
          <a:p>
            <a:endParaRPr lang="en-US" dirty="0"/>
          </a:p>
          <a:p>
            <a:pPr>
              <a:defRPr/>
            </a:pPr>
            <a:r>
              <a:rPr lang="en-US" sz="850" dirty="0">
                <a:latin typeface="Segoe UI Light"/>
                <a:cs typeface="Segoe UI Light"/>
              </a:rPr>
              <a:t>Point out that exercises are also available for all of the other tasks demonstrated and discussed in this </a:t>
            </a:r>
            <a:r>
              <a:rPr lang="en-US" sz="850">
                <a:latin typeface="Segoe UI Light"/>
                <a:cs typeface="Segoe UI Light"/>
              </a:rPr>
              <a:t>powerpoint. </a:t>
            </a:r>
            <a:endParaRPr lang="en-US" sz="850" dirty="0">
              <a:latin typeface="Segoe UI Light"/>
              <a:cs typeface="Segoe UI Light"/>
            </a:endParaRPr>
          </a:p>
          <a:p>
            <a:endParaRPr lang="en-US" sz="850" dirty="0">
              <a:cs typeface="Segoe UI Light"/>
            </a:endParaRPr>
          </a:p>
          <a:p>
            <a:r>
              <a:rPr lang="en-US" sz="850" dirty="0">
                <a:latin typeface="Segoe UI Light"/>
                <a:cs typeface="Segoe UI Light"/>
              </a:rPr>
              <a:t>The important takeaways from this lab are: </a:t>
            </a:r>
            <a:endParaRPr lang="en-US" sz="850" dirty="0">
              <a:cs typeface="Segoe UI Light"/>
            </a:endParaRPr>
          </a:p>
          <a:p>
            <a:pPr marL="285750" indent="-285750">
              <a:buFont typeface="Arial"/>
              <a:buChar char="•"/>
            </a:pPr>
            <a:r>
              <a:rPr lang="en-US" sz="850" dirty="0">
                <a:latin typeface="Segoe UI Light"/>
                <a:cs typeface="Segoe UI Light"/>
              </a:rPr>
              <a:t>Identify features and labels in a dataset for machine learning </a:t>
            </a:r>
            <a:endParaRPr lang="en-US" sz="850" dirty="0">
              <a:cs typeface="Segoe UI Light"/>
            </a:endParaRPr>
          </a:p>
          <a:p>
            <a:pPr marL="285750" indent="-285750">
              <a:buFont typeface="Arial"/>
              <a:buChar char="•"/>
            </a:pPr>
            <a:r>
              <a:rPr lang="en-US" sz="850" dirty="0">
                <a:latin typeface="Segoe UI Light"/>
                <a:cs typeface="Segoe UI Light"/>
              </a:rPr>
              <a:t>See the Azure ML environment; see the process at a high level  </a:t>
            </a:r>
          </a:p>
          <a:p>
            <a:pPr marL="285750" indent="-285750">
              <a:buFont typeface="Arial"/>
              <a:buChar char="•"/>
            </a:pPr>
            <a:r>
              <a:rPr lang="en-US" sz="850" dirty="0">
                <a:latin typeface="Segoe UI Light"/>
                <a:cs typeface="Segoe UI Light"/>
              </a:rPr>
              <a:t>Describe how the interface of automated machine learning is a low-code solution for machine learning </a:t>
            </a:r>
            <a:endParaRPr lang="en-US" sz="850" dirty="0">
              <a:cs typeface="Segoe UI Light" pitchFamily="34" charset="0"/>
            </a:endParaRPr>
          </a:p>
          <a:p>
            <a:pPr marL="285750" indent="-285750">
              <a:buFont typeface="Arial"/>
              <a:buChar char="•"/>
            </a:pPr>
            <a:r>
              <a:rPr lang="en-US" sz="850" dirty="0">
                <a:latin typeface="Segoe UI Light"/>
                <a:cs typeface="Segoe UI Light"/>
              </a:rPr>
              <a:t>Identify that automated machine learning does not involve a drag-and-drop interface like Designer </a:t>
            </a:r>
            <a:endParaRPr lang="en-US" sz="850" dirty="0">
              <a:cs typeface="Segoe UI Light" pitchFamily="34" charset="0"/>
            </a:endParaRPr>
          </a:p>
          <a:p>
            <a:pPr marL="285750" indent="-285750">
              <a:buFont typeface="Arial"/>
              <a:buChar char="•"/>
            </a:pPr>
            <a:r>
              <a:rPr lang="en-US" sz="850" dirty="0">
                <a:latin typeface="Segoe UI Light"/>
                <a:cs typeface="Segoe UI Light"/>
              </a:rPr>
              <a:t>Recall that compute resources were needed to run machine learning model training </a:t>
            </a:r>
            <a:endParaRPr lang="en-US" sz="850" dirty="0">
              <a:cs typeface="Segoe UI Light" pitchFamily="34" charset="0"/>
            </a:endParaRPr>
          </a:p>
          <a:p>
            <a:pPr marL="285750" indent="-285750">
              <a:buFont typeface="Arial"/>
              <a:buChar char="•"/>
            </a:pPr>
            <a:r>
              <a:rPr lang="en-US" sz="850" dirty="0">
                <a:latin typeface="Segoe UI Light"/>
                <a:cs typeface="Segoe UI Light"/>
              </a:rPr>
              <a:t>Recall that once a model is trained, it can be evaluated, and then deployed to use as an application </a:t>
            </a:r>
            <a:endParaRPr lang="en-US" sz="850" dirty="0">
              <a:cs typeface="Segoe UI Light" pitchFamily="34" charset="0"/>
            </a:endParaRPr>
          </a:p>
          <a:p>
            <a:endParaRPr lang="en-US" dirty="0">
              <a:cs typeface="Segoe UI Light" pitchFamily="34" charset="0"/>
            </a:endParaRPr>
          </a:p>
          <a:p>
            <a:endParaRPr lang="en-US" dirty="0">
              <a:cs typeface="Segoe UI Light" pitchFamily="34" charset="0"/>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10/6/2022 1:27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1854560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Allow students a few minutes to think about the questions, and then use the animated slide to reveal the correct answers.</a:t>
            </a:r>
          </a:p>
          <a:p>
            <a:endParaRPr lang="en-US" dirty="0"/>
          </a:p>
        </p:txBody>
      </p:sp>
      <p:sp>
        <p:nvSpPr>
          <p:cNvPr id="4" name="Slide Number Placeholder 3"/>
          <p:cNvSpPr>
            <a:spLocks noGrp="1"/>
          </p:cNvSpPr>
          <p:nvPr>
            <p:ph type="sldNum" sz="quarter" idx="5"/>
          </p:nvPr>
        </p:nvSpPr>
        <p:spPr/>
        <p:txBody>
          <a:bodyPr/>
          <a:lstStyle/>
          <a:p>
            <a:fld id="{97E04F8E-88E9-481C-A2B3-C92BCE611EF5}" type="slidenum">
              <a:rPr lang="en-US" smtClean="0"/>
              <a:t>15</a:t>
            </a:fld>
            <a:endParaRPr lang="en-US"/>
          </a:p>
        </p:txBody>
      </p:sp>
    </p:spTree>
    <p:extLst>
      <p:ext uri="{BB962C8B-B14F-4D97-AF65-F5344CB8AC3E}">
        <p14:creationId xmlns:p14="http://schemas.microsoft.com/office/powerpoint/2010/main" val="341981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12716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Encourage students to review the content on Learn for </a:t>
            </a:r>
            <a:r>
              <a:rPr lang="en-US" sz="900"/>
              <a:t>more information.</a:t>
            </a:r>
            <a:endParaRPr lang="en-US" sz="900" dirty="0"/>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12716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485510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4.xml"/><Relationship Id="rId4" Type="http://schemas.openxmlformats.org/officeDocument/2006/relationships/image" Target="../media/image20.jpe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Master" Target="../slideMasters/slideMaster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4.xml"/><Relationship Id="rId4" Type="http://schemas.openxmlformats.org/officeDocument/2006/relationships/image" Target="../media/image31.jpe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5.xml"/><Relationship Id="rId4" Type="http://schemas.openxmlformats.org/officeDocument/2006/relationships/image" Target="../media/image20.jpe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Master" Target="../slideMasters/slideMaster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5.xml"/><Relationship Id="rId4" Type="http://schemas.openxmlformats.org/officeDocument/2006/relationships/image" Target="../media/image31.jpeg"/></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C381C0FB-0396-463F-9527-BACCE968684E}"/>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555510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1000664"/>
          </a:xfrm>
          <a:solidFill>
            <a:srgbClr val="0070C0"/>
          </a:solidFill>
        </p:spPr>
        <p:txBody>
          <a:bodyPr anchor="b"/>
          <a:lstStyle>
            <a:lvl1pPr algn="l">
              <a:defRPr sz="6000">
                <a:solidFill>
                  <a:schemeClr val="bg1"/>
                </a:solidFill>
              </a:defRPr>
            </a:lvl1pPr>
          </a:lstStyle>
          <a:p>
            <a:r>
              <a:rPr lang="en-US" dirty="0"/>
              <a:t> Click to edit Master title style</a:t>
            </a:r>
          </a:p>
        </p:txBody>
      </p:sp>
    </p:spTree>
    <p:extLst>
      <p:ext uri="{BB962C8B-B14F-4D97-AF65-F5344CB8AC3E}">
        <p14:creationId xmlns:p14="http://schemas.microsoft.com/office/powerpoint/2010/main" val="534882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46825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11527229-DBED-4F7D-9D9A-03EC2258F26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Picture 6">
            <a:extLst>
              <a:ext uri="{FF2B5EF4-FFF2-40B4-BE49-F238E27FC236}">
                <a16:creationId xmlns:a16="http://schemas.microsoft.com/office/drawing/2014/main" id="{77B5DF3C-6C8F-43BE-92C2-BE4537BFD6E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11737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12" name="MS logo white - EMF" descr="Microsoft logo white text version">
            <a:extLst>
              <a:ext uri="{FF2B5EF4-FFF2-40B4-BE49-F238E27FC236}">
                <a16:creationId xmlns:a16="http://schemas.microsoft.com/office/drawing/2014/main" id="{788172BF-1F8C-429F-A472-2CEAB692920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8C397809-3ACE-4D4E-AD46-9C3195293B59}"/>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00240D"/>
              </a:soli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589166D5-15A2-4B98-8331-AD06974AE2E8}"/>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09148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10" name="MS logo white - EMF" descr="Microsoft logo white text version">
            <a:extLst>
              <a:ext uri="{FF2B5EF4-FFF2-40B4-BE49-F238E27FC236}">
                <a16:creationId xmlns:a16="http://schemas.microsoft.com/office/drawing/2014/main" id="{CA27734F-A502-4B5B-8EC7-6E115B31C6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2D0C4B04-9C9F-465F-9951-6B4E6D55422A}"/>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BFBA0094-BABD-45E8-8EA6-9DA003B4CDB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59361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10" name="MS logo white - EMF" descr="Microsoft logo white text version">
            <a:extLst>
              <a:ext uri="{FF2B5EF4-FFF2-40B4-BE49-F238E27FC236}">
                <a16:creationId xmlns:a16="http://schemas.microsoft.com/office/drawing/2014/main" id="{CC434C0E-1C79-42AF-9F32-26BBBFEF902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68683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588545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EBA4B0D9-E738-4241-851E-02087D63F02F}"/>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73998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E4B8222-5199-4513-8941-5675C42113A9}"/>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4613808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5A27FA71-E6D6-496C-95C6-956CF28B81A5}"/>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6502756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6" name="MS logo gray - EMF" descr="Microsoft logo, gray text version">
            <a:extLst>
              <a:ext uri="{FF2B5EF4-FFF2-40B4-BE49-F238E27FC236}">
                <a16:creationId xmlns:a16="http://schemas.microsoft.com/office/drawing/2014/main" id="{6EB48F5B-FA46-418B-8BEE-9F0C23C84A5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457927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ms &amp; Media 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15625"/>
          <a:stretch/>
        </p:blipFill>
        <p:spPr>
          <a:xfrm flipH="1">
            <a:off x="0" y="0"/>
            <a:ext cx="12192000" cy="6858000"/>
          </a:xfrm>
          <a:prstGeom prst="rect">
            <a:avLst/>
          </a:prstGeom>
        </p:spPr>
      </p:pic>
      <p:sp>
        <p:nvSpPr>
          <p:cNvPr id="6" name="Rectangle 5"/>
          <p:cNvSpPr/>
          <p:nvPr/>
        </p:nvSpPr>
        <p:spPr>
          <a:xfrm>
            <a:off x="0" y="0"/>
            <a:ext cx="5404104"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a:endParaRPr lang="en-US" sz="1200" dirty="0" err="1"/>
          </a:p>
        </p:txBody>
      </p:sp>
      <p:sp>
        <p:nvSpPr>
          <p:cNvPr id="9" name="Title 1"/>
          <p:cNvSpPr>
            <a:spLocks noGrp="1"/>
          </p:cNvSpPr>
          <p:nvPr>
            <p:ph type="title" hasCustomPrompt="1"/>
          </p:nvPr>
        </p:nvSpPr>
        <p:spPr bwMode="ltGray">
          <a:xfrm>
            <a:off x="228599" y="275423"/>
            <a:ext cx="5175505" cy="3616381"/>
          </a:xfrm>
          <a:noFill/>
        </p:spPr>
        <p:txBody>
          <a:bodyPr vert="horz" lIns="137160" tIns="91440" rIns="137160" bIns="0" rtlCol="0" anchor="b" anchorCtr="0">
            <a:normAutofit/>
          </a:bodyPr>
          <a:lstStyle>
            <a:lvl1pPr algn="l">
              <a:defRPr lang="en-US" sz="4800" b="1" spc="-100" baseline="0" dirty="0">
                <a:solidFill>
                  <a:schemeClr val="bg1"/>
                </a:solidFill>
                <a:latin typeface="+mn-lt"/>
                <a:cs typeface="Segoe UI Semibold" panose="020B0702040204020203" pitchFamily="34" charset="0"/>
              </a:defRPr>
            </a:lvl1pPr>
          </a:lstStyle>
          <a:p>
            <a:pPr lvl="0"/>
            <a:r>
              <a:rPr lang="en-US" dirty="0"/>
              <a:t>Presentation title</a:t>
            </a:r>
          </a:p>
        </p:txBody>
      </p:sp>
      <p:sp>
        <p:nvSpPr>
          <p:cNvPr id="4" name="Text Placeholder 3"/>
          <p:cNvSpPr>
            <a:spLocks noGrp="1"/>
          </p:cNvSpPr>
          <p:nvPr>
            <p:ph type="body" sz="quarter" idx="10" hasCustomPrompt="1"/>
          </p:nvPr>
        </p:nvSpPr>
        <p:spPr>
          <a:xfrm>
            <a:off x="228600" y="5663820"/>
            <a:ext cx="3784600" cy="889380"/>
          </a:xfrm>
        </p:spPr>
        <p:txBody>
          <a:bodyPr lIns="137160" tIns="91440" rIns="137160" bIns="137160" anchor="b">
            <a:noAutofit/>
          </a:bodyPr>
          <a:lstStyle>
            <a:lvl1pPr marL="0" indent="0" algn="l">
              <a:spcBef>
                <a:spcPts val="0"/>
              </a:spcBef>
              <a:buNone/>
              <a:defRPr sz="1400">
                <a:solidFill>
                  <a:schemeClr val="bg1"/>
                </a:solidFill>
              </a:defRPr>
            </a:lvl1pPr>
            <a:lvl2pPr marL="281668" indent="0">
              <a:buNone/>
              <a:defRPr sz="2000">
                <a:solidFill>
                  <a:schemeClr val="bg1"/>
                </a:solidFill>
              </a:defRPr>
            </a:lvl2pPr>
            <a:lvl3pPr marL="588461" indent="0">
              <a:buNone/>
              <a:defRPr sz="2000">
                <a:solidFill>
                  <a:schemeClr val="bg1"/>
                </a:solidFill>
              </a:defRPr>
            </a:lvl3pPr>
            <a:lvl4pPr marL="870129" indent="0">
              <a:buNone/>
              <a:defRPr sz="2000">
                <a:solidFill>
                  <a:schemeClr val="bg1"/>
                </a:solidFill>
              </a:defRPr>
            </a:lvl4pPr>
            <a:lvl5pPr marL="1105512" indent="0">
              <a:buNone/>
              <a:defRPr sz="2000">
                <a:solidFill>
                  <a:schemeClr val="bg1"/>
                </a:solidFill>
              </a:defRPr>
            </a:lvl5pPr>
          </a:lstStyle>
          <a:p>
            <a:pPr lvl="0"/>
            <a:r>
              <a:rPr lang="en-US" dirty="0"/>
              <a:t>Speaker Name</a:t>
            </a:r>
          </a:p>
          <a:p>
            <a:pPr lvl="0"/>
            <a:r>
              <a:rPr lang="en-US" dirty="0"/>
              <a:t>Date</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46659" y="7903765"/>
            <a:ext cx="1740540" cy="640080"/>
          </a:xfrm>
          <a:prstGeom prst="rect">
            <a:avLst/>
          </a:prstGeom>
        </p:spPr>
      </p:pic>
      <p:sp>
        <p:nvSpPr>
          <p:cNvPr id="5" name="Text Placeholder 4"/>
          <p:cNvSpPr>
            <a:spLocks noGrp="1"/>
          </p:cNvSpPr>
          <p:nvPr>
            <p:ph type="body" sz="quarter" idx="11"/>
          </p:nvPr>
        </p:nvSpPr>
        <p:spPr>
          <a:xfrm>
            <a:off x="228600" y="3891805"/>
            <a:ext cx="3886200" cy="1658120"/>
          </a:xfrm>
        </p:spPr>
        <p:txBody>
          <a:bodyPr lIns="137160" tIns="0" rIns="137160" bIns="137160">
            <a:noAutofit/>
          </a:bodyPr>
          <a:lstStyle>
            <a:lvl1pPr>
              <a:defRPr sz="2400" spc="-80" baseline="0">
                <a:solidFill>
                  <a:schemeClr val="bg1"/>
                </a:solidFill>
              </a:defRPr>
            </a:lvl1pPr>
          </a:lstStyle>
          <a:p>
            <a:pPr lvl="0"/>
            <a:r>
              <a:rPr lang="en-US"/>
              <a:t>Edit Master text styles</a:t>
            </a:r>
          </a:p>
        </p:txBody>
      </p:sp>
      <p:pic>
        <p:nvPicPr>
          <p:cNvPr id="14" name="Picture 1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0246659" y="5993177"/>
            <a:ext cx="1737792" cy="639069"/>
          </a:xfrm>
          <a:prstGeom prst="rect">
            <a:avLst/>
          </a:prstGeom>
        </p:spPr>
      </p:pic>
    </p:spTree>
    <p:extLst>
      <p:ext uri="{BB962C8B-B14F-4D97-AF65-F5344CB8AC3E}">
        <p14:creationId xmlns:p14="http://schemas.microsoft.com/office/powerpoint/2010/main" val="1506524656"/>
      </p:ext>
    </p:extLst>
  </p:cSld>
  <p:clrMapOvr>
    <a:masterClrMapping/>
  </p:clrMapOvr>
  <p:transition>
    <p:fade/>
  </p:transition>
  <p:extLst>
    <p:ext uri="{DCECCB84-F9BA-43D5-87BE-67443E8EF086}">
      <p15:sldGuideLst xmlns:p15="http://schemas.microsoft.com/office/powerpoint/2012/main">
        <p15:guide id="1" pos="4127">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dirty="0"/>
              <a:t>Click to edit Master title style</a:t>
            </a:r>
          </a:p>
        </p:txBody>
      </p:sp>
      <p:sp>
        <p:nvSpPr>
          <p:cNvPr id="16" name="Text Placeholder 15"/>
          <p:cNvSpPr>
            <a:spLocks noGrp="1"/>
          </p:cNvSpPr>
          <p:nvPr>
            <p:ph type="body" sz="quarter" idx="14"/>
          </p:nvPr>
        </p:nvSpPr>
        <p:spPr>
          <a:xfrm>
            <a:off x="228600" y="1600200"/>
            <a:ext cx="11812548" cy="4577051"/>
          </a:xfrm>
        </p:spPr>
        <p:txBody>
          <a:bodyPr lIns="137160" rIns="137160" bIns="13716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dirty="0">
              <a:solidFill>
                <a:srgbClr val="505050"/>
              </a:solidFill>
            </a:endParaRPr>
          </a:p>
        </p:txBody>
      </p:sp>
    </p:spTree>
    <p:extLst>
      <p:ext uri="{BB962C8B-B14F-4D97-AF65-F5344CB8AC3E}">
        <p14:creationId xmlns:p14="http://schemas.microsoft.com/office/powerpoint/2010/main" val="121805399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dirty="0"/>
              <a:t>Click to edit Master title style</a:t>
            </a:r>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dirty="0">
              <a:solidFill>
                <a:srgbClr val="505050"/>
              </a:solidFill>
            </a:endParaRPr>
          </a:p>
        </p:txBody>
      </p:sp>
    </p:spTree>
    <p:extLst>
      <p:ext uri="{BB962C8B-B14F-4D97-AF65-F5344CB8AC3E}">
        <p14:creationId xmlns:p14="http://schemas.microsoft.com/office/powerpoint/2010/main" val="41344980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5"/>
          </p:nvPr>
        </p:nvSpPr>
        <p:spPr>
          <a:xfrm>
            <a:off x="228601" y="6553200"/>
            <a:ext cx="11201400" cy="304801"/>
          </a:xfrm>
        </p:spPr>
        <p:txBody>
          <a:bodyPr/>
          <a:lstStyle/>
          <a:p>
            <a:endParaRPr lang="en-US" dirty="0">
              <a:solidFill>
                <a:srgbClr val="505050"/>
              </a:solidFill>
            </a:endParaRPr>
          </a:p>
        </p:txBody>
      </p:sp>
      <p:sp>
        <p:nvSpPr>
          <p:cNvPr id="3" name="Slide Number Placeholder 2"/>
          <p:cNvSpPr>
            <a:spLocks noGrp="1"/>
          </p:cNvSpPr>
          <p:nvPr>
            <p:ph type="sldNum" sz="quarter" idx="16"/>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328191592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Microsoft logo">
    <p:bg>
      <p:bgPr>
        <a:solidFill>
          <a:srgbClr val="00000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0" y="2717125"/>
            <a:ext cx="3176547" cy="1423751"/>
          </a:xfrm>
          <a:prstGeom prst="rect">
            <a:avLst/>
          </a:prstGeom>
        </p:spPr>
      </p:pic>
    </p:spTree>
    <p:extLst>
      <p:ext uri="{BB962C8B-B14F-4D97-AF65-F5344CB8AC3E}">
        <p14:creationId xmlns:p14="http://schemas.microsoft.com/office/powerpoint/2010/main" val="305498505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4063847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36540387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0643791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4231438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3431003"/>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116896321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316315172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35806199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3060959090"/>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159983304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86865992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350103549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214518670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482194945"/>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75776439"/>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294884379"/>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387557332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392513913"/>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8185349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46194221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89602975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3901496664"/>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725519631"/>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19808608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420297144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427295332"/>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03253218"/>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dirty="0"/>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10507413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14161630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135456737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24304979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Closing slide 2">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dirty="0"/>
              <a:t>Azure Technical Trainer Role Based Training</a:t>
            </a:r>
          </a:p>
        </p:txBody>
      </p:sp>
      <p:sp>
        <p:nvSpPr>
          <p:cNvPr id="5" name="Text Box 3">
            <a:extLst>
              <a:ext uri="{FF2B5EF4-FFF2-40B4-BE49-F238E27FC236}">
                <a16:creationId xmlns:a16="http://schemas.microsoft.com/office/drawing/2014/main" id="{0AFD6FAE-B215-4CF5-A1C7-AE7803BB4E41}"/>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Tree>
    <p:extLst>
      <p:ext uri="{BB962C8B-B14F-4D97-AF65-F5344CB8AC3E}">
        <p14:creationId xmlns:p14="http://schemas.microsoft.com/office/powerpoint/2010/main" val="10025087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485652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2111773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617624933"/>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937269486"/>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109077815"/>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1456712678"/>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2163531719"/>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2366126573"/>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dirty="0"/>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a:t>
            </a:r>
            <a:br>
              <a:rPr lang="en-US" dirty="0"/>
            </a:br>
            <a:r>
              <a:rPr lang="en-US" dirty="0"/>
              <a:t>##</a:t>
            </a:r>
            <a:br>
              <a:rPr lang="en-US" dirty="0"/>
            </a:br>
            <a:r>
              <a:rPr lang="en-US" dirty="0"/>
              <a:t>##</a:t>
            </a:r>
            <a:br>
              <a:rPr lang="en-US" dirty="0"/>
            </a:br>
            <a:r>
              <a:rPr lang="en-US" dirty="0"/>
              <a:t>##</a:t>
            </a:r>
            <a:br>
              <a:rPr lang="en-US" dirty="0"/>
            </a:br>
            <a:r>
              <a:rPr lang="en-US" dirty="0"/>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dirty="0"/>
              <a:t>Section Title</a:t>
            </a:r>
            <a:br>
              <a:rPr lang="en-US" dirty="0"/>
            </a:br>
            <a:r>
              <a:rPr lang="en-US" dirty="0"/>
              <a:t>Section Title</a:t>
            </a:r>
            <a:br>
              <a:rPr lang="en-US" dirty="0"/>
            </a:br>
            <a:r>
              <a:rPr lang="en-US" dirty="0"/>
              <a:t>Section Title</a:t>
            </a:r>
            <a:br>
              <a:rPr lang="en-US" dirty="0"/>
            </a:br>
            <a:r>
              <a:rPr lang="en-US" dirty="0"/>
              <a:t>Section Title</a:t>
            </a:r>
            <a:br>
              <a:rPr lang="en-US" dirty="0"/>
            </a:br>
            <a:r>
              <a:rPr lang="en-US" dirty="0"/>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7574563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dirty="0"/>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dirty="0"/>
              <a:t>Medium: paragraph heading Segoe UI </a:t>
            </a:r>
            <a:r>
              <a:rPr lang="en-US" dirty="0" err="1"/>
              <a:t>Semibold</a:t>
            </a:r>
            <a:r>
              <a:rPr lang="en-US" dirty="0"/>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dirty="0"/>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Medium: body copy Segoe UI Regular 14/18</a:t>
            </a:r>
          </a:p>
        </p:txBody>
      </p:sp>
    </p:spTree>
    <p:extLst>
      <p:ext uri="{BB962C8B-B14F-4D97-AF65-F5344CB8AC3E}">
        <p14:creationId xmlns:p14="http://schemas.microsoft.com/office/powerpoint/2010/main" val="593661625"/>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1173383631"/>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dirty="0"/>
              <a:t>Paragraph title Segoe UI </a:t>
            </a:r>
            <a:r>
              <a:rPr lang="en-US" dirty="0" err="1"/>
              <a:t>Semibold</a:t>
            </a:r>
            <a:r>
              <a:rPr lang="en-US" dirty="0"/>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2645392190"/>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138189207"/>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dirty="0"/>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dirty="0"/>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879912494"/>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a:t>
            </a:r>
            <a:r>
              <a:rPr lang="en-US" dirty="0" err="1"/>
              <a:t>Semibold</a:t>
            </a:r>
            <a:r>
              <a:rPr lang="en-US" dirty="0"/>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dirty="0"/>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dirty="0"/>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975965393"/>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dirty="0"/>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80635686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2214189222"/>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17408872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126861248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dirty="0"/>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dirty="0"/>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a:p>
            <a:pPr lvl="1"/>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586414682"/>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r>
              <a:rPr lang="en-US" dirty="0"/>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dirty="0"/>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dirty="0"/>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dirty="0"/>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p>
        </p:txBody>
      </p:sp>
    </p:spTree>
    <p:extLst>
      <p:ext uri="{BB962C8B-B14F-4D97-AF65-F5344CB8AC3E}">
        <p14:creationId xmlns:p14="http://schemas.microsoft.com/office/powerpoint/2010/main" val="181931912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dirty="0"/>
              <a:t>Large subhead Segoe UI Regular 20/24. Em volor resequaectur.</a:t>
            </a:r>
            <a:endParaRPr lang="en-US" dirty="0"/>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96159653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a:t>
            </a:r>
            <a:r>
              <a:rPr lang="en-US" dirty="0" err="1"/>
              <a:t>Semibold</a:t>
            </a:r>
            <a:endParaRPr lang="en-US" dirty="0"/>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400928781"/>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dirty="0"/>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1667497775"/>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dirty="0"/>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634657497"/>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dirty="0"/>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232581246"/>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dirty="0"/>
              <a:t>Software code slide</a:t>
            </a:r>
          </a:p>
        </p:txBody>
      </p:sp>
    </p:spTree>
    <p:extLst>
      <p:ext uri="{BB962C8B-B14F-4D97-AF65-F5344CB8AC3E}">
        <p14:creationId xmlns:p14="http://schemas.microsoft.com/office/powerpoint/2010/main" val="441388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dirty="0"/>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dirty="0"/>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dirty="0"/>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dirty="0"/>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dirty="0"/>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dirty="0"/>
              <a:t>Picture</a:t>
            </a:r>
          </a:p>
        </p:txBody>
      </p:sp>
    </p:spTree>
    <p:extLst>
      <p:ext uri="{BB962C8B-B14F-4D97-AF65-F5344CB8AC3E}">
        <p14:creationId xmlns:p14="http://schemas.microsoft.com/office/powerpoint/2010/main" val="3264194050"/>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409837259"/>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0074425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701481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1018415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506255586"/>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95296115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34657492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39726830"/>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9045623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0759313"/>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dirty="0"/>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21826802"/>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7097437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32303829"/>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dirty="0"/>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dirty="0"/>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05492767"/>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dirty="0"/>
              <a:t>Click to edit Master text styles</a:t>
            </a:r>
          </a:p>
          <a:p>
            <a:pPr lvl="1"/>
            <a:r>
              <a:rPr lang="en-US" dirty="0"/>
              <a:t>Second level</a:t>
            </a:r>
          </a:p>
          <a:p>
            <a:pPr lvl="3"/>
            <a:r>
              <a:rPr lang="en-US" dirty="0"/>
              <a:t>Third level</a:t>
            </a:r>
          </a:p>
          <a:p>
            <a:pPr lvl="3"/>
            <a:r>
              <a:rPr lang="en-US" dirty="0"/>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2008945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3675076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347793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5495041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2540334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994396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6620973"/>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endParaRPr lang="en-US"/>
          </a:p>
        </p:txBody>
      </p:sp>
      <p:sp>
        <p:nvSpPr>
          <p:cNvPr id="3" name="Footer Placeholder 1">
            <a:extLst>
              <a:ext uri="{FF2B5EF4-FFF2-40B4-BE49-F238E27FC236}">
                <a16:creationId xmlns:a16="http://schemas.microsoft.com/office/drawing/2014/main" id="{C6B75234-9944-48A2-8A21-99500C7BBB40}"/>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0442109"/>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userDrawn="1"/>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1658004713"/>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31392571"/>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68539935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85907369"/>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338687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78881024"/>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13886288"/>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581673010"/>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35626087"/>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30815951"/>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80280725"/>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dirty="0"/>
              <a:t>Click to edit Master text styles</a:t>
            </a:r>
          </a:p>
          <a:p>
            <a:pPr lvl="1"/>
            <a:r>
              <a:rPr lang="en-US" dirty="0"/>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34830858"/>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05360181"/>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47123636"/>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08770964"/>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2169148"/>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72429569"/>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65263806"/>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9306626"/>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47874682"/>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58863006"/>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dirty="0"/>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81441209"/>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dirty="0"/>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0007809"/>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6DBB60A6-4F30-44C8-AA64-6CF2E695EE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2012" y="499153"/>
            <a:ext cx="2351988" cy="335013"/>
          </a:xfrm>
          <a:prstGeom prst="rect">
            <a:avLst/>
          </a:prstGeom>
        </p:spPr>
      </p:pic>
    </p:spTree>
    <p:extLst>
      <p:ext uri="{BB962C8B-B14F-4D97-AF65-F5344CB8AC3E}">
        <p14:creationId xmlns:p14="http://schemas.microsoft.com/office/powerpoint/2010/main" val="3489991097"/>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917979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903760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29362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3650107847"/>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12531730"/>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spc="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3737691"/>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94212483"/>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5057001"/>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97018092"/>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81908791"/>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9482430"/>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5242"/>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2329271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328010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7379516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4" userDrawn="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78702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userDrawn="1">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8741288"/>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0632262"/>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76341919"/>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7028065"/>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5728705"/>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8859248"/>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1882396"/>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994270"/>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2328"/>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943647"/>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5316642"/>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641596"/>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8951825"/>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46948918"/>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0788655"/>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53116902"/>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5921200"/>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5697331"/>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97310490"/>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41673985"/>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94579868"/>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8688402"/>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164850"/>
      </p:ext>
    </p:extLst>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164305"/>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6843873"/>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274517"/>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0811474"/>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4906336"/>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139165"/>
      </p:ext>
    </p:extLst>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56078719"/>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7982749"/>
      </p:ext>
    </p:extLst>
  </p:cSld>
  <p:clrMapOvr>
    <a:masterClrMapping/>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910312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2988049"/>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8952400"/>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1821782"/>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975334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4271131"/>
      </p:ext>
    </p:extLst>
  </p:cSld>
  <p:clrMapOvr>
    <a:masterClrMapping/>
  </p:clrMapOvr>
  <p:transition>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050874"/>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58173702"/>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3046590"/>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0012147"/>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53153291"/>
      </p:ext>
    </p:extLst>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 name="Footer Placeholder 1">
            <a:extLst>
              <a:ext uri="{FF2B5EF4-FFF2-40B4-BE49-F238E27FC236}">
                <a16:creationId xmlns:a16="http://schemas.microsoft.com/office/drawing/2014/main" id="{37821097-B77C-4991-B924-D762ADC8782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629913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theme" Target="../theme/theme2.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6.pn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image" Target="../media/image11.png"/><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theme" Target="../theme/theme4.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26" Type="http://schemas.openxmlformats.org/officeDocument/2006/relationships/slideLayout" Target="../slideLayouts/slideLayout113.xml"/><Relationship Id="rId3" Type="http://schemas.openxmlformats.org/officeDocument/2006/relationships/slideLayout" Target="../slideLayouts/slideLayout90.xml"/><Relationship Id="rId21" Type="http://schemas.openxmlformats.org/officeDocument/2006/relationships/slideLayout" Target="../slideLayouts/slideLayout108.xml"/><Relationship Id="rId34" Type="http://schemas.openxmlformats.org/officeDocument/2006/relationships/image" Target="../media/image11.png"/><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33" Type="http://schemas.openxmlformats.org/officeDocument/2006/relationships/theme" Target="../theme/theme5.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0" Type="http://schemas.openxmlformats.org/officeDocument/2006/relationships/slideLayout" Target="../slideLayouts/slideLayout107.xml"/><Relationship Id="rId29" Type="http://schemas.openxmlformats.org/officeDocument/2006/relationships/slideLayout" Target="../slideLayouts/slideLayout116.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32" Type="http://schemas.openxmlformats.org/officeDocument/2006/relationships/slideLayout" Target="../slideLayouts/slideLayout119.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10" Type="http://schemas.openxmlformats.org/officeDocument/2006/relationships/slideLayout" Target="../slideLayouts/slideLayout97.xml"/><Relationship Id="rId19" Type="http://schemas.openxmlformats.org/officeDocument/2006/relationships/slideLayout" Target="../slideLayouts/slideLayout106.xml"/><Relationship Id="rId31" Type="http://schemas.openxmlformats.org/officeDocument/2006/relationships/slideLayout" Target="../slideLayouts/slideLayout118.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30" Type="http://schemas.openxmlformats.org/officeDocument/2006/relationships/slideLayout" Target="../slideLayouts/slideLayout117.xml"/><Relationship Id="rId8" Type="http://schemas.openxmlformats.org/officeDocument/2006/relationships/slideLayout" Target="../slideLayouts/slideLayout9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9" Type="http://schemas.openxmlformats.org/officeDocument/2006/relationships/slideLayout" Target="../slideLayouts/slideLayout158.xml"/><Relationship Id="rId21" Type="http://schemas.openxmlformats.org/officeDocument/2006/relationships/slideLayout" Target="../slideLayouts/slideLayout140.xml"/><Relationship Id="rId34" Type="http://schemas.openxmlformats.org/officeDocument/2006/relationships/slideLayout" Target="../slideLayouts/slideLayout153.xml"/><Relationship Id="rId42" Type="http://schemas.openxmlformats.org/officeDocument/2006/relationships/slideLayout" Target="../slideLayouts/slideLayout161.xml"/><Relationship Id="rId7" Type="http://schemas.openxmlformats.org/officeDocument/2006/relationships/slideLayout" Target="../slideLayouts/slideLayout12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9" Type="http://schemas.openxmlformats.org/officeDocument/2006/relationships/slideLayout" Target="../slideLayouts/slideLayout148.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slideLayout" Target="../slideLayouts/slideLayout151.xml"/><Relationship Id="rId37" Type="http://schemas.openxmlformats.org/officeDocument/2006/relationships/slideLayout" Target="../slideLayouts/slideLayout156.xml"/><Relationship Id="rId40" Type="http://schemas.openxmlformats.org/officeDocument/2006/relationships/slideLayout" Target="../slideLayouts/slideLayout159.xml"/><Relationship Id="rId45" Type="http://schemas.openxmlformats.org/officeDocument/2006/relationships/slideLayout" Target="../slideLayouts/slideLayout164.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36" Type="http://schemas.openxmlformats.org/officeDocument/2006/relationships/slideLayout" Target="../slideLayouts/slideLayout155.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slideLayout" Target="../slideLayouts/slideLayout150.xml"/><Relationship Id="rId44" Type="http://schemas.openxmlformats.org/officeDocument/2006/relationships/slideLayout" Target="../slideLayouts/slideLayout163.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slideLayout" Target="../slideLayouts/slideLayout149.xml"/><Relationship Id="rId35" Type="http://schemas.openxmlformats.org/officeDocument/2006/relationships/slideLayout" Target="../slideLayouts/slideLayout154.xml"/><Relationship Id="rId43" Type="http://schemas.openxmlformats.org/officeDocument/2006/relationships/slideLayout" Target="../slideLayouts/slideLayout162.xml"/><Relationship Id="rId8" Type="http://schemas.openxmlformats.org/officeDocument/2006/relationships/slideLayout" Target="../slideLayouts/slideLayout127.xml"/><Relationship Id="rId3" Type="http://schemas.openxmlformats.org/officeDocument/2006/relationships/slideLayout" Target="../slideLayouts/slideLayout122.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slideLayout" Target="../slideLayouts/slideLayout152.xml"/><Relationship Id="rId38" Type="http://schemas.openxmlformats.org/officeDocument/2006/relationships/slideLayout" Target="../slideLayouts/slideLayout157.xml"/><Relationship Id="rId46" Type="http://schemas.openxmlformats.org/officeDocument/2006/relationships/theme" Target="../theme/theme6.xml"/><Relationship Id="rId20" Type="http://schemas.openxmlformats.org/officeDocument/2006/relationships/slideLayout" Target="../slideLayouts/slideLayout139.xml"/><Relationship Id="rId41" Type="http://schemas.openxmlformats.org/officeDocument/2006/relationships/slideLayout" Target="../slideLayouts/slideLayout160.xml"/></Relationships>
</file>

<file path=ppt/slideMasters/_rels/slideMaster7.xml.rels><?xml version="1.0" encoding="UTF-8" standalone="yes"?>
<Relationships xmlns="http://schemas.openxmlformats.org/package/2006/relationships"><Relationship Id="rId26" Type="http://schemas.openxmlformats.org/officeDocument/2006/relationships/slideLayout" Target="../slideLayouts/slideLayout190.xml"/><Relationship Id="rId21" Type="http://schemas.openxmlformats.org/officeDocument/2006/relationships/slideLayout" Target="../slideLayouts/slideLayout185.xml"/><Relationship Id="rId42" Type="http://schemas.openxmlformats.org/officeDocument/2006/relationships/slideLayout" Target="../slideLayouts/slideLayout206.xml"/><Relationship Id="rId47" Type="http://schemas.openxmlformats.org/officeDocument/2006/relationships/slideLayout" Target="../slideLayouts/slideLayout211.xml"/><Relationship Id="rId63" Type="http://schemas.openxmlformats.org/officeDocument/2006/relationships/slideLayout" Target="../slideLayouts/slideLayout227.xml"/><Relationship Id="rId68" Type="http://schemas.openxmlformats.org/officeDocument/2006/relationships/slideLayout" Target="../slideLayouts/slideLayout232.xml"/><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9" Type="http://schemas.openxmlformats.org/officeDocument/2006/relationships/slideLayout" Target="../slideLayouts/slideLayout193.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slideLayout" Target="../slideLayouts/slideLayout196.xml"/><Relationship Id="rId37" Type="http://schemas.openxmlformats.org/officeDocument/2006/relationships/slideLayout" Target="../slideLayouts/slideLayout201.xml"/><Relationship Id="rId40" Type="http://schemas.openxmlformats.org/officeDocument/2006/relationships/slideLayout" Target="../slideLayouts/slideLayout204.xml"/><Relationship Id="rId45" Type="http://schemas.openxmlformats.org/officeDocument/2006/relationships/slideLayout" Target="../slideLayouts/slideLayout209.xml"/><Relationship Id="rId53" Type="http://schemas.openxmlformats.org/officeDocument/2006/relationships/slideLayout" Target="../slideLayouts/slideLayout217.xml"/><Relationship Id="rId58" Type="http://schemas.openxmlformats.org/officeDocument/2006/relationships/slideLayout" Target="../slideLayouts/slideLayout222.xml"/><Relationship Id="rId66" Type="http://schemas.openxmlformats.org/officeDocument/2006/relationships/slideLayout" Target="../slideLayouts/slideLayout230.xml"/><Relationship Id="rId5" Type="http://schemas.openxmlformats.org/officeDocument/2006/relationships/slideLayout" Target="../slideLayouts/slideLayout169.xml"/><Relationship Id="rId61" Type="http://schemas.openxmlformats.org/officeDocument/2006/relationships/slideLayout" Target="../slideLayouts/slideLayout225.xml"/><Relationship Id="rId19" Type="http://schemas.openxmlformats.org/officeDocument/2006/relationships/slideLayout" Target="../slideLayouts/slideLayout18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slideLayout" Target="../slideLayouts/slideLayout194.xml"/><Relationship Id="rId35" Type="http://schemas.openxmlformats.org/officeDocument/2006/relationships/slideLayout" Target="../slideLayouts/slideLayout199.xml"/><Relationship Id="rId43" Type="http://schemas.openxmlformats.org/officeDocument/2006/relationships/slideLayout" Target="../slideLayouts/slideLayout207.xml"/><Relationship Id="rId48" Type="http://schemas.openxmlformats.org/officeDocument/2006/relationships/slideLayout" Target="../slideLayouts/slideLayout212.xml"/><Relationship Id="rId56" Type="http://schemas.openxmlformats.org/officeDocument/2006/relationships/slideLayout" Target="../slideLayouts/slideLayout220.xml"/><Relationship Id="rId64" Type="http://schemas.openxmlformats.org/officeDocument/2006/relationships/slideLayout" Target="../slideLayouts/slideLayout228.xml"/><Relationship Id="rId69" Type="http://schemas.openxmlformats.org/officeDocument/2006/relationships/slideLayout" Target="../slideLayouts/slideLayout233.xml"/><Relationship Id="rId8" Type="http://schemas.openxmlformats.org/officeDocument/2006/relationships/slideLayout" Target="../slideLayouts/slideLayout172.xml"/><Relationship Id="rId51" Type="http://schemas.openxmlformats.org/officeDocument/2006/relationships/slideLayout" Target="../slideLayouts/slideLayout215.xml"/><Relationship Id="rId72" Type="http://schemas.openxmlformats.org/officeDocument/2006/relationships/slideLayout" Target="../slideLayouts/slideLayout236.xml"/><Relationship Id="rId3" Type="http://schemas.openxmlformats.org/officeDocument/2006/relationships/slideLayout" Target="../slideLayouts/slideLayout167.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slideLayout" Target="../slideLayouts/slideLayout197.xml"/><Relationship Id="rId38" Type="http://schemas.openxmlformats.org/officeDocument/2006/relationships/slideLayout" Target="../slideLayouts/slideLayout202.xml"/><Relationship Id="rId46" Type="http://schemas.openxmlformats.org/officeDocument/2006/relationships/slideLayout" Target="../slideLayouts/slideLayout210.xml"/><Relationship Id="rId59" Type="http://schemas.openxmlformats.org/officeDocument/2006/relationships/slideLayout" Target="../slideLayouts/slideLayout223.xml"/><Relationship Id="rId67" Type="http://schemas.openxmlformats.org/officeDocument/2006/relationships/slideLayout" Target="../slideLayouts/slideLayout231.xml"/><Relationship Id="rId20" Type="http://schemas.openxmlformats.org/officeDocument/2006/relationships/slideLayout" Target="../slideLayouts/slideLayout184.xml"/><Relationship Id="rId41" Type="http://schemas.openxmlformats.org/officeDocument/2006/relationships/slideLayout" Target="../slideLayouts/slideLayout205.xml"/><Relationship Id="rId54" Type="http://schemas.openxmlformats.org/officeDocument/2006/relationships/slideLayout" Target="../slideLayouts/slideLayout218.xml"/><Relationship Id="rId62" Type="http://schemas.openxmlformats.org/officeDocument/2006/relationships/slideLayout" Target="../slideLayouts/slideLayout226.xml"/><Relationship Id="rId70" Type="http://schemas.openxmlformats.org/officeDocument/2006/relationships/slideLayout" Target="../slideLayouts/slideLayout234.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slideLayout" Target="../slideLayouts/slideLayout192.xml"/><Relationship Id="rId36" Type="http://schemas.openxmlformats.org/officeDocument/2006/relationships/slideLayout" Target="../slideLayouts/slideLayout200.xml"/><Relationship Id="rId49" Type="http://schemas.openxmlformats.org/officeDocument/2006/relationships/slideLayout" Target="../slideLayouts/slideLayout213.xml"/><Relationship Id="rId57" Type="http://schemas.openxmlformats.org/officeDocument/2006/relationships/slideLayout" Target="../slideLayouts/slideLayout221.xml"/><Relationship Id="rId10" Type="http://schemas.openxmlformats.org/officeDocument/2006/relationships/slideLayout" Target="../slideLayouts/slideLayout174.xml"/><Relationship Id="rId31" Type="http://schemas.openxmlformats.org/officeDocument/2006/relationships/slideLayout" Target="../slideLayouts/slideLayout195.xml"/><Relationship Id="rId44" Type="http://schemas.openxmlformats.org/officeDocument/2006/relationships/slideLayout" Target="../slideLayouts/slideLayout208.xml"/><Relationship Id="rId52" Type="http://schemas.openxmlformats.org/officeDocument/2006/relationships/slideLayout" Target="../slideLayouts/slideLayout216.xml"/><Relationship Id="rId60" Type="http://schemas.openxmlformats.org/officeDocument/2006/relationships/slideLayout" Target="../slideLayouts/slideLayout224.xml"/><Relationship Id="rId65" Type="http://schemas.openxmlformats.org/officeDocument/2006/relationships/slideLayout" Target="../slideLayouts/slideLayout229.xml"/><Relationship Id="rId73" Type="http://schemas.openxmlformats.org/officeDocument/2006/relationships/theme" Target="../theme/theme7.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39" Type="http://schemas.openxmlformats.org/officeDocument/2006/relationships/slideLayout" Target="../slideLayouts/slideLayout203.xml"/><Relationship Id="rId34" Type="http://schemas.openxmlformats.org/officeDocument/2006/relationships/slideLayout" Target="../slideLayouts/slideLayout198.xml"/><Relationship Id="rId50" Type="http://schemas.openxmlformats.org/officeDocument/2006/relationships/slideLayout" Target="../slideLayouts/slideLayout214.xml"/><Relationship Id="rId55" Type="http://schemas.openxmlformats.org/officeDocument/2006/relationships/slideLayout" Target="../slideLayouts/slideLayout219.xml"/><Relationship Id="rId7" Type="http://schemas.openxmlformats.org/officeDocument/2006/relationships/slideLayout" Target="../slideLayouts/slideLayout171.xml"/><Relationship Id="rId71" Type="http://schemas.openxmlformats.org/officeDocument/2006/relationships/slideLayout" Target="../slideLayouts/slideLayout2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61" r:id="rId1"/>
    <p:sldLayoutId id="2147484863" r:id="rId2"/>
    <p:sldLayoutId id="2147484609" r:id="rId3"/>
    <p:sldLayoutId id="2147484741" r:id="rId4"/>
    <p:sldLayoutId id="2147484240" r:id="rId5"/>
    <p:sldLayoutId id="2147484241" r:id="rId6"/>
    <p:sldLayoutId id="2147484474" r:id="rId7"/>
    <p:sldLayoutId id="2147484245" r:id="rId8"/>
    <p:sldLayoutId id="2147484247" r:id="rId9"/>
    <p:sldLayoutId id="2147484639" r:id="rId10"/>
    <p:sldLayoutId id="2147484603" r:id="rId11"/>
    <p:sldLayoutId id="2147484866" r:id="rId12"/>
    <p:sldLayoutId id="2147484865" r:id="rId13"/>
    <p:sldLayoutId id="2147484864" r:id="rId14"/>
    <p:sldLayoutId id="2147484249" r:id="rId15"/>
    <p:sldLayoutId id="2147484640" r:id="rId16"/>
    <p:sldLayoutId id="2147484582" r:id="rId17"/>
    <p:sldLayoutId id="2147484641" r:id="rId18"/>
    <p:sldLayoutId id="2147484584" r:id="rId19"/>
    <p:sldLayoutId id="2147484859" r:id="rId20"/>
    <p:sldLayoutId id="2147484256" r:id="rId21"/>
    <p:sldLayoutId id="2147484257" r:id="rId22"/>
    <p:sldLayoutId id="2147484585" r:id="rId23"/>
    <p:sldLayoutId id="2147484299" r:id="rId24"/>
    <p:sldLayoutId id="2147484263" r:id="rId25"/>
    <p:sldLayoutId id="2147484742" r:id="rId26"/>
    <p:sldLayoutId id="2147484858" r:id="rId2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27"/>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645" r:id="rId1"/>
    <p:sldLayoutId id="2147484643" r:id="rId2"/>
    <p:sldLayoutId id="2147484644" r:id="rId3"/>
    <p:sldLayoutId id="2147484646" r:id="rId4"/>
    <p:sldLayoutId id="2147484650" r:id="rId5"/>
    <p:sldLayoutId id="2147484651" r:id="rId6"/>
    <p:sldLayoutId id="2147484652" r:id="rId7"/>
    <p:sldLayoutId id="2147484653" r:id="rId8"/>
    <p:sldLayoutId id="2147484654" r:id="rId9"/>
    <p:sldLayoutId id="2147484655" r:id="rId10"/>
    <p:sldLayoutId id="2147484656" r:id="rId11"/>
    <p:sldLayoutId id="2147484738" r:id="rId12"/>
    <p:sldLayoutId id="2147484739" r:id="rId13"/>
    <p:sldLayoutId id="2147484740" r:id="rId14"/>
    <p:sldLayoutId id="2147484660" r:id="rId15"/>
    <p:sldLayoutId id="2147484661" r:id="rId16"/>
    <p:sldLayoutId id="2147484662" r:id="rId17"/>
    <p:sldLayoutId id="2147484663" r:id="rId18"/>
    <p:sldLayoutId id="2147484664" r:id="rId19"/>
    <p:sldLayoutId id="2147484665" r:id="rId20"/>
    <p:sldLayoutId id="2147484666" r:id="rId21"/>
    <p:sldLayoutId id="2147484667" r:id="rId22"/>
    <p:sldLayoutId id="2147484668" r:id="rId23"/>
    <p:sldLayoutId id="2147484860" r:id="rId24"/>
    <p:sldLayoutId id="2147484862" r:id="rId2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293988"/>
            <a:ext cx="11696700" cy="914400"/>
          </a:xfrm>
          <a:prstGeom prst="rect">
            <a:avLst/>
          </a:prstGeom>
        </p:spPr>
        <p:txBody>
          <a:bodyPr vert="horz" lIns="137160" tIns="91440" rIns="137160" bIns="91440" rtlCol="0" anchor="ctr" anchorCtr="0">
            <a:noAutofit/>
          </a:bodyPr>
          <a:lstStyle/>
          <a:p>
            <a:endParaRPr lang="en-US" dirty="0"/>
          </a:p>
        </p:txBody>
      </p:sp>
      <p:sp>
        <p:nvSpPr>
          <p:cNvPr id="7" name="Footer Placeholder 6"/>
          <p:cNvSpPr>
            <a:spLocks noGrp="1"/>
          </p:cNvSpPr>
          <p:nvPr>
            <p:ph type="ftr" sz="quarter" idx="3"/>
          </p:nvPr>
        </p:nvSpPr>
        <p:spPr>
          <a:xfrm>
            <a:off x="228600" y="6553200"/>
            <a:ext cx="11201400" cy="304801"/>
          </a:xfrm>
          <a:prstGeom prst="rect">
            <a:avLst/>
          </a:prstGeom>
        </p:spPr>
        <p:txBody>
          <a:bodyPr vert="horz" lIns="182880" tIns="38089" rIns="76179" bIns="38089" rtlCol="0" anchor="ctr"/>
          <a:lstStyle>
            <a:lvl1pPr algn="l">
              <a:defRPr sz="800">
                <a:solidFill>
                  <a:schemeClr val="tx1"/>
                </a:solidFill>
                <a:latin typeface="Segoe UI" pitchFamily="34" charset="0"/>
                <a:ea typeface="Segoe UI" pitchFamily="34" charset="0"/>
                <a:cs typeface="Segoe UI" pitchFamily="34" charset="0"/>
              </a:defRPr>
            </a:lvl1pPr>
          </a:lstStyle>
          <a:p>
            <a:pPr defTabSz="1088078"/>
            <a:endParaRPr lang="en-US" dirty="0">
              <a:solidFill>
                <a:srgbClr val="505050"/>
              </a:solidFill>
            </a:endParaRPr>
          </a:p>
        </p:txBody>
      </p:sp>
      <p:sp>
        <p:nvSpPr>
          <p:cNvPr id="15" name="Text Placeholder 14"/>
          <p:cNvSpPr>
            <a:spLocks noGrp="1"/>
          </p:cNvSpPr>
          <p:nvPr>
            <p:ph type="body" idx="1"/>
          </p:nvPr>
        </p:nvSpPr>
        <p:spPr>
          <a:xfrm>
            <a:off x="228600" y="1600201"/>
            <a:ext cx="11696700" cy="4559531"/>
          </a:xfrm>
          <a:prstGeom prst="rect">
            <a:avLst/>
          </a:prstGeom>
        </p:spPr>
        <p:txBody>
          <a:bodyPr vert="horz" lIns="137160" tIns="91440" rIns="137160" bIns="13716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4"/>
          </p:nvPr>
        </p:nvSpPr>
        <p:spPr>
          <a:xfrm>
            <a:off x="11430002" y="6553200"/>
            <a:ext cx="761999" cy="304801"/>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078"/>
            <a:fld id="{FAADACFB-7C71-4E89-89D2-7BBA40B7BFA9}" type="slidenum">
              <a:rPr lang="en-US" smtClean="0">
                <a:solidFill>
                  <a:srgbClr val="505050"/>
                </a:solidFill>
              </a:rPr>
              <a:pPr defTabSz="1088078"/>
              <a:t>‹#›</a:t>
            </a:fld>
            <a:endParaRPr lang="en-US" dirty="0">
              <a:solidFill>
                <a:srgbClr val="505050"/>
              </a:solidFill>
            </a:endParaRPr>
          </a:p>
        </p:txBody>
      </p:sp>
      <p:pic>
        <p:nvPicPr>
          <p:cNvPr id="6" name="Picture 5"/>
          <p:cNvPicPr>
            <a:picLocks noChangeAspect="1"/>
          </p:cNvPicPr>
          <p:nvPr/>
        </p:nvPicPr>
        <p:blipFill>
          <a:blip r:embed="rId7"/>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469569924"/>
      </p:ext>
    </p:extLst>
  </p:cSld>
  <p:clrMap bg1="lt1" tx1="dk1" bg2="lt2" tx2="dk2" accent1="accent1" accent2="accent2" accent3="accent3" accent4="accent4" accent5="accent5" accent6="accent6" hlink="hlink" folHlink="folHlink"/>
  <p:sldLayoutIdLst>
    <p:sldLayoutId id="2147484744" r:id="rId1"/>
    <p:sldLayoutId id="2147484745" r:id="rId2"/>
    <p:sldLayoutId id="2147484746" r:id="rId3"/>
    <p:sldLayoutId id="2147484747" r:id="rId4"/>
    <p:sldLayoutId id="2147484748" r:id="rId5"/>
  </p:sldLayoutIdLst>
  <p:transition>
    <p:fade/>
  </p:transition>
  <p:hf hdr="0" ftr="0" dt="0"/>
  <p:txStyles>
    <p:titleStyle>
      <a:lvl1pPr marL="0" algn="l" defTabSz="1088078" rtl="0" eaLnBrk="1" latinLnBrk="0" hangingPunct="1">
        <a:lnSpc>
          <a:spcPct val="90000"/>
        </a:lnSpc>
        <a:spcBef>
          <a:spcPct val="0"/>
        </a:spcBef>
        <a:buNone/>
        <a:defRPr lang="en-US" sz="4400" kern="1200" spc="-100" baseline="0" dirty="0">
          <a:solidFill>
            <a:schemeClr val="tx1"/>
          </a:solidFill>
          <a:latin typeface="+mj-lt"/>
          <a:ea typeface="Segoe UI Semibold" panose="020B0702040204020203" pitchFamily="34" charset="0"/>
          <a:cs typeface="Segoe UI Semibold" panose="020B0702040204020203" pitchFamily="34" charset="0"/>
        </a:defRPr>
      </a:lvl1pPr>
    </p:titleStyle>
    <p:bodyStyle>
      <a:lvl1pPr marL="0" indent="0" algn="l" defTabSz="1088078" rtl="0" eaLnBrk="1" latinLnBrk="0" hangingPunct="1">
        <a:spcBef>
          <a:spcPts val="1800"/>
        </a:spcBef>
        <a:buClr>
          <a:srgbClr val="0072C6"/>
        </a:buClr>
        <a:buSzPct val="100000"/>
        <a:buFont typeface="Wingdings" pitchFamily="2" charset="2"/>
        <a:buNone/>
        <a:defRPr sz="2400" kern="1200">
          <a:solidFill>
            <a:schemeClr val="tx1"/>
          </a:solidFill>
          <a:latin typeface="Segoe UI" pitchFamily="34" charset="0"/>
          <a:ea typeface="Segoe UI" pitchFamily="34" charset="0"/>
          <a:cs typeface="Segoe UI" pitchFamily="34" charset="0"/>
        </a:defRPr>
      </a:lvl1pPr>
      <a:lvl2pPr marL="476059" indent="-194391" algn="l" defTabSz="1088078" rtl="0" eaLnBrk="1" latinLnBrk="0" hangingPunct="1">
        <a:spcBef>
          <a:spcPct val="20000"/>
        </a:spcBef>
        <a:buFont typeface="Arial" pitchFamily="34" charset="0"/>
        <a:buChar char="•"/>
        <a:defRPr sz="1800" kern="1200">
          <a:solidFill>
            <a:schemeClr val="tx1"/>
          </a:solidFill>
          <a:latin typeface="Segoe UI" pitchFamily="34" charset="0"/>
          <a:ea typeface="Segoe UI" pitchFamily="34" charset="0"/>
          <a:cs typeface="Segoe UI" pitchFamily="34" charset="0"/>
        </a:defRPr>
      </a:lvl2pPr>
      <a:lvl3pPr marL="761693" indent="-173232" algn="l" defTabSz="108807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047328" indent="-177200"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4pPr>
      <a:lvl5pPr marL="1285357" indent="-179845"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5pPr>
      <a:lvl6pPr marL="2992216"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25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29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332"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078" rtl="0" eaLnBrk="1" latinLnBrk="0" hangingPunct="1">
        <a:defRPr sz="2200" kern="1200">
          <a:solidFill>
            <a:schemeClr val="tx1"/>
          </a:solidFill>
          <a:latin typeface="+mn-lt"/>
          <a:ea typeface="+mn-ea"/>
          <a:cs typeface="+mn-cs"/>
        </a:defRPr>
      </a:lvl1pPr>
      <a:lvl2pPr marL="544040" algn="l" defTabSz="1088078" rtl="0" eaLnBrk="1" latinLnBrk="0" hangingPunct="1">
        <a:defRPr sz="2200" kern="1200">
          <a:solidFill>
            <a:schemeClr val="tx1"/>
          </a:solidFill>
          <a:latin typeface="+mn-lt"/>
          <a:ea typeface="+mn-ea"/>
          <a:cs typeface="+mn-cs"/>
        </a:defRPr>
      </a:lvl2pPr>
      <a:lvl3pPr marL="1088078" algn="l" defTabSz="1088078" rtl="0" eaLnBrk="1" latinLnBrk="0" hangingPunct="1">
        <a:defRPr sz="2200" kern="1200">
          <a:solidFill>
            <a:schemeClr val="tx1"/>
          </a:solidFill>
          <a:latin typeface="+mn-lt"/>
          <a:ea typeface="+mn-ea"/>
          <a:cs typeface="+mn-cs"/>
        </a:defRPr>
      </a:lvl3pPr>
      <a:lvl4pPr marL="1632118" algn="l" defTabSz="1088078" rtl="0" eaLnBrk="1" latinLnBrk="0" hangingPunct="1">
        <a:defRPr sz="2200" kern="1200">
          <a:solidFill>
            <a:schemeClr val="tx1"/>
          </a:solidFill>
          <a:latin typeface="+mn-lt"/>
          <a:ea typeface="+mn-ea"/>
          <a:cs typeface="+mn-cs"/>
        </a:defRPr>
      </a:lvl4pPr>
      <a:lvl5pPr marL="2176156" algn="l" defTabSz="1088078" rtl="0" eaLnBrk="1" latinLnBrk="0" hangingPunct="1">
        <a:defRPr sz="2200" kern="1200">
          <a:solidFill>
            <a:schemeClr val="tx1"/>
          </a:solidFill>
          <a:latin typeface="+mn-lt"/>
          <a:ea typeface="+mn-ea"/>
          <a:cs typeface="+mn-cs"/>
        </a:defRPr>
      </a:lvl5pPr>
      <a:lvl6pPr marL="2720196" algn="l" defTabSz="1088078" rtl="0" eaLnBrk="1" latinLnBrk="0" hangingPunct="1">
        <a:defRPr sz="2200" kern="1200">
          <a:solidFill>
            <a:schemeClr val="tx1"/>
          </a:solidFill>
          <a:latin typeface="+mn-lt"/>
          <a:ea typeface="+mn-ea"/>
          <a:cs typeface="+mn-cs"/>
        </a:defRPr>
      </a:lvl6pPr>
      <a:lvl7pPr marL="3264234" algn="l" defTabSz="1088078" rtl="0" eaLnBrk="1" latinLnBrk="0" hangingPunct="1">
        <a:defRPr sz="2200" kern="1200">
          <a:solidFill>
            <a:schemeClr val="tx1"/>
          </a:solidFill>
          <a:latin typeface="+mn-lt"/>
          <a:ea typeface="+mn-ea"/>
          <a:cs typeface="+mn-cs"/>
        </a:defRPr>
      </a:lvl7pPr>
      <a:lvl8pPr marL="3808274" algn="l" defTabSz="1088078" rtl="0" eaLnBrk="1" latinLnBrk="0" hangingPunct="1">
        <a:defRPr sz="2200" kern="1200">
          <a:solidFill>
            <a:schemeClr val="tx1"/>
          </a:solidFill>
          <a:latin typeface="+mn-lt"/>
          <a:ea typeface="+mn-ea"/>
          <a:cs typeface="+mn-cs"/>
        </a:defRPr>
      </a:lvl8pPr>
      <a:lvl9pPr marL="4352314" algn="l" defTabSz="1088078" rtl="0" eaLnBrk="1" latinLnBrk="0" hangingPunct="1">
        <a:defRPr sz="2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51">
          <p15:clr>
            <a:srgbClr val="5ACBF0"/>
          </p15:clr>
        </p15:guide>
        <p15:guide id="2" pos="4127">
          <p15:clr>
            <a:srgbClr val="5ACBF0"/>
          </p15:clr>
        </p15:guide>
        <p15:guide id="3" orient="horz" pos="1872">
          <p15:clr>
            <a:srgbClr val="5ACBF0"/>
          </p15:clr>
        </p15:guide>
        <p15:guide id="4" orient="horz" pos="2448">
          <p15:clr>
            <a:srgbClr val="5ACBF0"/>
          </p15:clr>
        </p15:guide>
        <p15:guide id="5" pos="3839">
          <p15:clr>
            <a:srgbClr val="F26B43"/>
          </p15:clr>
        </p15:guide>
        <p15:guide id="6" orient="horz" pos="2160">
          <p15:clr>
            <a:srgbClr val="F26B43"/>
          </p15:clr>
        </p15:guide>
        <p15:guide id="7" orient="horz" pos="816">
          <p15:clr>
            <a:srgbClr val="F26B43"/>
          </p15:clr>
        </p15:guide>
        <p15:guide id="8" orient="horz" pos="1008">
          <p15:clr>
            <a:srgbClr val="F26B43"/>
          </p15:clr>
        </p15:guide>
        <p15:guide id="52" pos="2976">
          <p15:clr>
            <a:srgbClr val="5ACBF0"/>
          </p15:clr>
        </p15:guide>
        <p15:guide id="53" pos="2424">
          <p15:clr>
            <a:srgbClr val="5ACBF0"/>
          </p15:clr>
        </p15:guide>
        <p15:guide id="54" pos="1848">
          <p15:clr>
            <a:srgbClr val="5ACBF0"/>
          </p15:clr>
        </p15:guide>
        <p15:guide id="55" pos="1296">
          <p15:clr>
            <a:srgbClr val="5ACBF0"/>
          </p15:clr>
        </p15:guide>
        <p15:guide id="56" pos="720">
          <p15:clr>
            <a:srgbClr val="5ACBF0"/>
          </p15:clr>
        </p15:guide>
        <p15:guide id="57" pos="144">
          <p15:clr>
            <a:srgbClr val="5ACBF0"/>
          </p15:clr>
        </p15:guide>
        <p15:guide id="58" pos="4680">
          <p15:clr>
            <a:srgbClr val="5ACBF0"/>
          </p15:clr>
        </p15:guide>
        <p15:guide id="59" pos="5256">
          <p15:clr>
            <a:srgbClr val="5ACBF0"/>
          </p15:clr>
        </p15:guide>
        <p15:guide id="60" pos="5808">
          <p15:clr>
            <a:srgbClr val="5ACBF0"/>
          </p15:clr>
        </p15:guide>
        <p15:guide id="61" pos="6384">
          <p15:clr>
            <a:srgbClr val="5ACBF0"/>
          </p15:clr>
        </p15:guide>
        <p15:guide id="62" pos="6936">
          <p15:clr>
            <a:srgbClr val="5ACBF0"/>
          </p15:clr>
        </p15:guide>
        <p15:guide id="63" pos="7512">
          <p15:clr>
            <a:srgbClr val="5ACBF0"/>
          </p15:clr>
        </p15:guide>
        <p15:guide id="64" orient="horz" pos="168">
          <p15:clr>
            <a:srgbClr val="5ACBF0"/>
          </p15:clr>
        </p15:guide>
        <p15:guide id="65" orient="horz" pos="744">
          <p15:clr>
            <a:srgbClr val="5ACBF0"/>
          </p15:clr>
        </p15:guide>
        <p15:guide id="66" orient="horz" pos="1320">
          <p15:clr>
            <a:srgbClr val="5ACBF0"/>
          </p15:clr>
        </p15:guide>
        <p15:guide id="67" orient="horz" pos="3000">
          <p15:clr>
            <a:srgbClr val="5ACBF0"/>
          </p15:clr>
        </p15:guide>
        <p15:guide id="68" orient="horz" pos="3576">
          <p15:clr>
            <a:srgbClr val="5ACBF0"/>
          </p15:clr>
        </p15:guide>
        <p15:guide id="69" orient="horz" pos="4128">
          <p15:clr>
            <a:srgbClr val="5ACBF0"/>
          </p15:clr>
        </p15:guide>
        <p15:guide id="70" pos="240">
          <p15:clr>
            <a:srgbClr val="F26B43"/>
          </p15:clr>
        </p15:guide>
        <p15:guide id="71" pos="7440">
          <p15:clr>
            <a:srgbClr val="F26B43"/>
          </p15:clr>
        </p15:guide>
        <p15:guide id="72" orient="horz" pos="264">
          <p15:clr>
            <a:srgbClr val="F26B43"/>
          </p15:clr>
        </p15:guide>
        <p15:guide id="73" orient="horz" pos="40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398767987"/>
      </p:ext>
    </p:extLst>
  </p:cSld>
  <p:clrMap bg1="lt1" tx1="dk1" bg2="lt2" tx2="dk2" accent1="accent1" accent2="accent2" accent3="accent3" accent4="accent4" accent5="accent5" accent6="accent6" hlink="hlink" folHlink="folHlink"/>
  <p:sldLayoutIdLst>
    <p:sldLayoutId id="2147484750" r:id="rId1"/>
    <p:sldLayoutId id="2147484751" r:id="rId2"/>
    <p:sldLayoutId id="2147484752" r:id="rId3"/>
    <p:sldLayoutId id="2147484753" r:id="rId4"/>
    <p:sldLayoutId id="2147484754" r:id="rId5"/>
    <p:sldLayoutId id="2147484755" r:id="rId6"/>
    <p:sldLayoutId id="2147484756" r:id="rId7"/>
    <p:sldLayoutId id="2147484757" r:id="rId8"/>
    <p:sldLayoutId id="2147484758" r:id="rId9"/>
    <p:sldLayoutId id="2147484759" r:id="rId10"/>
    <p:sldLayoutId id="2147484760" r:id="rId11"/>
    <p:sldLayoutId id="2147484761" r:id="rId12"/>
    <p:sldLayoutId id="2147484762" r:id="rId13"/>
    <p:sldLayoutId id="2147484763" r:id="rId14"/>
    <p:sldLayoutId id="2147484764" r:id="rId15"/>
    <p:sldLayoutId id="2147484765" r:id="rId16"/>
    <p:sldLayoutId id="2147484766" r:id="rId17"/>
    <p:sldLayoutId id="2147484767" r:id="rId18"/>
    <p:sldLayoutId id="2147484768" r:id="rId19"/>
    <p:sldLayoutId id="2147484769" r:id="rId20"/>
    <p:sldLayoutId id="2147484770" r:id="rId21"/>
    <p:sldLayoutId id="2147484771" r:id="rId22"/>
    <p:sldLayoutId id="2147484772" r:id="rId23"/>
    <p:sldLayoutId id="2147484773" r:id="rId24"/>
    <p:sldLayoutId id="2147484774" r:id="rId25"/>
    <p:sldLayoutId id="2147484775" r:id="rId26"/>
    <p:sldLayoutId id="2147484776" r:id="rId27"/>
    <p:sldLayoutId id="2147484777" r:id="rId28"/>
    <p:sldLayoutId id="2147484778" r:id="rId29"/>
    <p:sldLayoutId id="2147484779" r:id="rId30"/>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pic>
        <p:nvPicPr>
          <p:cNvPr id="7" name="Picture 6"/>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4028957643"/>
      </p:ext>
    </p:extLst>
  </p:cSld>
  <p:clrMap bg1="lt1" tx1="dk1" bg2="lt2" tx2="dk2" accent1="accent1" accent2="accent2" accent3="accent3" accent4="accent4" accent5="accent5" accent6="accent6" hlink="hlink" folHlink="folHlink"/>
  <p:sldLayoutIdLst>
    <p:sldLayoutId id="2147484781" r:id="rId1"/>
    <p:sldLayoutId id="2147484782" r:id="rId2"/>
    <p:sldLayoutId id="2147484783" r:id="rId3"/>
    <p:sldLayoutId id="2147484784" r:id="rId4"/>
    <p:sldLayoutId id="2147484785" r:id="rId5"/>
    <p:sldLayoutId id="2147484786" r:id="rId6"/>
    <p:sldLayoutId id="2147484787" r:id="rId7"/>
    <p:sldLayoutId id="2147484788" r:id="rId8"/>
    <p:sldLayoutId id="2147484789" r:id="rId9"/>
    <p:sldLayoutId id="2147484790" r:id="rId10"/>
    <p:sldLayoutId id="2147484791" r:id="rId11"/>
    <p:sldLayoutId id="2147484792" r:id="rId12"/>
    <p:sldLayoutId id="2147484793" r:id="rId13"/>
    <p:sldLayoutId id="2147484794" r:id="rId14"/>
    <p:sldLayoutId id="2147484795" r:id="rId15"/>
    <p:sldLayoutId id="2147484796" r:id="rId16"/>
    <p:sldLayoutId id="2147484797" r:id="rId17"/>
    <p:sldLayoutId id="2147484798" r:id="rId18"/>
    <p:sldLayoutId id="2147484799" r:id="rId19"/>
    <p:sldLayoutId id="2147484800" r:id="rId20"/>
    <p:sldLayoutId id="2147484801" r:id="rId21"/>
    <p:sldLayoutId id="2147484802" r:id="rId22"/>
    <p:sldLayoutId id="2147484803" r:id="rId23"/>
    <p:sldLayoutId id="2147484804" r:id="rId24"/>
    <p:sldLayoutId id="2147484805" r:id="rId25"/>
    <p:sldLayoutId id="2147484806" r:id="rId26"/>
    <p:sldLayoutId id="2147484807" r:id="rId27"/>
    <p:sldLayoutId id="2147484808" r:id="rId28"/>
    <p:sldLayoutId id="2147484809" r:id="rId29"/>
    <p:sldLayoutId id="2147484810" r:id="rId30"/>
    <p:sldLayoutId id="2147484811" r:id="rId31"/>
    <p:sldLayoutId id="2147484812" r:id="rId32"/>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userDrawn="1"/>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3993004178"/>
      </p:ext>
    </p:extLst>
  </p:cSld>
  <p:clrMap bg1="lt1" tx1="dk1" bg2="lt2" tx2="dk2" accent1="accent1" accent2="accent2" accent3="accent3" accent4="accent4" accent5="accent5" accent6="accent6" hlink="hlink" folHlink="folHlink"/>
  <p:sldLayoutIdLst>
    <p:sldLayoutId id="2147484814" r:id="rId1"/>
    <p:sldLayoutId id="2147484815" r:id="rId2"/>
    <p:sldLayoutId id="2147484816" r:id="rId3"/>
    <p:sldLayoutId id="2147484817" r:id="rId4"/>
    <p:sldLayoutId id="2147484818" r:id="rId5"/>
    <p:sldLayoutId id="2147484819" r:id="rId6"/>
    <p:sldLayoutId id="2147484820" r:id="rId7"/>
    <p:sldLayoutId id="2147484821" r:id="rId8"/>
    <p:sldLayoutId id="2147484822" r:id="rId9"/>
    <p:sldLayoutId id="2147484823" r:id="rId10"/>
    <p:sldLayoutId id="2147484824" r:id="rId11"/>
    <p:sldLayoutId id="2147484825" r:id="rId12"/>
    <p:sldLayoutId id="2147484826" r:id="rId13"/>
    <p:sldLayoutId id="2147484827" r:id="rId14"/>
    <p:sldLayoutId id="2147484828" r:id="rId15"/>
    <p:sldLayoutId id="2147484829" r:id="rId16"/>
    <p:sldLayoutId id="2147484830" r:id="rId17"/>
    <p:sldLayoutId id="2147484831" r:id="rId18"/>
    <p:sldLayoutId id="2147484832" r:id="rId19"/>
    <p:sldLayoutId id="2147484833" r:id="rId20"/>
    <p:sldLayoutId id="2147484834" r:id="rId21"/>
    <p:sldLayoutId id="2147484835" r:id="rId22"/>
    <p:sldLayoutId id="2147484836" r:id="rId23"/>
    <p:sldLayoutId id="2147484837" r:id="rId24"/>
    <p:sldLayoutId id="2147484838" r:id="rId25"/>
    <p:sldLayoutId id="2147484839" r:id="rId26"/>
    <p:sldLayoutId id="2147484840" r:id="rId27"/>
    <p:sldLayoutId id="2147484841" r:id="rId28"/>
    <p:sldLayoutId id="2147484842" r:id="rId29"/>
    <p:sldLayoutId id="2147484843" r:id="rId30"/>
    <p:sldLayoutId id="2147484844" r:id="rId31"/>
    <p:sldLayoutId id="2147484845" r:id="rId32"/>
    <p:sldLayoutId id="2147484846" r:id="rId33"/>
    <p:sldLayoutId id="2147484847" r:id="rId34"/>
    <p:sldLayoutId id="2147484848" r:id="rId35"/>
    <p:sldLayoutId id="2147484849" r:id="rId36"/>
    <p:sldLayoutId id="2147484850" r:id="rId37"/>
    <p:sldLayoutId id="2147484851" r:id="rId38"/>
    <p:sldLayoutId id="2147484852" r:id="rId39"/>
    <p:sldLayoutId id="2147484853" r:id="rId40"/>
    <p:sldLayoutId id="2147484854" r:id="rId41"/>
    <p:sldLayoutId id="2147484855" r:id="rId42"/>
    <p:sldLayoutId id="2147484856" r:id="rId43"/>
    <p:sldLayoutId id="2147484857" r:id="rId44"/>
    <p:sldLayoutId id="2147484868" r:id="rId4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52" r:id="rId1"/>
    <p:sldLayoutId id="2147484553" r:id="rId2"/>
    <p:sldLayoutId id="2147484583" r:id="rId3"/>
    <p:sldLayoutId id="2147484669" r:id="rId4"/>
    <p:sldLayoutId id="2147484734" r:id="rId5"/>
    <p:sldLayoutId id="2147484562" r:id="rId6"/>
    <p:sldLayoutId id="2147484728" r:id="rId7"/>
    <p:sldLayoutId id="2147484680" r:id="rId8"/>
    <p:sldLayoutId id="2147484610" r:id="rId9"/>
    <p:sldLayoutId id="2147484684" r:id="rId10"/>
    <p:sldLayoutId id="2147484670" r:id="rId11"/>
    <p:sldLayoutId id="2147484671" r:id="rId12"/>
    <p:sldLayoutId id="2147484682" r:id="rId13"/>
    <p:sldLayoutId id="2147484677" r:id="rId14"/>
    <p:sldLayoutId id="2147484727" r:id="rId15"/>
    <p:sldLayoutId id="2147484691" r:id="rId16"/>
    <p:sldLayoutId id="2147484692" r:id="rId17"/>
    <p:sldLayoutId id="2147484693" r:id="rId18"/>
    <p:sldLayoutId id="2147484694" r:id="rId19"/>
    <p:sldLayoutId id="2147484695" r:id="rId20"/>
    <p:sldLayoutId id="2147484560" r:id="rId21"/>
    <p:sldLayoutId id="2147484580" r:id="rId22"/>
    <p:sldLayoutId id="2147484566" r:id="rId23"/>
    <p:sldLayoutId id="2147484696" r:id="rId24"/>
    <p:sldLayoutId id="2147484697" r:id="rId25"/>
    <p:sldLayoutId id="2147484675" r:id="rId26"/>
    <p:sldLayoutId id="2147484676" r:id="rId27"/>
    <p:sldLayoutId id="2147484711" r:id="rId28"/>
    <p:sldLayoutId id="2147484721" r:id="rId29"/>
    <p:sldLayoutId id="2147484720" r:id="rId30"/>
    <p:sldLayoutId id="2147484726" r:id="rId31"/>
    <p:sldLayoutId id="2147484570" r:id="rId32"/>
    <p:sldLayoutId id="2147484571" r:id="rId33"/>
    <p:sldLayoutId id="2147484572" r:id="rId34"/>
    <p:sldLayoutId id="2147484688" r:id="rId35"/>
    <p:sldLayoutId id="2147484689" r:id="rId36"/>
    <p:sldLayoutId id="2147484690" r:id="rId37"/>
    <p:sldLayoutId id="2147484724" r:id="rId38"/>
    <p:sldLayoutId id="2147484725" r:id="rId39"/>
    <p:sldLayoutId id="2147484722" r:id="rId40"/>
    <p:sldLayoutId id="2147484683" r:id="rId41"/>
    <p:sldLayoutId id="2147484685" r:id="rId42"/>
    <p:sldLayoutId id="2147484673" r:id="rId43"/>
    <p:sldLayoutId id="2147484678" r:id="rId44"/>
    <p:sldLayoutId id="2147484679" r:id="rId45"/>
    <p:sldLayoutId id="2147484717" r:id="rId46"/>
    <p:sldLayoutId id="2147484718" r:id="rId47"/>
    <p:sldLayoutId id="2147484712" r:id="rId48"/>
    <p:sldLayoutId id="2147484713" r:id="rId49"/>
    <p:sldLayoutId id="2147484714" r:id="rId50"/>
    <p:sldLayoutId id="2147484715" r:id="rId51"/>
    <p:sldLayoutId id="2147484716" r:id="rId52"/>
    <p:sldLayoutId id="2147484723" r:id="rId53"/>
    <p:sldLayoutId id="2147484686" r:id="rId54"/>
    <p:sldLayoutId id="2147484674" r:id="rId55"/>
    <p:sldLayoutId id="2147484702" r:id="rId56"/>
    <p:sldLayoutId id="2147484719" r:id="rId57"/>
    <p:sldLayoutId id="2147484701" r:id="rId58"/>
    <p:sldLayoutId id="2147484699" r:id="rId59"/>
    <p:sldLayoutId id="2147484700" r:id="rId60"/>
    <p:sldLayoutId id="2147484703" r:id="rId61"/>
    <p:sldLayoutId id="2147484704" r:id="rId62"/>
    <p:sldLayoutId id="2147484705" r:id="rId63"/>
    <p:sldLayoutId id="2147484706" r:id="rId64"/>
    <p:sldLayoutId id="2147484707" r:id="rId65"/>
    <p:sldLayoutId id="2147484730" r:id="rId66"/>
    <p:sldLayoutId id="2147484710" r:id="rId67"/>
    <p:sldLayoutId id="2147484729" r:id="rId68"/>
    <p:sldLayoutId id="2147484731" r:id="rId69"/>
    <p:sldLayoutId id="2147484732" r:id="rId70"/>
    <p:sldLayoutId id="2147484733" r:id="rId71"/>
    <p:sldLayoutId id="2147484698" r:id="rId72"/>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4" orient="horz" pos="3690" userDrawn="1">
          <p15:clr>
            <a:srgbClr val="5ACBF0"/>
          </p15:clr>
        </p15:guide>
        <p15:guide id="55" orient="horz" pos="918" userDrawn="1">
          <p15:clr>
            <a:srgbClr val="F26B43"/>
          </p15:clr>
        </p15:guide>
        <p15:guide id="56" orient="horz" pos="3480" userDrawn="1">
          <p15:clr>
            <a:srgbClr val="F26B43"/>
          </p15:clr>
        </p15:guide>
        <p15:guide id="57" orient="horz" pos="3572" userDrawn="1">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8.xml"/></Relationships>
</file>

<file path=ppt/slides/_rels/slide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xml"/><Relationship Id="rId1" Type="http://schemas.openxmlformats.org/officeDocument/2006/relationships/slideLayout" Target="../slideLayouts/slideLayout119.xml"/></Relationships>
</file>

<file path=ppt/slides/_rels/slide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3.xml"/><Relationship Id="rId1" Type="http://schemas.openxmlformats.org/officeDocument/2006/relationships/slideLayout" Target="../slideLayouts/slideLayout139.xml"/></Relationships>
</file>

<file path=ppt/slides/_rels/slide4.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18" Type="http://schemas.openxmlformats.org/officeDocument/2006/relationships/image" Target="../media/image59.sv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svg"/><Relationship Id="rId17"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57.svg"/><Relationship Id="rId1" Type="http://schemas.openxmlformats.org/officeDocument/2006/relationships/slideLayout" Target="../slideLayouts/slideLayout6.xml"/><Relationship Id="rId6" Type="http://schemas.openxmlformats.org/officeDocument/2006/relationships/image" Target="../media/image47.sv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 Id="rId14" Type="http://schemas.openxmlformats.org/officeDocument/2006/relationships/image" Target="../media/image55.sv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svg"/><Relationship Id="rId26" Type="http://schemas.openxmlformats.org/officeDocument/2006/relationships/image" Target="../media/image83.svg"/><Relationship Id="rId21" Type="http://schemas.openxmlformats.org/officeDocument/2006/relationships/image" Target="../media/image78.png"/><Relationship Id="rId34" Type="http://schemas.openxmlformats.org/officeDocument/2006/relationships/image" Target="../media/image91.svg"/><Relationship Id="rId7" Type="http://schemas.openxmlformats.org/officeDocument/2006/relationships/image" Target="../media/image64.png"/><Relationship Id="rId12" Type="http://schemas.openxmlformats.org/officeDocument/2006/relationships/image" Target="../media/image69.sv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svg"/><Relationship Id="rId2" Type="http://schemas.openxmlformats.org/officeDocument/2006/relationships/notesSlide" Target="../notesSlides/notesSlide5.xml"/><Relationship Id="rId16" Type="http://schemas.openxmlformats.org/officeDocument/2006/relationships/image" Target="../media/image73.svg"/><Relationship Id="rId20" Type="http://schemas.openxmlformats.org/officeDocument/2006/relationships/image" Target="../media/image77.svg"/><Relationship Id="rId29" Type="http://schemas.openxmlformats.org/officeDocument/2006/relationships/image" Target="../media/image86.png"/><Relationship Id="rId1" Type="http://schemas.openxmlformats.org/officeDocument/2006/relationships/slideLayout" Target="../slideLayouts/slideLayout6.xml"/><Relationship Id="rId6" Type="http://schemas.openxmlformats.org/officeDocument/2006/relationships/image" Target="../media/image63.svg"/><Relationship Id="rId11" Type="http://schemas.openxmlformats.org/officeDocument/2006/relationships/image" Target="../media/image68.png"/><Relationship Id="rId24" Type="http://schemas.openxmlformats.org/officeDocument/2006/relationships/image" Target="../media/image81.svg"/><Relationship Id="rId32" Type="http://schemas.openxmlformats.org/officeDocument/2006/relationships/image" Target="../media/image89.svg"/><Relationship Id="rId37" Type="http://schemas.openxmlformats.org/officeDocument/2006/relationships/image" Target="../media/image94.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svg"/><Relationship Id="rId36" Type="http://schemas.openxmlformats.org/officeDocument/2006/relationships/image" Target="../media/image93.svg"/><Relationship Id="rId10" Type="http://schemas.openxmlformats.org/officeDocument/2006/relationships/image" Target="../media/image67.sv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svg"/><Relationship Id="rId9" Type="http://schemas.openxmlformats.org/officeDocument/2006/relationships/image" Target="../media/image66.png"/><Relationship Id="rId14" Type="http://schemas.openxmlformats.org/officeDocument/2006/relationships/image" Target="../media/image71.svg"/><Relationship Id="rId22" Type="http://schemas.openxmlformats.org/officeDocument/2006/relationships/image" Target="../media/image79.svg"/><Relationship Id="rId27" Type="http://schemas.openxmlformats.org/officeDocument/2006/relationships/image" Target="../media/image84.png"/><Relationship Id="rId30" Type="http://schemas.openxmlformats.org/officeDocument/2006/relationships/image" Target="../media/image87.svg"/><Relationship Id="rId35" Type="http://schemas.openxmlformats.org/officeDocument/2006/relationships/image" Target="../media/image92.png"/><Relationship Id="rId8" Type="http://schemas.openxmlformats.org/officeDocument/2006/relationships/image" Target="../media/image65.svg"/><Relationship Id="rId3" Type="http://schemas.openxmlformats.org/officeDocument/2006/relationships/image" Target="../media/image60.png"/></Relationships>
</file>

<file path=ppt/slides/_rels/slide6.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chart" Target="../charts/chart1.xml"/><Relationship Id="rId5" Type="http://schemas.openxmlformats.org/officeDocument/2006/relationships/image" Target="../media/image98.png"/><Relationship Id="rId10" Type="http://schemas.openxmlformats.org/officeDocument/2006/relationships/image" Target="../media/image103.svg"/><Relationship Id="rId4" Type="http://schemas.openxmlformats.org/officeDocument/2006/relationships/image" Target="../media/image97.svg"/><Relationship Id="rId9"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9.sv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07.svg"/><Relationship Id="rId11" Type="http://schemas.openxmlformats.org/officeDocument/2006/relationships/image" Target="../media/image112.png"/><Relationship Id="rId5" Type="http://schemas.openxmlformats.org/officeDocument/2006/relationships/image" Target="../media/image106.png"/><Relationship Id="rId10" Type="http://schemas.openxmlformats.org/officeDocument/2006/relationships/image" Target="../media/image111.svg"/><Relationship Id="rId4" Type="http://schemas.openxmlformats.org/officeDocument/2006/relationships/image" Target="../media/image105.svg"/><Relationship Id="rId9" Type="http://schemas.openxmlformats.org/officeDocument/2006/relationships/image" Target="../media/image110.png"/><Relationship Id="rId14" Type="http://schemas.openxmlformats.org/officeDocument/2006/relationships/image" Target="../media/image115.svg"/></Relationships>
</file>

<file path=ppt/slides/_rels/slide8.xml.rels><?xml version="1.0" encoding="UTF-8" standalone="yes"?>
<Relationships xmlns="http://schemas.openxmlformats.org/package/2006/relationships"><Relationship Id="rId8" Type="http://schemas.openxmlformats.org/officeDocument/2006/relationships/image" Target="../media/image121.svg"/><Relationship Id="rId13" Type="http://schemas.openxmlformats.org/officeDocument/2006/relationships/image" Target="../media/image124.png"/><Relationship Id="rId18" Type="http://schemas.openxmlformats.org/officeDocument/2006/relationships/image" Target="../media/image129.sv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3.svg"/><Relationship Id="rId17" Type="http://schemas.openxmlformats.org/officeDocument/2006/relationships/image" Target="../media/image128.png"/><Relationship Id="rId2" Type="http://schemas.openxmlformats.org/officeDocument/2006/relationships/notesSlide" Target="../notesSlides/notesSlide8.xml"/><Relationship Id="rId16" Type="http://schemas.openxmlformats.org/officeDocument/2006/relationships/image" Target="../media/image127.svg"/><Relationship Id="rId1" Type="http://schemas.openxmlformats.org/officeDocument/2006/relationships/slideLayout" Target="../slideLayouts/slideLayout5.xml"/><Relationship Id="rId6" Type="http://schemas.openxmlformats.org/officeDocument/2006/relationships/image" Target="../media/image119.svg"/><Relationship Id="rId11" Type="http://schemas.openxmlformats.org/officeDocument/2006/relationships/image" Target="../media/image48.png"/><Relationship Id="rId5" Type="http://schemas.openxmlformats.org/officeDocument/2006/relationships/image" Target="../media/image118.png"/><Relationship Id="rId15" Type="http://schemas.openxmlformats.org/officeDocument/2006/relationships/image" Target="../media/image126.png"/><Relationship Id="rId10" Type="http://schemas.openxmlformats.org/officeDocument/2006/relationships/image" Target="../media/image122.svg"/><Relationship Id="rId4" Type="http://schemas.openxmlformats.org/officeDocument/2006/relationships/image" Target="../media/image117.svg"/><Relationship Id="rId9" Type="http://schemas.openxmlformats.org/officeDocument/2006/relationships/image" Target="../media/image46.png"/><Relationship Id="rId14" Type="http://schemas.openxmlformats.org/officeDocument/2006/relationships/image" Target="../media/image125.svg"/></Relationships>
</file>

<file path=ppt/slides/_rels/slide9.xml.rels><?xml version="1.0" encoding="UTF-8" standalone="yes"?>
<Relationships xmlns="http://schemas.openxmlformats.org/package/2006/relationships"><Relationship Id="rId8" Type="http://schemas.openxmlformats.org/officeDocument/2006/relationships/image" Target="../media/image135.svg"/><Relationship Id="rId13" Type="http://schemas.openxmlformats.org/officeDocument/2006/relationships/image" Target="../media/image140.png"/><Relationship Id="rId18" Type="http://schemas.openxmlformats.org/officeDocument/2006/relationships/image" Target="../media/image145.svg"/><Relationship Id="rId26" Type="http://schemas.openxmlformats.org/officeDocument/2006/relationships/image" Target="../media/image153.svg"/><Relationship Id="rId3" Type="http://schemas.openxmlformats.org/officeDocument/2006/relationships/image" Target="../media/image130.png"/><Relationship Id="rId21" Type="http://schemas.openxmlformats.org/officeDocument/2006/relationships/image" Target="../media/image148.png"/><Relationship Id="rId7" Type="http://schemas.openxmlformats.org/officeDocument/2006/relationships/image" Target="../media/image134.png"/><Relationship Id="rId12" Type="http://schemas.openxmlformats.org/officeDocument/2006/relationships/image" Target="../media/image139.svg"/><Relationship Id="rId17" Type="http://schemas.openxmlformats.org/officeDocument/2006/relationships/image" Target="../media/image144.png"/><Relationship Id="rId25" Type="http://schemas.openxmlformats.org/officeDocument/2006/relationships/image" Target="../media/image152.png"/><Relationship Id="rId2" Type="http://schemas.openxmlformats.org/officeDocument/2006/relationships/notesSlide" Target="../notesSlides/notesSlide9.xml"/><Relationship Id="rId16" Type="http://schemas.openxmlformats.org/officeDocument/2006/relationships/image" Target="../media/image143.svg"/><Relationship Id="rId20" Type="http://schemas.openxmlformats.org/officeDocument/2006/relationships/image" Target="../media/image147.svg"/><Relationship Id="rId1" Type="http://schemas.openxmlformats.org/officeDocument/2006/relationships/slideLayout" Target="../slideLayouts/slideLayout6.xml"/><Relationship Id="rId6" Type="http://schemas.openxmlformats.org/officeDocument/2006/relationships/image" Target="../media/image133.svg"/><Relationship Id="rId11" Type="http://schemas.openxmlformats.org/officeDocument/2006/relationships/image" Target="../media/image138.png"/><Relationship Id="rId24" Type="http://schemas.openxmlformats.org/officeDocument/2006/relationships/image" Target="../media/image151.svg"/><Relationship Id="rId5" Type="http://schemas.openxmlformats.org/officeDocument/2006/relationships/image" Target="../media/image132.png"/><Relationship Id="rId15" Type="http://schemas.openxmlformats.org/officeDocument/2006/relationships/image" Target="../media/image142.png"/><Relationship Id="rId23" Type="http://schemas.openxmlformats.org/officeDocument/2006/relationships/image" Target="../media/image150.png"/><Relationship Id="rId10" Type="http://schemas.openxmlformats.org/officeDocument/2006/relationships/image" Target="../media/image137.svg"/><Relationship Id="rId19" Type="http://schemas.openxmlformats.org/officeDocument/2006/relationships/image" Target="../media/image146.png"/><Relationship Id="rId4" Type="http://schemas.openxmlformats.org/officeDocument/2006/relationships/image" Target="../media/image131.svg"/><Relationship Id="rId9" Type="http://schemas.openxmlformats.org/officeDocument/2006/relationships/image" Target="../media/image136.png"/><Relationship Id="rId14" Type="http://schemas.openxmlformats.org/officeDocument/2006/relationships/image" Target="../media/image141.svg"/><Relationship Id="rId22" Type="http://schemas.openxmlformats.org/officeDocument/2006/relationships/image" Target="../media/image149.svg"/></Relationships>
</file>

<file path=ppt/slides/_rels/slide1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10.xml"/><Relationship Id="rId1" Type="http://schemas.openxmlformats.org/officeDocument/2006/relationships/slideLayout" Target="../slideLayouts/slideLayout139.xml"/></Relationships>
</file>

<file path=ppt/slides/_rels/slide11.xml.rels><?xml version="1.0" encoding="UTF-8" standalone="yes"?>
<Relationships xmlns="http://schemas.openxmlformats.org/package/2006/relationships"><Relationship Id="rId8" Type="http://schemas.openxmlformats.org/officeDocument/2006/relationships/image" Target="../media/image159.svg"/><Relationship Id="rId13" Type="http://schemas.openxmlformats.org/officeDocument/2006/relationships/image" Target="../media/image164.png"/><Relationship Id="rId18" Type="http://schemas.openxmlformats.org/officeDocument/2006/relationships/image" Target="../media/image168.sv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svg"/><Relationship Id="rId17" Type="http://schemas.openxmlformats.org/officeDocument/2006/relationships/image" Target="../media/image167.png"/><Relationship Id="rId2" Type="http://schemas.openxmlformats.org/officeDocument/2006/relationships/notesSlide" Target="../notesSlides/notesSlide11.xml"/><Relationship Id="rId16" Type="http://schemas.openxmlformats.org/officeDocument/2006/relationships/image" Target="../media/image166.svg"/><Relationship Id="rId20" Type="http://schemas.openxmlformats.org/officeDocument/2006/relationships/image" Target="../media/image170.svg"/><Relationship Id="rId1" Type="http://schemas.openxmlformats.org/officeDocument/2006/relationships/slideLayout" Target="../slideLayouts/slideLayout164.xml"/><Relationship Id="rId6" Type="http://schemas.openxmlformats.org/officeDocument/2006/relationships/image" Target="../media/image157.svg"/><Relationship Id="rId11" Type="http://schemas.openxmlformats.org/officeDocument/2006/relationships/image" Target="../media/image162.png"/><Relationship Id="rId5" Type="http://schemas.openxmlformats.org/officeDocument/2006/relationships/image" Target="../media/image156.png"/><Relationship Id="rId15" Type="http://schemas.openxmlformats.org/officeDocument/2006/relationships/image" Target="../media/image56.png"/><Relationship Id="rId10" Type="http://schemas.openxmlformats.org/officeDocument/2006/relationships/image" Target="../media/image161.svg"/><Relationship Id="rId19" Type="http://schemas.openxmlformats.org/officeDocument/2006/relationships/image" Target="../media/image169.png"/><Relationship Id="rId4" Type="http://schemas.openxmlformats.org/officeDocument/2006/relationships/image" Target="../media/image155.svg"/><Relationship Id="rId9" Type="http://schemas.openxmlformats.org/officeDocument/2006/relationships/image" Target="../media/image160.png"/><Relationship Id="rId14" Type="http://schemas.openxmlformats.org/officeDocument/2006/relationships/image" Target="../media/image165.svg"/></Relationships>
</file>

<file path=ppt/slides/_rels/slide12.xml.rels><?xml version="1.0" encoding="UTF-8" standalone="yes"?>
<Relationships xmlns="http://schemas.openxmlformats.org/package/2006/relationships"><Relationship Id="rId8" Type="http://schemas.openxmlformats.org/officeDocument/2006/relationships/image" Target="../media/image175.svg"/><Relationship Id="rId3" Type="http://schemas.openxmlformats.org/officeDocument/2006/relationships/image" Target="../media/image171.png"/><Relationship Id="rId7" Type="http://schemas.openxmlformats.org/officeDocument/2006/relationships/image" Target="../media/image174.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73.svg"/><Relationship Id="rId5" Type="http://schemas.openxmlformats.org/officeDocument/2006/relationships/image" Target="../media/image158.png"/><Relationship Id="rId10" Type="http://schemas.openxmlformats.org/officeDocument/2006/relationships/image" Target="../media/image177.svg"/><Relationship Id="rId4" Type="http://schemas.openxmlformats.org/officeDocument/2006/relationships/image" Target="../media/image172.svg"/><Relationship Id="rId9" Type="http://schemas.openxmlformats.org/officeDocument/2006/relationships/image" Target="../media/image176.png"/></Relationships>
</file>

<file path=ppt/slides/_rels/slide13.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nam06.safelinks.protection.outlook.com/?url=https%3A%2F%2Faka.ms%2Fai900-automl-lab&amp;data=05%7C01%7Csheryang%40microsoft.com%7Ce80ea2784d9e44eb4d9308da8c39b7d3%7C72f988bf86f141af91ab2d7cd011db47%7C1%7C0%7C637976476805763134%7CUnknown%7CTWFpbGZsb3d8eyJWIjoiMC4wLjAwMDAiLCJQIjoiV2luMzIiLCJBTiI6Ik1haWwiLCJXVCI6Mn0%3D%7C3000%7C%7C%7C&amp;sdata=k1a8ic%2F9CBXgyUVwqLyuBaAgxE2kchsHtH%2Fc5NqCxSE%3D&amp;reserved=0" TargetMode="External"/><Relationship Id="rId2" Type="http://schemas.openxmlformats.org/officeDocument/2006/relationships/notesSlide" Target="../notesSlides/notesSlide14.xml"/><Relationship Id="rId1" Type="http://schemas.openxmlformats.org/officeDocument/2006/relationships/slideLayout" Target="../slideLayouts/slideLayout27.xml"/><Relationship Id="rId4" Type="http://schemas.openxmlformats.org/officeDocument/2006/relationships/image" Target="../media/image179.emf"/></Relationships>
</file>

<file path=ppt/slides/_rels/slide1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181.svg"/></Relationships>
</file>

<file path=ppt/slides/_rels/slide1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image" Target="../media/image183.svg"/></Relationships>
</file>

<file path=ppt/slides/_rels/slide17.xml.rels><?xml version="1.0" encoding="UTF-8" standalone="yes"?>
<Relationships xmlns="http://schemas.openxmlformats.org/package/2006/relationships"><Relationship Id="rId3" Type="http://schemas.openxmlformats.org/officeDocument/2006/relationships/hyperlink" Target="https://aka.ms/intro-visual-ml" TargetMode="External"/><Relationship Id="rId2" Type="http://schemas.openxmlformats.org/officeDocument/2006/relationships/notesSlide" Target="../notesSlides/notesSlide17.xml"/><Relationship Id="rId1" Type="http://schemas.openxmlformats.org/officeDocument/2006/relationships/slideLayout" Target="../slideLayouts/slideLayout27.xml"/><Relationship Id="rId5" Type="http://schemas.openxmlformats.org/officeDocument/2006/relationships/image" Target="../media/image183.svg"/><Relationship Id="rId4" Type="http://schemas.openxmlformats.org/officeDocument/2006/relationships/image" Target="../media/image18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428680" y="2099733"/>
            <a:ext cx="5667319" cy="1577322"/>
          </a:xfrm>
        </p:spPr>
        <p:txBody>
          <a:bodyPr/>
          <a:lstStyle/>
          <a:p>
            <a:br>
              <a:rPr lang="en-US" dirty="0">
                <a:solidFill>
                  <a:schemeClr val="tx1"/>
                </a:solidFill>
              </a:rPr>
            </a:br>
            <a:r>
              <a:rPr lang="en-US" sz="4400" dirty="0">
                <a:solidFill>
                  <a:schemeClr val="bg1">
                    <a:lumMod val="50000"/>
                  </a:schemeClr>
                </a:solidFill>
              </a:rPr>
              <a:t>Explore Fundamentals of Machine Learning</a:t>
            </a:r>
            <a:endParaRPr lang="en-US" dirty="0">
              <a:solidFill>
                <a:schemeClr val="bg1">
                  <a:lumMod val="50000"/>
                </a:schemeClr>
              </a:solidFill>
            </a:endParaRPr>
          </a:p>
        </p:txBody>
      </p:sp>
    </p:spTree>
    <p:extLst>
      <p:ext uri="{BB962C8B-B14F-4D97-AF65-F5344CB8AC3E}">
        <p14:creationId xmlns:p14="http://schemas.microsoft.com/office/powerpoint/2010/main" val="77096437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858947"/>
            <a:ext cx="1959432" cy="910151"/>
          </a:xfrm>
        </p:spPr>
        <p:txBody>
          <a:bodyPr tIns="0" rIns="0" bIns="0">
            <a:noAutofit/>
          </a:bodyPr>
          <a:lstStyle/>
          <a:p>
            <a:br>
              <a:rPr lang="en-US" dirty="0"/>
            </a:br>
            <a:r>
              <a:rPr lang="en-US" dirty="0"/>
              <a:t>Agenda</a:t>
            </a:r>
            <a:br>
              <a:rPr lang="en-US" dirty="0"/>
            </a:br>
            <a:endParaRPr lang="en-US" dirty="0"/>
          </a:p>
        </p:txBody>
      </p:sp>
      <p:sp>
        <p:nvSpPr>
          <p:cNvPr id="6" name="Text Placeholder 5"/>
          <p:cNvSpPr>
            <a:spLocks noGrp="1"/>
          </p:cNvSpPr>
          <p:nvPr>
            <p:ph type="body" sz="quarter" idx="11"/>
          </p:nvPr>
        </p:nvSpPr>
        <p:spPr>
          <a:xfrm>
            <a:off x="4078288" y="1913147"/>
            <a:ext cx="7695070" cy="875013"/>
          </a:xfrm>
        </p:spPr>
        <p:txBody>
          <a:bodyPr/>
          <a:lstStyle/>
          <a:p>
            <a:pPr lvl="1"/>
            <a:r>
              <a:rPr lang="en-US" sz="2400" dirty="0"/>
              <a:t>Introduction to Machine Learning</a:t>
            </a:r>
          </a:p>
        </p:txBody>
      </p:sp>
      <p:sp>
        <p:nvSpPr>
          <p:cNvPr id="2" name="Text Placeholder 1"/>
          <p:cNvSpPr>
            <a:spLocks noGrp="1"/>
          </p:cNvSpPr>
          <p:nvPr>
            <p:ph type="body" sz="quarter" idx="15"/>
          </p:nvPr>
        </p:nvSpPr>
        <p:spPr/>
        <p:txBody>
          <a:bodyPr/>
          <a:lstStyle/>
          <a:p>
            <a:pPr lvl="1"/>
            <a:r>
              <a:rPr lang="en-US" sz="2400" dirty="0"/>
              <a:t>Azure Machine Learning</a:t>
            </a:r>
          </a:p>
        </p:txBody>
      </p:sp>
      <p:grpSp>
        <p:nvGrpSpPr>
          <p:cNvPr id="15" name="Group 14" descr="Icon of three concentric arcs">
            <a:extLst>
              <a:ext uri="{FF2B5EF4-FFF2-40B4-BE49-F238E27FC236}">
                <a16:creationId xmlns:a16="http://schemas.microsoft.com/office/drawing/2014/main" id="{608CDF18-AECC-4FDF-A8F1-216844CC0AD2}"/>
              </a:ext>
            </a:extLst>
          </p:cNvPr>
          <p:cNvGrpSpPr/>
          <p:nvPr/>
        </p:nvGrpSpPr>
        <p:grpSpPr>
          <a:xfrm>
            <a:off x="3032806" y="1999539"/>
            <a:ext cx="702132" cy="702231"/>
            <a:chOff x="3031669" y="1620003"/>
            <a:chExt cx="702132" cy="702231"/>
          </a:xfrm>
        </p:grpSpPr>
        <p:grpSp>
          <p:nvGrpSpPr>
            <p:cNvPr id="21" name="Group 20">
              <a:extLst>
                <a:ext uri="{FF2B5EF4-FFF2-40B4-BE49-F238E27FC236}">
                  <a16:creationId xmlns:a16="http://schemas.microsoft.com/office/drawing/2014/main" id="{6B02610C-D743-4EC3-ADB6-968702F1329E}"/>
                </a:ext>
                <a:ext uri="{C183D7F6-B498-43B3-948B-1728B52AA6E4}">
                  <adec:decorative xmlns:adec="http://schemas.microsoft.com/office/drawing/2017/decorative" val="1"/>
                </a:ext>
              </a:extLst>
            </p:cNvPr>
            <p:cNvGrpSpPr/>
            <p:nvPr/>
          </p:nvGrpSpPr>
          <p:grpSpPr>
            <a:xfrm>
              <a:off x="3031669" y="1620003"/>
              <a:ext cx="702132" cy="702231"/>
              <a:chOff x="7962901" y="3032919"/>
              <a:chExt cx="981074" cy="981076"/>
            </a:xfrm>
          </p:grpSpPr>
          <p:sp>
            <p:nvSpPr>
              <p:cNvPr id="22" name="Freeform 5">
                <a:extLst>
                  <a:ext uri="{FF2B5EF4-FFF2-40B4-BE49-F238E27FC236}">
                    <a16:creationId xmlns:a16="http://schemas.microsoft.com/office/drawing/2014/main" id="{24D747FB-14BE-4011-9D02-705EBB6A6635}"/>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3" name="Freeform 6">
                <a:extLst>
                  <a:ext uri="{FF2B5EF4-FFF2-40B4-BE49-F238E27FC236}">
                    <a16:creationId xmlns:a16="http://schemas.microsoft.com/office/drawing/2014/main" id="{F5D5C1AD-C8B4-4F2F-8083-999CEE96BA08}"/>
                  </a:ext>
                </a:extLst>
              </p:cNvPr>
              <p:cNvSpPr>
                <a:spLocks noEditPoints="1"/>
              </p:cNvSpPr>
              <p:nvPr/>
            </p:nvSpPr>
            <p:spPr bwMode="auto">
              <a:xfrm>
                <a:off x="8031163" y="3102770"/>
                <a:ext cx="846137" cy="844550"/>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39" name="Picture 38" descr="Icon of three concentric arcs">
              <a:extLst>
                <a:ext uri="{FF2B5EF4-FFF2-40B4-BE49-F238E27FC236}">
                  <a16:creationId xmlns:a16="http://schemas.microsoft.com/office/drawing/2014/main" id="{1BC5CA9F-5934-4A70-A2A3-E3718198A66A}"/>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16" name="Group 15" descr="Icon of three concentric arcs">
            <a:extLst>
              <a:ext uri="{FF2B5EF4-FFF2-40B4-BE49-F238E27FC236}">
                <a16:creationId xmlns:a16="http://schemas.microsoft.com/office/drawing/2014/main" id="{F7D2742C-258D-4457-A554-39B2F2764011}"/>
              </a:ext>
            </a:extLst>
          </p:cNvPr>
          <p:cNvGrpSpPr/>
          <p:nvPr/>
        </p:nvGrpSpPr>
        <p:grpSpPr>
          <a:xfrm>
            <a:off x="3032805" y="3077884"/>
            <a:ext cx="702132" cy="702231"/>
            <a:chOff x="3031669" y="1620003"/>
            <a:chExt cx="702132" cy="702231"/>
          </a:xfrm>
        </p:grpSpPr>
        <p:grpSp>
          <p:nvGrpSpPr>
            <p:cNvPr id="18" name="Group 17">
              <a:extLst>
                <a:ext uri="{FF2B5EF4-FFF2-40B4-BE49-F238E27FC236}">
                  <a16:creationId xmlns:a16="http://schemas.microsoft.com/office/drawing/2014/main" id="{C413A325-B81D-4D2F-950A-198CE359AC36}"/>
                </a:ext>
                <a:ext uri="{C183D7F6-B498-43B3-948B-1728B52AA6E4}">
                  <adec:decorative xmlns:adec="http://schemas.microsoft.com/office/drawing/2017/decorative" val="1"/>
                </a:ext>
              </a:extLst>
            </p:cNvPr>
            <p:cNvGrpSpPr/>
            <p:nvPr/>
          </p:nvGrpSpPr>
          <p:grpSpPr>
            <a:xfrm>
              <a:off x="3031669" y="1620003"/>
              <a:ext cx="702132" cy="702231"/>
              <a:chOff x="7962901" y="3032919"/>
              <a:chExt cx="981074" cy="981076"/>
            </a:xfrm>
          </p:grpSpPr>
          <p:sp>
            <p:nvSpPr>
              <p:cNvPr id="20" name="Freeform 5">
                <a:extLst>
                  <a:ext uri="{FF2B5EF4-FFF2-40B4-BE49-F238E27FC236}">
                    <a16:creationId xmlns:a16="http://schemas.microsoft.com/office/drawing/2014/main" id="{35869918-01D1-4B9B-A286-0DE83B66B79F}"/>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4" name="Freeform 6">
                <a:extLst>
                  <a:ext uri="{FF2B5EF4-FFF2-40B4-BE49-F238E27FC236}">
                    <a16:creationId xmlns:a16="http://schemas.microsoft.com/office/drawing/2014/main" id="{33A05620-826A-482E-BF44-D02B94CD800F}"/>
                  </a:ext>
                </a:extLst>
              </p:cNvPr>
              <p:cNvSpPr>
                <a:spLocks noEditPoints="1"/>
              </p:cNvSpPr>
              <p:nvPr/>
            </p:nvSpPr>
            <p:spPr bwMode="auto">
              <a:xfrm>
                <a:off x="8031163" y="3102770"/>
                <a:ext cx="846137" cy="844550"/>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three concentric arcs">
              <a:extLst>
                <a:ext uri="{FF2B5EF4-FFF2-40B4-BE49-F238E27FC236}">
                  <a16:creationId xmlns:a16="http://schemas.microsoft.com/office/drawing/2014/main" id="{1EE1F0E3-5C92-4994-A22A-15C3A5803535}"/>
                </a:ext>
              </a:extLst>
            </p:cNvPr>
            <p:cNvPicPr>
              <a:picLocks noChangeAspect="1"/>
            </p:cNvPicPr>
            <p:nvPr/>
          </p:nvPicPr>
          <p:blipFill>
            <a:blip r:embed="rId3"/>
            <a:stretch>
              <a:fillRect/>
            </a:stretch>
          </p:blipFill>
          <p:spPr>
            <a:xfrm>
              <a:off x="3196572" y="1784956"/>
              <a:ext cx="372325" cy="372325"/>
            </a:xfrm>
            <a:prstGeom prst="rect">
              <a:avLst/>
            </a:prstGeom>
          </p:spPr>
        </p:pic>
      </p:grpSp>
    </p:spTree>
    <p:extLst>
      <p:ext uri="{BB962C8B-B14F-4D97-AF65-F5344CB8AC3E}">
        <p14:creationId xmlns:p14="http://schemas.microsoft.com/office/powerpoint/2010/main" val="424467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sz="3600" dirty="0"/>
              <a:t>Introduction to Machine Learning</a:t>
            </a:r>
            <a:endParaRPr lang="en-US" dirty="0"/>
          </a:p>
        </p:txBody>
      </p:sp>
      <p:pic>
        <p:nvPicPr>
          <p:cNvPr id="2" name="Picture 1" descr="Icon of three concentric arcs">
            <a:extLst>
              <a:ext uri="{FF2B5EF4-FFF2-40B4-BE49-F238E27FC236}">
                <a16:creationId xmlns:a16="http://schemas.microsoft.com/office/drawing/2014/main" id="{8AC2CBA1-CF1D-4600-9B90-30C8B73A53B3}"/>
              </a:ext>
            </a:extLst>
          </p:cNvPr>
          <p:cNvPicPr>
            <a:picLocks noChangeAspect="1"/>
          </p:cNvPicPr>
          <p:nvPr/>
        </p:nvPicPr>
        <p:blipFill>
          <a:blip r:embed="rId3"/>
          <a:stretch>
            <a:fillRect/>
          </a:stretch>
        </p:blipFill>
        <p:spPr>
          <a:xfrm>
            <a:off x="10094976" y="2779776"/>
            <a:ext cx="1280160" cy="1280160"/>
          </a:xfrm>
          <a:prstGeom prst="rect">
            <a:avLst/>
          </a:prstGeom>
        </p:spPr>
      </p:pic>
    </p:spTree>
    <p:extLst>
      <p:ext uri="{BB962C8B-B14F-4D97-AF65-F5344CB8AC3E}">
        <p14:creationId xmlns:p14="http://schemas.microsoft.com/office/powerpoint/2010/main" val="20058127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6B3D-C2BF-4210-87F7-4EFC9629169E}"/>
              </a:ext>
            </a:extLst>
          </p:cNvPr>
          <p:cNvSpPr>
            <a:spLocks noGrp="1"/>
          </p:cNvSpPr>
          <p:nvPr>
            <p:ph type="title"/>
          </p:nvPr>
        </p:nvSpPr>
        <p:spPr>
          <a:xfrm>
            <a:off x="588263" y="457200"/>
            <a:ext cx="11018520" cy="492443"/>
          </a:xfrm>
        </p:spPr>
        <p:txBody>
          <a:bodyPr/>
          <a:lstStyle/>
          <a:p>
            <a:r>
              <a:rPr lang="en-US" sz="3200" dirty="0"/>
              <a:t>What is Machine Learning?</a:t>
            </a:r>
          </a:p>
        </p:txBody>
      </p:sp>
      <p:sp>
        <p:nvSpPr>
          <p:cNvPr id="3" name="Text Placeholder 2">
            <a:extLst>
              <a:ext uri="{FF2B5EF4-FFF2-40B4-BE49-F238E27FC236}">
                <a16:creationId xmlns:a16="http://schemas.microsoft.com/office/drawing/2014/main" id="{7393EC5C-0544-49A0-932B-4D884B9AF2B2}"/>
              </a:ext>
            </a:extLst>
          </p:cNvPr>
          <p:cNvSpPr>
            <a:spLocks noGrp="1"/>
          </p:cNvSpPr>
          <p:nvPr>
            <p:ph type="body" sz="quarter" idx="10"/>
          </p:nvPr>
        </p:nvSpPr>
        <p:spPr>
          <a:xfrm>
            <a:off x="605982" y="1369929"/>
            <a:ext cx="10334812" cy="430887"/>
          </a:xfrm>
        </p:spPr>
        <p:txBody>
          <a:bodyPr/>
          <a:lstStyle/>
          <a:p>
            <a:pPr marL="0" indent="0">
              <a:buNone/>
            </a:pPr>
            <a:r>
              <a:rPr lang="en-US"/>
              <a:t>Creating predictive models by finding relationships in data</a:t>
            </a:r>
          </a:p>
        </p:txBody>
      </p:sp>
      <p:sp>
        <p:nvSpPr>
          <p:cNvPr id="12" name="TextBox 11">
            <a:extLst>
              <a:ext uri="{FF2B5EF4-FFF2-40B4-BE49-F238E27FC236}">
                <a16:creationId xmlns:a16="http://schemas.microsoft.com/office/drawing/2014/main" id="{6A9114B4-7D53-49D2-8708-61C1D02A6B72}"/>
              </a:ext>
            </a:extLst>
          </p:cNvPr>
          <p:cNvSpPr txBox="1"/>
          <p:nvPr/>
        </p:nvSpPr>
        <p:spPr>
          <a:xfrm>
            <a:off x="6964886" y="2505063"/>
            <a:ext cx="5075697" cy="3385542"/>
          </a:xfrm>
          <a:prstGeom prst="rect">
            <a:avLst/>
          </a:prstGeom>
          <a:noFill/>
        </p:spPr>
        <p:txBody>
          <a:bodyPr wrap="square" lIns="0" tIns="0" rIns="0" bIns="0" rtlCol="0">
            <a:spAutoFit/>
          </a:bodyPr>
          <a:lstStyle/>
          <a:p>
            <a:pPr marL="457200" indent="-457200" algn="l">
              <a:buAutoNum type="arabicPeriod"/>
            </a:pPr>
            <a:r>
              <a:rPr lang="en-US" sz="2000" dirty="0">
                <a:gradFill>
                  <a:gsLst>
                    <a:gs pos="2917">
                      <a:schemeClr val="tx1"/>
                    </a:gs>
                    <a:gs pos="30000">
                      <a:schemeClr val="tx1"/>
                    </a:gs>
                  </a:gsLst>
                  <a:lin ang="5400000" scaled="0"/>
                </a:gradFill>
              </a:rPr>
              <a:t>A botanist collects some samples of flowers</a:t>
            </a:r>
          </a:p>
          <a:p>
            <a:pPr marL="457200" indent="-457200" algn="l">
              <a:buAutoNum type="arabicPeriod"/>
            </a:pPr>
            <a:r>
              <a:rPr lang="en-US" sz="2000" dirty="0">
                <a:gradFill>
                  <a:gsLst>
                    <a:gs pos="2917">
                      <a:schemeClr val="tx1"/>
                    </a:gs>
                    <a:gs pos="30000">
                      <a:schemeClr val="tx1"/>
                    </a:gs>
                  </a:gsLst>
                  <a:lin ang="5400000" scaled="0"/>
                </a:gradFill>
              </a:rPr>
              <a:t>Each sample has a set of </a:t>
            </a:r>
            <a:r>
              <a:rPr lang="en-US" sz="2000" i="1" dirty="0">
                <a:gradFill>
                  <a:gsLst>
                    <a:gs pos="2917">
                      <a:schemeClr val="tx1"/>
                    </a:gs>
                    <a:gs pos="30000">
                      <a:schemeClr val="tx1"/>
                    </a:gs>
                  </a:gsLst>
                  <a:lin ang="5400000" scaled="0"/>
                </a:gradFill>
              </a:rPr>
              <a:t>features</a:t>
            </a:r>
            <a:r>
              <a:rPr lang="en-US" sz="2000" dirty="0">
                <a:gradFill>
                  <a:gsLst>
                    <a:gs pos="2917">
                      <a:schemeClr val="tx1"/>
                    </a:gs>
                    <a:gs pos="30000">
                      <a:schemeClr val="tx1"/>
                    </a:gs>
                  </a:gsLst>
                  <a:lin ang="5400000" scaled="0"/>
                </a:gradFill>
              </a:rPr>
              <a:t> (characteristics) and a </a:t>
            </a:r>
            <a:r>
              <a:rPr lang="en-US" sz="2000" i="1" dirty="0">
                <a:gradFill>
                  <a:gsLst>
                    <a:gs pos="2917">
                      <a:schemeClr val="tx1"/>
                    </a:gs>
                    <a:gs pos="30000">
                      <a:schemeClr val="tx1"/>
                    </a:gs>
                  </a:gsLst>
                  <a:lin ang="5400000" scaled="0"/>
                </a:gradFill>
              </a:rPr>
              <a:t>label</a:t>
            </a:r>
            <a:r>
              <a:rPr lang="en-US" sz="2000" dirty="0">
                <a:gradFill>
                  <a:gsLst>
                    <a:gs pos="2917">
                      <a:schemeClr val="tx1"/>
                    </a:gs>
                    <a:gs pos="30000">
                      <a:schemeClr val="tx1"/>
                    </a:gs>
                  </a:gsLst>
                  <a:lin ang="5400000" scaled="0"/>
                </a:gradFill>
              </a:rPr>
              <a:t> (the species)</a:t>
            </a:r>
          </a:p>
          <a:p>
            <a:pPr marL="457200" indent="-457200" algn="l">
              <a:buAutoNum type="arabicPeriod"/>
            </a:pPr>
            <a:r>
              <a:rPr lang="en-US" sz="2000" dirty="0">
                <a:gradFill>
                  <a:gsLst>
                    <a:gs pos="2917">
                      <a:schemeClr val="tx1"/>
                    </a:gs>
                    <a:gs pos="30000">
                      <a:schemeClr val="tx1"/>
                    </a:gs>
                  </a:gsLst>
                  <a:lin ang="5400000" scaled="0"/>
                </a:gradFill>
              </a:rPr>
              <a:t>An algorithm is used to find the relationship between the features and the label</a:t>
            </a:r>
          </a:p>
          <a:p>
            <a:pPr marL="457200" indent="-457200" algn="l">
              <a:buAutoNum type="arabicPeriod"/>
            </a:pPr>
            <a:r>
              <a:rPr lang="en-US" sz="2000" dirty="0">
                <a:gradFill>
                  <a:gsLst>
                    <a:gs pos="2917">
                      <a:schemeClr val="tx1"/>
                    </a:gs>
                    <a:gs pos="30000">
                      <a:schemeClr val="tx1"/>
                    </a:gs>
                  </a:gsLst>
                  <a:lin ang="5400000" scaled="0"/>
                </a:gradFill>
              </a:rPr>
              <a:t>The result is a </a:t>
            </a:r>
            <a:r>
              <a:rPr lang="en-US" sz="2000" i="1" dirty="0">
                <a:gradFill>
                  <a:gsLst>
                    <a:gs pos="2917">
                      <a:schemeClr val="tx1"/>
                    </a:gs>
                    <a:gs pos="30000">
                      <a:schemeClr val="tx1"/>
                    </a:gs>
                  </a:gsLst>
                  <a:lin ang="5400000" scaled="0"/>
                </a:gradFill>
              </a:rPr>
              <a:t>model</a:t>
            </a:r>
            <a:r>
              <a:rPr lang="en-US" sz="2000" dirty="0">
                <a:gradFill>
                  <a:gsLst>
                    <a:gs pos="2917">
                      <a:schemeClr val="tx1"/>
                    </a:gs>
                    <a:gs pos="30000">
                      <a:schemeClr val="tx1"/>
                    </a:gs>
                  </a:gsLst>
                  <a:lin ang="5400000" scaled="0"/>
                </a:gradFill>
              </a:rPr>
              <a:t> that encapsulates those relationships</a:t>
            </a:r>
          </a:p>
          <a:p>
            <a:pPr marL="457200" indent="-457200" algn="l">
              <a:buAutoNum type="arabicPeriod"/>
            </a:pPr>
            <a:r>
              <a:rPr lang="en-US" sz="2000" dirty="0">
                <a:gradFill>
                  <a:gsLst>
                    <a:gs pos="2917">
                      <a:schemeClr val="tx1"/>
                    </a:gs>
                    <a:gs pos="30000">
                      <a:schemeClr val="tx1"/>
                    </a:gs>
                  </a:gsLst>
                  <a:lin ang="5400000" scaled="0"/>
                </a:gradFill>
              </a:rPr>
              <a:t>The model can predict the label of a new sample based on its features</a:t>
            </a:r>
          </a:p>
        </p:txBody>
      </p:sp>
      <p:pic>
        <p:nvPicPr>
          <p:cNvPr id="64" name="Graphic 63" descr="Rose">
            <a:extLst>
              <a:ext uri="{FF2B5EF4-FFF2-40B4-BE49-F238E27FC236}">
                <a16:creationId xmlns:a16="http://schemas.microsoft.com/office/drawing/2014/main" id="{7A3EEC5B-54F4-D823-E46A-5FCE28A246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42892" y="2535989"/>
            <a:ext cx="755362" cy="755362"/>
          </a:xfrm>
          <a:prstGeom prst="rect">
            <a:avLst/>
          </a:prstGeom>
        </p:spPr>
      </p:pic>
      <p:sp>
        <p:nvSpPr>
          <p:cNvPr id="65" name="TextBox 64">
            <a:extLst>
              <a:ext uri="{FF2B5EF4-FFF2-40B4-BE49-F238E27FC236}">
                <a16:creationId xmlns:a16="http://schemas.microsoft.com/office/drawing/2014/main" id="{2ED921B2-5459-8681-F4FD-DBB6A86A700C}"/>
              </a:ext>
            </a:extLst>
          </p:cNvPr>
          <p:cNvSpPr txBox="1"/>
          <p:nvPr/>
        </p:nvSpPr>
        <p:spPr>
          <a:xfrm>
            <a:off x="5174174" y="3251048"/>
            <a:ext cx="1332513" cy="276999"/>
          </a:xfrm>
          <a:prstGeom prst="rect">
            <a:avLst/>
          </a:prstGeom>
          <a:noFill/>
        </p:spPr>
        <p:txBody>
          <a:bodyPr wrap="square" rtlCol="0">
            <a:spAutoFit/>
          </a:bodyPr>
          <a:lstStyle/>
          <a:p>
            <a:r>
              <a:rPr lang="en-US" sz="1200"/>
              <a:t>Rosa Multiflora</a:t>
            </a:r>
          </a:p>
        </p:txBody>
      </p:sp>
      <p:pic>
        <p:nvPicPr>
          <p:cNvPr id="66" name="Graphic 65" descr="Rose">
            <a:extLst>
              <a:ext uri="{FF2B5EF4-FFF2-40B4-BE49-F238E27FC236}">
                <a16:creationId xmlns:a16="http://schemas.microsoft.com/office/drawing/2014/main" id="{6E703D41-1DC1-5465-A40E-FFB6EAFFF3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51862" y="2164662"/>
            <a:ext cx="755362" cy="755362"/>
          </a:xfrm>
          <a:prstGeom prst="rect">
            <a:avLst/>
          </a:prstGeom>
        </p:spPr>
      </p:pic>
      <p:sp>
        <p:nvSpPr>
          <p:cNvPr id="67" name="TextBox 66">
            <a:extLst>
              <a:ext uri="{FF2B5EF4-FFF2-40B4-BE49-F238E27FC236}">
                <a16:creationId xmlns:a16="http://schemas.microsoft.com/office/drawing/2014/main" id="{F185DEF6-C9FB-B044-857E-F46D9E713E28}"/>
              </a:ext>
            </a:extLst>
          </p:cNvPr>
          <p:cNvSpPr txBox="1"/>
          <p:nvPr/>
        </p:nvSpPr>
        <p:spPr>
          <a:xfrm>
            <a:off x="3642545" y="2855259"/>
            <a:ext cx="1332513" cy="276999"/>
          </a:xfrm>
          <a:prstGeom prst="rect">
            <a:avLst/>
          </a:prstGeom>
          <a:noFill/>
        </p:spPr>
        <p:txBody>
          <a:bodyPr wrap="square" rtlCol="0">
            <a:spAutoFit/>
          </a:bodyPr>
          <a:lstStyle/>
          <a:p>
            <a:r>
              <a:rPr lang="en-US" sz="1200"/>
              <a:t>Rosa Multiflora</a:t>
            </a:r>
          </a:p>
        </p:txBody>
      </p:sp>
      <p:pic>
        <p:nvPicPr>
          <p:cNvPr id="68" name="Graphic 67" descr="Rose">
            <a:extLst>
              <a:ext uri="{FF2B5EF4-FFF2-40B4-BE49-F238E27FC236}">
                <a16:creationId xmlns:a16="http://schemas.microsoft.com/office/drawing/2014/main" id="{F7740225-FD1C-BD71-FFFE-B5D958790A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2559066" y="5758760"/>
            <a:ext cx="755362" cy="755362"/>
          </a:xfrm>
          <a:prstGeom prst="rect">
            <a:avLst/>
          </a:prstGeom>
        </p:spPr>
      </p:pic>
      <p:sp>
        <p:nvSpPr>
          <p:cNvPr id="69" name="TextBox 68">
            <a:extLst>
              <a:ext uri="{FF2B5EF4-FFF2-40B4-BE49-F238E27FC236}">
                <a16:creationId xmlns:a16="http://schemas.microsoft.com/office/drawing/2014/main" id="{17BB798B-724C-1FAF-28C5-38FA4E7EA55F}"/>
              </a:ext>
            </a:extLst>
          </p:cNvPr>
          <p:cNvSpPr txBox="1"/>
          <p:nvPr/>
        </p:nvSpPr>
        <p:spPr>
          <a:xfrm>
            <a:off x="2393568" y="6405929"/>
            <a:ext cx="1332513" cy="276999"/>
          </a:xfrm>
          <a:prstGeom prst="rect">
            <a:avLst/>
          </a:prstGeom>
          <a:noFill/>
        </p:spPr>
        <p:txBody>
          <a:bodyPr wrap="square" rtlCol="0">
            <a:spAutoFit/>
          </a:bodyPr>
          <a:lstStyle/>
          <a:p>
            <a:r>
              <a:rPr lang="en-US" sz="1200"/>
              <a:t>Rosa Multiflora</a:t>
            </a:r>
          </a:p>
        </p:txBody>
      </p:sp>
      <p:pic>
        <p:nvPicPr>
          <p:cNvPr id="70" name="Graphic 69" descr="Flower">
            <a:extLst>
              <a:ext uri="{FF2B5EF4-FFF2-40B4-BE49-F238E27FC236}">
                <a16:creationId xmlns:a16="http://schemas.microsoft.com/office/drawing/2014/main" id="{8ECD5729-2E37-F7AC-3CFD-AC5F7EEC835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1217" y="5245054"/>
            <a:ext cx="755362" cy="755362"/>
          </a:xfrm>
          <a:prstGeom prst="rect">
            <a:avLst/>
          </a:prstGeom>
        </p:spPr>
      </p:pic>
      <p:sp>
        <p:nvSpPr>
          <p:cNvPr id="71" name="TextBox 70">
            <a:extLst>
              <a:ext uri="{FF2B5EF4-FFF2-40B4-BE49-F238E27FC236}">
                <a16:creationId xmlns:a16="http://schemas.microsoft.com/office/drawing/2014/main" id="{3D6AB9B5-FAF6-ACD7-A865-E5F73E21E9AE}"/>
              </a:ext>
            </a:extLst>
          </p:cNvPr>
          <p:cNvSpPr txBox="1"/>
          <p:nvPr/>
        </p:nvSpPr>
        <p:spPr>
          <a:xfrm>
            <a:off x="905364" y="5933769"/>
            <a:ext cx="613474" cy="276999"/>
          </a:xfrm>
          <a:prstGeom prst="rect">
            <a:avLst/>
          </a:prstGeom>
          <a:noFill/>
        </p:spPr>
        <p:txBody>
          <a:bodyPr wrap="square" rtlCol="0">
            <a:spAutoFit/>
          </a:bodyPr>
          <a:lstStyle/>
          <a:p>
            <a:r>
              <a:rPr lang="en-US" sz="1200"/>
              <a:t>Tulipa</a:t>
            </a:r>
          </a:p>
        </p:txBody>
      </p:sp>
      <p:pic>
        <p:nvPicPr>
          <p:cNvPr id="72" name="Graphic 71" descr="Flower">
            <a:extLst>
              <a:ext uri="{FF2B5EF4-FFF2-40B4-BE49-F238E27FC236}">
                <a16:creationId xmlns:a16="http://schemas.microsoft.com/office/drawing/2014/main" id="{74EC6F73-56E0-2B66-F865-24A820C1906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32769" y="4013683"/>
            <a:ext cx="755362" cy="755362"/>
          </a:xfrm>
          <a:prstGeom prst="rect">
            <a:avLst/>
          </a:prstGeom>
        </p:spPr>
      </p:pic>
      <p:sp>
        <p:nvSpPr>
          <p:cNvPr id="73" name="TextBox 72">
            <a:extLst>
              <a:ext uri="{FF2B5EF4-FFF2-40B4-BE49-F238E27FC236}">
                <a16:creationId xmlns:a16="http://schemas.microsoft.com/office/drawing/2014/main" id="{0DA7F814-F614-3819-BAA5-32E482F57485}"/>
              </a:ext>
            </a:extLst>
          </p:cNvPr>
          <p:cNvSpPr txBox="1"/>
          <p:nvPr/>
        </p:nvSpPr>
        <p:spPr>
          <a:xfrm>
            <a:off x="1688776" y="4699782"/>
            <a:ext cx="613474" cy="276999"/>
          </a:xfrm>
          <a:prstGeom prst="rect">
            <a:avLst/>
          </a:prstGeom>
          <a:noFill/>
        </p:spPr>
        <p:txBody>
          <a:bodyPr wrap="square" rtlCol="0">
            <a:spAutoFit/>
          </a:bodyPr>
          <a:lstStyle/>
          <a:p>
            <a:r>
              <a:rPr lang="en-US" sz="1200"/>
              <a:t>Tulipa</a:t>
            </a:r>
          </a:p>
        </p:txBody>
      </p:sp>
      <p:grpSp>
        <p:nvGrpSpPr>
          <p:cNvPr id="74" name="Group 73">
            <a:extLst>
              <a:ext uri="{FF2B5EF4-FFF2-40B4-BE49-F238E27FC236}">
                <a16:creationId xmlns:a16="http://schemas.microsoft.com/office/drawing/2014/main" id="{7F4C3B77-8CC0-A4AD-5CE4-137061EB954A}"/>
              </a:ext>
            </a:extLst>
          </p:cNvPr>
          <p:cNvGrpSpPr/>
          <p:nvPr/>
        </p:nvGrpSpPr>
        <p:grpSpPr>
          <a:xfrm>
            <a:off x="605982" y="3251048"/>
            <a:ext cx="812594" cy="1048146"/>
            <a:chOff x="3137858" y="2049494"/>
            <a:chExt cx="983683" cy="1268829"/>
          </a:xfrm>
        </p:grpSpPr>
        <p:pic>
          <p:nvPicPr>
            <p:cNvPr id="75" name="Graphic 74" descr="Flower without stem">
              <a:extLst>
                <a:ext uri="{FF2B5EF4-FFF2-40B4-BE49-F238E27FC236}">
                  <a16:creationId xmlns:a16="http://schemas.microsoft.com/office/drawing/2014/main" id="{CA1A7E41-87AB-C877-FB2D-9A98500A573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07141" y="2049494"/>
              <a:ext cx="914400" cy="914400"/>
            </a:xfrm>
            <a:prstGeom prst="rect">
              <a:avLst/>
            </a:prstGeom>
          </p:spPr>
        </p:pic>
        <p:sp>
          <p:nvSpPr>
            <p:cNvPr id="76" name="Arc 75">
              <a:extLst>
                <a:ext uri="{FF2B5EF4-FFF2-40B4-BE49-F238E27FC236}">
                  <a16:creationId xmlns:a16="http://schemas.microsoft.com/office/drawing/2014/main" id="{462D8DA3-361F-1105-459F-A35B75DFD11E}"/>
                </a:ext>
              </a:extLst>
            </p:cNvPr>
            <p:cNvSpPr/>
            <p:nvPr/>
          </p:nvSpPr>
          <p:spPr>
            <a:xfrm rot="1841132">
              <a:off x="3137858" y="2505523"/>
              <a:ext cx="593311" cy="812800"/>
            </a:xfrm>
            <a:prstGeom prst="arc">
              <a:avLst>
                <a:gd name="adj1" fmla="val 17888477"/>
                <a:gd name="adj2" fmla="val 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grpSp>
      <p:sp>
        <p:nvSpPr>
          <p:cNvPr id="77" name="TextBox 76">
            <a:extLst>
              <a:ext uri="{FF2B5EF4-FFF2-40B4-BE49-F238E27FC236}">
                <a16:creationId xmlns:a16="http://schemas.microsoft.com/office/drawing/2014/main" id="{4DEFD71C-2EEE-6F5D-084F-96CB59F2D25E}"/>
              </a:ext>
            </a:extLst>
          </p:cNvPr>
          <p:cNvSpPr txBox="1"/>
          <p:nvPr/>
        </p:nvSpPr>
        <p:spPr>
          <a:xfrm>
            <a:off x="606831" y="4089550"/>
            <a:ext cx="1167200" cy="276999"/>
          </a:xfrm>
          <a:prstGeom prst="rect">
            <a:avLst/>
          </a:prstGeom>
          <a:noFill/>
        </p:spPr>
        <p:txBody>
          <a:bodyPr wrap="square" rtlCol="0">
            <a:spAutoFit/>
          </a:bodyPr>
          <a:lstStyle/>
          <a:p>
            <a:r>
              <a:rPr lang="en-US" sz="1200"/>
              <a:t>Bellis </a:t>
            </a:r>
            <a:r>
              <a:rPr lang="en-US" sz="1200" err="1"/>
              <a:t>Perenis</a:t>
            </a:r>
            <a:endParaRPr lang="en-US" sz="1200"/>
          </a:p>
        </p:txBody>
      </p:sp>
      <p:grpSp>
        <p:nvGrpSpPr>
          <p:cNvPr id="78" name="Group 77">
            <a:extLst>
              <a:ext uri="{FF2B5EF4-FFF2-40B4-BE49-F238E27FC236}">
                <a16:creationId xmlns:a16="http://schemas.microsoft.com/office/drawing/2014/main" id="{AC02AFE2-EA94-19BD-A49B-3841E1E49F3A}"/>
              </a:ext>
            </a:extLst>
          </p:cNvPr>
          <p:cNvGrpSpPr/>
          <p:nvPr/>
        </p:nvGrpSpPr>
        <p:grpSpPr>
          <a:xfrm flipH="1">
            <a:off x="4958725" y="5473710"/>
            <a:ext cx="838298" cy="1003574"/>
            <a:chOff x="6164291" y="1197334"/>
            <a:chExt cx="1014798" cy="1214872"/>
          </a:xfrm>
        </p:grpSpPr>
        <p:pic>
          <p:nvPicPr>
            <p:cNvPr id="79" name="Graphic 78" descr="Flower without stem">
              <a:extLst>
                <a:ext uri="{FF2B5EF4-FFF2-40B4-BE49-F238E27FC236}">
                  <a16:creationId xmlns:a16="http://schemas.microsoft.com/office/drawing/2014/main" id="{1CF6AE91-FC29-12FF-9855-5996F73B44F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995057">
              <a:off x="6264689" y="1197334"/>
              <a:ext cx="914400" cy="914400"/>
            </a:xfrm>
            <a:prstGeom prst="rect">
              <a:avLst/>
            </a:prstGeom>
          </p:spPr>
        </p:pic>
        <p:sp>
          <p:nvSpPr>
            <p:cNvPr id="80" name="Arc 79">
              <a:extLst>
                <a:ext uri="{FF2B5EF4-FFF2-40B4-BE49-F238E27FC236}">
                  <a16:creationId xmlns:a16="http://schemas.microsoft.com/office/drawing/2014/main" id="{5DAB11BE-1C40-9DC6-9CFC-AD2A8E4CFED9}"/>
                </a:ext>
              </a:extLst>
            </p:cNvPr>
            <p:cNvSpPr/>
            <p:nvPr/>
          </p:nvSpPr>
          <p:spPr>
            <a:xfrm rot="1841132">
              <a:off x="6164291" y="1599406"/>
              <a:ext cx="593311" cy="812800"/>
            </a:xfrm>
            <a:prstGeom prst="arc">
              <a:avLst>
                <a:gd name="adj1" fmla="val 17888477"/>
                <a:gd name="adj2" fmla="val 0"/>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grpSp>
      <p:sp>
        <p:nvSpPr>
          <p:cNvPr id="81" name="TextBox 80">
            <a:extLst>
              <a:ext uri="{FF2B5EF4-FFF2-40B4-BE49-F238E27FC236}">
                <a16:creationId xmlns:a16="http://schemas.microsoft.com/office/drawing/2014/main" id="{E624E297-AE54-EC27-5A2E-2EF0F3E31B1A}"/>
              </a:ext>
            </a:extLst>
          </p:cNvPr>
          <p:cNvSpPr txBox="1"/>
          <p:nvPr/>
        </p:nvSpPr>
        <p:spPr>
          <a:xfrm>
            <a:off x="4854367" y="6266676"/>
            <a:ext cx="1167200" cy="276999"/>
          </a:xfrm>
          <a:prstGeom prst="rect">
            <a:avLst/>
          </a:prstGeom>
          <a:noFill/>
        </p:spPr>
        <p:txBody>
          <a:bodyPr wrap="square" rtlCol="0">
            <a:spAutoFit/>
          </a:bodyPr>
          <a:lstStyle/>
          <a:p>
            <a:r>
              <a:rPr lang="en-US" sz="1200"/>
              <a:t>Bellis </a:t>
            </a:r>
            <a:r>
              <a:rPr lang="en-US" sz="1200" err="1"/>
              <a:t>Perenis</a:t>
            </a:r>
            <a:endParaRPr lang="en-US" sz="1200"/>
          </a:p>
        </p:txBody>
      </p:sp>
      <p:grpSp>
        <p:nvGrpSpPr>
          <p:cNvPr id="82" name="Group 81">
            <a:extLst>
              <a:ext uri="{FF2B5EF4-FFF2-40B4-BE49-F238E27FC236}">
                <a16:creationId xmlns:a16="http://schemas.microsoft.com/office/drawing/2014/main" id="{8CC855AF-020F-87AF-BB36-12CC2207B6C6}"/>
              </a:ext>
            </a:extLst>
          </p:cNvPr>
          <p:cNvGrpSpPr/>
          <p:nvPr/>
        </p:nvGrpSpPr>
        <p:grpSpPr>
          <a:xfrm>
            <a:off x="879493" y="2001805"/>
            <a:ext cx="838298" cy="1003574"/>
            <a:chOff x="6164291" y="1197334"/>
            <a:chExt cx="1014798" cy="1214872"/>
          </a:xfrm>
        </p:grpSpPr>
        <p:pic>
          <p:nvPicPr>
            <p:cNvPr id="83" name="Graphic 82" descr="Flower without stem">
              <a:extLst>
                <a:ext uri="{FF2B5EF4-FFF2-40B4-BE49-F238E27FC236}">
                  <a16:creationId xmlns:a16="http://schemas.microsoft.com/office/drawing/2014/main" id="{8B721AF9-DF08-BDA9-6DA2-E293C1136C9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995057">
              <a:off x="6264689" y="1197334"/>
              <a:ext cx="914400" cy="914400"/>
            </a:xfrm>
            <a:prstGeom prst="rect">
              <a:avLst/>
            </a:prstGeom>
          </p:spPr>
        </p:pic>
        <p:sp>
          <p:nvSpPr>
            <p:cNvPr id="84" name="Arc 83">
              <a:extLst>
                <a:ext uri="{FF2B5EF4-FFF2-40B4-BE49-F238E27FC236}">
                  <a16:creationId xmlns:a16="http://schemas.microsoft.com/office/drawing/2014/main" id="{A8F7F2D5-4929-916F-5CC3-5DE0FF8DA305}"/>
                </a:ext>
              </a:extLst>
            </p:cNvPr>
            <p:cNvSpPr/>
            <p:nvPr/>
          </p:nvSpPr>
          <p:spPr>
            <a:xfrm rot="1841132">
              <a:off x="6164291" y="1599406"/>
              <a:ext cx="593311" cy="812800"/>
            </a:xfrm>
            <a:prstGeom prst="arc">
              <a:avLst>
                <a:gd name="adj1" fmla="val 17888477"/>
                <a:gd name="adj2" fmla="val 0"/>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grpSp>
      <p:sp>
        <p:nvSpPr>
          <p:cNvPr id="85" name="TextBox 84">
            <a:extLst>
              <a:ext uri="{FF2B5EF4-FFF2-40B4-BE49-F238E27FC236}">
                <a16:creationId xmlns:a16="http://schemas.microsoft.com/office/drawing/2014/main" id="{FEE828F1-3634-9A4D-9117-FD49B20F8E5B}"/>
              </a:ext>
            </a:extLst>
          </p:cNvPr>
          <p:cNvSpPr txBox="1"/>
          <p:nvPr/>
        </p:nvSpPr>
        <p:spPr>
          <a:xfrm>
            <a:off x="903086" y="2781525"/>
            <a:ext cx="1167200" cy="276999"/>
          </a:xfrm>
          <a:prstGeom prst="rect">
            <a:avLst/>
          </a:prstGeom>
          <a:noFill/>
        </p:spPr>
        <p:txBody>
          <a:bodyPr wrap="square" rtlCol="0">
            <a:spAutoFit/>
          </a:bodyPr>
          <a:lstStyle/>
          <a:p>
            <a:r>
              <a:rPr lang="en-US" sz="1200"/>
              <a:t>Bellis </a:t>
            </a:r>
            <a:r>
              <a:rPr lang="en-US" sz="1200" err="1"/>
              <a:t>Perenis</a:t>
            </a:r>
            <a:endParaRPr lang="en-US" sz="1200"/>
          </a:p>
        </p:txBody>
      </p:sp>
      <p:pic>
        <p:nvPicPr>
          <p:cNvPr id="86" name="Graphic 85" descr="Single gear">
            <a:extLst>
              <a:ext uri="{FF2B5EF4-FFF2-40B4-BE49-F238E27FC236}">
                <a16:creationId xmlns:a16="http://schemas.microsoft.com/office/drawing/2014/main" id="{235208F0-6C9C-3E2A-67D8-2D9104B526A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609692" y="2972079"/>
            <a:ext cx="1514874" cy="1514874"/>
          </a:xfrm>
          <a:prstGeom prst="rect">
            <a:avLst/>
          </a:prstGeom>
        </p:spPr>
      </p:pic>
      <p:pic>
        <p:nvPicPr>
          <p:cNvPr id="87" name="Graphic 86" descr="Single gear">
            <a:extLst>
              <a:ext uri="{FF2B5EF4-FFF2-40B4-BE49-F238E27FC236}">
                <a16:creationId xmlns:a16="http://schemas.microsoft.com/office/drawing/2014/main" id="{328593C5-F346-30F4-D720-4296BF9E41E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288600" y="4026552"/>
            <a:ext cx="1514874" cy="1514874"/>
          </a:xfrm>
          <a:prstGeom prst="rect">
            <a:avLst/>
          </a:prstGeom>
        </p:spPr>
      </p:pic>
      <p:pic>
        <p:nvPicPr>
          <p:cNvPr id="88" name="Graphic 87" descr="Flower">
            <a:extLst>
              <a:ext uri="{FF2B5EF4-FFF2-40B4-BE49-F238E27FC236}">
                <a16:creationId xmlns:a16="http://schemas.microsoft.com/office/drawing/2014/main" id="{28CD989B-176B-6A62-49CB-5B0B82BC265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9198" y="4249516"/>
            <a:ext cx="755362" cy="755362"/>
          </a:xfrm>
          <a:prstGeom prst="rect">
            <a:avLst/>
          </a:prstGeom>
        </p:spPr>
      </p:pic>
      <p:sp>
        <p:nvSpPr>
          <p:cNvPr id="89" name="TextBox 88">
            <a:extLst>
              <a:ext uri="{FF2B5EF4-FFF2-40B4-BE49-F238E27FC236}">
                <a16:creationId xmlns:a16="http://schemas.microsoft.com/office/drawing/2014/main" id="{BA153F0A-3C34-9630-E7CD-A6B4B1B727EA}"/>
              </a:ext>
            </a:extLst>
          </p:cNvPr>
          <p:cNvSpPr txBox="1"/>
          <p:nvPr/>
        </p:nvSpPr>
        <p:spPr>
          <a:xfrm>
            <a:off x="6083345" y="4938231"/>
            <a:ext cx="613474" cy="276999"/>
          </a:xfrm>
          <a:prstGeom prst="rect">
            <a:avLst/>
          </a:prstGeom>
          <a:noFill/>
        </p:spPr>
        <p:txBody>
          <a:bodyPr wrap="square" rtlCol="0">
            <a:spAutoFit/>
          </a:bodyPr>
          <a:lstStyle/>
          <a:p>
            <a:r>
              <a:rPr lang="en-US" sz="1200"/>
              <a:t>Tulipa</a:t>
            </a:r>
          </a:p>
        </p:txBody>
      </p:sp>
      <p:pic>
        <p:nvPicPr>
          <p:cNvPr id="90" name="Graphic 89" descr="Head with gears">
            <a:extLst>
              <a:ext uri="{FF2B5EF4-FFF2-40B4-BE49-F238E27FC236}">
                <a16:creationId xmlns:a16="http://schemas.microsoft.com/office/drawing/2014/main" id="{29DA18ED-3318-6302-D084-599E555F16F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760153" y="3305262"/>
            <a:ext cx="2109061" cy="2109061"/>
          </a:xfrm>
          <a:prstGeom prst="rect">
            <a:avLst/>
          </a:prstGeom>
        </p:spPr>
      </p:pic>
      <p:sp>
        <p:nvSpPr>
          <p:cNvPr id="91" name="Speech Bubble: Rectangle with Corners Rounded 90">
            <a:extLst>
              <a:ext uri="{FF2B5EF4-FFF2-40B4-BE49-F238E27FC236}">
                <a16:creationId xmlns:a16="http://schemas.microsoft.com/office/drawing/2014/main" id="{E7FA3B1D-7AC6-6121-9FFE-762B67525A7F}"/>
              </a:ext>
            </a:extLst>
          </p:cNvPr>
          <p:cNvSpPr/>
          <p:nvPr/>
        </p:nvSpPr>
        <p:spPr>
          <a:xfrm>
            <a:off x="4878093" y="5004878"/>
            <a:ext cx="1405895" cy="511477"/>
          </a:xfrm>
          <a:prstGeom prst="wedgeRoundRectCallout">
            <a:avLst>
              <a:gd name="adj1" fmla="val -65162"/>
              <a:gd name="adj2" fmla="val -9405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Bellis </a:t>
            </a:r>
            <a:r>
              <a:rPr lang="en-US" sz="1200" err="1"/>
              <a:t>Perenis</a:t>
            </a:r>
            <a:endParaRPr lang="en-US" sz="1200"/>
          </a:p>
        </p:txBody>
      </p:sp>
    </p:spTree>
    <p:extLst>
      <p:ext uri="{BB962C8B-B14F-4D97-AF65-F5344CB8AC3E}">
        <p14:creationId xmlns:p14="http://schemas.microsoft.com/office/powerpoint/2010/main" val="206685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par>
                                <p:cTn id="8" presetID="10" presetClass="entr" presetSubtype="0" fill="hold" nodeType="withEffect">
                                  <p:stCondLst>
                                    <p:cond delay="0"/>
                                  </p:stCondLst>
                                  <p:childTnLst>
                                    <p:set>
                                      <p:cBhvr>
                                        <p:cTn id="9" dur="1" fill="hold">
                                          <p:stCondLst>
                                            <p:cond delay="0"/>
                                          </p:stCondLst>
                                        </p:cTn>
                                        <p:tgtEl>
                                          <p:spTgt spid="74"/>
                                        </p:tgtEl>
                                        <p:attrNameLst>
                                          <p:attrName>style.visibility</p:attrName>
                                        </p:attrNameLst>
                                      </p:cBhvr>
                                      <p:to>
                                        <p:strVal val="visible"/>
                                      </p:to>
                                    </p:set>
                                    <p:animEffect transition="in" filter="fade">
                                      <p:cBhvr>
                                        <p:cTn id="10" dur="500"/>
                                        <p:tgtEl>
                                          <p:spTgt spid="74"/>
                                        </p:tgtEl>
                                      </p:cBhvr>
                                    </p:animEffect>
                                  </p:childTnLst>
                                </p:cTn>
                              </p:par>
                              <p:par>
                                <p:cTn id="11" presetID="10" presetClass="entr" presetSubtype="0" fill="hold"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500"/>
                                        <p:tgtEl>
                                          <p:spTgt spid="82"/>
                                        </p:tgtEl>
                                      </p:cBhvr>
                                    </p:animEffect>
                                  </p:childTnLst>
                                </p:cTn>
                              </p:par>
                              <p:par>
                                <p:cTn id="14" presetID="10" presetClass="entr" presetSubtype="0" fill="hold"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10" presetClass="entr" presetSubtype="0" fill="hold" nodeType="with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500"/>
                                        <p:tgtEl>
                                          <p:spTgt spid="70"/>
                                        </p:tgtEl>
                                      </p:cBhvr>
                                    </p:animEffect>
                                  </p:childTnLst>
                                </p:cTn>
                              </p:par>
                              <p:par>
                                <p:cTn id="20" presetID="10" presetClass="entr" presetSubtype="0" fill="hold"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par>
                                <p:cTn id="23" presetID="10" presetClass="entr" presetSubtype="0" fill="hold" nodeType="with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fade">
                                      <p:cBhvr>
                                        <p:cTn id="25" dur="500"/>
                                        <p:tgtEl>
                                          <p:spTgt spid="78"/>
                                        </p:tgtEl>
                                      </p:cBhvr>
                                    </p:animEffect>
                                  </p:childTnLst>
                                </p:cTn>
                              </p:par>
                              <p:par>
                                <p:cTn id="26" presetID="10" presetClass="entr" presetSubtype="0" fill="hold" nodeType="with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p:cTn id="28" dur="500"/>
                                        <p:tgtEl>
                                          <p:spTgt spid="68"/>
                                        </p:tgtEl>
                                      </p:cBhvr>
                                    </p:animEffect>
                                  </p:childTnLst>
                                </p:cTn>
                              </p:par>
                              <p:par>
                                <p:cTn id="29" presetID="10"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fade">
                                      <p:cBhvr>
                                        <p:cTn id="31" dur="500"/>
                                        <p:tgtEl>
                                          <p:spTgt spid="8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3"/>
                                        </p:tgtEl>
                                        <p:attrNameLst>
                                          <p:attrName>style.visibility</p:attrName>
                                        </p:attrNameLst>
                                      </p:cBhvr>
                                      <p:to>
                                        <p:strVal val="visible"/>
                                      </p:to>
                                    </p:set>
                                    <p:animEffect transition="in" filter="fade">
                                      <p:cBhvr>
                                        <p:cTn id="36" dur="500"/>
                                        <p:tgtEl>
                                          <p:spTgt spid="7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animEffect transition="in" filter="fade">
                                      <p:cBhvr>
                                        <p:cTn id="39" dur="500"/>
                                        <p:tgtEl>
                                          <p:spTgt spid="7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5"/>
                                        </p:tgtEl>
                                        <p:attrNameLst>
                                          <p:attrName>style.visibility</p:attrName>
                                        </p:attrNameLst>
                                      </p:cBhvr>
                                      <p:to>
                                        <p:strVal val="visible"/>
                                      </p:to>
                                    </p:set>
                                    <p:animEffect transition="in" filter="fade">
                                      <p:cBhvr>
                                        <p:cTn id="42" dur="500"/>
                                        <p:tgtEl>
                                          <p:spTgt spid="8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fade">
                                      <p:cBhvr>
                                        <p:cTn id="45" dur="500"/>
                                        <p:tgtEl>
                                          <p:spTgt spid="6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fade">
                                      <p:cBhvr>
                                        <p:cTn id="48" dur="500"/>
                                        <p:tgtEl>
                                          <p:spTgt spid="6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fade">
                                      <p:cBhvr>
                                        <p:cTn id="51" dur="500"/>
                                        <p:tgtEl>
                                          <p:spTgt spid="7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81"/>
                                        </p:tgtEl>
                                        <p:attrNameLst>
                                          <p:attrName>style.visibility</p:attrName>
                                        </p:attrNameLst>
                                      </p:cBhvr>
                                      <p:to>
                                        <p:strVal val="visible"/>
                                      </p:to>
                                    </p:set>
                                    <p:animEffect transition="in" filter="fade">
                                      <p:cBhvr>
                                        <p:cTn id="54" dur="500"/>
                                        <p:tgtEl>
                                          <p:spTgt spid="8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fade">
                                      <p:cBhvr>
                                        <p:cTn id="57" dur="500"/>
                                        <p:tgtEl>
                                          <p:spTgt spid="6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9"/>
                                        </p:tgtEl>
                                        <p:attrNameLst>
                                          <p:attrName>style.visibility</p:attrName>
                                        </p:attrNameLst>
                                      </p:cBhvr>
                                      <p:to>
                                        <p:strVal val="visible"/>
                                      </p:to>
                                    </p:set>
                                    <p:animEffect transition="in" filter="fade">
                                      <p:cBhvr>
                                        <p:cTn id="60" dur="500"/>
                                        <p:tgtEl>
                                          <p:spTgt spid="8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6"/>
                                        </p:tgtEl>
                                        <p:attrNameLst>
                                          <p:attrName>style.visibility</p:attrName>
                                        </p:attrNameLst>
                                      </p:cBhvr>
                                      <p:to>
                                        <p:strVal val="visible"/>
                                      </p:to>
                                    </p:set>
                                    <p:animEffect transition="in" filter="fade">
                                      <p:cBhvr>
                                        <p:cTn id="65" dur="500"/>
                                        <p:tgtEl>
                                          <p:spTgt spid="86"/>
                                        </p:tgtEl>
                                      </p:cBhvr>
                                    </p:animEffect>
                                  </p:childTnLst>
                                </p:cTn>
                              </p:par>
                              <p:par>
                                <p:cTn id="66" presetID="10" presetClass="entr" presetSubtype="0" fill="hold" nodeType="withEffect">
                                  <p:stCondLst>
                                    <p:cond delay="0"/>
                                  </p:stCondLst>
                                  <p:childTnLst>
                                    <p:set>
                                      <p:cBhvr>
                                        <p:cTn id="67" dur="1" fill="hold">
                                          <p:stCondLst>
                                            <p:cond delay="0"/>
                                          </p:stCondLst>
                                        </p:cTn>
                                        <p:tgtEl>
                                          <p:spTgt spid="87"/>
                                        </p:tgtEl>
                                        <p:attrNameLst>
                                          <p:attrName>style.visibility</p:attrName>
                                        </p:attrNameLst>
                                      </p:cBhvr>
                                      <p:to>
                                        <p:strVal val="visible"/>
                                      </p:to>
                                    </p:set>
                                    <p:animEffect transition="in" filter="fade">
                                      <p:cBhvr>
                                        <p:cTn id="68" dur="500"/>
                                        <p:tgtEl>
                                          <p:spTgt spid="87"/>
                                        </p:tgtEl>
                                      </p:cBhvr>
                                    </p:animEffect>
                                  </p:childTnLst>
                                </p:cTn>
                              </p:par>
                            </p:childTnLst>
                          </p:cTn>
                        </p:par>
                        <p:par>
                          <p:cTn id="69" fill="hold">
                            <p:stCondLst>
                              <p:cond delay="500"/>
                            </p:stCondLst>
                            <p:childTnLst>
                              <p:par>
                                <p:cTn id="70" presetID="8" presetClass="emph" presetSubtype="0" fill="hold" nodeType="afterEffect">
                                  <p:stCondLst>
                                    <p:cond delay="0"/>
                                  </p:stCondLst>
                                  <p:childTnLst>
                                    <p:animRot by="21600000">
                                      <p:cBhvr>
                                        <p:cTn id="71" dur="2000" fill="hold"/>
                                        <p:tgtEl>
                                          <p:spTgt spid="86"/>
                                        </p:tgtEl>
                                        <p:attrNameLst>
                                          <p:attrName>r</p:attrName>
                                        </p:attrNameLst>
                                      </p:cBhvr>
                                    </p:animRot>
                                  </p:childTnLst>
                                </p:cTn>
                              </p:par>
                              <p:par>
                                <p:cTn id="72" presetID="8" presetClass="emph" presetSubtype="0" fill="hold" nodeType="withEffect">
                                  <p:stCondLst>
                                    <p:cond delay="0"/>
                                  </p:stCondLst>
                                  <p:childTnLst>
                                    <p:animRot by="-21600000">
                                      <p:cBhvr>
                                        <p:cTn id="73" dur="2000" fill="hold"/>
                                        <p:tgtEl>
                                          <p:spTgt spid="87"/>
                                        </p:tgtEl>
                                        <p:attrNameLst>
                                          <p:attrName>r</p:attrName>
                                        </p:attrNameLst>
                                      </p:cBhvr>
                                    </p:animRot>
                                  </p:childTnLst>
                                </p:cTn>
                              </p:par>
                              <p:par>
                                <p:cTn id="74" presetID="42" presetClass="path" presetSubtype="0" accel="50000" decel="50000" fill="hold" nodeType="withEffect">
                                  <p:stCondLst>
                                    <p:cond delay="0"/>
                                  </p:stCondLst>
                                  <p:childTnLst>
                                    <p:animMotion origin="layout" path="M -3.75E-6 2.22222E-6 L 0.13308 -0.04699 " pathEditMode="relative" rAng="0" ptsTypes="AA">
                                      <p:cBhvr>
                                        <p:cTn id="75" dur="2000" fill="hold"/>
                                        <p:tgtEl>
                                          <p:spTgt spid="72"/>
                                        </p:tgtEl>
                                        <p:attrNameLst>
                                          <p:attrName>ppt_x</p:attrName>
                                          <p:attrName>ppt_y</p:attrName>
                                        </p:attrNameLst>
                                      </p:cBhvr>
                                      <p:rCtr x="6654" y="-2361"/>
                                    </p:animMotion>
                                  </p:childTnLst>
                                </p:cTn>
                              </p:par>
                              <p:par>
                                <p:cTn id="76" presetID="42" presetClass="path" presetSubtype="0" accel="50000" decel="50000" fill="hold" nodeType="withEffect">
                                  <p:stCondLst>
                                    <p:cond delay="0"/>
                                  </p:stCondLst>
                                  <p:childTnLst>
                                    <p:animMotion origin="layout" path="M -2.91667E-6 -2.96296E-6 L 0.21771 0.03866 " pathEditMode="relative" rAng="0" ptsTypes="AA">
                                      <p:cBhvr>
                                        <p:cTn id="77" dur="2000" fill="hold"/>
                                        <p:tgtEl>
                                          <p:spTgt spid="74"/>
                                        </p:tgtEl>
                                        <p:attrNameLst>
                                          <p:attrName>ppt_x</p:attrName>
                                          <p:attrName>ppt_y</p:attrName>
                                        </p:attrNameLst>
                                      </p:cBhvr>
                                      <p:rCtr x="10885" y="1921"/>
                                    </p:animMotion>
                                  </p:childTnLst>
                                </p:cTn>
                              </p:par>
                              <p:par>
                                <p:cTn id="78" presetID="42" presetClass="path" presetSubtype="0" accel="50000" decel="50000" fill="hold" nodeType="withEffect">
                                  <p:stCondLst>
                                    <p:cond delay="0"/>
                                  </p:stCondLst>
                                  <p:childTnLst>
                                    <p:animMotion origin="layout" path="M -4.16667E-7 3.7037E-6 L 0.1849 0.19074 " pathEditMode="relative" rAng="0" ptsTypes="AA">
                                      <p:cBhvr>
                                        <p:cTn id="79" dur="2000" fill="hold"/>
                                        <p:tgtEl>
                                          <p:spTgt spid="82"/>
                                        </p:tgtEl>
                                        <p:attrNameLst>
                                          <p:attrName>ppt_x</p:attrName>
                                          <p:attrName>ppt_y</p:attrName>
                                        </p:attrNameLst>
                                      </p:cBhvr>
                                      <p:rCtr x="9245" y="9537"/>
                                    </p:animMotion>
                                  </p:childTnLst>
                                </p:cTn>
                              </p:par>
                              <p:par>
                                <p:cTn id="80" presetID="42" presetClass="path" presetSubtype="0" accel="50000" decel="50000" fill="hold" nodeType="withEffect">
                                  <p:stCondLst>
                                    <p:cond delay="0"/>
                                  </p:stCondLst>
                                  <p:childTnLst>
                                    <p:animMotion origin="layout" path="M 5E-6 -1.85185E-6 L -0.03398 0.22084 " pathEditMode="relative" rAng="0" ptsTypes="AA">
                                      <p:cBhvr>
                                        <p:cTn id="81" dur="2000" fill="hold"/>
                                        <p:tgtEl>
                                          <p:spTgt spid="66"/>
                                        </p:tgtEl>
                                        <p:attrNameLst>
                                          <p:attrName>ppt_x</p:attrName>
                                          <p:attrName>ppt_y</p:attrName>
                                        </p:attrNameLst>
                                      </p:cBhvr>
                                      <p:rCtr x="-1706" y="11042"/>
                                    </p:animMotion>
                                  </p:childTnLst>
                                </p:cTn>
                              </p:par>
                              <p:par>
                                <p:cTn id="82" presetID="42" presetClass="path" presetSubtype="0" accel="50000" decel="50000" fill="hold" nodeType="withEffect">
                                  <p:stCondLst>
                                    <p:cond delay="0"/>
                                  </p:stCondLst>
                                  <p:childTnLst>
                                    <p:animMotion origin="layout" path="M 2.70833E-6 2.59259E-6 L 0.18997 -0.23519 " pathEditMode="relative" rAng="0" ptsTypes="AA">
                                      <p:cBhvr>
                                        <p:cTn id="83" dur="2000" fill="hold"/>
                                        <p:tgtEl>
                                          <p:spTgt spid="70"/>
                                        </p:tgtEl>
                                        <p:attrNameLst>
                                          <p:attrName>ppt_x</p:attrName>
                                          <p:attrName>ppt_y</p:attrName>
                                        </p:attrNameLst>
                                      </p:cBhvr>
                                      <p:rCtr x="9492" y="-11759"/>
                                    </p:animMotion>
                                  </p:childTnLst>
                                </p:cTn>
                              </p:par>
                              <p:par>
                                <p:cTn id="84" presetID="42" presetClass="path" presetSubtype="0" accel="50000" decel="50000" fill="hold" nodeType="withEffect">
                                  <p:stCondLst>
                                    <p:cond delay="0"/>
                                  </p:stCondLst>
                                  <p:childTnLst>
                                    <p:animMotion origin="layout" path="M -6.25E-7 1.48148E-6 L -0.16797 0.1831 " pathEditMode="relative" rAng="0" ptsTypes="AA">
                                      <p:cBhvr>
                                        <p:cTn id="85" dur="2000" fill="hold"/>
                                        <p:tgtEl>
                                          <p:spTgt spid="64"/>
                                        </p:tgtEl>
                                        <p:attrNameLst>
                                          <p:attrName>ppt_x</p:attrName>
                                          <p:attrName>ppt_y</p:attrName>
                                        </p:attrNameLst>
                                      </p:cBhvr>
                                      <p:rCtr x="-8398" y="9144"/>
                                    </p:animMotion>
                                  </p:childTnLst>
                                </p:cTn>
                              </p:par>
                              <p:par>
                                <p:cTn id="86" presetID="42" presetClass="path" presetSubtype="0" accel="50000" decel="50000" fill="hold" nodeType="withEffect">
                                  <p:stCondLst>
                                    <p:cond delay="0"/>
                                  </p:stCondLst>
                                  <p:childTnLst>
                                    <p:animMotion origin="layout" path="M 4.16667E-6 3.7037E-6 L -0.1237 -0.27616 " pathEditMode="relative" rAng="0" ptsTypes="AA">
                                      <p:cBhvr>
                                        <p:cTn id="87" dur="2000" fill="hold"/>
                                        <p:tgtEl>
                                          <p:spTgt spid="78"/>
                                        </p:tgtEl>
                                        <p:attrNameLst>
                                          <p:attrName>ppt_x</p:attrName>
                                          <p:attrName>ppt_y</p:attrName>
                                        </p:attrNameLst>
                                      </p:cBhvr>
                                      <p:rCtr x="-6185" y="-13819"/>
                                    </p:animMotion>
                                  </p:childTnLst>
                                </p:cTn>
                              </p:par>
                              <p:par>
                                <p:cTn id="88" presetID="42" presetClass="path" presetSubtype="0" accel="50000" decel="50000" fill="hold" nodeType="withEffect">
                                  <p:stCondLst>
                                    <p:cond delay="0"/>
                                  </p:stCondLst>
                                  <p:childTnLst>
                                    <p:animMotion origin="layout" path="M 4.58333E-6 4.07407E-6 L 0.05898 -0.33403 " pathEditMode="relative" rAng="0" ptsTypes="AA">
                                      <p:cBhvr>
                                        <p:cTn id="89" dur="2000" fill="hold"/>
                                        <p:tgtEl>
                                          <p:spTgt spid="68"/>
                                        </p:tgtEl>
                                        <p:attrNameLst>
                                          <p:attrName>ppt_x</p:attrName>
                                          <p:attrName>ppt_y</p:attrName>
                                        </p:attrNameLst>
                                      </p:cBhvr>
                                      <p:rCtr x="2943" y="-16713"/>
                                    </p:animMotion>
                                  </p:childTnLst>
                                </p:cTn>
                              </p:par>
                              <p:par>
                                <p:cTn id="90" presetID="42" presetClass="path" presetSubtype="0" accel="50000" decel="50000" fill="hold" nodeType="withEffect">
                                  <p:stCondLst>
                                    <p:cond delay="0"/>
                                  </p:stCondLst>
                                  <p:childTnLst>
                                    <p:animMotion origin="layout" path="M 3.125E-6 1.48148E-6 L -0.20638 -0.09213 " pathEditMode="relative" rAng="0" ptsTypes="AA">
                                      <p:cBhvr>
                                        <p:cTn id="91" dur="2000" fill="hold"/>
                                        <p:tgtEl>
                                          <p:spTgt spid="88"/>
                                        </p:tgtEl>
                                        <p:attrNameLst>
                                          <p:attrName>ppt_x</p:attrName>
                                          <p:attrName>ppt_y</p:attrName>
                                        </p:attrNameLst>
                                      </p:cBhvr>
                                      <p:rCtr x="-10326" y="-4606"/>
                                    </p:animMotion>
                                  </p:childTnLst>
                                </p:cTn>
                              </p:par>
                              <p:par>
                                <p:cTn id="92" presetID="42" presetClass="path" presetSubtype="0" accel="50000" decel="50000" fill="hold" grpId="1" nodeType="withEffect">
                                  <p:stCondLst>
                                    <p:cond delay="0"/>
                                  </p:stCondLst>
                                  <p:childTnLst>
                                    <p:animMotion origin="layout" path="M -1.875E-6 -4.07407E-6 L 0.12813 -0.03541 " pathEditMode="relative" rAng="0" ptsTypes="AA">
                                      <p:cBhvr>
                                        <p:cTn id="93" dur="2000" fill="hold"/>
                                        <p:tgtEl>
                                          <p:spTgt spid="73"/>
                                        </p:tgtEl>
                                        <p:attrNameLst>
                                          <p:attrName>ppt_x</p:attrName>
                                          <p:attrName>ppt_y</p:attrName>
                                        </p:attrNameLst>
                                      </p:cBhvr>
                                      <p:rCtr x="6406" y="-1782"/>
                                    </p:animMotion>
                                  </p:childTnLst>
                                </p:cTn>
                              </p:par>
                              <p:par>
                                <p:cTn id="94" presetID="42" presetClass="path" presetSubtype="0" accel="50000" decel="50000" fill="hold" grpId="1" nodeType="withEffect">
                                  <p:stCondLst>
                                    <p:cond delay="0"/>
                                  </p:stCondLst>
                                  <p:childTnLst>
                                    <p:animMotion origin="layout" path="M 3.95833E-6 4.81481E-6 L 0.21927 0.03125 " pathEditMode="relative" rAng="0" ptsTypes="AA">
                                      <p:cBhvr>
                                        <p:cTn id="95" dur="2000" fill="hold"/>
                                        <p:tgtEl>
                                          <p:spTgt spid="77"/>
                                        </p:tgtEl>
                                        <p:attrNameLst>
                                          <p:attrName>ppt_x</p:attrName>
                                          <p:attrName>ppt_y</p:attrName>
                                        </p:attrNameLst>
                                      </p:cBhvr>
                                      <p:rCtr x="10964" y="1551"/>
                                    </p:animMotion>
                                  </p:childTnLst>
                                </p:cTn>
                              </p:par>
                              <p:par>
                                <p:cTn id="96" presetID="42" presetClass="path" presetSubtype="0" accel="50000" decel="50000" fill="hold" grpId="1" nodeType="withEffect">
                                  <p:stCondLst>
                                    <p:cond delay="0"/>
                                  </p:stCondLst>
                                  <p:childTnLst>
                                    <p:animMotion origin="layout" path="M 5E-6 -4.44444E-6 L 0.19376 0.20186 " pathEditMode="relative" rAng="0" ptsTypes="AA">
                                      <p:cBhvr>
                                        <p:cTn id="97" dur="2000" fill="hold"/>
                                        <p:tgtEl>
                                          <p:spTgt spid="85"/>
                                        </p:tgtEl>
                                        <p:attrNameLst>
                                          <p:attrName>ppt_x</p:attrName>
                                          <p:attrName>ppt_y</p:attrName>
                                        </p:attrNameLst>
                                      </p:cBhvr>
                                      <p:rCtr x="9687" y="10093"/>
                                    </p:animMotion>
                                  </p:childTnLst>
                                </p:cTn>
                              </p:par>
                              <p:par>
                                <p:cTn id="98" presetID="42" presetClass="path" presetSubtype="0" accel="50000" decel="50000" fill="hold" grpId="1" nodeType="withEffect">
                                  <p:stCondLst>
                                    <p:cond delay="0"/>
                                  </p:stCondLst>
                                  <p:childTnLst>
                                    <p:animMotion origin="layout" path="M 4.58333E-6 -4.07407E-6 L -0.03933 0.24769 " pathEditMode="relative" rAng="0" ptsTypes="AA">
                                      <p:cBhvr>
                                        <p:cTn id="99" dur="2000" fill="hold"/>
                                        <p:tgtEl>
                                          <p:spTgt spid="67"/>
                                        </p:tgtEl>
                                        <p:attrNameLst>
                                          <p:attrName>ppt_x</p:attrName>
                                          <p:attrName>ppt_y</p:attrName>
                                        </p:attrNameLst>
                                      </p:cBhvr>
                                      <p:rCtr x="-1966" y="12384"/>
                                    </p:animMotion>
                                  </p:childTnLst>
                                </p:cTn>
                              </p:par>
                              <p:par>
                                <p:cTn id="100" presetID="42" presetClass="path" presetSubtype="0" accel="50000" decel="50000" fill="hold" grpId="1" nodeType="withEffect">
                                  <p:stCondLst>
                                    <p:cond delay="0"/>
                                  </p:stCondLst>
                                  <p:childTnLst>
                                    <p:animMotion origin="layout" path="M 3.54167E-6 -2.96296E-6 L -0.16927 0.2132 " pathEditMode="relative" rAng="0" ptsTypes="AA">
                                      <p:cBhvr>
                                        <p:cTn id="101" dur="2000" fill="hold"/>
                                        <p:tgtEl>
                                          <p:spTgt spid="65"/>
                                        </p:tgtEl>
                                        <p:attrNameLst>
                                          <p:attrName>ppt_x</p:attrName>
                                          <p:attrName>ppt_y</p:attrName>
                                        </p:attrNameLst>
                                      </p:cBhvr>
                                      <p:rCtr x="-8464" y="10648"/>
                                    </p:animMotion>
                                  </p:childTnLst>
                                </p:cTn>
                              </p:par>
                              <p:par>
                                <p:cTn id="102" presetID="42" presetClass="path" presetSubtype="0" accel="50000" decel="50000" fill="hold" grpId="1" nodeType="withEffect">
                                  <p:stCondLst>
                                    <p:cond delay="0"/>
                                  </p:stCondLst>
                                  <p:childTnLst>
                                    <p:animMotion origin="layout" path="M 1.04167E-6 3.33333E-6 L 0.20052 -0.24398 " pathEditMode="relative" rAng="0" ptsTypes="AA">
                                      <p:cBhvr>
                                        <p:cTn id="103" dur="2000" fill="hold"/>
                                        <p:tgtEl>
                                          <p:spTgt spid="71"/>
                                        </p:tgtEl>
                                        <p:attrNameLst>
                                          <p:attrName>ppt_x</p:attrName>
                                          <p:attrName>ppt_y</p:attrName>
                                        </p:attrNameLst>
                                      </p:cBhvr>
                                      <p:rCtr x="10026" y="-12199"/>
                                    </p:animMotion>
                                  </p:childTnLst>
                                </p:cTn>
                              </p:par>
                              <p:par>
                                <p:cTn id="104" presetID="42" presetClass="path" presetSubtype="0" accel="50000" decel="50000" fill="hold" grpId="1" nodeType="withEffect">
                                  <p:stCondLst>
                                    <p:cond delay="0"/>
                                  </p:stCondLst>
                                  <p:childTnLst>
                                    <p:animMotion origin="layout" path="M -3.54167E-6 2.22222E-6 L -0.13033 -0.29005 " pathEditMode="relative" rAng="0" ptsTypes="AA">
                                      <p:cBhvr>
                                        <p:cTn id="105" dur="2000" fill="hold"/>
                                        <p:tgtEl>
                                          <p:spTgt spid="81"/>
                                        </p:tgtEl>
                                        <p:attrNameLst>
                                          <p:attrName>ppt_x</p:attrName>
                                          <p:attrName>ppt_y</p:attrName>
                                        </p:attrNameLst>
                                      </p:cBhvr>
                                      <p:rCtr x="-6523" y="-14514"/>
                                    </p:animMotion>
                                  </p:childTnLst>
                                </p:cTn>
                              </p:par>
                              <p:par>
                                <p:cTn id="106" presetID="42" presetClass="path" presetSubtype="0" accel="50000" decel="50000" fill="hold" grpId="1" nodeType="withEffect">
                                  <p:stCondLst>
                                    <p:cond delay="0"/>
                                  </p:stCondLst>
                                  <p:childTnLst>
                                    <p:animMotion origin="layout" path="M -1.45833E-6 3.33333E-6 L 0.0586 -0.29723 " pathEditMode="relative" rAng="0" ptsTypes="AA">
                                      <p:cBhvr>
                                        <p:cTn id="107" dur="2000" fill="hold"/>
                                        <p:tgtEl>
                                          <p:spTgt spid="69"/>
                                        </p:tgtEl>
                                        <p:attrNameLst>
                                          <p:attrName>ppt_x</p:attrName>
                                          <p:attrName>ppt_y</p:attrName>
                                        </p:attrNameLst>
                                      </p:cBhvr>
                                      <p:rCtr x="2930" y="-14861"/>
                                    </p:animMotion>
                                  </p:childTnLst>
                                </p:cTn>
                              </p:par>
                              <p:par>
                                <p:cTn id="108" presetID="42" presetClass="path" presetSubtype="0" accel="50000" decel="50000" fill="hold" grpId="1" nodeType="withEffect">
                                  <p:stCondLst>
                                    <p:cond delay="0"/>
                                  </p:stCondLst>
                                  <p:childTnLst>
                                    <p:animMotion origin="layout" path="M 1.45833E-6 2.22222E-6 L -0.2194 -0.07917 " pathEditMode="relative" rAng="0" ptsTypes="AA">
                                      <p:cBhvr>
                                        <p:cTn id="109" dur="2000" fill="hold"/>
                                        <p:tgtEl>
                                          <p:spTgt spid="89"/>
                                        </p:tgtEl>
                                        <p:attrNameLst>
                                          <p:attrName>ppt_x</p:attrName>
                                          <p:attrName>ppt_y</p:attrName>
                                        </p:attrNameLst>
                                      </p:cBhvr>
                                      <p:rCtr x="-10977" y="-3958"/>
                                    </p:animMotion>
                                  </p:childTnLst>
                                </p:cTn>
                              </p:par>
                              <p:par>
                                <p:cTn id="110" presetID="10" presetClass="exit" presetSubtype="0" fill="hold" nodeType="withEffect">
                                  <p:stCondLst>
                                    <p:cond delay="0"/>
                                  </p:stCondLst>
                                  <p:childTnLst>
                                    <p:animEffect transition="out" filter="fade">
                                      <p:cBhvr>
                                        <p:cTn id="111" dur="2250"/>
                                        <p:tgtEl>
                                          <p:spTgt spid="72"/>
                                        </p:tgtEl>
                                      </p:cBhvr>
                                    </p:animEffect>
                                    <p:set>
                                      <p:cBhvr>
                                        <p:cTn id="112" dur="1" fill="hold">
                                          <p:stCondLst>
                                            <p:cond delay="2249"/>
                                          </p:stCondLst>
                                        </p:cTn>
                                        <p:tgtEl>
                                          <p:spTgt spid="72"/>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2250"/>
                                        <p:tgtEl>
                                          <p:spTgt spid="74"/>
                                        </p:tgtEl>
                                      </p:cBhvr>
                                    </p:animEffect>
                                    <p:set>
                                      <p:cBhvr>
                                        <p:cTn id="115" dur="1" fill="hold">
                                          <p:stCondLst>
                                            <p:cond delay="2249"/>
                                          </p:stCondLst>
                                        </p:cTn>
                                        <p:tgtEl>
                                          <p:spTgt spid="74"/>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2250"/>
                                        <p:tgtEl>
                                          <p:spTgt spid="82"/>
                                        </p:tgtEl>
                                      </p:cBhvr>
                                    </p:animEffect>
                                    <p:set>
                                      <p:cBhvr>
                                        <p:cTn id="118" dur="1" fill="hold">
                                          <p:stCondLst>
                                            <p:cond delay="2249"/>
                                          </p:stCondLst>
                                        </p:cTn>
                                        <p:tgtEl>
                                          <p:spTgt spid="82"/>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2250"/>
                                        <p:tgtEl>
                                          <p:spTgt spid="66"/>
                                        </p:tgtEl>
                                      </p:cBhvr>
                                    </p:animEffect>
                                    <p:set>
                                      <p:cBhvr>
                                        <p:cTn id="121" dur="1" fill="hold">
                                          <p:stCondLst>
                                            <p:cond delay="2249"/>
                                          </p:stCondLst>
                                        </p:cTn>
                                        <p:tgtEl>
                                          <p:spTgt spid="66"/>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2250"/>
                                        <p:tgtEl>
                                          <p:spTgt spid="70"/>
                                        </p:tgtEl>
                                      </p:cBhvr>
                                    </p:animEffect>
                                    <p:set>
                                      <p:cBhvr>
                                        <p:cTn id="124" dur="1" fill="hold">
                                          <p:stCondLst>
                                            <p:cond delay="2249"/>
                                          </p:stCondLst>
                                        </p:cTn>
                                        <p:tgtEl>
                                          <p:spTgt spid="70"/>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2250"/>
                                        <p:tgtEl>
                                          <p:spTgt spid="64"/>
                                        </p:tgtEl>
                                      </p:cBhvr>
                                    </p:animEffect>
                                    <p:set>
                                      <p:cBhvr>
                                        <p:cTn id="127" dur="1" fill="hold">
                                          <p:stCondLst>
                                            <p:cond delay="2249"/>
                                          </p:stCondLst>
                                        </p:cTn>
                                        <p:tgtEl>
                                          <p:spTgt spid="64"/>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2250"/>
                                        <p:tgtEl>
                                          <p:spTgt spid="78"/>
                                        </p:tgtEl>
                                      </p:cBhvr>
                                    </p:animEffect>
                                    <p:set>
                                      <p:cBhvr>
                                        <p:cTn id="130" dur="1" fill="hold">
                                          <p:stCondLst>
                                            <p:cond delay="2249"/>
                                          </p:stCondLst>
                                        </p:cTn>
                                        <p:tgtEl>
                                          <p:spTgt spid="78"/>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2250"/>
                                        <p:tgtEl>
                                          <p:spTgt spid="68"/>
                                        </p:tgtEl>
                                      </p:cBhvr>
                                    </p:animEffect>
                                    <p:set>
                                      <p:cBhvr>
                                        <p:cTn id="133" dur="1" fill="hold">
                                          <p:stCondLst>
                                            <p:cond delay="2249"/>
                                          </p:stCondLst>
                                        </p:cTn>
                                        <p:tgtEl>
                                          <p:spTgt spid="68"/>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2250"/>
                                        <p:tgtEl>
                                          <p:spTgt spid="88"/>
                                        </p:tgtEl>
                                      </p:cBhvr>
                                    </p:animEffect>
                                    <p:set>
                                      <p:cBhvr>
                                        <p:cTn id="136" dur="1" fill="hold">
                                          <p:stCondLst>
                                            <p:cond delay="2249"/>
                                          </p:stCondLst>
                                        </p:cTn>
                                        <p:tgtEl>
                                          <p:spTgt spid="88"/>
                                        </p:tgtEl>
                                        <p:attrNameLst>
                                          <p:attrName>style.visibility</p:attrName>
                                        </p:attrNameLst>
                                      </p:cBhvr>
                                      <p:to>
                                        <p:strVal val="hidden"/>
                                      </p:to>
                                    </p:set>
                                  </p:childTnLst>
                                </p:cTn>
                              </p:par>
                              <p:par>
                                <p:cTn id="137" presetID="10" presetClass="exit" presetSubtype="0" fill="hold" grpId="2" nodeType="withEffect">
                                  <p:stCondLst>
                                    <p:cond delay="0"/>
                                  </p:stCondLst>
                                  <p:childTnLst>
                                    <p:animEffect transition="out" filter="fade">
                                      <p:cBhvr>
                                        <p:cTn id="138" dur="2250"/>
                                        <p:tgtEl>
                                          <p:spTgt spid="73"/>
                                        </p:tgtEl>
                                      </p:cBhvr>
                                    </p:animEffect>
                                    <p:set>
                                      <p:cBhvr>
                                        <p:cTn id="139" dur="1" fill="hold">
                                          <p:stCondLst>
                                            <p:cond delay="2249"/>
                                          </p:stCondLst>
                                        </p:cTn>
                                        <p:tgtEl>
                                          <p:spTgt spid="73"/>
                                        </p:tgtEl>
                                        <p:attrNameLst>
                                          <p:attrName>style.visibility</p:attrName>
                                        </p:attrNameLst>
                                      </p:cBhvr>
                                      <p:to>
                                        <p:strVal val="hidden"/>
                                      </p:to>
                                    </p:set>
                                  </p:childTnLst>
                                </p:cTn>
                              </p:par>
                              <p:par>
                                <p:cTn id="140" presetID="10" presetClass="exit" presetSubtype="0" fill="hold" grpId="2" nodeType="withEffect">
                                  <p:stCondLst>
                                    <p:cond delay="0"/>
                                  </p:stCondLst>
                                  <p:childTnLst>
                                    <p:animEffect transition="out" filter="fade">
                                      <p:cBhvr>
                                        <p:cTn id="141" dur="2250"/>
                                        <p:tgtEl>
                                          <p:spTgt spid="77"/>
                                        </p:tgtEl>
                                      </p:cBhvr>
                                    </p:animEffect>
                                    <p:set>
                                      <p:cBhvr>
                                        <p:cTn id="142" dur="1" fill="hold">
                                          <p:stCondLst>
                                            <p:cond delay="2249"/>
                                          </p:stCondLst>
                                        </p:cTn>
                                        <p:tgtEl>
                                          <p:spTgt spid="77"/>
                                        </p:tgtEl>
                                        <p:attrNameLst>
                                          <p:attrName>style.visibility</p:attrName>
                                        </p:attrNameLst>
                                      </p:cBhvr>
                                      <p:to>
                                        <p:strVal val="hidden"/>
                                      </p:to>
                                    </p:set>
                                  </p:childTnLst>
                                </p:cTn>
                              </p:par>
                              <p:par>
                                <p:cTn id="143" presetID="10" presetClass="exit" presetSubtype="0" fill="hold" grpId="2" nodeType="withEffect">
                                  <p:stCondLst>
                                    <p:cond delay="0"/>
                                  </p:stCondLst>
                                  <p:childTnLst>
                                    <p:animEffect transition="out" filter="fade">
                                      <p:cBhvr>
                                        <p:cTn id="144" dur="2250"/>
                                        <p:tgtEl>
                                          <p:spTgt spid="85"/>
                                        </p:tgtEl>
                                      </p:cBhvr>
                                    </p:animEffect>
                                    <p:set>
                                      <p:cBhvr>
                                        <p:cTn id="145" dur="1" fill="hold">
                                          <p:stCondLst>
                                            <p:cond delay="2249"/>
                                          </p:stCondLst>
                                        </p:cTn>
                                        <p:tgtEl>
                                          <p:spTgt spid="85"/>
                                        </p:tgtEl>
                                        <p:attrNameLst>
                                          <p:attrName>style.visibility</p:attrName>
                                        </p:attrNameLst>
                                      </p:cBhvr>
                                      <p:to>
                                        <p:strVal val="hidden"/>
                                      </p:to>
                                    </p:set>
                                  </p:childTnLst>
                                </p:cTn>
                              </p:par>
                              <p:par>
                                <p:cTn id="146" presetID="10" presetClass="exit" presetSubtype="0" fill="hold" grpId="2" nodeType="withEffect">
                                  <p:stCondLst>
                                    <p:cond delay="0"/>
                                  </p:stCondLst>
                                  <p:childTnLst>
                                    <p:animEffect transition="out" filter="fade">
                                      <p:cBhvr>
                                        <p:cTn id="147" dur="2250"/>
                                        <p:tgtEl>
                                          <p:spTgt spid="67"/>
                                        </p:tgtEl>
                                      </p:cBhvr>
                                    </p:animEffect>
                                    <p:set>
                                      <p:cBhvr>
                                        <p:cTn id="148" dur="1" fill="hold">
                                          <p:stCondLst>
                                            <p:cond delay="2249"/>
                                          </p:stCondLst>
                                        </p:cTn>
                                        <p:tgtEl>
                                          <p:spTgt spid="67"/>
                                        </p:tgtEl>
                                        <p:attrNameLst>
                                          <p:attrName>style.visibility</p:attrName>
                                        </p:attrNameLst>
                                      </p:cBhvr>
                                      <p:to>
                                        <p:strVal val="hidden"/>
                                      </p:to>
                                    </p:set>
                                  </p:childTnLst>
                                </p:cTn>
                              </p:par>
                              <p:par>
                                <p:cTn id="149" presetID="10" presetClass="exit" presetSubtype="0" fill="hold" grpId="2" nodeType="withEffect">
                                  <p:stCondLst>
                                    <p:cond delay="0"/>
                                  </p:stCondLst>
                                  <p:childTnLst>
                                    <p:animEffect transition="out" filter="fade">
                                      <p:cBhvr>
                                        <p:cTn id="150" dur="2250"/>
                                        <p:tgtEl>
                                          <p:spTgt spid="65"/>
                                        </p:tgtEl>
                                      </p:cBhvr>
                                    </p:animEffect>
                                    <p:set>
                                      <p:cBhvr>
                                        <p:cTn id="151" dur="1" fill="hold">
                                          <p:stCondLst>
                                            <p:cond delay="2249"/>
                                          </p:stCondLst>
                                        </p:cTn>
                                        <p:tgtEl>
                                          <p:spTgt spid="65"/>
                                        </p:tgtEl>
                                        <p:attrNameLst>
                                          <p:attrName>style.visibility</p:attrName>
                                        </p:attrNameLst>
                                      </p:cBhvr>
                                      <p:to>
                                        <p:strVal val="hidden"/>
                                      </p:to>
                                    </p:set>
                                  </p:childTnLst>
                                </p:cTn>
                              </p:par>
                              <p:par>
                                <p:cTn id="152" presetID="10" presetClass="exit" presetSubtype="0" fill="hold" grpId="2" nodeType="withEffect">
                                  <p:stCondLst>
                                    <p:cond delay="0"/>
                                  </p:stCondLst>
                                  <p:childTnLst>
                                    <p:animEffect transition="out" filter="fade">
                                      <p:cBhvr>
                                        <p:cTn id="153" dur="2250"/>
                                        <p:tgtEl>
                                          <p:spTgt spid="71"/>
                                        </p:tgtEl>
                                      </p:cBhvr>
                                    </p:animEffect>
                                    <p:set>
                                      <p:cBhvr>
                                        <p:cTn id="154" dur="1" fill="hold">
                                          <p:stCondLst>
                                            <p:cond delay="2249"/>
                                          </p:stCondLst>
                                        </p:cTn>
                                        <p:tgtEl>
                                          <p:spTgt spid="71"/>
                                        </p:tgtEl>
                                        <p:attrNameLst>
                                          <p:attrName>style.visibility</p:attrName>
                                        </p:attrNameLst>
                                      </p:cBhvr>
                                      <p:to>
                                        <p:strVal val="hidden"/>
                                      </p:to>
                                    </p:set>
                                  </p:childTnLst>
                                </p:cTn>
                              </p:par>
                              <p:par>
                                <p:cTn id="155" presetID="10" presetClass="exit" presetSubtype="0" fill="hold" grpId="2" nodeType="withEffect">
                                  <p:stCondLst>
                                    <p:cond delay="0"/>
                                  </p:stCondLst>
                                  <p:childTnLst>
                                    <p:animEffect transition="out" filter="fade">
                                      <p:cBhvr>
                                        <p:cTn id="156" dur="2250"/>
                                        <p:tgtEl>
                                          <p:spTgt spid="81"/>
                                        </p:tgtEl>
                                      </p:cBhvr>
                                    </p:animEffect>
                                    <p:set>
                                      <p:cBhvr>
                                        <p:cTn id="157" dur="1" fill="hold">
                                          <p:stCondLst>
                                            <p:cond delay="2249"/>
                                          </p:stCondLst>
                                        </p:cTn>
                                        <p:tgtEl>
                                          <p:spTgt spid="81"/>
                                        </p:tgtEl>
                                        <p:attrNameLst>
                                          <p:attrName>style.visibility</p:attrName>
                                        </p:attrNameLst>
                                      </p:cBhvr>
                                      <p:to>
                                        <p:strVal val="hidden"/>
                                      </p:to>
                                    </p:set>
                                  </p:childTnLst>
                                </p:cTn>
                              </p:par>
                              <p:par>
                                <p:cTn id="158" presetID="10" presetClass="exit" presetSubtype="0" fill="hold" grpId="2" nodeType="withEffect">
                                  <p:stCondLst>
                                    <p:cond delay="0"/>
                                  </p:stCondLst>
                                  <p:childTnLst>
                                    <p:animEffect transition="out" filter="fade">
                                      <p:cBhvr>
                                        <p:cTn id="159" dur="2250"/>
                                        <p:tgtEl>
                                          <p:spTgt spid="69"/>
                                        </p:tgtEl>
                                      </p:cBhvr>
                                    </p:animEffect>
                                    <p:set>
                                      <p:cBhvr>
                                        <p:cTn id="160" dur="1" fill="hold">
                                          <p:stCondLst>
                                            <p:cond delay="2249"/>
                                          </p:stCondLst>
                                        </p:cTn>
                                        <p:tgtEl>
                                          <p:spTgt spid="69"/>
                                        </p:tgtEl>
                                        <p:attrNameLst>
                                          <p:attrName>style.visibility</p:attrName>
                                        </p:attrNameLst>
                                      </p:cBhvr>
                                      <p:to>
                                        <p:strVal val="hidden"/>
                                      </p:to>
                                    </p:set>
                                  </p:childTnLst>
                                </p:cTn>
                              </p:par>
                              <p:par>
                                <p:cTn id="161" presetID="10" presetClass="exit" presetSubtype="0" fill="hold" grpId="2" nodeType="withEffect">
                                  <p:stCondLst>
                                    <p:cond delay="0"/>
                                  </p:stCondLst>
                                  <p:childTnLst>
                                    <p:animEffect transition="out" filter="fade">
                                      <p:cBhvr>
                                        <p:cTn id="162" dur="2250"/>
                                        <p:tgtEl>
                                          <p:spTgt spid="89"/>
                                        </p:tgtEl>
                                      </p:cBhvr>
                                    </p:animEffect>
                                    <p:set>
                                      <p:cBhvr>
                                        <p:cTn id="163" dur="1" fill="hold">
                                          <p:stCondLst>
                                            <p:cond delay="2249"/>
                                          </p:stCondLst>
                                        </p:cTn>
                                        <p:tgtEl>
                                          <p:spTgt spid="89"/>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167" dur="500"/>
                                        <p:tgtEl>
                                          <p:spTgt spid="86"/>
                                        </p:tgtEl>
                                      </p:cBhvr>
                                    </p:animEffect>
                                    <p:set>
                                      <p:cBhvr>
                                        <p:cTn id="168" dur="1" fill="hold">
                                          <p:stCondLst>
                                            <p:cond delay="499"/>
                                          </p:stCondLst>
                                        </p:cTn>
                                        <p:tgtEl>
                                          <p:spTgt spid="86"/>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500"/>
                                        <p:tgtEl>
                                          <p:spTgt spid="87"/>
                                        </p:tgtEl>
                                      </p:cBhvr>
                                    </p:animEffect>
                                    <p:set>
                                      <p:cBhvr>
                                        <p:cTn id="171" dur="1" fill="hold">
                                          <p:stCondLst>
                                            <p:cond delay="499"/>
                                          </p:stCondLst>
                                        </p:cTn>
                                        <p:tgtEl>
                                          <p:spTgt spid="87"/>
                                        </p:tgtEl>
                                        <p:attrNameLst>
                                          <p:attrName>style.visibility</p:attrName>
                                        </p:attrNameLst>
                                      </p:cBhvr>
                                      <p:to>
                                        <p:strVal val="hidden"/>
                                      </p:to>
                                    </p:set>
                                  </p:childTnLst>
                                </p:cTn>
                              </p:par>
                              <p:par>
                                <p:cTn id="172" presetID="10" presetClass="entr" presetSubtype="0" fill="hold" nodeType="withEffect">
                                  <p:stCondLst>
                                    <p:cond delay="0"/>
                                  </p:stCondLst>
                                  <p:childTnLst>
                                    <p:set>
                                      <p:cBhvr>
                                        <p:cTn id="173" dur="1" fill="hold">
                                          <p:stCondLst>
                                            <p:cond delay="0"/>
                                          </p:stCondLst>
                                        </p:cTn>
                                        <p:tgtEl>
                                          <p:spTgt spid="90"/>
                                        </p:tgtEl>
                                        <p:attrNameLst>
                                          <p:attrName>style.visibility</p:attrName>
                                        </p:attrNameLst>
                                      </p:cBhvr>
                                      <p:to>
                                        <p:strVal val="visible"/>
                                      </p:to>
                                    </p:set>
                                    <p:animEffect transition="in" filter="fade">
                                      <p:cBhvr>
                                        <p:cTn id="174" dur="500"/>
                                        <p:tgtEl>
                                          <p:spTgt spid="90"/>
                                        </p:tgtEl>
                                      </p:cBhvr>
                                    </p:animEffect>
                                  </p:childTnLst>
                                </p:cTn>
                              </p:par>
                            </p:childTnLst>
                          </p:cTn>
                        </p:par>
                      </p:childTnLst>
                    </p:cTn>
                  </p:par>
                  <p:par>
                    <p:cTn id="175" fill="hold">
                      <p:stCondLst>
                        <p:cond delay="indefinite"/>
                      </p:stCondLst>
                      <p:childTnLst>
                        <p:par>
                          <p:cTn id="176" fill="hold">
                            <p:stCondLst>
                              <p:cond delay="0"/>
                            </p:stCondLst>
                            <p:childTnLst>
                              <p:par>
                                <p:cTn id="177" presetID="2" presetClass="entr" presetSubtype="4" fill="hold" nodeType="clickEffect">
                                  <p:stCondLst>
                                    <p:cond delay="0"/>
                                  </p:stCondLst>
                                  <p:childTnLst>
                                    <p:set>
                                      <p:cBhvr>
                                        <p:cTn id="178" dur="1" fill="hold">
                                          <p:stCondLst>
                                            <p:cond delay="0"/>
                                          </p:stCondLst>
                                        </p:cTn>
                                        <p:tgtEl>
                                          <p:spTgt spid="78"/>
                                        </p:tgtEl>
                                        <p:attrNameLst>
                                          <p:attrName>style.visibility</p:attrName>
                                        </p:attrNameLst>
                                      </p:cBhvr>
                                      <p:to>
                                        <p:strVal val="visible"/>
                                      </p:to>
                                    </p:set>
                                    <p:anim calcmode="lin" valueType="num">
                                      <p:cBhvr additive="base">
                                        <p:cTn id="179" dur="500" fill="hold"/>
                                        <p:tgtEl>
                                          <p:spTgt spid="78"/>
                                        </p:tgtEl>
                                        <p:attrNameLst>
                                          <p:attrName>ppt_x</p:attrName>
                                        </p:attrNameLst>
                                      </p:cBhvr>
                                      <p:tavLst>
                                        <p:tav tm="0">
                                          <p:val>
                                            <p:strVal val="#ppt_x"/>
                                          </p:val>
                                        </p:tav>
                                        <p:tav tm="100000">
                                          <p:val>
                                            <p:strVal val="#ppt_x"/>
                                          </p:val>
                                        </p:tav>
                                      </p:tavLst>
                                    </p:anim>
                                    <p:anim calcmode="lin" valueType="num">
                                      <p:cBhvr additive="base">
                                        <p:cTn id="180" dur="500" fill="hold"/>
                                        <p:tgtEl>
                                          <p:spTgt spid="78"/>
                                        </p:tgtEl>
                                        <p:attrNameLst>
                                          <p:attrName>ppt_y</p:attrName>
                                        </p:attrNameLst>
                                      </p:cBhvr>
                                      <p:tavLst>
                                        <p:tav tm="0">
                                          <p:val>
                                            <p:strVal val="1+#ppt_h/2"/>
                                          </p:val>
                                        </p:tav>
                                        <p:tav tm="100000">
                                          <p:val>
                                            <p:strVal val="#ppt_y"/>
                                          </p:val>
                                        </p:tav>
                                      </p:tavLst>
                                    </p:anim>
                                  </p:childTnLst>
                                </p:cTn>
                              </p:par>
                            </p:childTnLst>
                          </p:cTn>
                        </p:par>
                        <p:par>
                          <p:cTn id="181" fill="hold">
                            <p:stCondLst>
                              <p:cond delay="500"/>
                            </p:stCondLst>
                            <p:childTnLst>
                              <p:par>
                                <p:cTn id="182" presetID="22" presetClass="entr" presetSubtype="8" fill="hold" grpId="0" nodeType="afterEffect">
                                  <p:stCondLst>
                                    <p:cond delay="750"/>
                                  </p:stCondLst>
                                  <p:childTnLst>
                                    <p:set>
                                      <p:cBhvr>
                                        <p:cTn id="183" dur="1" fill="hold">
                                          <p:stCondLst>
                                            <p:cond delay="0"/>
                                          </p:stCondLst>
                                        </p:cTn>
                                        <p:tgtEl>
                                          <p:spTgt spid="91"/>
                                        </p:tgtEl>
                                        <p:attrNameLst>
                                          <p:attrName>style.visibility</p:attrName>
                                        </p:attrNameLst>
                                      </p:cBhvr>
                                      <p:to>
                                        <p:strVal val="visible"/>
                                      </p:to>
                                    </p:set>
                                    <p:animEffect transition="in" filter="wipe(left)">
                                      <p:cBhvr>
                                        <p:cTn id="184"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5" grpId="1"/>
      <p:bldP spid="65" grpId="2"/>
      <p:bldP spid="67" grpId="0"/>
      <p:bldP spid="67" grpId="1"/>
      <p:bldP spid="67" grpId="2"/>
      <p:bldP spid="69" grpId="0"/>
      <p:bldP spid="69" grpId="1"/>
      <p:bldP spid="69" grpId="2"/>
      <p:bldP spid="71" grpId="0"/>
      <p:bldP spid="71" grpId="1"/>
      <p:bldP spid="71" grpId="2"/>
      <p:bldP spid="73" grpId="0"/>
      <p:bldP spid="73" grpId="1"/>
      <p:bldP spid="73" grpId="2"/>
      <p:bldP spid="77" grpId="0"/>
      <p:bldP spid="77" grpId="1"/>
      <p:bldP spid="77" grpId="2"/>
      <p:bldP spid="81" grpId="0"/>
      <p:bldP spid="81" grpId="1"/>
      <p:bldP spid="81" grpId="2"/>
      <p:bldP spid="85" grpId="0"/>
      <p:bldP spid="85" grpId="1"/>
      <p:bldP spid="85" grpId="2"/>
      <p:bldP spid="89" grpId="0"/>
      <p:bldP spid="89" grpId="1"/>
      <p:bldP spid="89" grpId="2"/>
      <p:bldP spid="9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164AE-6B23-4E9D-BD93-E4AA19DD6446}"/>
              </a:ext>
            </a:extLst>
          </p:cNvPr>
          <p:cNvSpPr>
            <a:spLocks noGrp="1"/>
          </p:cNvSpPr>
          <p:nvPr>
            <p:ph type="title"/>
          </p:nvPr>
        </p:nvSpPr>
        <p:spPr>
          <a:xfrm>
            <a:off x="602625" y="457200"/>
            <a:ext cx="11018520" cy="492443"/>
          </a:xfrm>
        </p:spPr>
        <p:txBody>
          <a:bodyPr/>
          <a:lstStyle/>
          <a:p>
            <a:r>
              <a:rPr lang="en-US" sz="3200" dirty="0"/>
              <a:t>Types of Machine Learning</a:t>
            </a:r>
          </a:p>
        </p:txBody>
      </p:sp>
      <p:sp>
        <p:nvSpPr>
          <p:cNvPr id="4" name="TextBox 3">
            <a:extLst>
              <a:ext uri="{FF2B5EF4-FFF2-40B4-BE49-F238E27FC236}">
                <a16:creationId xmlns:a16="http://schemas.microsoft.com/office/drawing/2014/main" id="{A1054C4F-0857-4AD2-AC53-FE896774DE51}"/>
              </a:ext>
            </a:extLst>
          </p:cNvPr>
          <p:cNvSpPr txBox="1"/>
          <p:nvPr/>
        </p:nvSpPr>
        <p:spPr>
          <a:xfrm>
            <a:off x="1570365" y="2382534"/>
            <a:ext cx="3998402" cy="646331"/>
          </a:xfrm>
          <a:prstGeom prst="rect">
            <a:avLst/>
          </a:prstGeom>
          <a:noFill/>
        </p:spPr>
        <p:txBody>
          <a:bodyPr wrap="none" lIns="0" tIns="0" rIns="0" bIns="0" rtlCol="0">
            <a:spAutoFit/>
          </a:bodyPr>
          <a:lstStyle/>
          <a:p>
            <a:pPr algn="ctr"/>
            <a:r>
              <a:rPr lang="en-US" sz="2400" dirty="0">
                <a:gradFill>
                  <a:gsLst>
                    <a:gs pos="2917">
                      <a:schemeClr val="tx1"/>
                    </a:gs>
                    <a:gs pos="30000">
                      <a:schemeClr val="tx1"/>
                    </a:gs>
                  </a:gsLst>
                  <a:lin ang="5400000" scaled="0"/>
                </a:gradFill>
              </a:rPr>
              <a:t>Supervised Machine Learning</a:t>
            </a:r>
          </a:p>
          <a:p>
            <a:pPr algn="ctr"/>
            <a:r>
              <a:rPr lang="en-US" sz="1800" dirty="0">
                <a:gradFill>
                  <a:gsLst>
                    <a:gs pos="2917">
                      <a:schemeClr val="tx1"/>
                    </a:gs>
                    <a:gs pos="30000">
                      <a:schemeClr val="tx1"/>
                    </a:gs>
                  </a:gsLst>
                  <a:lin ang="5400000" scaled="0"/>
                </a:gradFill>
              </a:rPr>
              <a:t>Training data includes known labels</a:t>
            </a:r>
            <a:endParaRPr lang="en-US" sz="2400" dirty="0">
              <a:gradFill>
                <a:gsLst>
                  <a:gs pos="2917">
                    <a:schemeClr val="tx1"/>
                  </a:gs>
                  <a:gs pos="30000">
                    <a:schemeClr val="tx1"/>
                  </a:gs>
                </a:gsLst>
                <a:lin ang="5400000" scaled="0"/>
              </a:gradFill>
            </a:endParaRPr>
          </a:p>
        </p:txBody>
      </p:sp>
      <p:sp>
        <p:nvSpPr>
          <p:cNvPr id="5" name="TextBox 4">
            <a:extLst>
              <a:ext uri="{FF2B5EF4-FFF2-40B4-BE49-F238E27FC236}">
                <a16:creationId xmlns:a16="http://schemas.microsoft.com/office/drawing/2014/main" id="{626575D1-E9E0-46D1-A0D9-CD3B747E3F72}"/>
              </a:ext>
            </a:extLst>
          </p:cNvPr>
          <p:cNvSpPr txBox="1"/>
          <p:nvPr/>
        </p:nvSpPr>
        <p:spPr>
          <a:xfrm>
            <a:off x="6111885" y="2382534"/>
            <a:ext cx="4351063" cy="923330"/>
          </a:xfrm>
          <a:prstGeom prst="rect">
            <a:avLst/>
          </a:prstGeom>
          <a:noFill/>
        </p:spPr>
        <p:txBody>
          <a:bodyPr wrap="none" lIns="0" tIns="0" rIns="0" bIns="0" rtlCol="0">
            <a:spAutoFit/>
          </a:bodyPr>
          <a:lstStyle/>
          <a:p>
            <a:pPr algn="ctr"/>
            <a:r>
              <a:rPr lang="en-US" sz="2400" dirty="0">
                <a:gradFill>
                  <a:gsLst>
                    <a:gs pos="2917">
                      <a:schemeClr val="tx1"/>
                    </a:gs>
                    <a:gs pos="30000">
                      <a:schemeClr val="tx1"/>
                    </a:gs>
                  </a:gsLst>
                  <a:lin ang="5400000" scaled="0"/>
                </a:gradFill>
              </a:rPr>
              <a:t>Unsupervised Machine Learning</a:t>
            </a:r>
          </a:p>
          <a:p>
            <a:pPr algn="ctr"/>
            <a:r>
              <a:rPr lang="en-US" sz="1800" dirty="0">
                <a:gradFill>
                  <a:gsLst>
                    <a:gs pos="2917">
                      <a:schemeClr val="tx1"/>
                    </a:gs>
                    <a:gs pos="30000">
                      <a:schemeClr val="tx1"/>
                    </a:gs>
                  </a:gsLst>
                  <a:lin ang="5400000" scaled="0"/>
                </a:gradFill>
              </a:rPr>
              <a:t>Training data is unlabeled</a:t>
            </a:r>
          </a:p>
          <a:p>
            <a:pPr algn="ctr"/>
            <a:endParaRPr lang="en-US" sz="1800" dirty="0">
              <a:gradFill>
                <a:gsLst>
                  <a:gs pos="2917">
                    <a:schemeClr val="tx1"/>
                  </a:gs>
                  <a:gs pos="30000">
                    <a:schemeClr val="tx1"/>
                  </a:gs>
                </a:gsLst>
                <a:lin ang="5400000" scaled="0"/>
              </a:gradFill>
            </a:endParaRPr>
          </a:p>
        </p:txBody>
      </p:sp>
      <p:sp>
        <p:nvSpPr>
          <p:cNvPr id="9" name="TextBox 8">
            <a:extLst>
              <a:ext uri="{FF2B5EF4-FFF2-40B4-BE49-F238E27FC236}">
                <a16:creationId xmlns:a16="http://schemas.microsoft.com/office/drawing/2014/main" id="{EF74FD7A-7FD1-4BBE-A936-FAC9C1A81E97}"/>
              </a:ext>
            </a:extLst>
          </p:cNvPr>
          <p:cNvSpPr txBox="1"/>
          <p:nvPr/>
        </p:nvSpPr>
        <p:spPr>
          <a:xfrm>
            <a:off x="4563246" y="1324046"/>
            <a:ext cx="2702019" cy="461665"/>
          </a:xfrm>
          <a:prstGeom prst="rect">
            <a:avLst/>
          </a:prstGeom>
          <a:noFill/>
        </p:spPr>
        <p:txBody>
          <a:bodyPr wrap="square">
            <a:spAutoFit/>
          </a:bodyPr>
          <a:lstStyle/>
          <a:p>
            <a:r>
              <a:rPr kumimoji="0" lang="en-US" sz="24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Machine Learning</a:t>
            </a:r>
            <a:endParaRPr lang="en-US" dirty="0"/>
          </a:p>
        </p:txBody>
      </p:sp>
      <p:sp>
        <p:nvSpPr>
          <p:cNvPr id="10" name="Left Brace 9">
            <a:extLst>
              <a:ext uri="{FF2B5EF4-FFF2-40B4-BE49-F238E27FC236}">
                <a16:creationId xmlns:a16="http://schemas.microsoft.com/office/drawing/2014/main" id="{09A8F486-CC70-44FD-AF63-59FA10A1339E}"/>
              </a:ext>
            </a:extLst>
          </p:cNvPr>
          <p:cNvSpPr/>
          <p:nvPr/>
        </p:nvSpPr>
        <p:spPr>
          <a:xfrm rot="5400000">
            <a:off x="5605528" y="-367787"/>
            <a:ext cx="437214" cy="4855584"/>
          </a:xfrm>
          <a:prstGeom prst="leftBrac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A4DC855F-2DAA-4E6F-A33E-DE30D1F060E2}"/>
              </a:ext>
            </a:extLst>
          </p:cNvPr>
          <p:cNvSpPr/>
          <p:nvPr/>
        </p:nvSpPr>
        <p:spPr>
          <a:xfrm rot="5400000">
            <a:off x="3182226" y="1568936"/>
            <a:ext cx="442464" cy="3796193"/>
          </a:xfrm>
          <a:prstGeom prst="leftBrac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A264956C-5257-408D-8C82-8FADAD9476E4}"/>
              </a:ext>
            </a:extLst>
          </p:cNvPr>
          <p:cNvSpPr txBox="1"/>
          <p:nvPr/>
        </p:nvSpPr>
        <p:spPr>
          <a:xfrm>
            <a:off x="443870" y="3748327"/>
            <a:ext cx="2411558" cy="646331"/>
          </a:xfrm>
          <a:prstGeom prst="rect">
            <a:avLst/>
          </a:prstGeom>
          <a:noFill/>
        </p:spPr>
        <p:txBody>
          <a:bodyPr wrap="none" lIns="0" tIns="0" rIns="0" bIns="0" rtlCol="0">
            <a:spAutoFit/>
          </a:bodyPr>
          <a:lstStyle/>
          <a:p>
            <a:pPr algn="ctr"/>
            <a:r>
              <a:rPr lang="en-US" sz="2400" dirty="0">
                <a:gradFill>
                  <a:gsLst>
                    <a:gs pos="2917">
                      <a:schemeClr val="tx1"/>
                    </a:gs>
                    <a:gs pos="30000">
                      <a:schemeClr val="tx1"/>
                    </a:gs>
                  </a:gsLst>
                  <a:lin ang="5400000" scaled="0"/>
                </a:gradFill>
              </a:rPr>
              <a:t>Regression</a:t>
            </a:r>
          </a:p>
          <a:p>
            <a:pPr algn="ctr"/>
            <a:r>
              <a:rPr lang="en-US" sz="1800" dirty="0">
                <a:gradFill>
                  <a:gsLst>
                    <a:gs pos="2917">
                      <a:schemeClr val="tx1"/>
                    </a:gs>
                    <a:gs pos="30000">
                      <a:schemeClr val="tx1"/>
                    </a:gs>
                  </a:gsLst>
                  <a:lin ang="5400000" scaled="0"/>
                </a:gradFill>
              </a:rPr>
              <a:t>Label is a numeric value</a:t>
            </a:r>
          </a:p>
        </p:txBody>
      </p:sp>
      <p:sp>
        <p:nvSpPr>
          <p:cNvPr id="13" name="TextBox 12">
            <a:extLst>
              <a:ext uri="{FF2B5EF4-FFF2-40B4-BE49-F238E27FC236}">
                <a16:creationId xmlns:a16="http://schemas.microsoft.com/office/drawing/2014/main" id="{2D9BD4D4-1011-4907-A6A5-E0948BA9417D}"/>
              </a:ext>
            </a:extLst>
          </p:cNvPr>
          <p:cNvSpPr txBox="1"/>
          <p:nvPr/>
        </p:nvSpPr>
        <p:spPr>
          <a:xfrm>
            <a:off x="3770367" y="3748327"/>
            <a:ext cx="3391762" cy="646331"/>
          </a:xfrm>
          <a:prstGeom prst="rect">
            <a:avLst/>
          </a:prstGeom>
          <a:noFill/>
        </p:spPr>
        <p:txBody>
          <a:bodyPr wrap="none" lIns="0" tIns="0" rIns="0" bIns="0" rtlCol="0">
            <a:spAutoFit/>
          </a:bodyPr>
          <a:lstStyle/>
          <a:p>
            <a:pPr algn="ctr"/>
            <a:r>
              <a:rPr lang="en-US" sz="2400" dirty="0">
                <a:gradFill>
                  <a:gsLst>
                    <a:gs pos="2917">
                      <a:schemeClr val="tx1"/>
                    </a:gs>
                    <a:gs pos="30000">
                      <a:schemeClr val="tx1"/>
                    </a:gs>
                  </a:gsLst>
                  <a:lin ang="5400000" scaled="0"/>
                </a:gradFill>
              </a:rPr>
              <a:t>Classification</a:t>
            </a:r>
          </a:p>
          <a:p>
            <a:pPr algn="ctr"/>
            <a:r>
              <a:rPr lang="en-US" sz="1800" dirty="0">
                <a:gradFill>
                  <a:gsLst>
                    <a:gs pos="2917">
                      <a:schemeClr val="tx1"/>
                    </a:gs>
                    <a:gs pos="30000">
                      <a:schemeClr val="tx1"/>
                    </a:gs>
                  </a:gsLst>
                  <a:lin ang="5400000" scaled="0"/>
                </a:gradFill>
              </a:rPr>
              <a:t>Label is a categorization (or </a:t>
            </a:r>
            <a:r>
              <a:rPr lang="en-US" sz="1800" i="1" dirty="0">
                <a:gradFill>
                  <a:gsLst>
                    <a:gs pos="2917">
                      <a:schemeClr val="tx1"/>
                    </a:gs>
                    <a:gs pos="30000">
                      <a:schemeClr val="tx1"/>
                    </a:gs>
                  </a:gsLst>
                  <a:lin ang="5400000" scaled="0"/>
                </a:gradFill>
              </a:rPr>
              <a:t>class</a:t>
            </a:r>
            <a:r>
              <a:rPr lang="en-US" sz="1800" dirty="0">
                <a:gradFill>
                  <a:gsLst>
                    <a:gs pos="2917">
                      <a:schemeClr val="tx1"/>
                    </a:gs>
                    <a:gs pos="30000">
                      <a:schemeClr val="tx1"/>
                    </a:gs>
                  </a:gsLst>
                  <a:lin ang="5400000" scaled="0"/>
                </a:gradFill>
              </a:rPr>
              <a:t>)</a:t>
            </a:r>
            <a:endParaRPr lang="en-US" sz="2400" dirty="0">
              <a:gradFill>
                <a:gsLst>
                  <a:gs pos="2917">
                    <a:schemeClr val="tx1"/>
                  </a:gs>
                  <a:gs pos="30000">
                    <a:schemeClr val="tx1"/>
                  </a:gs>
                </a:gsLst>
                <a:lin ang="5400000" scaled="0"/>
              </a:gradFill>
            </a:endParaRPr>
          </a:p>
        </p:txBody>
      </p:sp>
      <p:sp>
        <p:nvSpPr>
          <p:cNvPr id="14" name="TextBox 13">
            <a:extLst>
              <a:ext uri="{FF2B5EF4-FFF2-40B4-BE49-F238E27FC236}">
                <a16:creationId xmlns:a16="http://schemas.microsoft.com/office/drawing/2014/main" id="{4FCD2969-A9A6-43AB-AEEE-ADF951DD4332}"/>
              </a:ext>
            </a:extLst>
          </p:cNvPr>
          <p:cNvSpPr txBox="1"/>
          <p:nvPr/>
        </p:nvSpPr>
        <p:spPr>
          <a:xfrm>
            <a:off x="8168085" y="3748327"/>
            <a:ext cx="3686907" cy="646331"/>
          </a:xfrm>
          <a:prstGeom prst="rect">
            <a:avLst/>
          </a:prstGeom>
          <a:noFill/>
        </p:spPr>
        <p:txBody>
          <a:bodyPr wrap="none" lIns="0" tIns="0" rIns="0" bIns="0" rtlCol="0">
            <a:spAutoFit/>
          </a:bodyPr>
          <a:lstStyle/>
          <a:p>
            <a:pPr algn="ctr"/>
            <a:r>
              <a:rPr lang="en-US" sz="2400" dirty="0">
                <a:gradFill>
                  <a:gsLst>
                    <a:gs pos="2917">
                      <a:schemeClr val="tx1"/>
                    </a:gs>
                    <a:gs pos="30000">
                      <a:schemeClr val="tx1"/>
                    </a:gs>
                  </a:gsLst>
                  <a:lin ang="5400000" scaled="0"/>
                </a:gradFill>
              </a:rPr>
              <a:t>Clustering</a:t>
            </a:r>
          </a:p>
          <a:p>
            <a:pPr algn="ctr"/>
            <a:r>
              <a:rPr lang="en-US" sz="1800" dirty="0">
                <a:gradFill>
                  <a:gsLst>
                    <a:gs pos="2917">
                      <a:schemeClr val="tx1"/>
                    </a:gs>
                    <a:gs pos="30000">
                      <a:schemeClr val="tx1"/>
                    </a:gs>
                  </a:gsLst>
                  <a:lin ang="5400000" scaled="0"/>
                </a:gradFill>
              </a:rPr>
              <a:t>Similar items are grouped together</a:t>
            </a:r>
            <a:endParaRPr lang="en-US" sz="2400" dirty="0">
              <a:gradFill>
                <a:gsLst>
                  <a:gs pos="2917">
                    <a:schemeClr val="tx1"/>
                  </a:gs>
                  <a:gs pos="30000">
                    <a:schemeClr val="tx1"/>
                  </a:gs>
                </a:gsLst>
                <a:lin ang="5400000" scaled="0"/>
              </a:gradFill>
            </a:endParaRPr>
          </a:p>
        </p:txBody>
      </p:sp>
      <p:cxnSp>
        <p:nvCxnSpPr>
          <p:cNvPr id="16" name="Connector: Elbow 15">
            <a:extLst>
              <a:ext uri="{FF2B5EF4-FFF2-40B4-BE49-F238E27FC236}">
                <a16:creationId xmlns:a16="http://schemas.microsoft.com/office/drawing/2014/main" id="{19E5C379-E3F4-4C93-AD4F-C91D794A32F5}"/>
              </a:ext>
            </a:extLst>
          </p:cNvPr>
          <p:cNvCxnSpPr>
            <a:cxnSpLocks/>
            <a:stCxn id="5" idx="2"/>
            <a:endCxn id="14" idx="0"/>
          </p:cNvCxnSpPr>
          <p:nvPr/>
        </p:nvCxnSpPr>
        <p:spPr>
          <a:xfrm rot="16200000" flipH="1">
            <a:off x="8928247" y="2665034"/>
            <a:ext cx="442463" cy="1724122"/>
          </a:xfrm>
          <a:prstGeom prst="bentConnector3">
            <a:avLst>
              <a:gd name="adj1" fmla="val 50000"/>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 name="Cycle Rentals">
            <a:extLst>
              <a:ext uri="{FF2B5EF4-FFF2-40B4-BE49-F238E27FC236}">
                <a16:creationId xmlns:a16="http://schemas.microsoft.com/office/drawing/2014/main" id="{A55C1FA5-2603-4579-84B9-5ED761486938}"/>
              </a:ext>
            </a:extLst>
          </p:cNvPr>
          <p:cNvGrpSpPr/>
          <p:nvPr/>
        </p:nvGrpSpPr>
        <p:grpSpPr>
          <a:xfrm>
            <a:off x="1423955" y="5041272"/>
            <a:ext cx="795985" cy="620237"/>
            <a:chOff x="9568107" y="986071"/>
            <a:chExt cx="795985" cy="620237"/>
          </a:xfrm>
          <a:solidFill>
            <a:schemeClr val="accent1"/>
          </a:solidFill>
        </p:grpSpPr>
        <p:pic>
          <p:nvPicPr>
            <p:cNvPr id="20" name="Graphic 19" descr="Cycling">
              <a:extLst>
                <a:ext uri="{FF2B5EF4-FFF2-40B4-BE49-F238E27FC236}">
                  <a16:creationId xmlns:a16="http://schemas.microsoft.com/office/drawing/2014/main" id="{25A3B2C4-F501-45E9-A27A-EF60B7D8F7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03917" y="1046133"/>
              <a:ext cx="560175" cy="560175"/>
            </a:xfrm>
            <a:prstGeom prst="rect">
              <a:avLst/>
            </a:prstGeom>
          </p:spPr>
        </p:pic>
        <p:pic>
          <p:nvPicPr>
            <p:cNvPr id="21" name="Graphic 20" descr="Cycling">
              <a:extLst>
                <a:ext uri="{FF2B5EF4-FFF2-40B4-BE49-F238E27FC236}">
                  <a16:creationId xmlns:a16="http://schemas.microsoft.com/office/drawing/2014/main" id="{7AE7C0F6-7078-406F-9E04-F714DFD49E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68107" y="986071"/>
              <a:ext cx="560174" cy="560174"/>
            </a:xfrm>
            <a:prstGeom prst="rect">
              <a:avLst/>
            </a:prstGeom>
          </p:spPr>
        </p:pic>
      </p:grpSp>
      <p:grpSp>
        <p:nvGrpSpPr>
          <p:cNvPr id="22" name="Temperature">
            <a:extLst>
              <a:ext uri="{FF2B5EF4-FFF2-40B4-BE49-F238E27FC236}">
                <a16:creationId xmlns:a16="http://schemas.microsoft.com/office/drawing/2014/main" id="{21635A76-E074-4DA6-91B9-A00E947D561D}"/>
              </a:ext>
            </a:extLst>
          </p:cNvPr>
          <p:cNvGrpSpPr/>
          <p:nvPr/>
        </p:nvGrpSpPr>
        <p:grpSpPr>
          <a:xfrm>
            <a:off x="764321" y="4668288"/>
            <a:ext cx="891809" cy="713133"/>
            <a:chOff x="8638055" y="916201"/>
            <a:chExt cx="891809" cy="713133"/>
          </a:xfrm>
          <a:solidFill>
            <a:schemeClr val="accent1"/>
          </a:solidFill>
        </p:grpSpPr>
        <p:pic>
          <p:nvPicPr>
            <p:cNvPr id="23" name="Graphic 22" descr="Partial sun">
              <a:extLst>
                <a:ext uri="{FF2B5EF4-FFF2-40B4-BE49-F238E27FC236}">
                  <a16:creationId xmlns:a16="http://schemas.microsoft.com/office/drawing/2014/main" id="{B89FD9CD-D2D6-4333-AAB5-37A2A46218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9820" y="916201"/>
              <a:ext cx="630044" cy="630044"/>
            </a:xfrm>
            <a:prstGeom prst="rect">
              <a:avLst/>
            </a:prstGeom>
          </p:spPr>
        </p:pic>
        <p:pic>
          <p:nvPicPr>
            <p:cNvPr id="24" name="Graphic 23" descr="Thermometer">
              <a:extLst>
                <a:ext uri="{FF2B5EF4-FFF2-40B4-BE49-F238E27FC236}">
                  <a16:creationId xmlns:a16="http://schemas.microsoft.com/office/drawing/2014/main" id="{E9468E2A-AB34-402D-80A0-FF6C149E410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38055" y="1105805"/>
              <a:ext cx="523529" cy="523529"/>
            </a:xfrm>
            <a:prstGeom prst="rect">
              <a:avLst/>
            </a:prstGeom>
          </p:spPr>
        </p:pic>
      </p:grpSp>
      <p:sp>
        <p:nvSpPr>
          <p:cNvPr id="25" name="TextBox 24">
            <a:extLst>
              <a:ext uri="{FF2B5EF4-FFF2-40B4-BE49-F238E27FC236}">
                <a16:creationId xmlns:a16="http://schemas.microsoft.com/office/drawing/2014/main" id="{813FD0DA-ABF6-48D1-83CF-77BF35BD1F0B}"/>
              </a:ext>
            </a:extLst>
          </p:cNvPr>
          <p:cNvSpPr txBox="1"/>
          <p:nvPr/>
        </p:nvSpPr>
        <p:spPr>
          <a:xfrm>
            <a:off x="139805" y="5754405"/>
            <a:ext cx="3415807" cy="492443"/>
          </a:xfrm>
          <a:prstGeom prst="rect">
            <a:avLst/>
          </a:prstGeom>
          <a:noFill/>
        </p:spPr>
        <p:txBody>
          <a:bodyPr wrap="square" lIns="0" tIns="0" rIns="0" bIns="0" rtlCol="0">
            <a:spAutoFit/>
          </a:bodyPr>
          <a:lstStyle/>
          <a:p>
            <a:pPr algn="ctr"/>
            <a:r>
              <a:rPr lang="en-US" sz="1600" dirty="0">
                <a:gradFill>
                  <a:gsLst>
                    <a:gs pos="2917">
                      <a:schemeClr val="tx1"/>
                    </a:gs>
                    <a:gs pos="30000">
                      <a:schemeClr val="tx1"/>
                    </a:gs>
                  </a:gsLst>
                  <a:lin ang="5400000" scaled="0"/>
                </a:gradFill>
              </a:rPr>
              <a:t>Predict the number of bike rentals based on day, season, and weather </a:t>
            </a:r>
          </a:p>
        </p:txBody>
      </p:sp>
      <p:grpSp>
        <p:nvGrpSpPr>
          <p:cNvPr id="26" name="features">
            <a:extLst>
              <a:ext uri="{FF2B5EF4-FFF2-40B4-BE49-F238E27FC236}">
                <a16:creationId xmlns:a16="http://schemas.microsoft.com/office/drawing/2014/main" id="{79AF7CBD-A109-4270-B3D2-689A24481059}"/>
              </a:ext>
            </a:extLst>
          </p:cNvPr>
          <p:cNvGrpSpPr/>
          <p:nvPr/>
        </p:nvGrpSpPr>
        <p:grpSpPr>
          <a:xfrm>
            <a:off x="4402134" y="4772108"/>
            <a:ext cx="719582" cy="687118"/>
            <a:chOff x="895896" y="3854959"/>
            <a:chExt cx="1296114" cy="1237640"/>
          </a:xfrm>
          <a:solidFill>
            <a:schemeClr val="accent1"/>
          </a:solidFill>
        </p:grpSpPr>
        <p:pic>
          <p:nvPicPr>
            <p:cNvPr id="27" name="Graphic 26" descr="Test tubes">
              <a:extLst>
                <a:ext uri="{FF2B5EF4-FFF2-40B4-BE49-F238E27FC236}">
                  <a16:creationId xmlns:a16="http://schemas.microsoft.com/office/drawing/2014/main" id="{0157680F-AF71-4AFA-8127-568FDBAF9C8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381059">
              <a:off x="903777" y="3854959"/>
              <a:ext cx="626322" cy="626322"/>
            </a:xfrm>
            <a:prstGeom prst="rect">
              <a:avLst/>
            </a:prstGeom>
          </p:spPr>
        </p:pic>
        <p:pic>
          <p:nvPicPr>
            <p:cNvPr id="28" name="Graphic 27" descr="Scale">
              <a:extLst>
                <a:ext uri="{FF2B5EF4-FFF2-40B4-BE49-F238E27FC236}">
                  <a16:creationId xmlns:a16="http://schemas.microsoft.com/office/drawing/2014/main" id="{59717CD5-046F-4EC8-888A-8889B4F76F3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991311">
              <a:off x="895896" y="4472479"/>
              <a:ext cx="620120" cy="620120"/>
            </a:xfrm>
            <a:prstGeom prst="rect">
              <a:avLst/>
            </a:prstGeom>
          </p:spPr>
        </p:pic>
        <p:pic>
          <p:nvPicPr>
            <p:cNvPr id="29" name="Graphic 28" descr="Alterations &amp; Tailoring">
              <a:extLst>
                <a:ext uri="{FF2B5EF4-FFF2-40B4-BE49-F238E27FC236}">
                  <a16:creationId xmlns:a16="http://schemas.microsoft.com/office/drawing/2014/main" id="{C0FAE0B6-6EC2-4F99-9999-A9C7AA20885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900000">
              <a:off x="1573229" y="4557321"/>
              <a:ext cx="533167" cy="533167"/>
            </a:xfrm>
            <a:prstGeom prst="rect">
              <a:avLst/>
            </a:prstGeom>
          </p:spPr>
        </p:pic>
        <p:pic>
          <p:nvPicPr>
            <p:cNvPr id="30" name="Graphic 29" descr="Heart with pulse">
              <a:extLst>
                <a:ext uri="{FF2B5EF4-FFF2-40B4-BE49-F238E27FC236}">
                  <a16:creationId xmlns:a16="http://schemas.microsoft.com/office/drawing/2014/main" id="{453025C7-3DFD-42F4-B5F7-F20EB85F7CC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rot="1183172">
              <a:off x="1565688" y="3922963"/>
              <a:ext cx="626322" cy="626322"/>
            </a:xfrm>
            <a:prstGeom prst="rect">
              <a:avLst/>
            </a:prstGeom>
          </p:spPr>
        </p:pic>
      </p:grpSp>
      <p:pic>
        <p:nvPicPr>
          <p:cNvPr id="32" name="Graphic 31" descr="Group of men with solid fill">
            <a:extLst>
              <a:ext uri="{FF2B5EF4-FFF2-40B4-BE49-F238E27FC236}">
                <a16:creationId xmlns:a16="http://schemas.microsoft.com/office/drawing/2014/main" id="{70256194-47C6-4B77-B3EE-BA8F1BF68C7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554813" y="4860170"/>
            <a:ext cx="914400" cy="914400"/>
          </a:xfrm>
          <a:prstGeom prst="rect">
            <a:avLst/>
          </a:prstGeom>
        </p:spPr>
      </p:pic>
      <p:pic>
        <p:nvPicPr>
          <p:cNvPr id="33" name="score1 result" descr="Badge Tick1">
            <a:extLst>
              <a:ext uri="{FF2B5EF4-FFF2-40B4-BE49-F238E27FC236}">
                <a16:creationId xmlns:a16="http://schemas.microsoft.com/office/drawing/2014/main" id="{D3401ECD-BC3F-4BAF-B05F-78C2E0A4D035}"/>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866721" y="4685508"/>
            <a:ext cx="275494" cy="275494"/>
          </a:xfrm>
          <a:prstGeom prst="rect">
            <a:avLst/>
          </a:prstGeom>
        </p:spPr>
      </p:pic>
      <p:pic>
        <p:nvPicPr>
          <p:cNvPr id="34" name="score3 result" descr="Badge Cross">
            <a:extLst>
              <a:ext uri="{FF2B5EF4-FFF2-40B4-BE49-F238E27FC236}">
                <a16:creationId xmlns:a16="http://schemas.microsoft.com/office/drawing/2014/main" id="{F5AA58A2-06E5-4D15-B57B-0B907F5F8059}"/>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124231" y="4685508"/>
            <a:ext cx="275494" cy="275494"/>
          </a:xfrm>
          <a:prstGeom prst="rect">
            <a:avLst/>
          </a:prstGeom>
        </p:spPr>
      </p:pic>
      <p:pic>
        <p:nvPicPr>
          <p:cNvPr id="35" name="score3 result" descr="Badge Cross">
            <a:extLst>
              <a:ext uri="{FF2B5EF4-FFF2-40B4-BE49-F238E27FC236}">
                <a16:creationId xmlns:a16="http://schemas.microsoft.com/office/drawing/2014/main" id="{3EF2CD62-C4C4-4685-9B3F-3EC5720BCD8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605414" y="4690361"/>
            <a:ext cx="275494" cy="275494"/>
          </a:xfrm>
          <a:prstGeom prst="rect">
            <a:avLst/>
          </a:prstGeom>
        </p:spPr>
      </p:pic>
      <p:sp>
        <p:nvSpPr>
          <p:cNvPr id="36" name="TextBox 35">
            <a:extLst>
              <a:ext uri="{FF2B5EF4-FFF2-40B4-BE49-F238E27FC236}">
                <a16:creationId xmlns:a16="http://schemas.microsoft.com/office/drawing/2014/main" id="{07D95C10-8A8F-4004-A843-E460CF8BC18E}"/>
              </a:ext>
            </a:extLst>
          </p:cNvPr>
          <p:cNvSpPr txBox="1"/>
          <p:nvPr/>
        </p:nvSpPr>
        <p:spPr>
          <a:xfrm>
            <a:off x="3951548" y="5754405"/>
            <a:ext cx="3208650" cy="738664"/>
          </a:xfrm>
          <a:prstGeom prst="rect">
            <a:avLst/>
          </a:prstGeom>
          <a:noFill/>
        </p:spPr>
        <p:txBody>
          <a:bodyPr wrap="square" lIns="0" tIns="0" rIns="0" bIns="0" rtlCol="0">
            <a:spAutoFit/>
          </a:bodyPr>
          <a:lstStyle/>
          <a:p>
            <a:pPr algn="ctr"/>
            <a:r>
              <a:rPr lang="en-US" sz="1600" dirty="0">
                <a:gradFill>
                  <a:gsLst>
                    <a:gs pos="2917">
                      <a:schemeClr val="tx1"/>
                    </a:gs>
                    <a:gs pos="30000">
                      <a:schemeClr val="tx1"/>
                    </a:gs>
                  </a:gsLst>
                  <a:lin ang="5400000" scaled="0"/>
                </a:gradFill>
              </a:rPr>
              <a:t>Predict whether a patient is at-risk for diabetes based on clinical measurements</a:t>
            </a:r>
          </a:p>
        </p:txBody>
      </p:sp>
      <p:sp>
        <p:nvSpPr>
          <p:cNvPr id="47" name="TextBox 46">
            <a:extLst>
              <a:ext uri="{FF2B5EF4-FFF2-40B4-BE49-F238E27FC236}">
                <a16:creationId xmlns:a16="http://schemas.microsoft.com/office/drawing/2014/main" id="{23B63186-749E-4EA8-A26A-577705C1D0AA}"/>
              </a:ext>
            </a:extLst>
          </p:cNvPr>
          <p:cNvSpPr txBox="1"/>
          <p:nvPr/>
        </p:nvSpPr>
        <p:spPr>
          <a:xfrm>
            <a:off x="8604545" y="5722555"/>
            <a:ext cx="3208650" cy="738664"/>
          </a:xfrm>
          <a:prstGeom prst="rect">
            <a:avLst/>
          </a:prstGeom>
          <a:noFill/>
        </p:spPr>
        <p:txBody>
          <a:bodyPr wrap="square" lIns="0" tIns="0" rIns="0" bIns="0" rtlCol="0">
            <a:spAutoFit/>
          </a:bodyPr>
          <a:lstStyle/>
          <a:p>
            <a:pPr algn="ctr"/>
            <a:r>
              <a:rPr lang="en-US" sz="1600" dirty="0">
                <a:gradFill>
                  <a:gsLst>
                    <a:gs pos="2917">
                      <a:schemeClr val="tx1"/>
                    </a:gs>
                    <a:gs pos="30000">
                      <a:schemeClr val="tx1"/>
                    </a:gs>
                  </a:gsLst>
                  <a:lin ang="5400000" scaled="0"/>
                </a:gradFill>
              </a:rPr>
              <a:t>Vehicles with similar emissions and fuel efficiency characteristics are separated into clusters</a:t>
            </a:r>
          </a:p>
        </p:txBody>
      </p:sp>
      <p:pic>
        <p:nvPicPr>
          <p:cNvPr id="51" name="Graphic 50" descr="Convertible outline">
            <a:extLst>
              <a:ext uri="{FF2B5EF4-FFF2-40B4-BE49-F238E27FC236}">
                <a16:creationId xmlns:a16="http://schemas.microsoft.com/office/drawing/2014/main" id="{2048706D-12A4-40B3-9AE4-D6F2D1BC719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flipH="1">
            <a:off x="9536356" y="5191227"/>
            <a:ext cx="695755" cy="695755"/>
          </a:xfrm>
          <a:prstGeom prst="rect">
            <a:avLst/>
          </a:prstGeom>
        </p:spPr>
      </p:pic>
      <p:pic>
        <p:nvPicPr>
          <p:cNvPr id="55" name="Graphic 54" descr="Motorcycle with solid fill">
            <a:extLst>
              <a:ext uri="{FF2B5EF4-FFF2-40B4-BE49-F238E27FC236}">
                <a16:creationId xmlns:a16="http://schemas.microsoft.com/office/drawing/2014/main" id="{217022F3-5FFA-461E-BA1A-E5AFC00A70B0}"/>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400744" y="4529318"/>
            <a:ext cx="516657" cy="516657"/>
          </a:xfrm>
          <a:prstGeom prst="rect">
            <a:avLst/>
          </a:prstGeom>
        </p:spPr>
      </p:pic>
      <p:grpSp>
        <p:nvGrpSpPr>
          <p:cNvPr id="64" name="Group 63">
            <a:extLst>
              <a:ext uri="{FF2B5EF4-FFF2-40B4-BE49-F238E27FC236}">
                <a16:creationId xmlns:a16="http://schemas.microsoft.com/office/drawing/2014/main" id="{BE490A2E-6A60-40D4-B19B-866B30229DF3}"/>
              </a:ext>
            </a:extLst>
          </p:cNvPr>
          <p:cNvGrpSpPr/>
          <p:nvPr/>
        </p:nvGrpSpPr>
        <p:grpSpPr>
          <a:xfrm>
            <a:off x="10347248" y="4223811"/>
            <a:ext cx="1298685" cy="1021567"/>
            <a:chOff x="7559047" y="4712949"/>
            <a:chExt cx="1992140" cy="1567051"/>
          </a:xfrm>
        </p:grpSpPr>
        <p:pic>
          <p:nvPicPr>
            <p:cNvPr id="57" name="Graphic 56" descr="Scooter outline">
              <a:extLst>
                <a:ext uri="{FF2B5EF4-FFF2-40B4-BE49-F238E27FC236}">
                  <a16:creationId xmlns:a16="http://schemas.microsoft.com/office/drawing/2014/main" id="{C5B02B5B-4C08-422D-B70A-9408B4475757}"/>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559047" y="5013686"/>
              <a:ext cx="914399" cy="914400"/>
            </a:xfrm>
            <a:prstGeom prst="rect">
              <a:avLst/>
            </a:prstGeom>
          </p:spPr>
        </p:pic>
        <p:pic>
          <p:nvPicPr>
            <p:cNvPr id="59" name="Graphic 58" descr="Electric car with solid fill">
              <a:extLst>
                <a:ext uri="{FF2B5EF4-FFF2-40B4-BE49-F238E27FC236}">
                  <a16:creationId xmlns:a16="http://schemas.microsoft.com/office/drawing/2014/main" id="{5578A17A-B8B9-4E1E-904D-6DCB2510438C}"/>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flipH="1">
              <a:off x="8413588" y="4712949"/>
              <a:ext cx="1137599" cy="1137598"/>
            </a:xfrm>
            <a:prstGeom prst="rect">
              <a:avLst/>
            </a:prstGeom>
          </p:spPr>
        </p:pic>
        <p:pic>
          <p:nvPicPr>
            <p:cNvPr id="61" name="Graphic 60" descr="Scooter with solid fill">
              <a:extLst>
                <a:ext uri="{FF2B5EF4-FFF2-40B4-BE49-F238E27FC236}">
                  <a16:creationId xmlns:a16="http://schemas.microsoft.com/office/drawing/2014/main" id="{F7E6780A-4C61-4942-8BE3-ECB8972A9177}"/>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269611" y="5365600"/>
              <a:ext cx="914399" cy="914400"/>
            </a:xfrm>
            <a:prstGeom prst="rect">
              <a:avLst/>
            </a:prstGeom>
          </p:spPr>
        </p:pic>
      </p:grpSp>
      <p:pic>
        <p:nvPicPr>
          <p:cNvPr id="53" name="Graphic 52" descr="Car with solid fill">
            <a:extLst>
              <a:ext uri="{FF2B5EF4-FFF2-40B4-BE49-F238E27FC236}">
                <a16:creationId xmlns:a16="http://schemas.microsoft.com/office/drawing/2014/main" id="{524A2476-B65E-4863-B98E-2B7FCABAE327}"/>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8880888" y="4362567"/>
            <a:ext cx="573421" cy="573421"/>
          </a:xfrm>
          <a:prstGeom prst="rect">
            <a:avLst/>
          </a:prstGeom>
        </p:spPr>
      </p:pic>
      <p:pic>
        <p:nvPicPr>
          <p:cNvPr id="63" name="Graphic 62" descr="Truck with solid fill">
            <a:extLst>
              <a:ext uri="{FF2B5EF4-FFF2-40B4-BE49-F238E27FC236}">
                <a16:creationId xmlns:a16="http://schemas.microsoft.com/office/drawing/2014/main" id="{F020B3EC-FE4A-4BB4-81B3-E9F073C11443}"/>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flipH="1">
            <a:off x="9688827" y="4861602"/>
            <a:ext cx="677744" cy="677745"/>
          </a:xfrm>
          <a:prstGeom prst="rect">
            <a:avLst/>
          </a:prstGeom>
        </p:spPr>
      </p:pic>
      <p:sp>
        <p:nvSpPr>
          <p:cNvPr id="67" name="Oval 66">
            <a:extLst>
              <a:ext uri="{FF2B5EF4-FFF2-40B4-BE49-F238E27FC236}">
                <a16:creationId xmlns:a16="http://schemas.microsoft.com/office/drawing/2014/main" id="{122CBDA2-A84E-42FE-993C-0DE60933045B}"/>
              </a:ext>
            </a:extLst>
          </p:cNvPr>
          <p:cNvSpPr/>
          <p:nvPr/>
        </p:nvSpPr>
        <p:spPr bwMode="auto">
          <a:xfrm>
            <a:off x="8348870" y="4394658"/>
            <a:ext cx="1288424" cy="748713"/>
          </a:xfrm>
          <a:custGeom>
            <a:avLst/>
            <a:gdLst>
              <a:gd name="connsiteX0" fmla="*/ 0 w 1288424"/>
              <a:gd name="connsiteY0" fmla="*/ 374357 h 748713"/>
              <a:gd name="connsiteX1" fmla="*/ 644212 w 1288424"/>
              <a:gd name="connsiteY1" fmla="*/ 0 h 748713"/>
              <a:gd name="connsiteX2" fmla="*/ 1288424 w 1288424"/>
              <a:gd name="connsiteY2" fmla="*/ 374357 h 748713"/>
              <a:gd name="connsiteX3" fmla="*/ 644212 w 1288424"/>
              <a:gd name="connsiteY3" fmla="*/ 748714 h 748713"/>
              <a:gd name="connsiteX4" fmla="*/ 0 w 1288424"/>
              <a:gd name="connsiteY4" fmla="*/ 374357 h 748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424" h="748713" extrusionOk="0">
                <a:moveTo>
                  <a:pt x="0" y="374357"/>
                </a:moveTo>
                <a:cubicBezTo>
                  <a:pt x="22957" y="222262"/>
                  <a:pt x="199091" y="-21193"/>
                  <a:pt x="644212" y="0"/>
                </a:cubicBezTo>
                <a:cubicBezTo>
                  <a:pt x="987856" y="1907"/>
                  <a:pt x="1296605" y="164495"/>
                  <a:pt x="1288424" y="374357"/>
                </a:cubicBezTo>
                <a:cubicBezTo>
                  <a:pt x="1297005" y="612437"/>
                  <a:pt x="981437" y="700907"/>
                  <a:pt x="644212" y="748714"/>
                </a:cubicBezTo>
                <a:cubicBezTo>
                  <a:pt x="305766" y="747033"/>
                  <a:pt x="-3307" y="578287"/>
                  <a:pt x="0" y="374357"/>
                </a:cubicBezTo>
                <a:close/>
              </a:path>
            </a:pathLst>
          </a:custGeom>
          <a:noFill/>
          <a:ln w="12700">
            <a:solidFill>
              <a:srgbClr val="40CDF5"/>
            </a:solidFill>
            <a:headEnd type="none" w="med" len="med"/>
            <a:tailEnd type="none" w="med" len="med"/>
            <a:extLst>
              <a:ext uri="{C807C97D-BFC1-408E-A445-0C87EB9F89A2}">
                <ask:lineSketchStyleProps xmlns:ask="http://schemas.microsoft.com/office/drawing/2018/sketchyshapes" sd="52657929">
                  <a:prstGeom prst="ellipse">
                    <a:avLst/>
                  </a:prstGeom>
                  <ask:type>
                    <ask:lineSketchScribble/>
                  </ask:type>
                </ask:lineSketchStyleProps>
              </a:ext>
            </a:extLst>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8" name="Oval 67">
            <a:extLst>
              <a:ext uri="{FF2B5EF4-FFF2-40B4-BE49-F238E27FC236}">
                <a16:creationId xmlns:a16="http://schemas.microsoft.com/office/drawing/2014/main" id="{E7CC139E-B392-452A-939A-50E1CD6EEA0C}"/>
              </a:ext>
            </a:extLst>
          </p:cNvPr>
          <p:cNvSpPr/>
          <p:nvPr/>
        </p:nvSpPr>
        <p:spPr bwMode="auto">
          <a:xfrm>
            <a:off x="10300404" y="4394658"/>
            <a:ext cx="1452827" cy="804756"/>
          </a:xfrm>
          <a:custGeom>
            <a:avLst/>
            <a:gdLst>
              <a:gd name="connsiteX0" fmla="*/ 0 w 1452827"/>
              <a:gd name="connsiteY0" fmla="*/ 402378 h 804756"/>
              <a:gd name="connsiteX1" fmla="*/ 726414 w 1452827"/>
              <a:gd name="connsiteY1" fmla="*/ 0 h 804756"/>
              <a:gd name="connsiteX2" fmla="*/ 1452828 w 1452827"/>
              <a:gd name="connsiteY2" fmla="*/ 402378 h 804756"/>
              <a:gd name="connsiteX3" fmla="*/ 726414 w 1452827"/>
              <a:gd name="connsiteY3" fmla="*/ 804756 h 804756"/>
              <a:gd name="connsiteX4" fmla="*/ 0 w 1452827"/>
              <a:gd name="connsiteY4" fmla="*/ 402378 h 804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827" h="804756" extrusionOk="0">
                <a:moveTo>
                  <a:pt x="0" y="402378"/>
                </a:moveTo>
                <a:cubicBezTo>
                  <a:pt x="25281" y="240340"/>
                  <a:pt x="302153" y="-5474"/>
                  <a:pt x="726414" y="0"/>
                </a:cubicBezTo>
                <a:cubicBezTo>
                  <a:pt x="1065327" y="9776"/>
                  <a:pt x="1498173" y="162911"/>
                  <a:pt x="1452828" y="402378"/>
                </a:cubicBezTo>
                <a:cubicBezTo>
                  <a:pt x="1475545" y="707537"/>
                  <a:pt x="1115123" y="772622"/>
                  <a:pt x="726414" y="804756"/>
                </a:cubicBezTo>
                <a:cubicBezTo>
                  <a:pt x="362027" y="801188"/>
                  <a:pt x="-18340" y="608955"/>
                  <a:pt x="0" y="402378"/>
                </a:cubicBezTo>
                <a:close/>
              </a:path>
            </a:pathLst>
          </a:custGeom>
          <a:noFill/>
          <a:ln w="12700">
            <a:solidFill>
              <a:srgbClr val="40CDF5"/>
            </a:solidFill>
            <a:headEnd type="none" w="med" len="med"/>
            <a:tailEnd type="none" w="med" len="med"/>
            <a:extLst>
              <a:ext uri="{C807C97D-BFC1-408E-A445-0C87EB9F89A2}">
                <ask:lineSketchStyleProps xmlns:ask="http://schemas.microsoft.com/office/drawing/2018/sketchyshapes" sd="52657929">
                  <a:prstGeom prst="ellipse">
                    <a:avLst/>
                  </a:prstGeom>
                  <ask:type>
                    <ask:lineSketchScribble/>
                  </ask:type>
                </ask:lineSketchStyleProps>
              </a:ext>
            </a:extLst>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Oval 68">
            <a:extLst>
              <a:ext uri="{FF2B5EF4-FFF2-40B4-BE49-F238E27FC236}">
                <a16:creationId xmlns:a16="http://schemas.microsoft.com/office/drawing/2014/main" id="{E328CF52-93DC-428B-9A17-20537602E824}"/>
              </a:ext>
            </a:extLst>
          </p:cNvPr>
          <p:cNvSpPr/>
          <p:nvPr/>
        </p:nvSpPr>
        <p:spPr bwMode="auto">
          <a:xfrm>
            <a:off x="9314499" y="4961193"/>
            <a:ext cx="1286910" cy="804756"/>
          </a:xfrm>
          <a:custGeom>
            <a:avLst/>
            <a:gdLst>
              <a:gd name="connsiteX0" fmla="*/ 0 w 1286910"/>
              <a:gd name="connsiteY0" fmla="*/ 402378 h 804756"/>
              <a:gd name="connsiteX1" fmla="*/ 643455 w 1286910"/>
              <a:gd name="connsiteY1" fmla="*/ 0 h 804756"/>
              <a:gd name="connsiteX2" fmla="*/ 1286910 w 1286910"/>
              <a:gd name="connsiteY2" fmla="*/ 402378 h 804756"/>
              <a:gd name="connsiteX3" fmla="*/ 643455 w 1286910"/>
              <a:gd name="connsiteY3" fmla="*/ 804756 h 804756"/>
              <a:gd name="connsiteX4" fmla="*/ 0 w 1286910"/>
              <a:gd name="connsiteY4" fmla="*/ 402378 h 804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910" h="804756" extrusionOk="0">
                <a:moveTo>
                  <a:pt x="0" y="402378"/>
                </a:moveTo>
                <a:cubicBezTo>
                  <a:pt x="37986" y="270591"/>
                  <a:pt x="220019" y="-16148"/>
                  <a:pt x="643455" y="0"/>
                </a:cubicBezTo>
                <a:cubicBezTo>
                  <a:pt x="936551" y="9776"/>
                  <a:pt x="1332255" y="162911"/>
                  <a:pt x="1286910" y="402378"/>
                </a:cubicBezTo>
                <a:cubicBezTo>
                  <a:pt x="1313480" y="721603"/>
                  <a:pt x="989392" y="780464"/>
                  <a:pt x="643455" y="804756"/>
                </a:cubicBezTo>
                <a:cubicBezTo>
                  <a:pt x="324885" y="801188"/>
                  <a:pt x="-18340" y="608955"/>
                  <a:pt x="0" y="402378"/>
                </a:cubicBezTo>
                <a:close/>
              </a:path>
            </a:pathLst>
          </a:custGeom>
          <a:noFill/>
          <a:ln w="12700">
            <a:solidFill>
              <a:srgbClr val="40CDF5"/>
            </a:solidFill>
            <a:headEnd type="none" w="med" len="med"/>
            <a:tailEnd type="none" w="med" len="med"/>
            <a:extLst>
              <a:ext uri="{C807C97D-BFC1-408E-A445-0C87EB9F89A2}">
                <ask:lineSketchStyleProps xmlns:ask="http://schemas.microsoft.com/office/drawing/2018/sketchyshapes" sd="52657929">
                  <a:prstGeom prst="ellipse">
                    <a:avLst/>
                  </a:prstGeom>
                  <ask:type>
                    <ask:lineSketchScribble/>
                  </ask:type>
                </ask:lineSketchStyleProps>
              </a:ext>
            </a:extLst>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7204244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1386-49CE-4453-89AA-3DA6C8E24ED5}"/>
              </a:ext>
            </a:extLst>
          </p:cNvPr>
          <p:cNvSpPr>
            <a:spLocks noGrp="1"/>
          </p:cNvSpPr>
          <p:nvPr>
            <p:ph type="title"/>
          </p:nvPr>
        </p:nvSpPr>
        <p:spPr/>
        <p:txBody>
          <a:bodyPr/>
          <a:lstStyle/>
          <a:p>
            <a:r>
              <a:rPr lang="en-US"/>
              <a:t>Regression</a:t>
            </a:r>
          </a:p>
        </p:txBody>
      </p:sp>
      <p:graphicFrame>
        <p:nvGraphicFramePr>
          <p:cNvPr id="7" name="Training Table">
            <a:extLst>
              <a:ext uri="{FF2B5EF4-FFF2-40B4-BE49-F238E27FC236}">
                <a16:creationId xmlns:a16="http://schemas.microsoft.com/office/drawing/2014/main" id="{E7D10C61-FFBA-5735-2332-60EA748031BD}"/>
              </a:ext>
            </a:extLst>
          </p:cNvPr>
          <p:cNvGraphicFramePr>
            <a:graphicFrameLocks noGrp="1"/>
          </p:cNvGraphicFramePr>
          <p:nvPr>
            <p:extLst>
              <p:ext uri="{D42A27DB-BD31-4B8C-83A1-F6EECF244321}">
                <p14:modId xmlns:p14="http://schemas.microsoft.com/office/powerpoint/2010/main" val="2819932773"/>
              </p:ext>
            </p:extLst>
          </p:nvPr>
        </p:nvGraphicFramePr>
        <p:xfrm>
          <a:off x="2143466" y="1359213"/>
          <a:ext cx="3070162" cy="3187387"/>
        </p:xfrm>
        <a:graphic>
          <a:graphicData uri="http://schemas.openxmlformats.org/drawingml/2006/table">
            <a:tbl>
              <a:tblPr firstRow="1" bandRow="1">
                <a:tableStyleId>{5940675A-B579-460E-94D1-54222C63F5DA}</a:tableStyleId>
              </a:tblPr>
              <a:tblGrid>
                <a:gridCol w="1507300">
                  <a:extLst>
                    <a:ext uri="{9D8B030D-6E8A-4147-A177-3AD203B41FA5}">
                      <a16:colId xmlns:a16="http://schemas.microsoft.com/office/drawing/2014/main" val="1346378996"/>
                    </a:ext>
                  </a:extLst>
                </a:gridCol>
                <a:gridCol w="1562862">
                  <a:extLst>
                    <a:ext uri="{9D8B030D-6E8A-4147-A177-3AD203B41FA5}">
                      <a16:colId xmlns:a16="http://schemas.microsoft.com/office/drawing/2014/main" val="4033911449"/>
                    </a:ext>
                  </a:extLst>
                </a:gridCol>
              </a:tblGrid>
              <a:tr h="962347">
                <a:tc>
                  <a:txBody>
                    <a:bodyPr/>
                    <a:lstStyle/>
                    <a:p>
                      <a:pPr algn="ctr"/>
                      <a:endParaRPr lang="en-US" sz="2400" b="0">
                        <a:solidFill>
                          <a:srgbClr val="40CDF5"/>
                        </a:solidFill>
                      </a:endParaRPr>
                    </a:p>
                  </a:txBody>
                  <a:tcPr anchor="b">
                    <a:solidFill>
                      <a:schemeClr val="accent1"/>
                    </a:solidFill>
                  </a:tcPr>
                </a:tc>
                <a:tc>
                  <a:txBody>
                    <a:bodyPr/>
                    <a:lstStyle/>
                    <a:p>
                      <a:pPr algn="ctr"/>
                      <a:endParaRPr lang="en-US" sz="2400" b="0">
                        <a:solidFill>
                          <a:srgbClr val="40CDF5"/>
                        </a:solidFill>
                      </a:endParaRPr>
                    </a:p>
                  </a:txBody>
                  <a:tcPr anchor="b">
                    <a:solidFill>
                      <a:schemeClr val="accent1"/>
                    </a:solidFill>
                  </a:tcPr>
                </a:tc>
                <a:extLst>
                  <a:ext uri="{0D108BD9-81ED-4DB2-BD59-A6C34878D82A}">
                    <a16:rowId xmlns:a16="http://schemas.microsoft.com/office/drawing/2014/main" val="2721455304"/>
                  </a:ext>
                </a:extLst>
              </a:tr>
              <a:tr h="370840">
                <a:tc>
                  <a:txBody>
                    <a:bodyPr/>
                    <a:lstStyle/>
                    <a:p>
                      <a:pPr algn="ctr" fontAlgn="b"/>
                      <a:r>
                        <a:rPr lang="en-US" sz="2000" b="0" i="0" u="none" strike="noStrike">
                          <a:solidFill>
                            <a:srgbClr val="000000"/>
                          </a:solidFill>
                          <a:effectLst/>
                          <a:latin typeface="+mn-lt"/>
                        </a:rPr>
                        <a:t>56</a:t>
                      </a:r>
                    </a:p>
                  </a:txBody>
                  <a:tcPr marL="4763" marR="4763" marT="4763" marB="0" anchor="b"/>
                </a:tc>
                <a:tc>
                  <a:txBody>
                    <a:bodyPr/>
                    <a:lstStyle/>
                    <a:p>
                      <a:pPr algn="ctr" fontAlgn="b"/>
                      <a:r>
                        <a:rPr lang="en-US" sz="2000" b="0" i="0" u="none" strike="noStrike">
                          <a:solidFill>
                            <a:srgbClr val="000000"/>
                          </a:solidFill>
                          <a:effectLst/>
                          <a:latin typeface="+mn-lt"/>
                        </a:rPr>
                        <a:t>115</a:t>
                      </a:r>
                    </a:p>
                  </a:txBody>
                  <a:tcPr marL="4763" marR="4763" marT="4763" marB="0" anchor="b"/>
                </a:tc>
                <a:extLst>
                  <a:ext uri="{0D108BD9-81ED-4DB2-BD59-A6C34878D82A}">
                    <a16:rowId xmlns:a16="http://schemas.microsoft.com/office/drawing/2014/main" val="1132297154"/>
                  </a:ext>
                </a:extLst>
              </a:tr>
              <a:tr h="370840">
                <a:tc>
                  <a:txBody>
                    <a:bodyPr/>
                    <a:lstStyle/>
                    <a:p>
                      <a:pPr algn="ctr" fontAlgn="b"/>
                      <a:r>
                        <a:rPr lang="en-US" sz="2000" b="0" i="0" u="none" strike="noStrike">
                          <a:solidFill>
                            <a:srgbClr val="000000"/>
                          </a:solidFill>
                          <a:effectLst/>
                          <a:latin typeface="+mn-lt"/>
                        </a:rPr>
                        <a:t>61</a:t>
                      </a:r>
                    </a:p>
                  </a:txBody>
                  <a:tcPr marL="4763" marR="4763" marT="4763" marB="0" anchor="b"/>
                </a:tc>
                <a:tc>
                  <a:txBody>
                    <a:bodyPr/>
                    <a:lstStyle/>
                    <a:p>
                      <a:pPr algn="ctr" fontAlgn="b"/>
                      <a:r>
                        <a:rPr lang="en-US" sz="2000" b="0" i="0" u="none" strike="noStrike">
                          <a:solidFill>
                            <a:srgbClr val="000000"/>
                          </a:solidFill>
                          <a:effectLst/>
                          <a:latin typeface="+mn-lt"/>
                        </a:rPr>
                        <a:t>126</a:t>
                      </a:r>
                    </a:p>
                  </a:txBody>
                  <a:tcPr marL="4763" marR="4763" marT="4763" marB="0" anchor="b"/>
                </a:tc>
                <a:extLst>
                  <a:ext uri="{0D108BD9-81ED-4DB2-BD59-A6C34878D82A}">
                    <a16:rowId xmlns:a16="http://schemas.microsoft.com/office/drawing/2014/main" val="3889848011"/>
                  </a:ext>
                </a:extLst>
              </a:tr>
              <a:tr h="370840">
                <a:tc>
                  <a:txBody>
                    <a:bodyPr/>
                    <a:lstStyle/>
                    <a:p>
                      <a:pPr algn="ctr" fontAlgn="b"/>
                      <a:r>
                        <a:rPr lang="en-US" sz="2000" b="0" i="0" u="none" strike="noStrike">
                          <a:solidFill>
                            <a:srgbClr val="000000"/>
                          </a:solidFill>
                          <a:effectLst/>
                          <a:latin typeface="+mn-lt"/>
                        </a:rPr>
                        <a:t>67</a:t>
                      </a:r>
                    </a:p>
                  </a:txBody>
                  <a:tcPr marL="4763" marR="4763" marT="4763" marB="0" anchor="b"/>
                </a:tc>
                <a:tc>
                  <a:txBody>
                    <a:bodyPr/>
                    <a:lstStyle/>
                    <a:p>
                      <a:pPr algn="ctr" fontAlgn="b"/>
                      <a:r>
                        <a:rPr lang="en-US" sz="2000" b="0" i="0" u="none" strike="noStrike">
                          <a:solidFill>
                            <a:srgbClr val="000000"/>
                          </a:solidFill>
                          <a:effectLst/>
                          <a:latin typeface="+mn-lt"/>
                        </a:rPr>
                        <a:t>137</a:t>
                      </a:r>
                    </a:p>
                  </a:txBody>
                  <a:tcPr marL="4763" marR="4763" marT="4763" marB="0" anchor="b"/>
                </a:tc>
                <a:extLst>
                  <a:ext uri="{0D108BD9-81ED-4DB2-BD59-A6C34878D82A}">
                    <a16:rowId xmlns:a16="http://schemas.microsoft.com/office/drawing/2014/main" val="1928910409"/>
                  </a:ext>
                </a:extLst>
              </a:tr>
              <a:tr h="370840">
                <a:tc>
                  <a:txBody>
                    <a:bodyPr/>
                    <a:lstStyle/>
                    <a:p>
                      <a:pPr algn="ctr" fontAlgn="b"/>
                      <a:r>
                        <a:rPr lang="en-US" sz="2000" b="0" i="0" u="none" strike="noStrike">
                          <a:solidFill>
                            <a:srgbClr val="000000"/>
                          </a:solidFill>
                          <a:effectLst/>
                          <a:latin typeface="+mn-lt"/>
                        </a:rPr>
                        <a:t>72</a:t>
                      </a:r>
                    </a:p>
                  </a:txBody>
                  <a:tcPr marL="4763" marR="4763" marT="4763" marB="0" anchor="b"/>
                </a:tc>
                <a:tc>
                  <a:txBody>
                    <a:bodyPr/>
                    <a:lstStyle/>
                    <a:p>
                      <a:pPr algn="ctr" fontAlgn="b"/>
                      <a:r>
                        <a:rPr lang="en-US" sz="2000" b="0" i="0" u="none" strike="noStrike">
                          <a:solidFill>
                            <a:srgbClr val="000000"/>
                          </a:solidFill>
                          <a:effectLst/>
                          <a:latin typeface="+mn-lt"/>
                        </a:rPr>
                        <a:t>140</a:t>
                      </a:r>
                    </a:p>
                  </a:txBody>
                  <a:tcPr marL="4763" marR="4763" marT="4763" marB="0" anchor="b"/>
                </a:tc>
                <a:extLst>
                  <a:ext uri="{0D108BD9-81ED-4DB2-BD59-A6C34878D82A}">
                    <a16:rowId xmlns:a16="http://schemas.microsoft.com/office/drawing/2014/main" val="2921977110"/>
                  </a:ext>
                </a:extLst>
              </a:tr>
              <a:tr h="370840">
                <a:tc>
                  <a:txBody>
                    <a:bodyPr/>
                    <a:lstStyle/>
                    <a:p>
                      <a:pPr algn="ctr" fontAlgn="b"/>
                      <a:r>
                        <a:rPr lang="en-US" sz="2000" b="0" i="0" u="none" strike="noStrike">
                          <a:solidFill>
                            <a:srgbClr val="000000"/>
                          </a:solidFill>
                          <a:effectLst/>
                          <a:latin typeface="+mn-lt"/>
                        </a:rPr>
                        <a:t>76</a:t>
                      </a:r>
                    </a:p>
                  </a:txBody>
                  <a:tcPr marL="4763" marR="4763" marT="4763" marB="0" anchor="b"/>
                </a:tc>
                <a:tc>
                  <a:txBody>
                    <a:bodyPr/>
                    <a:lstStyle/>
                    <a:p>
                      <a:pPr algn="ctr" fontAlgn="b"/>
                      <a:r>
                        <a:rPr lang="en-US" sz="2000" b="0" i="0" u="none" strike="noStrike">
                          <a:solidFill>
                            <a:srgbClr val="000000"/>
                          </a:solidFill>
                          <a:effectLst/>
                          <a:latin typeface="+mn-lt"/>
                        </a:rPr>
                        <a:t>152</a:t>
                      </a:r>
                    </a:p>
                  </a:txBody>
                  <a:tcPr marL="4763" marR="4763" marT="4763" marB="0" anchor="b"/>
                </a:tc>
                <a:extLst>
                  <a:ext uri="{0D108BD9-81ED-4DB2-BD59-A6C34878D82A}">
                    <a16:rowId xmlns:a16="http://schemas.microsoft.com/office/drawing/2014/main" val="315773606"/>
                  </a:ext>
                </a:extLst>
              </a:tr>
              <a:tr h="370840">
                <a:tc>
                  <a:txBody>
                    <a:bodyPr/>
                    <a:lstStyle/>
                    <a:p>
                      <a:pPr algn="ctr" fontAlgn="b"/>
                      <a:r>
                        <a:rPr lang="en-US" sz="2000" b="0" i="0" u="none" strike="noStrike">
                          <a:solidFill>
                            <a:srgbClr val="000000"/>
                          </a:solidFill>
                          <a:effectLst/>
                          <a:latin typeface="+mn-lt"/>
                        </a:rPr>
                        <a:t>82</a:t>
                      </a:r>
                    </a:p>
                  </a:txBody>
                  <a:tcPr marL="4763" marR="4763" marT="4763" marB="0" anchor="b"/>
                </a:tc>
                <a:tc>
                  <a:txBody>
                    <a:bodyPr/>
                    <a:lstStyle/>
                    <a:p>
                      <a:pPr algn="ctr" fontAlgn="b"/>
                      <a:r>
                        <a:rPr lang="en-US" sz="2000" b="0" i="0" u="none" strike="noStrike">
                          <a:solidFill>
                            <a:srgbClr val="000000"/>
                          </a:solidFill>
                          <a:effectLst/>
                          <a:latin typeface="+mn-lt"/>
                        </a:rPr>
                        <a:t>156</a:t>
                      </a:r>
                    </a:p>
                  </a:txBody>
                  <a:tcPr marL="4763" marR="4763" marT="4763" marB="0" anchor="b"/>
                </a:tc>
                <a:extLst>
                  <a:ext uri="{0D108BD9-81ED-4DB2-BD59-A6C34878D82A}">
                    <a16:rowId xmlns:a16="http://schemas.microsoft.com/office/drawing/2014/main" val="1295556497"/>
                  </a:ext>
                </a:extLst>
              </a:tr>
            </a:tbl>
          </a:graphicData>
        </a:graphic>
      </p:graphicFrame>
      <p:grpSp>
        <p:nvGrpSpPr>
          <p:cNvPr id="9" name="Cycle Rentals">
            <a:extLst>
              <a:ext uri="{FF2B5EF4-FFF2-40B4-BE49-F238E27FC236}">
                <a16:creationId xmlns:a16="http://schemas.microsoft.com/office/drawing/2014/main" id="{4FA454D5-2803-14CA-5F78-1468E1F92CA0}"/>
              </a:ext>
            </a:extLst>
          </p:cNvPr>
          <p:cNvGrpSpPr/>
          <p:nvPr/>
        </p:nvGrpSpPr>
        <p:grpSpPr>
          <a:xfrm>
            <a:off x="3937872" y="1404565"/>
            <a:ext cx="795985" cy="620237"/>
            <a:chOff x="9568107" y="986071"/>
            <a:chExt cx="795985" cy="620237"/>
          </a:xfrm>
          <a:solidFill>
            <a:schemeClr val="bg1"/>
          </a:solidFill>
        </p:grpSpPr>
        <p:pic>
          <p:nvPicPr>
            <p:cNvPr id="10" name="Graphic 9" descr="Cycling">
              <a:extLst>
                <a:ext uri="{FF2B5EF4-FFF2-40B4-BE49-F238E27FC236}">
                  <a16:creationId xmlns:a16="http://schemas.microsoft.com/office/drawing/2014/main" id="{5FD89CD1-7C09-C254-F776-5A941B77B6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03917" y="1046133"/>
              <a:ext cx="560175" cy="560175"/>
            </a:xfrm>
            <a:prstGeom prst="rect">
              <a:avLst/>
            </a:prstGeom>
          </p:spPr>
        </p:pic>
        <p:pic>
          <p:nvPicPr>
            <p:cNvPr id="11" name="Graphic 10" descr="Cycling">
              <a:extLst>
                <a:ext uri="{FF2B5EF4-FFF2-40B4-BE49-F238E27FC236}">
                  <a16:creationId xmlns:a16="http://schemas.microsoft.com/office/drawing/2014/main" id="{DB770613-8B3A-09D4-2AA2-47349D97F1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68107" y="986071"/>
              <a:ext cx="560174" cy="560174"/>
            </a:xfrm>
            <a:prstGeom prst="rect">
              <a:avLst/>
            </a:prstGeom>
          </p:spPr>
        </p:pic>
      </p:grpSp>
      <p:grpSp>
        <p:nvGrpSpPr>
          <p:cNvPr id="12" name="Temperature">
            <a:extLst>
              <a:ext uri="{FF2B5EF4-FFF2-40B4-BE49-F238E27FC236}">
                <a16:creationId xmlns:a16="http://schemas.microsoft.com/office/drawing/2014/main" id="{C5FD4C1D-4911-18A1-7281-F0F2CA7CC84C}"/>
              </a:ext>
            </a:extLst>
          </p:cNvPr>
          <p:cNvGrpSpPr/>
          <p:nvPr/>
        </p:nvGrpSpPr>
        <p:grpSpPr>
          <a:xfrm>
            <a:off x="2463882" y="1359213"/>
            <a:ext cx="891809" cy="713133"/>
            <a:chOff x="8638055" y="916201"/>
            <a:chExt cx="891809" cy="713133"/>
          </a:xfrm>
          <a:solidFill>
            <a:schemeClr val="bg1"/>
          </a:solidFill>
        </p:grpSpPr>
        <p:pic>
          <p:nvPicPr>
            <p:cNvPr id="13" name="Graphic 12" descr="Partial sun">
              <a:extLst>
                <a:ext uri="{FF2B5EF4-FFF2-40B4-BE49-F238E27FC236}">
                  <a16:creationId xmlns:a16="http://schemas.microsoft.com/office/drawing/2014/main" id="{B9ADAE91-270D-8FB0-D9EB-57B5974DA5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9820" y="916201"/>
              <a:ext cx="630044" cy="630044"/>
            </a:xfrm>
            <a:prstGeom prst="rect">
              <a:avLst/>
            </a:prstGeom>
          </p:spPr>
        </p:pic>
        <p:pic>
          <p:nvPicPr>
            <p:cNvPr id="14" name="Graphic 13" descr="Thermometer">
              <a:extLst>
                <a:ext uri="{FF2B5EF4-FFF2-40B4-BE49-F238E27FC236}">
                  <a16:creationId xmlns:a16="http://schemas.microsoft.com/office/drawing/2014/main" id="{119FCA10-35B7-CDB1-7C63-DE4716E3677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38055" y="1105805"/>
              <a:ext cx="523529" cy="523529"/>
            </a:xfrm>
            <a:prstGeom prst="rect">
              <a:avLst/>
            </a:prstGeom>
          </p:spPr>
        </p:pic>
      </p:grpSp>
      <p:graphicFrame>
        <p:nvGraphicFramePr>
          <p:cNvPr id="15" name="Validation Data">
            <a:extLst>
              <a:ext uri="{FF2B5EF4-FFF2-40B4-BE49-F238E27FC236}">
                <a16:creationId xmlns:a16="http://schemas.microsoft.com/office/drawing/2014/main" id="{D268A90F-74DD-98BC-4ED1-8CD928EEA8A3}"/>
              </a:ext>
            </a:extLst>
          </p:cNvPr>
          <p:cNvGraphicFramePr>
            <a:graphicFrameLocks noGrp="1"/>
          </p:cNvGraphicFramePr>
          <p:nvPr>
            <p:extLst>
              <p:ext uri="{D42A27DB-BD31-4B8C-83A1-F6EECF244321}">
                <p14:modId xmlns:p14="http://schemas.microsoft.com/office/powerpoint/2010/main" val="1847261945"/>
              </p:ext>
            </p:extLst>
          </p:nvPr>
        </p:nvGraphicFramePr>
        <p:xfrm>
          <a:off x="2143466" y="4546600"/>
          <a:ext cx="3070162" cy="1854200"/>
        </p:xfrm>
        <a:graphic>
          <a:graphicData uri="http://schemas.openxmlformats.org/drawingml/2006/table">
            <a:tbl>
              <a:tblPr firstRow="1" bandRow="1">
                <a:tableStyleId>{5940675A-B579-460E-94D1-54222C63F5DA}</a:tableStyleId>
              </a:tblPr>
              <a:tblGrid>
                <a:gridCol w="1507300">
                  <a:extLst>
                    <a:ext uri="{9D8B030D-6E8A-4147-A177-3AD203B41FA5}">
                      <a16:colId xmlns:a16="http://schemas.microsoft.com/office/drawing/2014/main" val="1346378996"/>
                    </a:ext>
                  </a:extLst>
                </a:gridCol>
                <a:gridCol w="1562862">
                  <a:extLst>
                    <a:ext uri="{9D8B030D-6E8A-4147-A177-3AD203B41FA5}">
                      <a16:colId xmlns:a16="http://schemas.microsoft.com/office/drawing/2014/main" val="4033911449"/>
                    </a:ext>
                  </a:extLst>
                </a:gridCol>
              </a:tblGrid>
              <a:tr h="370840">
                <a:tc>
                  <a:txBody>
                    <a:bodyPr/>
                    <a:lstStyle/>
                    <a:p>
                      <a:pPr algn="ctr" rtl="0" fontAlgn="b"/>
                      <a:r>
                        <a:rPr lang="en-US" sz="2000" b="0" i="0" u="none" strike="noStrike">
                          <a:solidFill>
                            <a:srgbClr val="000000"/>
                          </a:solidFill>
                          <a:effectLst/>
                          <a:latin typeface="Segoe UI" panose="020B0502040204020203" pitchFamily="34" charset="0"/>
                        </a:rPr>
                        <a:t>54</a:t>
                      </a:r>
                    </a:p>
                  </a:txBody>
                  <a:tcPr marL="4763" marR="4763" marT="4763" marB="0" anchor="b"/>
                </a:tc>
                <a:tc>
                  <a:txBody>
                    <a:bodyPr/>
                    <a:lstStyle/>
                    <a:p>
                      <a:pPr algn="ctr" fontAlgn="b"/>
                      <a:r>
                        <a:rPr lang="en-US" sz="2000" b="0" i="0" u="none" strike="noStrike">
                          <a:solidFill>
                            <a:srgbClr val="000000"/>
                          </a:solidFill>
                          <a:effectLst/>
                          <a:latin typeface="+mn-lt"/>
                        </a:rPr>
                        <a:t>114</a:t>
                      </a:r>
                    </a:p>
                  </a:txBody>
                  <a:tcPr marL="4763" marR="4763" marT="4763" marB="0" anchor="b"/>
                </a:tc>
                <a:extLst>
                  <a:ext uri="{0D108BD9-81ED-4DB2-BD59-A6C34878D82A}">
                    <a16:rowId xmlns:a16="http://schemas.microsoft.com/office/drawing/2014/main" val="1132297154"/>
                  </a:ext>
                </a:extLst>
              </a:tr>
              <a:tr h="370840">
                <a:tc>
                  <a:txBody>
                    <a:bodyPr/>
                    <a:lstStyle/>
                    <a:p>
                      <a:pPr algn="ctr" rtl="0" fontAlgn="b"/>
                      <a:r>
                        <a:rPr lang="en-US" sz="2000" b="0" i="0" u="none" strike="noStrike">
                          <a:solidFill>
                            <a:srgbClr val="000000"/>
                          </a:solidFill>
                          <a:effectLst/>
                          <a:latin typeface="Segoe UI" panose="020B0502040204020203" pitchFamily="34" charset="0"/>
                        </a:rPr>
                        <a:t>62</a:t>
                      </a:r>
                    </a:p>
                  </a:txBody>
                  <a:tcPr marL="4763" marR="4763" marT="4763" marB="0" anchor="b"/>
                </a:tc>
                <a:tc>
                  <a:txBody>
                    <a:bodyPr/>
                    <a:lstStyle/>
                    <a:p>
                      <a:pPr algn="ctr" fontAlgn="b"/>
                      <a:r>
                        <a:rPr lang="en-US" sz="2000" b="0" i="0" u="none" strike="noStrike">
                          <a:solidFill>
                            <a:srgbClr val="000000"/>
                          </a:solidFill>
                          <a:effectLst/>
                          <a:latin typeface="+mn-lt"/>
                        </a:rPr>
                        <a:t>129</a:t>
                      </a:r>
                    </a:p>
                  </a:txBody>
                  <a:tcPr marL="4763" marR="4763" marT="4763" marB="0" anchor="b"/>
                </a:tc>
                <a:extLst>
                  <a:ext uri="{0D108BD9-81ED-4DB2-BD59-A6C34878D82A}">
                    <a16:rowId xmlns:a16="http://schemas.microsoft.com/office/drawing/2014/main" val="3889848011"/>
                  </a:ext>
                </a:extLst>
              </a:tr>
              <a:tr h="370840">
                <a:tc>
                  <a:txBody>
                    <a:bodyPr/>
                    <a:lstStyle/>
                    <a:p>
                      <a:pPr algn="ctr" rtl="0" fontAlgn="b"/>
                      <a:r>
                        <a:rPr lang="en-US" sz="2000" b="0" i="0" u="none" strike="noStrike">
                          <a:solidFill>
                            <a:srgbClr val="000000"/>
                          </a:solidFill>
                          <a:effectLst/>
                          <a:latin typeface="Segoe UI" panose="020B0502040204020203" pitchFamily="34" charset="0"/>
                        </a:rPr>
                        <a:t>68</a:t>
                      </a:r>
                    </a:p>
                  </a:txBody>
                  <a:tcPr marL="4763" marR="4763" marT="4763" marB="0" anchor="b"/>
                </a:tc>
                <a:tc>
                  <a:txBody>
                    <a:bodyPr/>
                    <a:lstStyle/>
                    <a:p>
                      <a:pPr algn="ctr" fontAlgn="b"/>
                      <a:r>
                        <a:rPr lang="en-US" sz="2000" b="0" i="0" u="none" strike="noStrike">
                          <a:solidFill>
                            <a:srgbClr val="000000"/>
                          </a:solidFill>
                          <a:effectLst/>
                          <a:latin typeface="+mn-lt"/>
                        </a:rPr>
                        <a:t>130</a:t>
                      </a:r>
                    </a:p>
                  </a:txBody>
                  <a:tcPr marL="4763" marR="4763" marT="4763" marB="0" anchor="b"/>
                </a:tc>
                <a:extLst>
                  <a:ext uri="{0D108BD9-81ED-4DB2-BD59-A6C34878D82A}">
                    <a16:rowId xmlns:a16="http://schemas.microsoft.com/office/drawing/2014/main" val="1928910409"/>
                  </a:ext>
                </a:extLst>
              </a:tr>
              <a:tr h="370840">
                <a:tc>
                  <a:txBody>
                    <a:bodyPr/>
                    <a:lstStyle/>
                    <a:p>
                      <a:pPr algn="ctr" rtl="0" fontAlgn="b"/>
                      <a:r>
                        <a:rPr lang="en-US" sz="2000" b="0" i="0" u="none" strike="noStrike">
                          <a:solidFill>
                            <a:srgbClr val="000000"/>
                          </a:solidFill>
                          <a:effectLst/>
                          <a:latin typeface="Segoe UI" panose="020B0502040204020203" pitchFamily="34" charset="0"/>
                        </a:rPr>
                        <a:t>74</a:t>
                      </a:r>
                    </a:p>
                  </a:txBody>
                  <a:tcPr marL="4763" marR="4763" marT="4763" marB="0" anchor="b"/>
                </a:tc>
                <a:tc>
                  <a:txBody>
                    <a:bodyPr/>
                    <a:lstStyle/>
                    <a:p>
                      <a:pPr algn="ctr" fontAlgn="b"/>
                      <a:r>
                        <a:rPr lang="en-US" sz="2000" b="0" i="0" u="none" strike="noStrike">
                          <a:solidFill>
                            <a:srgbClr val="000000"/>
                          </a:solidFill>
                          <a:effectLst/>
                          <a:latin typeface="+mn-lt"/>
                        </a:rPr>
                        <a:t>152</a:t>
                      </a:r>
                    </a:p>
                  </a:txBody>
                  <a:tcPr marL="4763" marR="4763" marT="4763" marB="0" anchor="b"/>
                </a:tc>
                <a:extLst>
                  <a:ext uri="{0D108BD9-81ED-4DB2-BD59-A6C34878D82A}">
                    <a16:rowId xmlns:a16="http://schemas.microsoft.com/office/drawing/2014/main" val="2921977110"/>
                  </a:ext>
                </a:extLst>
              </a:tr>
              <a:tr h="370840">
                <a:tc>
                  <a:txBody>
                    <a:bodyPr/>
                    <a:lstStyle/>
                    <a:p>
                      <a:pPr algn="ctr" rtl="0" fontAlgn="b"/>
                      <a:r>
                        <a:rPr lang="en-US" sz="2000" b="0" i="0" u="none" strike="noStrike">
                          <a:solidFill>
                            <a:srgbClr val="000000"/>
                          </a:solidFill>
                          <a:effectLst/>
                          <a:latin typeface="Segoe UI" panose="020B0502040204020203" pitchFamily="34" charset="0"/>
                        </a:rPr>
                        <a:t>80</a:t>
                      </a:r>
                    </a:p>
                  </a:txBody>
                  <a:tcPr marL="4763" marR="4763" marT="4763" marB="0" anchor="b"/>
                </a:tc>
                <a:tc>
                  <a:txBody>
                    <a:bodyPr/>
                    <a:lstStyle/>
                    <a:p>
                      <a:pPr algn="ctr" fontAlgn="b"/>
                      <a:r>
                        <a:rPr lang="en-US" sz="2000" b="0" i="0" u="none" strike="noStrike">
                          <a:solidFill>
                            <a:srgbClr val="000000"/>
                          </a:solidFill>
                          <a:effectLst/>
                          <a:latin typeface="+mn-lt"/>
                        </a:rPr>
                        <a:t>154</a:t>
                      </a:r>
                    </a:p>
                  </a:txBody>
                  <a:tcPr marL="4763" marR="4763" marT="4763" marB="0" anchor="b"/>
                </a:tc>
                <a:extLst>
                  <a:ext uri="{0D108BD9-81ED-4DB2-BD59-A6C34878D82A}">
                    <a16:rowId xmlns:a16="http://schemas.microsoft.com/office/drawing/2014/main" val="315773606"/>
                  </a:ext>
                </a:extLst>
              </a:tr>
            </a:tbl>
          </a:graphicData>
        </a:graphic>
      </p:graphicFrame>
      <p:sp>
        <p:nvSpPr>
          <p:cNvPr id="17" name="Training">
            <a:extLst>
              <a:ext uri="{FF2B5EF4-FFF2-40B4-BE49-F238E27FC236}">
                <a16:creationId xmlns:a16="http://schemas.microsoft.com/office/drawing/2014/main" id="{B61E7BD9-2A31-84B7-5A9D-80BF50920F61}"/>
              </a:ext>
            </a:extLst>
          </p:cNvPr>
          <p:cNvSpPr txBox="1"/>
          <p:nvPr/>
        </p:nvSpPr>
        <p:spPr>
          <a:xfrm rot="16200000">
            <a:off x="1455169" y="3080480"/>
            <a:ext cx="899413" cy="307777"/>
          </a:xfrm>
          <a:prstGeom prst="rect">
            <a:avLst/>
          </a:prstGeom>
          <a:noFill/>
        </p:spPr>
        <p:txBody>
          <a:bodyPr wrap="none" lIns="0" tIns="0" rIns="0" bIns="0" rtlCol="0">
            <a:spAutoFit/>
          </a:bodyPr>
          <a:lstStyle/>
          <a:p>
            <a:pPr algn="l"/>
            <a:r>
              <a:rPr lang="en-US" sz="2000">
                <a:gradFill>
                  <a:gsLst>
                    <a:gs pos="2917">
                      <a:schemeClr val="tx1"/>
                    </a:gs>
                    <a:gs pos="30000">
                      <a:schemeClr val="tx1"/>
                    </a:gs>
                  </a:gsLst>
                  <a:lin ang="5400000" scaled="0"/>
                </a:gradFill>
              </a:rPr>
              <a:t>Training</a:t>
            </a:r>
          </a:p>
        </p:txBody>
      </p:sp>
      <p:sp>
        <p:nvSpPr>
          <p:cNvPr id="18" name="Validation">
            <a:extLst>
              <a:ext uri="{FF2B5EF4-FFF2-40B4-BE49-F238E27FC236}">
                <a16:creationId xmlns:a16="http://schemas.microsoft.com/office/drawing/2014/main" id="{ADE279B6-B64A-92B7-12A1-173CC8C096E1}"/>
              </a:ext>
            </a:extLst>
          </p:cNvPr>
          <p:cNvSpPr txBox="1"/>
          <p:nvPr/>
        </p:nvSpPr>
        <p:spPr>
          <a:xfrm rot="16200000">
            <a:off x="1344209" y="5425225"/>
            <a:ext cx="1121333" cy="307777"/>
          </a:xfrm>
          <a:prstGeom prst="rect">
            <a:avLst/>
          </a:prstGeom>
          <a:noFill/>
        </p:spPr>
        <p:txBody>
          <a:bodyPr wrap="none" lIns="0" tIns="0" rIns="0" bIns="0" rtlCol="0">
            <a:spAutoFit/>
          </a:bodyPr>
          <a:lstStyle/>
          <a:p>
            <a:pPr algn="l"/>
            <a:r>
              <a:rPr lang="en-US" sz="2000">
                <a:gradFill>
                  <a:gsLst>
                    <a:gs pos="2917">
                      <a:schemeClr val="tx1"/>
                    </a:gs>
                    <a:gs pos="30000">
                      <a:schemeClr val="tx1"/>
                    </a:gs>
                  </a:gsLst>
                  <a:lin ang="5400000" scaled="0"/>
                </a:gradFill>
              </a:rPr>
              <a:t>Validation</a:t>
            </a:r>
          </a:p>
        </p:txBody>
      </p:sp>
      <p:sp>
        <p:nvSpPr>
          <p:cNvPr id="19" name="x and y">
            <a:extLst>
              <a:ext uri="{FF2B5EF4-FFF2-40B4-BE49-F238E27FC236}">
                <a16:creationId xmlns:a16="http://schemas.microsoft.com/office/drawing/2014/main" id="{12CBDB70-70B5-957C-7C23-F6CDDC7AFA11}"/>
              </a:ext>
            </a:extLst>
          </p:cNvPr>
          <p:cNvSpPr txBox="1"/>
          <p:nvPr/>
        </p:nvSpPr>
        <p:spPr>
          <a:xfrm>
            <a:off x="2851532" y="1897876"/>
            <a:ext cx="1684757" cy="400110"/>
          </a:xfrm>
          <a:prstGeom prst="rect">
            <a:avLst/>
          </a:prstGeom>
          <a:noFill/>
        </p:spPr>
        <p:txBody>
          <a:bodyPr wrap="none" lIns="0" tIns="0" rIns="0" bIns="0" rtlCol="0">
            <a:spAutoFit/>
          </a:bodyPr>
          <a:lstStyle/>
          <a:p>
            <a:pPr algn="l"/>
            <a:r>
              <a:rPr lang="en-US" sz="2600">
                <a:solidFill>
                  <a:srgbClr val="40CDF5"/>
                </a:solidFill>
              </a:rPr>
              <a:t>x               y</a:t>
            </a:r>
          </a:p>
        </p:txBody>
      </p:sp>
      <p:graphicFrame>
        <p:nvGraphicFramePr>
          <p:cNvPr id="23" name="Training Chart">
            <a:extLst>
              <a:ext uri="{FF2B5EF4-FFF2-40B4-BE49-F238E27FC236}">
                <a16:creationId xmlns:a16="http://schemas.microsoft.com/office/drawing/2014/main" id="{17066A25-73D6-CDE9-A975-EBC5EDA147B9}"/>
              </a:ext>
            </a:extLst>
          </p:cNvPr>
          <p:cNvGraphicFramePr/>
          <p:nvPr>
            <p:extLst>
              <p:ext uri="{D42A27DB-BD31-4B8C-83A1-F6EECF244321}">
                <p14:modId xmlns:p14="http://schemas.microsoft.com/office/powerpoint/2010/main" val="1882280128"/>
              </p:ext>
            </p:extLst>
          </p:nvPr>
        </p:nvGraphicFramePr>
        <p:xfrm>
          <a:off x="5869753" y="1553844"/>
          <a:ext cx="5267451" cy="4469106"/>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4" name="Validation Chart">
            <a:extLst>
              <a:ext uri="{FF2B5EF4-FFF2-40B4-BE49-F238E27FC236}">
                <a16:creationId xmlns:a16="http://schemas.microsoft.com/office/drawing/2014/main" id="{3BC8C0EB-AC0C-2357-2797-B3A23557159C}"/>
              </a:ext>
            </a:extLst>
          </p:cNvPr>
          <p:cNvGraphicFramePr/>
          <p:nvPr>
            <p:extLst>
              <p:ext uri="{D42A27DB-BD31-4B8C-83A1-F6EECF244321}">
                <p14:modId xmlns:p14="http://schemas.microsoft.com/office/powerpoint/2010/main" val="3588192436"/>
              </p:ext>
            </p:extLst>
          </p:nvPr>
        </p:nvGraphicFramePr>
        <p:xfrm>
          <a:off x="5869753" y="1553844"/>
          <a:ext cx="5285083" cy="4469106"/>
        </p:xfrm>
        <a:graphic>
          <a:graphicData uri="http://schemas.openxmlformats.org/drawingml/2006/chart">
            <c:chart xmlns:c="http://schemas.openxmlformats.org/drawingml/2006/chart" xmlns:r="http://schemas.openxmlformats.org/officeDocument/2006/relationships" r:id="rId12"/>
          </a:graphicData>
        </a:graphic>
      </p:graphicFrame>
      <p:cxnSp>
        <p:nvCxnSpPr>
          <p:cNvPr id="26" name="Regression Line">
            <a:extLst>
              <a:ext uri="{FF2B5EF4-FFF2-40B4-BE49-F238E27FC236}">
                <a16:creationId xmlns:a16="http://schemas.microsoft.com/office/drawing/2014/main" id="{656DFDE7-0E46-AC56-906E-16BDA1EB3718}"/>
              </a:ext>
            </a:extLst>
          </p:cNvPr>
          <p:cNvCxnSpPr>
            <a:cxnSpLocks/>
          </p:cNvCxnSpPr>
          <p:nvPr/>
        </p:nvCxnSpPr>
        <p:spPr>
          <a:xfrm flipV="1">
            <a:off x="6661265" y="1659259"/>
            <a:ext cx="4185794" cy="3036031"/>
          </a:xfrm>
          <a:prstGeom prst="line">
            <a:avLst/>
          </a:prstGeom>
          <a:ln w="57150">
            <a:solidFill>
              <a:srgbClr val="40CDF5"/>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5" name="Error">
            <a:extLst>
              <a:ext uri="{FF2B5EF4-FFF2-40B4-BE49-F238E27FC236}">
                <a16:creationId xmlns:a16="http://schemas.microsoft.com/office/drawing/2014/main" id="{189CD80A-4112-0161-AA2A-64C6ABF7E051}"/>
              </a:ext>
            </a:extLst>
          </p:cNvPr>
          <p:cNvGrpSpPr/>
          <p:nvPr/>
        </p:nvGrpSpPr>
        <p:grpSpPr>
          <a:xfrm>
            <a:off x="9098704" y="2154908"/>
            <a:ext cx="1100904" cy="860739"/>
            <a:chOff x="8468279" y="2217232"/>
            <a:chExt cx="1100904" cy="860739"/>
          </a:xfrm>
        </p:grpSpPr>
        <p:cxnSp>
          <p:nvCxnSpPr>
            <p:cNvPr id="57" name="Straight Arrow Connector 56">
              <a:extLst>
                <a:ext uri="{FF2B5EF4-FFF2-40B4-BE49-F238E27FC236}">
                  <a16:creationId xmlns:a16="http://schemas.microsoft.com/office/drawing/2014/main" id="{3755FEB9-8591-339C-3A93-58AC996C415B}"/>
                </a:ext>
              </a:extLst>
            </p:cNvPr>
            <p:cNvCxnSpPr>
              <a:cxnSpLocks/>
            </p:cNvCxnSpPr>
            <p:nvPr/>
          </p:nvCxnSpPr>
          <p:spPr>
            <a:xfrm>
              <a:off x="8991160" y="2607502"/>
              <a:ext cx="104836" cy="151429"/>
            </a:xfrm>
            <a:prstGeom prst="straightConnector1">
              <a:avLst/>
            </a:prstGeom>
            <a:ln w="34925">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2B7D5E2-66ED-D785-D854-18FC96126B2A}"/>
                </a:ext>
              </a:extLst>
            </p:cNvPr>
            <p:cNvCxnSpPr>
              <a:cxnSpLocks/>
            </p:cNvCxnSpPr>
            <p:nvPr/>
          </p:nvCxnSpPr>
          <p:spPr>
            <a:xfrm>
              <a:off x="9032902" y="2354944"/>
              <a:ext cx="121337" cy="151429"/>
            </a:xfrm>
            <a:prstGeom prst="straightConnector1">
              <a:avLst/>
            </a:prstGeom>
            <a:ln w="34925">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E80AD10-A2DD-7E56-6DF2-6F7E714BC90D}"/>
                </a:ext>
              </a:extLst>
            </p:cNvPr>
            <p:cNvCxnSpPr>
              <a:cxnSpLocks/>
            </p:cNvCxnSpPr>
            <p:nvPr/>
          </p:nvCxnSpPr>
          <p:spPr>
            <a:xfrm>
              <a:off x="8468279" y="2965902"/>
              <a:ext cx="70838" cy="112069"/>
            </a:xfrm>
            <a:prstGeom prst="straightConnector1">
              <a:avLst/>
            </a:prstGeom>
            <a:ln w="34925">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42E2540-8ACA-E1B0-BC69-F7F03789E372}"/>
                </a:ext>
              </a:extLst>
            </p:cNvPr>
            <p:cNvCxnSpPr>
              <a:cxnSpLocks/>
            </p:cNvCxnSpPr>
            <p:nvPr/>
          </p:nvCxnSpPr>
          <p:spPr>
            <a:xfrm>
              <a:off x="9498345" y="2217232"/>
              <a:ext cx="70838" cy="112069"/>
            </a:xfrm>
            <a:prstGeom prst="straightConnector1">
              <a:avLst/>
            </a:prstGeom>
            <a:ln w="34925">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96688B84-C2D4-F70E-C3AC-2789254BACA7}"/>
                </a:ext>
              </a:extLst>
            </p:cNvPr>
            <p:cNvCxnSpPr>
              <a:cxnSpLocks/>
            </p:cNvCxnSpPr>
            <p:nvPr/>
          </p:nvCxnSpPr>
          <p:spPr>
            <a:xfrm>
              <a:off x="8562852" y="2814473"/>
              <a:ext cx="60669" cy="94921"/>
            </a:xfrm>
            <a:prstGeom prst="straightConnector1">
              <a:avLst/>
            </a:prstGeom>
            <a:ln w="34925">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400956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6" name="training data">
            <a:extLst>
              <a:ext uri="{FF2B5EF4-FFF2-40B4-BE49-F238E27FC236}">
                <a16:creationId xmlns:a16="http://schemas.microsoft.com/office/drawing/2014/main" id="{5EAB35C4-E54C-402E-A824-A7096DD67AE0}"/>
              </a:ext>
            </a:extLst>
          </p:cNvPr>
          <p:cNvGraphicFramePr>
            <a:graphicFrameLocks noGrp="1"/>
          </p:cNvGraphicFramePr>
          <p:nvPr>
            <p:extLst>
              <p:ext uri="{D42A27DB-BD31-4B8C-83A1-F6EECF244321}">
                <p14:modId xmlns:p14="http://schemas.microsoft.com/office/powerpoint/2010/main" val="3771065112"/>
              </p:ext>
            </p:extLst>
          </p:nvPr>
        </p:nvGraphicFramePr>
        <p:xfrm>
          <a:off x="3607534" y="1248023"/>
          <a:ext cx="6058980" cy="3217695"/>
        </p:xfrm>
        <a:graphic>
          <a:graphicData uri="http://schemas.openxmlformats.org/drawingml/2006/table">
            <a:tbl>
              <a:tblPr firstRow="1" bandRow="1">
                <a:tableStyleId>{5C22544A-7EE6-4342-B048-85BDC9FD1C3A}</a:tableStyleId>
              </a:tblPr>
              <a:tblGrid>
                <a:gridCol w="3029490">
                  <a:extLst>
                    <a:ext uri="{9D8B030D-6E8A-4147-A177-3AD203B41FA5}">
                      <a16:colId xmlns:a16="http://schemas.microsoft.com/office/drawing/2014/main" val="2052576846"/>
                    </a:ext>
                  </a:extLst>
                </a:gridCol>
                <a:gridCol w="3029490">
                  <a:extLst>
                    <a:ext uri="{9D8B030D-6E8A-4147-A177-3AD203B41FA5}">
                      <a16:colId xmlns:a16="http://schemas.microsoft.com/office/drawing/2014/main" val="614486847"/>
                    </a:ext>
                  </a:extLst>
                </a:gridCol>
              </a:tblGrid>
              <a:tr h="1363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503452884"/>
                  </a:ext>
                </a:extLst>
              </a:tr>
              <a:tr h="370840">
                <a:tc>
                  <a:txBody>
                    <a:bodyPr/>
                    <a:lstStyle/>
                    <a:p>
                      <a:pPr algn="ctr"/>
                      <a:r>
                        <a:rPr lang="en-US"/>
                        <a:t>[4,2,3.2,10]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3875606"/>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[6,3,1.7,12]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1035104"/>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[5,2,3.5,11]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3685183"/>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[4,1,2.9,10]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3699875"/>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[7,4,2.1,11]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2366421"/>
                  </a:ext>
                </a:extLst>
              </a:tr>
            </a:tbl>
          </a:graphicData>
        </a:graphic>
      </p:graphicFrame>
      <p:sp>
        <p:nvSpPr>
          <p:cNvPr id="2" name="Title 1">
            <a:extLst>
              <a:ext uri="{FF2B5EF4-FFF2-40B4-BE49-F238E27FC236}">
                <a16:creationId xmlns:a16="http://schemas.microsoft.com/office/drawing/2014/main" id="{B06CCAED-227A-4A3C-90CF-A5781FFA5873}"/>
              </a:ext>
            </a:extLst>
          </p:cNvPr>
          <p:cNvSpPr>
            <a:spLocks noGrp="1"/>
          </p:cNvSpPr>
          <p:nvPr>
            <p:ph type="title"/>
          </p:nvPr>
        </p:nvSpPr>
        <p:spPr/>
        <p:txBody>
          <a:bodyPr/>
          <a:lstStyle/>
          <a:p>
            <a:r>
              <a:rPr lang="en-US"/>
              <a:t>Classification</a:t>
            </a:r>
          </a:p>
        </p:txBody>
      </p:sp>
      <p:grpSp>
        <p:nvGrpSpPr>
          <p:cNvPr id="24" name="labels">
            <a:extLst>
              <a:ext uri="{FF2B5EF4-FFF2-40B4-BE49-F238E27FC236}">
                <a16:creationId xmlns:a16="http://schemas.microsoft.com/office/drawing/2014/main" id="{34AB1140-41D0-41EA-AFC0-1DBBF25E772B}"/>
              </a:ext>
            </a:extLst>
          </p:cNvPr>
          <p:cNvGrpSpPr/>
          <p:nvPr/>
        </p:nvGrpSpPr>
        <p:grpSpPr>
          <a:xfrm>
            <a:off x="7625512" y="1374929"/>
            <a:ext cx="1139054" cy="738334"/>
            <a:chOff x="5523621" y="4542431"/>
            <a:chExt cx="1357718" cy="880072"/>
          </a:xfrm>
          <a:solidFill>
            <a:schemeClr val="bg1"/>
          </a:solidFill>
        </p:grpSpPr>
        <p:pic>
          <p:nvPicPr>
            <p:cNvPr id="11" name="Graphic 10" descr="Clipboard Mixed">
              <a:extLst>
                <a:ext uri="{FF2B5EF4-FFF2-40B4-BE49-F238E27FC236}">
                  <a16:creationId xmlns:a16="http://schemas.microsoft.com/office/drawing/2014/main" id="{242D66B2-A708-4C86-8059-FD70F3B592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3621" y="4542431"/>
              <a:ext cx="880072" cy="880072"/>
            </a:xfrm>
            <a:prstGeom prst="rect">
              <a:avLst/>
            </a:prstGeom>
          </p:spPr>
        </p:pic>
        <p:pic>
          <p:nvPicPr>
            <p:cNvPr id="23" name="Graphic 22" descr="Needle">
              <a:extLst>
                <a:ext uri="{FF2B5EF4-FFF2-40B4-BE49-F238E27FC236}">
                  <a16:creationId xmlns:a16="http://schemas.microsoft.com/office/drawing/2014/main" id="{D6DBFCAB-9370-4202-8F11-80D92D13319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8344" y="4636586"/>
              <a:ext cx="652995" cy="652995"/>
            </a:xfrm>
            <a:prstGeom prst="rect">
              <a:avLst/>
            </a:prstGeom>
          </p:spPr>
        </p:pic>
      </p:grpSp>
      <p:grpSp>
        <p:nvGrpSpPr>
          <p:cNvPr id="25" name="features">
            <a:extLst>
              <a:ext uri="{FF2B5EF4-FFF2-40B4-BE49-F238E27FC236}">
                <a16:creationId xmlns:a16="http://schemas.microsoft.com/office/drawing/2014/main" id="{A7A84CEA-CDBA-423A-BD8C-6A0E95DE550F}"/>
              </a:ext>
            </a:extLst>
          </p:cNvPr>
          <p:cNvGrpSpPr/>
          <p:nvPr/>
        </p:nvGrpSpPr>
        <p:grpSpPr>
          <a:xfrm>
            <a:off x="4605080" y="1247595"/>
            <a:ext cx="1011443" cy="965812"/>
            <a:chOff x="895896" y="3854959"/>
            <a:chExt cx="1296114" cy="1237640"/>
          </a:xfrm>
          <a:solidFill>
            <a:schemeClr val="bg1"/>
          </a:solidFill>
        </p:grpSpPr>
        <p:pic>
          <p:nvPicPr>
            <p:cNvPr id="9" name="Graphic 8" descr="Test tubes">
              <a:extLst>
                <a:ext uri="{FF2B5EF4-FFF2-40B4-BE49-F238E27FC236}">
                  <a16:creationId xmlns:a16="http://schemas.microsoft.com/office/drawing/2014/main" id="{B7E14DB3-F96A-4896-9C3F-E9129834D19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1381059">
              <a:off x="903777" y="3854959"/>
              <a:ext cx="626322" cy="626322"/>
            </a:xfrm>
            <a:prstGeom prst="rect">
              <a:avLst/>
            </a:prstGeom>
          </p:spPr>
        </p:pic>
        <p:pic>
          <p:nvPicPr>
            <p:cNvPr id="15" name="Graphic 14" descr="Scale">
              <a:extLst>
                <a:ext uri="{FF2B5EF4-FFF2-40B4-BE49-F238E27FC236}">
                  <a16:creationId xmlns:a16="http://schemas.microsoft.com/office/drawing/2014/main" id="{B56B43AE-404F-425F-9393-4D216D678BC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991311">
              <a:off x="895896" y="4472479"/>
              <a:ext cx="620120" cy="620120"/>
            </a:xfrm>
            <a:prstGeom prst="rect">
              <a:avLst/>
            </a:prstGeom>
          </p:spPr>
        </p:pic>
        <p:pic>
          <p:nvPicPr>
            <p:cNvPr id="19" name="Graphic 18" descr="Alterations &amp; Tailoring">
              <a:extLst>
                <a:ext uri="{FF2B5EF4-FFF2-40B4-BE49-F238E27FC236}">
                  <a16:creationId xmlns:a16="http://schemas.microsoft.com/office/drawing/2014/main" id="{24D71071-DB45-482C-86BF-F3A01D4D1C1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900000">
              <a:off x="1573229" y="4557321"/>
              <a:ext cx="533167" cy="533167"/>
            </a:xfrm>
            <a:prstGeom prst="rect">
              <a:avLst/>
            </a:prstGeom>
          </p:spPr>
        </p:pic>
        <p:pic>
          <p:nvPicPr>
            <p:cNvPr id="21" name="Graphic 20" descr="Heart with pulse">
              <a:extLst>
                <a:ext uri="{FF2B5EF4-FFF2-40B4-BE49-F238E27FC236}">
                  <a16:creationId xmlns:a16="http://schemas.microsoft.com/office/drawing/2014/main" id="{3EDF3056-447A-4C16-B248-C73F75539B8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183172">
              <a:off x="1565688" y="3922963"/>
              <a:ext cx="626322" cy="626322"/>
            </a:xfrm>
            <a:prstGeom prst="rect">
              <a:avLst/>
            </a:prstGeom>
          </p:spPr>
        </p:pic>
      </p:grpSp>
      <p:sp>
        <p:nvSpPr>
          <p:cNvPr id="28" name="x and y">
            <a:extLst>
              <a:ext uri="{FF2B5EF4-FFF2-40B4-BE49-F238E27FC236}">
                <a16:creationId xmlns:a16="http://schemas.microsoft.com/office/drawing/2014/main" id="{0FEF72EE-283E-4DF5-A357-DDD1FB8C409F}"/>
              </a:ext>
            </a:extLst>
          </p:cNvPr>
          <p:cNvSpPr txBox="1"/>
          <p:nvPr/>
        </p:nvSpPr>
        <p:spPr>
          <a:xfrm>
            <a:off x="4131484" y="2141217"/>
            <a:ext cx="4920308" cy="400110"/>
          </a:xfrm>
          <a:prstGeom prst="rect">
            <a:avLst/>
          </a:prstGeom>
          <a:noFill/>
        </p:spPr>
        <p:txBody>
          <a:bodyPr wrap="square" lIns="0" tIns="0" rIns="0" bIns="0" rtlCol="0">
            <a:spAutoFit/>
          </a:bodyPr>
          <a:lstStyle/>
          <a:p>
            <a:pPr algn="l"/>
            <a:r>
              <a:rPr lang="en-US" sz="2600" dirty="0">
                <a:solidFill>
                  <a:srgbClr val="40CDF5"/>
                </a:solidFill>
              </a:rPr>
              <a:t>         x                                y</a:t>
            </a:r>
          </a:p>
        </p:txBody>
      </p:sp>
      <p:graphicFrame>
        <p:nvGraphicFramePr>
          <p:cNvPr id="29" name="validation data">
            <a:extLst>
              <a:ext uri="{FF2B5EF4-FFF2-40B4-BE49-F238E27FC236}">
                <a16:creationId xmlns:a16="http://schemas.microsoft.com/office/drawing/2014/main" id="{440C0574-45D7-4446-A625-0D5CCA34CAFF}"/>
              </a:ext>
            </a:extLst>
          </p:cNvPr>
          <p:cNvGraphicFramePr>
            <a:graphicFrameLocks noGrp="1"/>
          </p:cNvGraphicFramePr>
          <p:nvPr>
            <p:extLst>
              <p:ext uri="{D42A27DB-BD31-4B8C-83A1-F6EECF244321}">
                <p14:modId xmlns:p14="http://schemas.microsoft.com/office/powerpoint/2010/main" val="1366943330"/>
              </p:ext>
            </p:extLst>
          </p:nvPr>
        </p:nvGraphicFramePr>
        <p:xfrm>
          <a:off x="3607534" y="4466146"/>
          <a:ext cx="6058980" cy="1483360"/>
        </p:xfrm>
        <a:graphic>
          <a:graphicData uri="http://schemas.openxmlformats.org/drawingml/2006/table">
            <a:tbl>
              <a:tblPr firstRow="1" bandRow="1">
                <a:tableStyleId>{5C22544A-7EE6-4342-B048-85BDC9FD1C3A}</a:tableStyleId>
              </a:tblPr>
              <a:tblGrid>
                <a:gridCol w="3029490">
                  <a:extLst>
                    <a:ext uri="{9D8B030D-6E8A-4147-A177-3AD203B41FA5}">
                      <a16:colId xmlns:a16="http://schemas.microsoft.com/office/drawing/2014/main" val="2052576846"/>
                    </a:ext>
                  </a:extLst>
                </a:gridCol>
                <a:gridCol w="3029490">
                  <a:extLst>
                    <a:ext uri="{9D8B030D-6E8A-4147-A177-3AD203B41FA5}">
                      <a16:colId xmlns:a16="http://schemas.microsoft.com/office/drawing/2014/main" val="614486847"/>
                    </a:ext>
                  </a:extLst>
                </a:gridCol>
              </a:tblGrid>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800" b="0" kern="1200">
                          <a:solidFill>
                            <a:schemeClr val="dk1"/>
                          </a:solidFill>
                          <a:latin typeface="+mn-lt"/>
                          <a:ea typeface="+mn-ea"/>
                          <a:cs typeface="+mn-cs"/>
                        </a:rPr>
                        <a:t>[3,1,2.8,10]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800" b="0" kern="1200">
                          <a:solidFill>
                            <a:schemeClr val="dk1"/>
                          </a:solidFill>
                          <a:latin typeface="+mn-lt"/>
                          <a:ea typeface="+mn-ea"/>
                          <a:cs typeface="+mn-cs"/>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3875606"/>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[7,3,1.8,11]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1035104"/>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[4,8,2.5,10]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3685183"/>
                  </a:ext>
                </a:extLst>
              </a:tr>
              <a:tr h="37084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a:t>[4,1,3,1,11]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3699875"/>
                  </a:ext>
                </a:extLst>
              </a:tr>
            </a:tbl>
          </a:graphicData>
        </a:graphic>
      </p:graphicFrame>
      <p:sp>
        <p:nvSpPr>
          <p:cNvPr id="95" name="Training">
            <a:extLst>
              <a:ext uri="{FF2B5EF4-FFF2-40B4-BE49-F238E27FC236}">
                <a16:creationId xmlns:a16="http://schemas.microsoft.com/office/drawing/2014/main" id="{ACF9172E-E1D2-4553-80E2-E2D50B97F559}"/>
              </a:ext>
            </a:extLst>
          </p:cNvPr>
          <p:cNvSpPr txBox="1"/>
          <p:nvPr/>
        </p:nvSpPr>
        <p:spPr>
          <a:xfrm rot="16200000">
            <a:off x="2963362" y="3213638"/>
            <a:ext cx="899413" cy="307777"/>
          </a:xfrm>
          <a:prstGeom prst="rect">
            <a:avLst/>
          </a:prstGeom>
          <a:noFill/>
        </p:spPr>
        <p:txBody>
          <a:bodyPr wrap="none" lIns="0" tIns="0" rIns="0" bIns="0" rtlCol="0">
            <a:spAutoFit/>
          </a:bodyPr>
          <a:lstStyle/>
          <a:p>
            <a:pPr algn="l"/>
            <a:r>
              <a:rPr lang="en-US" sz="2000">
                <a:gradFill>
                  <a:gsLst>
                    <a:gs pos="2917">
                      <a:schemeClr val="tx1"/>
                    </a:gs>
                    <a:gs pos="30000">
                      <a:schemeClr val="tx1"/>
                    </a:gs>
                  </a:gsLst>
                  <a:lin ang="5400000" scaled="0"/>
                </a:gradFill>
              </a:rPr>
              <a:t>Training</a:t>
            </a:r>
          </a:p>
        </p:txBody>
      </p:sp>
      <p:sp>
        <p:nvSpPr>
          <p:cNvPr id="96" name="Validation">
            <a:extLst>
              <a:ext uri="{FF2B5EF4-FFF2-40B4-BE49-F238E27FC236}">
                <a16:creationId xmlns:a16="http://schemas.microsoft.com/office/drawing/2014/main" id="{E25B7BD1-8CD0-4665-8133-4CC9C90D11B1}"/>
              </a:ext>
            </a:extLst>
          </p:cNvPr>
          <p:cNvSpPr txBox="1"/>
          <p:nvPr/>
        </p:nvSpPr>
        <p:spPr>
          <a:xfrm rot="16200000">
            <a:off x="2875545" y="5260945"/>
            <a:ext cx="1121333" cy="307777"/>
          </a:xfrm>
          <a:prstGeom prst="rect">
            <a:avLst/>
          </a:prstGeom>
          <a:noFill/>
        </p:spPr>
        <p:txBody>
          <a:bodyPr wrap="none" lIns="0" tIns="0" rIns="0" bIns="0" rtlCol="0">
            <a:spAutoFit/>
          </a:bodyPr>
          <a:lstStyle/>
          <a:p>
            <a:pPr algn="l"/>
            <a:r>
              <a:rPr lang="en-US" sz="2000">
                <a:gradFill>
                  <a:gsLst>
                    <a:gs pos="2917">
                      <a:schemeClr val="tx1"/>
                    </a:gs>
                    <a:gs pos="30000">
                      <a:schemeClr val="tx1"/>
                    </a:gs>
                  </a:gsLst>
                  <a:lin ang="5400000" scaled="0"/>
                </a:gradFill>
              </a:rPr>
              <a:t>Validation</a:t>
            </a:r>
          </a:p>
        </p:txBody>
      </p:sp>
    </p:spTree>
    <p:extLst>
      <p:ext uri="{BB962C8B-B14F-4D97-AF65-F5344CB8AC3E}">
        <p14:creationId xmlns:p14="http://schemas.microsoft.com/office/powerpoint/2010/main" val="347710294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6" name="Table 16">
            <a:extLst>
              <a:ext uri="{FF2B5EF4-FFF2-40B4-BE49-F238E27FC236}">
                <a16:creationId xmlns:a16="http://schemas.microsoft.com/office/drawing/2014/main" id="{CBA7F6D3-7B67-4678-B138-3836048D379E}"/>
              </a:ext>
            </a:extLst>
          </p:cNvPr>
          <p:cNvGraphicFramePr>
            <a:graphicFrameLocks noGrp="1"/>
          </p:cNvGraphicFramePr>
          <p:nvPr/>
        </p:nvGraphicFramePr>
        <p:xfrm>
          <a:off x="1151433" y="1300536"/>
          <a:ext cx="2951019" cy="4806970"/>
        </p:xfrm>
        <a:graphic>
          <a:graphicData uri="http://schemas.openxmlformats.org/drawingml/2006/table">
            <a:tbl>
              <a:tblPr firstRow="1" bandRow="1">
                <a:tableStyleId>{5940675A-B579-460E-94D1-54222C63F5DA}</a:tableStyleId>
              </a:tblPr>
              <a:tblGrid>
                <a:gridCol w="983673">
                  <a:extLst>
                    <a:ext uri="{9D8B030D-6E8A-4147-A177-3AD203B41FA5}">
                      <a16:colId xmlns:a16="http://schemas.microsoft.com/office/drawing/2014/main" val="2191130923"/>
                    </a:ext>
                  </a:extLst>
                </a:gridCol>
                <a:gridCol w="983673">
                  <a:extLst>
                    <a:ext uri="{9D8B030D-6E8A-4147-A177-3AD203B41FA5}">
                      <a16:colId xmlns:a16="http://schemas.microsoft.com/office/drawing/2014/main" val="2861135263"/>
                    </a:ext>
                  </a:extLst>
                </a:gridCol>
                <a:gridCol w="983673">
                  <a:extLst>
                    <a:ext uri="{9D8B030D-6E8A-4147-A177-3AD203B41FA5}">
                      <a16:colId xmlns:a16="http://schemas.microsoft.com/office/drawing/2014/main" val="3800788712"/>
                    </a:ext>
                  </a:extLst>
                </a:gridCol>
              </a:tblGrid>
              <a:tr h="686710">
                <a:tc>
                  <a:txBody>
                    <a:bodyPr/>
                    <a:lstStyle/>
                    <a:p>
                      <a:endParaRPr lang="en-US"/>
                    </a:p>
                  </a:txBody>
                  <a:tcPr>
                    <a:solidFill>
                      <a:srgbClr val="0078D4"/>
                    </a:solidFill>
                  </a:tcPr>
                </a:tc>
                <a:tc>
                  <a:txBody>
                    <a:bodyPr/>
                    <a:lstStyle/>
                    <a:p>
                      <a:endParaRPr lang="en-US">
                        <a:solidFill>
                          <a:schemeClr val="bg1"/>
                        </a:solidFill>
                      </a:endParaRPr>
                    </a:p>
                  </a:txBody>
                  <a:tcPr>
                    <a:solidFill>
                      <a:srgbClr val="0078D4"/>
                    </a:solidFill>
                  </a:tcPr>
                </a:tc>
                <a:tc>
                  <a:txBody>
                    <a:bodyPr/>
                    <a:lstStyle/>
                    <a:p>
                      <a:endParaRPr lang="en-US">
                        <a:solidFill>
                          <a:schemeClr val="bg1"/>
                        </a:solidFill>
                      </a:endParaRPr>
                    </a:p>
                  </a:txBody>
                  <a:tcPr>
                    <a:solidFill>
                      <a:srgbClr val="0078D4"/>
                    </a:solidFill>
                  </a:tcPr>
                </a:tc>
                <a:extLst>
                  <a:ext uri="{0D108BD9-81ED-4DB2-BD59-A6C34878D82A}">
                    <a16:rowId xmlns:a16="http://schemas.microsoft.com/office/drawing/2014/main" val="1346192477"/>
                  </a:ext>
                </a:extLst>
              </a:tr>
              <a:tr h="686710">
                <a:tc>
                  <a:txBody>
                    <a:bodyPr/>
                    <a:lstStyle/>
                    <a:p>
                      <a:endParaRPr lang="en-US"/>
                    </a:p>
                  </a:txBody>
                  <a:tcPr/>
                </a:tc>
                <a:tc>
                  <a:txBody>
                    <a:bodyPr/>
                    <a:lstStyle/>
                    <a:p>
                      <a:pPr algn="ctr"/>
                      <a:r>
                        <a:rPr lang="en-US" sz="2800"/>
                        <a:t>6</a:t>
                      </a:r>
                    </a:p>
                  </a:txBody>
                  <a:tcPr anchor="ctr"/>
                </a:tc>
                <a:tc>
                  <a:txBody>
                    <a:bodyPr/>
                    <a:lstStyle/>
                    <a:p>
                      <a:pPr algn="ctr"/>
                      <a:r>
                        <a:rPr lang="en-US" sz="2800"/>
                        <a:t>3</a:t>
                      </a:r>
                    </a:p>
                  </a:txBody>
                  <a:tcPr anchor="ctr"/>
                </a:tc>
                <a:extLst>
                  <a:ext uri="{0D108BD9-81ED-4DB2-BD59-A6C34878D82A}">
                    <a16:rowId xmlns:a16="http://schemas.microsoft.com/office/drawing/2014/main" val="1708467768"/>
                  </a:ext>
                </a:extLst>
              </a:tr>
              <a:tr h="686710">
                <a:tc>
                  <a:txBody>
                    <a:bodyPr/>
                    <a:lstStyle/>
                    <a:p>
                      <a:endParaRPr lang="en-US"/>
                    </a:p>
                  </a:txBody>
                  <a:tcPr/>
                </a:tc>
                <a:tc>
                  <a:txBody>
                    <a:bodyPr/>
                    <a:lstStyle/>
                    <a:p>
                      <a:pPr algn="ctr"/>
                      <a:r>
                        <a:rPr lang="en-US" sz="2800"/>
                        <a:t>5</a:t>
                      </a:r>
                    </a:p>
                  </a:txBody>
                  <a:tcPr anchor="ctr"/>
                </a:tc>
                <a:tc>
                  <a:txBody>
                    <a:bodyPr/>
                    <a:lstStyle/>
                    <a:p>
                      <a:pPr algn="ctr"/>
                      <a:r>
                        <a:rPr lang="en-US" sz="2800"/>
                        <a:t>3</a:t>
                      </a:r>
                    </a:p>
                  </a:txBody>
                  <a:tcPr anchor="ctr"/>
                </a:tc>
                <a:extLst>
                  <a:ext uri="{0D108BD9-81ED-4DB2-BD59-A6C34878D82A}">
                    <a16:rowId xmlns:a16="http://schemas.microsoft.com/office/drawing/2014/main" val="151053799"/>
                  </a:ext>
                </a:extLst>
              </a:tr>
              <a:tr h="686710">
                <a:tc>
                  <a:txBody>
                    <a:bodyPr/>
                    <a:lstStyle/>
                    <a:p>
                      <a:endParaRPr lang="en-US"/>
                    </a:p>
                  </a:txBody>
                  <a:tcPr/>
                </a:tc>
                <a:tc>
                  <a:txBody>
                    <a:bodyPr/>
                    <a:lstStyle/>
                    <a:p>
                      <a:pPr algn="ctr"/>
                      <a:r>
                        <a:rPr lang="en-US" sz="2800"/>
                        <a:t>2</a:t>
                      </a:r>
                    </a:p>
                  </a:txBody>
                  <a:tcPr anchor="ctr"/>
                </a:tc>
                <a:tc>
                  <a:txBody>
                    <a:bodyPr/>
                    <a:lstStyle/>
                    <a:p>
                      <a:pPr algn="ctr"/>
                      <a:r>
                        <a:rPr lang="en-US" sz="2800"/>
                        <a:t>3</a:t>
                      </a:r>
                    </a:p>
                  </a:txBody>
                  <a:tcPr anchor="ctr"/>
                </a:tc>
                <a:extLst>
                  <a:ext uri="{0D108BD9-81ED-4DB2-BD59-A6C34878D82A}">
                    <a16:rowId xmlns:a16="http://schemas.microsoft.com/office/drawing/2014/main" val="3650558588"/>
                  </a:ext>
                </a:extLst>
              </a:tr>
              <a:tr h="686710">
                <a:tc>
                  <a:txBody>
                    <a:bodyPr/>
                    <a:lstStyle/>
                    <a:p>
                      <a:endParaRPr lang="en-US"/>
                    </a:p>
                  </a:txBody>
                  <a:tcPr/>
                </a:tc>
                <a:tc>
                  <a:txBody>
                    <a:bodyPr/>
                    <a:lstStyle/>
                    <a:p>
                      <a:pPr algn="ctr"/>
                      <a:r>
                        <a:rPr lang="en-US" sz="2800"/>
                        <a:t>1</a:t>
                      </a:r>
                    </a:p>
                  </a:txBody>
                  <a:tcPr anchor="ctr"/>
                </a:tc>
                <a:tc>
                  <a:txBody>
                    <a:bodyPr/>
                    <a:lstStyle/>
                    <a:p>
                      <a:pPr algn="ctr"/>
                      <a:r>
                        <a:rPr lang="en-US" sz="2800"/>
                        <a:t>3</a:t>
                      </a:r>
                    </a:p>
                  </a:txBody>
                  <a:tcPr anchor="ctr"/>
                </a:tc>
                <a:extLst>
                  <a:ext uri="{0D108BD9-81ED-4DB2-BD59-A6C34878D82A}">
                    <a16:rowId xmlns:a16="http://schemas.microsoft.com/office/drawing/2014/main" val="3354592381"/>
                  </a:ext>
                </a:extLst>
              </a:tr>
              <a:tr h="686710">
                <a:tc>
                  <a:txBody>
                    <a:bodyPr/>
                    <a:lstStyle/>
                    <a:p>
                      <a:endParaRPr lang="en-US"/>
                    </a:p>
                  </a:txBody>
                  <a:tcPr/>
                </a:tc>
                <a:tc>
                  <a:txBody>
                    <a:bodyPr/>
                    <a:lstStyle/>
                    <a:p>
                      <a:pPr algn="ctr"/>
                      <a:r>
                        <a:rPr lang="en-US" sz="2800"/>
                        <a:t>3</a:t>
                      </a:r>
                    </a:p>
                  </a:txBody>
                  <a:tcPr anchor="ctr"/>
                </a:tc>
                <a:tc>
                  <a:txBody>
                    <a:bodyPr/>
                    <a:lstStyle/>
                    <a:p>
                      <a:pPr algn="ctr"/>
                      <a:r>
                        <a:rPr lang="en-US" sz="2800"/>
                        <a:t>8</a:t>
                      </a:r>
                    </a:p>
                  </a:txBody>
                  <a:tcPr anchor="ctr"/>
                </a:tc>
                <a:extLst>
                  <a:ext uri="{0D108BD9-81ED-4DB2-BD59-A6C34878D82A}">
                    <a16:rowId xmlns:a16="http://schemas.microsoft.com/office/drawing/2014/main" val="4214214232"/>
                  </a:ext>
                </a:extLst>
              </a:tr>
              <a:tr h="686710">
                <a:tc>
                  <a:txBody>
                    <a:bodyPr/>
                    <a:lstStyle/>
                    <a:p>
                      <a:endParaRPr lang="en-US"/>
                    </a:p>
                  </a:txBody>
                  <a:tcPr/>
                </a:tc>
                <a:tc>
                  <a:txBody>
                    <a:bodyPr/>
                    <a:lstStyle/>
                    <a:p>
                      <a:pPr algn="ctr"/>
                      <a:r>
                        <a:rPr lang="en-US" sz="2800"/>
                        <a:t>4</a:t>
                      </a:r>
                    </a:p>
                  </a:txBody>
                  <a:tcPr anchor="ctr"/>
                </a:tc>
                <a:tc>
                  <a:txBody>
                    <a:bodyPr/>
                    <a:lstStyle/>
                    <a:p>
                      <a:pPr algn="ctr"/>
                      <a:r>
                        <a:rPr lang="en-US" sz="2800"/>
                        <a:t>8</a:t>
                      </a:r>
                    </a:p>
                  </a:txBody>
                  <a:tcPr anchor="ctr"/>
                </a:tc>
                <a:extLst>
                  <a:ext uri="{0D108BD9-81ED-4DB2-BD59-A6C34878D82A}">
                    <a16:rowId xmlns:a16="http://schemas.microsoft.com/office/drawing/2014/main" val="2757194175"/>
                  </a:ext>
                </a:extLst>
              </a:tr>
            </a:tbl>
          </a:graphicData>
        </a:graphic>
      </p:graphicFrame>
      <p:sp>
        <p:nvSpPr>
          <p:cNvPr id="3" name="Title 2">
            <a:extLst>
              <a:ext uri="{FF2B5EF4-FFF2-40B4-BE49-F238E27FC236}">
                <a16:creationId xmlns:a16="http://schemas.microsoft.com/office/drawing/2014/main" id="{8D7072A6-E8CA-4FAB-B3BD-C60698A8D833}"/>
              </a:ext>
            </a:extLst>
          </p:cNvPr>
          <p:cNvSpPr>
            <a:spLocks noGrp="1"/>
          </p:cNvSpPr>
          <p:nvPr>
            <p:ph type="title"/>
          </p:nvPr>
        </p:nvSpPr>
        <p:spPr/>
        <p:txBody>
          <a:bodyPr/>
          <a:lstStyle/>
          <a:p>
            <a:r>
              <a:rPr lang="en-US"/>
              <a:t>Clustering</a:t>
            </a:r>
          </a:p>
        </p:txBody>
      </p:sp>
      <p:grpSp>
        <p:nvGrpSpPr>
          <p:cNvPr id="55" name="observations">
            <a:extLst>
              <a:ext uri="{FF2B5EF4-FFF2-40B4-BE49-F238E27FC236}">
                <a16:creationId xmlns:a16="http://schemas.microsoft.com/office/drawing/2014/main" id="{B80EC1C2-2217-45FD-A3DA-85D0359C0CA7}"/>
              </a:ext>
            </a:extLst>
          </p:cNvPr>
          <p:cNvGrpSpPr/>
          <p:nvPr/>
        </p:nvGrpSpPr>
        <p:grpSpPr>
          <a:xfrm>
            <a:off x="1289422" y="1976875"/>
            <a:ext cx="658092" cy="4083830"/>
            <a:chOff x="588263" y="2145480"/>
            <a:chExt cx="658092" cy="4083830"/>
          </a:xfrm>
        </p:grpSpPr>
        <p:pic>
          <p:nvPicPr>
            <p:cNvPr id="5" name="Graphic 4" descr="Sunflower">
              <a:extLst>
                <a:ext uri="{FF2B5EF4-FFF2-40B4-BE49-F238E27FC236}">
                  <a16:creationId xmlns:a16="http://schemas.microsoft.com/office/drawing/2014/main" id="{DE05972F-0750-44C4-A566-82272FEBE8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308" y="5675311"/>
              <a:ext cx="553999" cy="553999"/>
            </a:xfrm>
            <a:prstGeom prst="rect">
              <a:avLst/>
            </a:prstGeom>
          </p:spPr>
        </p:pic>
        <p:pic>
          <p:nvPicPr>
            <p:cNvPr id="7" name="Graphic 6" descr="Sunflower">
              <a:extLst>
                <a:ext uri="{FF2B5EF4-FFF2-40B4-BE49-F238E27FC236}">
                  <a16:creationId xmlns:a16="http://schemas.microsoft.com/office/drawing/2014/main" id="{128C9B07-C1E6-4549-A9B8-6F7F5C1E0D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308" y="4998971"/>
              <a:ext cx="553999" cy="553999"/>
            </a:xfrm>
            <a:prstGeom prst="rect">
              <a:avLst/>
            </a:prstGeom>
          </p:spPr>
        </p:pic>
        <p:pic>
          <p:nvPicPr>
            <p:cNvPr id="9" name="Graphic 8" descr="Rose">
              <a:extLst>
                <a:ext uri="{FF2B5EF4-FFF2-40B4-BE49-F238E27FC236}">
                  <a16:creationId xmlns:a16="http://schemas.microsoft.com/office/drawing/2014/main" id="{CAA30736-DBAA-4CD5-A94F-8186A5B594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8263" y="2145480"/>
              <a:ext cx="658092" cy="658092"/>
            </a:xfrm>
            <a:prstGeom prst="rect">
              <a:avLst/>
            </a:prstGeom>
          </p:spPr>
        </p:pic>
        <p:pic>
          <p:nvPicPr>
            <p:cNvPr id="11" name="Graphic 10" descr="Rose">
              <a:extLst>
                <a:ext uri="{FF2B5EF4-FFF2-40B4-BE49-F238E27FC236}">
                  <a16:creationId xmlns:a16="http://schemas.microsoft.com/office/drawing/2014/main" id="{7352CC51-C693-48FF-B980-31A37F27447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2356" y="2875001"/>
              <a:ext cx="553999" cy="553999"/>
            </a:xfrm>
            <a:prstGeom prst="rect">
              <a:avLst/>
            </a:prstGeom>
          </p:spPr>
        </p:pic>
        <p:pic>
          <p:nvPicPr>
            <p:cNvPr id="13" name="Graphic 12" descr="Flower">
              <a:extLst>
                <a:ext uri="{FF2B5EF4-FFF2-40B4-BE49-F238E27FC236}">
                  <a16:creationId xmlns:a16="http://schemas.microsoft.com/office/drawing/2014/main" id="{D21906D7-E9FB-4FAB-88E9-AD1B40447B5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2356" y="4368252"/>
              <a:ext cx="464081" cy="464081"/>
            </a:xfrm>
            <a:prstGeom prst="rect">
              <a:avLst/>
            </a:prstGeom>
          </p:spPr>
        </p:pic>
        <p:pic>
          <p:nvPicPr>
            <p:cNvPr id="15" name="Graphic 14" descr="Flower">
              <a:extLst>
                <a:ext uri="{FF2B5EF4-FFF2-40B4-BE49-F238E27FC236}">
                  <a16:creationId xmlns:a16="http://schemas.microsoft.com/office/drawing/2014/main" id="{DA2F3095-5727-440B-BA6C-66A29CACD47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92353" y="3614913"/>
              <a:ext cx="553999" cy="553999"/>
            </a:xfrm>
            <a:prstGeom prst="rect">
              <a:avLst/>
            </a:prstGeom>
          </p:spPr>
        </p:pic>
      </p:grpSp>
      <p:graphicFrame>
        <p:nvGraphicFramePr>
          <p:cNvPr id="20" name="Grid">
            <a:extLst>
              <a:ext uri="{FF2B5EF4-FFF2-40B4-BE49-F238E27FC236}">
                <a16:creationId xmlns:a16="http://schemas.microsoft.com/office/drawing/2014/main" id="{6CC08540-DE6C-467A-9D89-67EAD302612E}"/>
              </a:ext>
            </a:extLst>
          </p:cNvPr>
          <p:cNvGraphicFramePr>
            <a:graphicFrameLocks noGrp="1"/>
          </p:cNvGraphicFramePr>
          <p:nvPr/>
        </p:nvGraphicFramePr>
        <p:xfrm>
          <a:off x="5465617" y="1399309"/>
          <a:ext cx="5213928" cy="4583152"/>
        </p:xfrm>
        <a:graphic>
          <a:graphicData uri="http://schemas.openxmlformats.org/drawingml/2006/table">
            <a:tbl>
              <a:tblPr firstRow="1" bandRow="1">
                <a:tableStyleId>{5940675A-B579-460E-94D1-54222C63F5DA}</a:tableStyleId>
              </a:tblPr>
              <a:tblGrid>
                <a:gridCol w="651741">
                  <a:extLst>
                    <a:ext uri="{9D8B030D-6E8A-4147-A177-3AD203B41FA5}">
                      <a16:colId xmlns:a16="http://schemas.microsoft.com/office/drawing/2014/main" val="971543475"/>
                    </a:ext>
                  </a:extLst>
                </a:gridCol>
                <a:gridCol w="651741">
                  <a:extLst>
                    <a:ext uri="{9D8B030D-6E8A-4147-A177-3AD203B41FA5}">
                      <a16:colId xmlns:a16="http://schemas.microsoft.com/office/drawing/2014/main" val="3602129700"/>
                    </a:ext>
                  </a:extLst>
                </a:gridCol>
                <a:gridCol w="651741">
                  <a:extLst>
                    <a:ext uri="{9D8B030D-6E8A-4147-A177-3AD203B41FA5}">
                      <a16:colId xmlns:a16="http://schemas.microsoft.com/office/drawing/2014/main" val="1616394696"/>
                    </a:ext>
                  </a:extLst>
                </a:gridCol>
                <a:gridCol w="651741">
                  <a:extLst>
                    <a:ext uri="{9D8B030D-6E8A-4147-A177-3AD203B41FA5}">
                      <a16:colId xmlns:a16="http://schemas.microsoft.com/office/drawing/2014/main" val="2552138734"/>
                    </a:ext>
                  </a:extLst>
                </a:gridCol>
                <a:gridCol w="651741">
                  <a:extLst>
                    <a:ext uri="{9D8B030D-6E8A-4147-A177-3AD203B41FA5}">
                      <a16:colId xmlns:a16="http://schemas.microsoft.com/office/drawing/2014/main" val="84701042"/>
                    </a:ext>
                  </a:extLst>
                </a:gridCol>
                <a:gridCol w="651741">
                  <a:extLst>
                    <a:ext uri="{9D8B030D-6E8A-4147-A177-3AD203B41FA5}">
                      <a16:colId xmlns:a16="http://schemas.microsoft.com/office/drawing/2014/main" val="3490938243"/>
                    </a:ext>
                  </a:extLst>
                </a:gridCol>
                <a:gridCol w="651741">
                  <a:extLst>
                    <a:ext uri="{9D8B030D-6E8A-4147-A177-3AD203B41FA5}">
                      <a16:colId xmlns:a16="http://schemas.microsoft.com/office/drawing/2014/main" val="3823730284"/>
                    </a:ext>
                  </a:extLst>
                </a:gridCol>
                <a:gridCol w="651741">
                  <a:extLst>
                    <a:ext uri="{9D8B030D-6E8A-4147-A177-3AD203B41FA5}">
                      <a16:colId xmlns:a16="http://schemas.microsoft.com/office/drawing/2014/main" val="1281961075"/>
                    </a:ext>
                  </a:extLst>
                </a:gridCol>
              </a:tblGrid>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22733536"/>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49362325"/>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894102201"/>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505506264"/>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25154292"/>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22226767"/>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770358235"/>
                  </a:ext>
                </a:extLst>
              </a:tr>
              <a:tr h="572894">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55180630"/>
                  </a:ext>
                </a:extLst>
              </a:tr>
            </a:tbl>
          </a:graphicData>
        </a:graphic>
      </p:graphicFrame>
      <p:pic>
        <p:nvPicPr>
          <p:cNvPr id="33" name="Petals" descr="Flower without stem">
            <a:extLst>
              <a:ext uri="{FF2B5EF4-FFF2-40B4-BE49-F238E27FC236}">
                <a16:creationId xmlns:a16="http://schemas.microsoft.com/office/drawing/2014/main" id="{977BCF4E-EDC8-4D69-A88F-19B43B1C43B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167279" y="1251697"/>
            <a:ext cx="725178" cy="725178"/>
          </a:xfrm>
          <a:prstGeom prst="rect">
            <a:avLst/>
          </a:prstGeom>
        </p:spPr>
      </p:pic>
      <p:grpSp>
        <p:nvGrpSpPr>
          <p:cNvPr id="54" name="Height">
            <a:extLst>
              <a:ext uri="{FF2B5EF4-FFF2-40B4-BE49-F238E27FC236}">
                <a16:creationId xmlns:a16="http://schemas.microsoft.com/office/drawing/2014/main" id="{39A48A81-9D30-4346-B6C7-8B20F49FA500}"/>
              </a:ext>
            </a:extLst>
          </p:cNvPr>
          <p:cNvGrpSpPr/>
          <p:nvPr/>
        </p:nvGrpSpPr>
        <p:grpSpPr>
          <a:xfrm>
            <a:off x="2174598" y="1352138"/>
            <a:ext cx="586573" cy="586573"/>
            <a:chOff x="1473439" y="1520743"/>
            <a:chExt cx="586573" cy="586573"/>
          </a:xfrm>
        </p:grpSpPr>
        <p:pic>
          <p:nvPicPr>
            <p:cNvPr id="37" name="Graphic 36" descr="Ruler">
              <a:extLst>
                <a:ext uri="{FF2B5EF4-FFF2-40B4-BE49-F238E27FC236}">
                  <a16:creationId xmlns:a16="http://schemas.microsoft.com/office/drawing/2014/main" id="{E26ADBA3-32A1-4463-B731-0356699E391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rot="18846732">
              <a:off x="1473439" y="1520743"/>
              <a:ext cx="586573" cy="586573"/>
            </a:xfrm>
            <a:prstGeom prst="rect">
              <a:avLst/>
            </a:prstGeom>
          </p:spPr>
        </p:pic>
        <p:cxnSp>
          <p:nvCxnSpPr>
            <p:cNvPr id="39" name="Straight Arrow Connector 38">
              <a:extLst>
                <a:ext uri="{FF2B5EF4-FFF2-40B4-BE49-F238E27FC236}">
                  <a16:creationId xmlns:a16="http://schemas.microsoft.com/office/drawing/2014/main" id="{FE7ABBA2-B472-4FB0-BCD6-EF9C8F54F558}"/>
                </a:ext>
              </a:extLst>
            </p:cNvPr>
            <p:cNvCxnSpPr>
              <a:cxnSpLocks/>
            </p:cNvCxnSpPr>
            <p:nvPr/>
          </p:nvCxnSpPr>
          <p:spPr>
            <a:xfrm flipV="1">
              <a:off x="2029692" y="1569845"/>
              <a:ext cx="0" cy="488367"/>
            </a:xfrm>
            <a:prstGeom prst="straightConnector1">
              <a:avLst/>
            </a:prstGeom>
            <a:ln w="28575">
              <a:solidFill>
                <a:schemeClr val="bg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60" name="clusters 1">
            <a:extLst>
              <a:ext uri="{FF2B5EF4-FFF2-40B4-BE49-F238E27FC236}">
                <a16:creationId xmlns:a16="http://schemas.microsoft.com/office/drawing/2014/main" id="{CCECC2F4-4BFD-4007-846F-5B94B90198F6}"/>
              </a:ext>
            </a:extLst>
          </p:cNvPr>
          <p:cNvGrpSpPr/>
          <p:nvPr/>
        </p:nvGrpSpPr>
        <p:grpSpPr>
          <a:xfrm>
            <a:off x="5460498" y="1405742"/>
            <a:ext cx="4722604" cy="3928258"/>
            <a:chOff x="5460498" y="1405742"/>
            <a:chExt cx="4722604" cy="3928258"/>
          </a:xfrm>
        </p:grpSpPr>
        <p:sp>
          <p:nvSpPr>
            <p:cNvPr id="51" name="k3">
              <a:extLst>
                <a:ext uri="{FF2B5EF4-FFF2-40B4-BE49-F238E27FC236}">
                  <a16:creationId xmlns:a16="http://schemas.microsoft.com/office/drawing/2014/main" id="{31417D02-E040-46A5-BD5E-18874E8DE7AD}"/>
                </a:ext>
              </a:extLst>
            </p:cNvPr>
            <p:cNvSpPr/>
            <p:nvPr/>
          </p:nvSpPr>
          <p:spPr bwMode="auto">
            <a:xfrm>
              <a:off x="6421582" y="3588327"/>
              <a:ext cx="2642021" cy="1745673"/>
            </a:xfrm>
            <a:custGeom>
              <a:avLst/>
              <a:gdLst>
                <a:gd name="connsiteX0" fmla="*/ 1004454 w 1170709"/>
                <a:gd name="connsiteY0" fmla="*/ 1614055 h 1614055"/>
                <a:gd name="connsiteX1" fmla="*/ 782782 w 1170709"/>
                <a:gd name="connsiteY1" fmla="*/ 1614055 h 1614055"/>
                <a:gd name="connsiteX2" fmla="*/ 103909 w 1170709"/>
                <a:gd name="connsiteY2" fmla="*/ 609600 h 1614055"/>
                <a:gd name="connsiteX3" fmla="*/ 0 w 1170709"/>
                <a:gd name="connsiteY3" fmla="*/ 214746 h 1614055"/>
                <a:gd name="connsiteX4" fmla="*/ 187036 w 1170709"/>
                <a:gd name="connsiteY4" fmla="*/ 6928 h 1614055"/>
                <a:gd name="connsiteX5" fmla="*/ 588818 w 1170709"/>
                <a:gd name="connsiteY5" fmla="*/ 0 h 1614055"/>
                <a:gd name="connsiteX6" fmla="*/ 678873 w 1170709"/>
                <a:gd name="connsiteY6" fmla="*/ 277091 h 1614055"/>
                <a:gd name="connsiteX7" fmla="*/ 1170709 w 1170709"/>
                <a:gd name="connsiteY7" fmla="*/ 1440873 h 1614055"/>
                <a:gd name="connsiteX0" fmla="*/ 1004454 w 2546583"/>
                <a:gd name="connsiteY0" fmla="*/ 1614055 h 1614055"/>
                <a:gd name="connsiteX1" fmla="*/ 782782 w 2546583"/>
                <a:gd name="connsiteY1" fmla="*/ 1614055 h 1614055"/>
                <a:gd name="connsiteX2" fmla="*/ 103909 w 2546583"/>
                <a:gd name="connsiteY2" fmla="*/ 609600 h 1614055"/>
                <a:gd name="connsiteX3" fmla="*/ 0 w 2546583"/>
                <a:gd name="connsiteY3" fmla="*/ 214746 h 1614055"/>
                <a:gd name="connsiteX4" fmla="*/ 187036 w 2546583"/>
                <a:gd name="connsiteY4" fmla="*/ 6928 h 1614055"/>
                <a:gd name="connsiteX5" fmla="*/ 588818 w 2546583"/>
                <a:gd name="connsiteY5" fmla="*/ 0 h 1614055"/>
                <a:gd name="connsiteX6" fmla="*/ 2535382 w 2546583"/>
                <a:gd name="connsiteY6" fmla="*/ 180109 h 1614055"/>
                <a:gd name="connsiteX7" fmla="*/ 1170709 w 2546583"/>
                <a:gd name="connsiteY7" fmla="*/ 1440873 h 1614055"/>
                <a:gd name="connsiteX0" fmla="*/ 1004454 w 2582708"/>
                <a:gd name="connsiteY0" fmla="*/ 1614055 h 1634837"/>
                <a:gd name="connsiteX1" fmla="*/ 782782 w 2582708"/>
                <a:gd name="connsiteY1" fmla="*/ 1614055 h 1634837"/>
                <a:gd name="connsiteX2" fmla="*/ 103909 w 2582708"/>
                <a:gd name="connsiteY2" fmla="*/ 609600 h 1634837"/>
                <a:gd name="connsiteX3" fmla="*/ 0 w 2582708"/>
                <a:gd name="connsiteY3" fmla="*/ 214746 h 1634837"/>
                <a:gd name="connsiteX4" fmla="*/ 187036 w 2582708"/>
                <a:gd name="connsiteY4" fmla="*/ 6928 h 1634837"/>
                <a:gd name="connsiteX5" fmla="*/ 588818 w 2582708"/>
                <a:gd name="connsiteY5" fmla="*/ 0 h 1634837"/>
                <a:gd name="connsiteX6" fmla="*/ 2535382 w 2582708"/>
                <a:gd name="connsiteY6" fmla="*/ 180109 h 1634837"/>
                <a:gd name="connsiteX7" fmla="*/ 2535381 w 2582708"/>
                <a:gd name="connsiteY7" fmla="*/ 1634837 h 1634837"/>
                <a:gd name="connsiteX0" fmla="*/ 1004454 w 2574799"/>
                <a:gd name="connsiteY0" fmla="*/ 1614055 h 1620982"/>
                <a:gd name="connsiteX1" fmla="*/ 782782 w 2574799"/>
                <a:gd name="connsiteY1" fmla="*/ 1614055 h 1620982"/>
                <a:gd name="connsiteX2" fmla="*/ 103909 w 2574799"/>
                <a:gd name="connsiteY2" fmla="*/ 609600 h 1620982"/>
                <a:gd name="connsiteX3" fmla="*/ 0 w 2574799"/>
                <a:gd name="connsiteY3" fmla="*/ 214746 h 1620982"/>
                <a:gd name="connsiteX4" fmla="*/ 187036 w 2574799"/>
                <a:gd name="connsiteY4" fmla="*/ 6928 h 1620982"/>
                <a:gd name="connsiteX5" fmla="*/ 588818 w 2574799"/>
                <a:gd name="connsiteY5" fmla="*/ 0 h 1620982"/>
                <a:gd name="connsiteX6" fmla="*/ 2535382 w 2574799"/>
                <a:gd name="connsiteY6" fmla="*/ 180109 h 1620982"/>
                <a:gd name="connsiteX7" fmla="*/ 2452254 w 2574799"/>
                <a:gd name="connsiteY7" fmla="*/ 1620982 h 1620982"/>
                <a:gd name="connsiteX0" fmla="*/ 1004454 w 2642021"/>
                <a:gd name="connsiteY0" fmla="*/ 1614055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935182 w 2642021"/>
                <a:gd name="connsiteY0" fmla="*/ 1413164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1066800 w 2642021"/>
                <a:gd name="connsiteY0" fmla="*/ 1745673 h 1745673"/>
                <a:gd name="connsiteX1" fmla="*/ 782782 w 2642021"/>
                <a:gd name="connsiteY1" fmla="*/ 1614055 h 1745673"/>
                <a:gd name="connsiteX2" fmla="*/ 103909 w 2642021"/>
                <a:gd name="connsiteY2" fmla="*/ 609600 h 1745673"/>
                <a:gd name="connsiteX3" fmla="*/ 0 w 2642021"/>
                <a:gd name="connsiteY3" fmla="*/ 214746 h 1745673"/>
                <a:gd name="connsiteX4" fmla="*/ 187036 w 2642021"/>
                <a:gd name="connsiteY4" fmla="*/ 6928 h 1745673"/>
                <a:gd name="connsiteX5" fmla="*/ 588818 w 2642021"/>
                <a:gd name="connsiteY5" fmla="*/ 0 h 1745673"/>
                <a:gd name="connsiteX6" fmla="*/ 2535382 w 2642021"/>
                <a:gd name="connsiteY6" fmla="*/ 180109 h 1745673"/>
                <a:gd name="connsiteX7" fmla="*/ 2452254 w 2642021"/>
                <a:gd name="connsiteY7" fmla="*/ 1620982 h 174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2021" h="1745673">
                  <a:moveTo>
                    <a:pt x="1066800" y="1745673"/>
                  </a:moveTo>
                  <a:lnTo>
                    <a:pt x="782782" y="1614055"/>
                  </a:lnTo>
                  <a:lnTo>
                    <a:pt x="103909" y="609600"/>
                  </a:lnTo>
                  <a:lnTo>
                    <a:pt x="0" y="214746"/>
                  </a:lnTo>
                  <a:lnTo>
                    <a:pt x="187036" y="6928"/>
                  </a:lnTo>
                  <a:lnTo>
                    <a:pt x="588818" y="0"/>
                  </a:lnTo>
                  <a:lnTo>
                    <a:pt x="2535382" y="180109"/>
                  </a:lnTo>
                  <a:cubicBezTo>
                    <a:pt x="2699327" y="568036"/>
                    <a:pt x="2676236" y="1385455"/>
                    <a:pt x="2452254" y="1620982"/>
                  </a:cubicBezTo>
                </a:path>
              </a:pathLst>
            </a:custGeom>
            <a:solidFill>
              <a:srgbClr val="FFC00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2" name="k2">
              <a:extLst>
                <a:ext uri="{FF2B5EF4-FFF2-40B4-BE49-F238E27FC236}">
                  <a16:creationId xmlns:a16="http://schemas.microsoft.com/office/drawing/2014/main" id="{E876BDDF-C0DE-4845-A73A-6565AE6332DC}"/>
                </a:ext>
              </a:extLst>
            </p:cNvPr>
            <p:cNvSpPr/>
            <p:nvPr/>
          </p:nvSpPr>
          <p:spPr bwMode="auto">
            <a:xfrm>
              <a:off x="5460498" y="1405742"/>
              <a:ext cx="2276880" cy="3315985"/>
            </a:xfrm>
            <a:custGeom>
              <a:avLst/>
              <a:gdLst>
                <a:gd name="connsiteX0" fmla="*/ 0 w 2944090"/>
                <a:gd name="connsiteY0" fmla="*/ 1489364 h 3186545"/>
                <a:gd name="connsiteX1" fmla="*/ 13854 w 2944090"/>
                <a:gd name="connsiteY1" fmla="*/ 1911927 h 3186545"/>
                <a:gd name="connsiteX2" fmla="*/ 387927 w 2944090"/>
                <a:gd name="connsiteY2" fmla="*/ 3186545 h 3186545"/>
                <a:gd name="connsiteX3" fmla="*/ 949036 w 2944090"/>
                <a:gd name="connsiteY3" fmla="*/ 3041073 h 3186545"/>
                <a:gd name="connsiteX4" fmla="*/ 949036 w 2944090"/>
                <a:gd name="connsiteY4" fmla="*/ 2687782 h 3186545"/>
                <a:gd name="connsiteX5" fmla="*/ 810490 w 2944090"/>
                <a:gd name="connsiteY5" fmla="*/ 2272145 h 3186545"/>
                <a:gd name="connsiteX6" fmla="*/ 1136072 w 2944090"/>
                <a:gd name="connsiteY6" fmla="*/ 1593273 h 3186545"/>
                <a:gd name="connsiteX7" fmla="*/ 2944090 w 2944090"/>
                <a:gd name="connsiteY7" fmla="*/ 304800 h 3186545"/>
                <a:gd name="connsiteX8" fmla="*/ 2937163 w 2944090"/>
                <a:gd name="connsiteY8" fmla="*/ 0 h 3186545"/>
                <a:gd name="connsiteX9" fmla="*/ 1620981 w 2944090"/>
                <a:gd name="connsiteY9" fmla="*/ 13855 h 3186545"/>
                <a:gd name="connsiteX10" fmla="*/ 96981 w 2944090"/>
                <a:gd name="connsiteY10" fmla="*/ 1350818 h 3186545"/>
                <a:gd name="connsiteX0" fmla="*/ 0 w 2944090"/>
                <a:gd name="connsiteY0" fmla="*/ 1475509 h 3172690"/>
                <a:gd name="connsiteX1" fmla="*/ 13854 w 2944090"/>
                <a:gd name="connsiteY1" fmla="*/ 1898072 h 3172690"/>
                <a:gd name="connsiteX2" fmla="*/ 387927 w 2944090"/>
                <a:gd name="connsiteY2" fmla="*/ 3172690 h 3172690"/>
                <a:gd name="connsiteX3" fmla="*/ 949036 w 2944090"/>
                <a:gd name="connsiteY3" fmla="*/ 3027218 h 3172690"/>
                <a:gd name="connsiteX4" fmla="*/ 949036 w 2944090"/>
                <a:gd name="connsiteY4" fmla="*/ 2673927 h 3172690"/>
                <a:gd name="connsiteX5" fmla="*/ 810490 w 2944090"/>
                <a:gd name="connsiteY5" fmla="*/ 2258290 h 3172690"/>
                <a:gd name="connsiteX6" fmla="*/ 1136072 w 2944090"/>
                <a:gd name="connsiteY6" fmla="*/ 1579418 h 3172690"/>
                <a:gd name="connsiteX7" fmla="*/ 2944090 w 2944090"/>
                <a:gd name="connsiteY7" fmla="*/ 290945 h 3172690"/>
                <a:gd name="connsiteX8" fmla="*/ 2299854 w 2944090"/>
                <a:gd name="connsiteY8" fmla="*/ 117763 h 3172690"/>
                <a:gd name="connsiteX9" fmla="*/ 1620981 w 2944090"/>
                <a:gd name="connsiteY9" fmla="*/ 0 h 3172690"/>
                <a:gd name="connsiteX10" fmla="*/ 96981 w 2944090"/>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2195945 w 2299854"/>
                <a:gd name="connsiteY7" fmla="*/ 692727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1995055 w 2299854"/>
                <a:gd name="connsiteY7" fmla="*/ 699655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161309"/>
                <a:gd name="connsiteY0" fmla="*/ 1530928 h 3228109"/>
                <a:gd name="connsiteX1" fmla="*/ 13854 w 2161309"/>
                <a:gd name="connsiteY1" fmla="*/ 1953491 h 3228109"/>
                <a:gd name="connsiteX2" fmla="*/ 387927 w 2161309"/>
                <a:gd name="connsiteY2" fmla="*/ 3228109 h 3228109"/>
                <a:gd name="connsiteX3" fmla="*/ 949036 w 2161309"/>
                <a:gd name="connsiteY3" fmla="*/ 3082637 h 3228109"/>
                <a:gd name="connsiteX4" fmla="*/ 949036 w 2161309"/>
                <a:gd name="connsiteY4" fmla="*/ 2729346 h 3228109"/>
                <a:gd name="connsiteX5" fmla="*/ 810490 w 2161309"/>
                <a:gd name="connsiteY5" fmla="*/ 2313709 h 3228109"/>
                <a:gd name="connsiteX6" fmla="*/ 1136072 w 2161309"/>
                <a:gd name="connsiteY6" fmla="*/ 1634837 h 3228109"/>
                <a:gd name="connsiteX7" fmla="*/ 1995055 w 2161309"/>
                <a:gd name="connsiteY7" fmla="*/ 755074 h 3228109"/>
                <a:gd name="connsiteX8" fmla="*/ 2161309 w 2161309"/>
                <a:gd name="connsiteY8" fmla="*/ 0 h 3228109"/>
                <a:gd name="connsiteX9" fmla="*/ 1620981 w 2161309"/>
                <a:gd name="connsiteY9" fmla="*/ 55419 h 3228109"/>
                <a:gd name="connsiteX10" fmla="*/ 96981 w 2161309"/>
                <a:gd name="connsiteY10" fmla="*/ 1392382 h 3228109"/>
                <a:gd name="connsiteX0" fmla="*/ 0 w 2161309"/>
                <a:gd name="connsiteY0" fmla="*/ 1530928 h 3228109"/>
                <a:gd name="connsiteX1" fmla="*/ 13854 w 2161309"/>
                <a:gd name="connsiteY1" fmla="*/ 1953491 h 3228109"/>
                <a:gd name="connsiteX2" fmla="*/ 387927 w 2161309"/>
                <a:gd name="connsiteY2" fmla="*/ 3228109 h 3228109"/>
                <a:gd name="connsiteX3" fmla="*/ 949036 w 2161309"/>
                <a:gd name="connsiteY3" fmla="*/ 3082637 h 3228109"/>
                <a:gd name="connsiteX4" fmla="*/ 949036 w 2161309"/>
                <a:gd name="connsiteY4" fmla="*/ 2729346 h 3228109"/>
                <a:gd name="connsiteX5" fmla="*/ 810490 w 2161309"/>
                <a:gd name="connsiteY5" fmla="*/ 2313709 h 3228109"/>
                <a:gd name="connsiteX6" fmla="*/ 1136072 w 2161309"/>
                <a:gd name="connsiteY6" fmla="*/ 1634837 h 3228109"/>
                <a:gd name="connsiteX7" fmla="*/ 1995055 w 2161309"/>
                <a:gd name="connsiteY7" fmla="*/ 755074 h 3228109"/>
                <a:gd name="connsiteX8" fmla="*/ 2161309 w 2161309"/>
                <a:gd name="connsiteY8" fmla="*/ 0 h 3228109"/>
                <a:gd name="connsiteX9" fmla="*/ 1620981 w 2161309"/>
                <a:gd name="connsiteY9" fmla="*/ 55419 h 3228109"/>
                <a:gd name="connsiteX10" fmla="*/ 96981 w 2161309"/>
                <a:gd name="connsiteY10" fmla="*/ 1392382 h 3228109"/>
                <a:gd name="connsiteX0" fmla="*/ 0 w 2237123"/>
                <a:gd name="connsiteY0" fmla="*/ 1531424 h 3228605"/>
                <a:gd name="connsiteX1" fmla="*/ 13854 w 2237123"/>
                <a:gd name="connsiteY1" fmla="*/ 1953987 h 3228605"/>
                <a:gd name="connsiteX2" fmla="*/ 387927 w 2237123"/>
                <a:gd name="connsiteY2" fmla="*/ 3228605 h 3228605"/>
                <a:gd name="connsiteX3" fmla="*/ 949036 w 2237123"/>
                <a:gd name="connsiteY3" fmla="*/ 3083133 h 3228605"/>
                <a:gd name="connsiteX4" fmla="*/ 949036 w 2237123"/>
                <a:gd name="connsiteY4" fmla="*/ 2729842 h 3228605"/>
                <a:gd name="connsiteX5" fmla="*/ 810490 w 2237123"/>
                <a:gd name="connsiteY5" fmla="*/ 2314205 h 3228605"/>
                <a:gd name="connsiteX6" fmla="*/ 1136072 w 2237123"/>
                <a:gd name="connsiteY6" fmla="*/ 1635333 h 3228605"/>
                <a:gd name="connsiteX7" fmla="*/ 1995055 w 2237123"/>
                <a:gd name="connsiteY7" fmla="*/ 755570 h 3228605"/>
                <a:gd name="connsiteX8" fmla="*/ 2161309 w 2237123"/>
                <a:gd name="connsiteY8" fmla="*/ 496 h 3228605"/>
                <a:gd name="connsiteX9" fmla="*/ 1620981 w 2237123"/>
                <a:gd name="connsiteY9" fmla="*/ 55915 h 3228605"/>
                <a:gd name="connsiteX10" fmla="*/ 96981 w 2237123"/>
                <a:gd name="connsiteY10" fmla="*/ 1392878 h 3228605"/>
                <a:gd name="connsiteX0" fmla="*/ 0 w 2237123"/>
                <a:gd name="connsiteY0" fmla="*/ 1531424 h 3228605"/>
                <a:gd name="connsiteX1" fmla="*/ 13854 w 2237123"/>
                <a:gd name="connsiteY1" fmla="*/ 1953987 h 3228605"/>
                <a:gd name="connsiteX2" fmla="*/ 387927 w 2237123"/>
                <a:gd name="connsiteY2" fmla="*/ 3228605 h 3228605"/>
                <a:gd name="connsiteX3" fmla="*/ 949036 w 2237123"/>
                <a:gd name="connsiteY3" fmla="*/ 3083133 h 3228605"/>
                <a:gd name="connsiteX4" fmla="*/ 949036 w 2237123"/>
                <a:gd name="connsiteY4" fmla="*/ 2729842 h 3228605"/>
                <a:gd name="connsiteX5" fmla="*/ 810490 w 2237123"/>
                <a:gd name="connsiteY5" fmla="*/ 2314205 h 3228605"/>
                <a:gd name="connsiteX6" fmla="*/ 1136072 w 2237123"/>
                <a:gd name="connsiteY6" fmla="*/ 1635333 h 3228605"/>
                <a:gd name="connsiteX7" fmla="*/ 1995055 w 2237123"/>
                <a:gd name="connsiteY7" fmla="*/ 755570 h 3228605"/>
                <a:gd name="connsiteX8" fmla="*/ 2161309 w 2237123"/>
                <a:gd name="connsiteY8" fmla="*/ 496 h 3228605"/>
                <a:gd name="connsiteX9" fmla="*/ 1620981 w 2237123"/>
                <a:gd name="connsiteY9" fmla="*/ 55915 h 3228605"/>
                <a:gd name="connsiteX10" fmla="*/ 96981 w 2237123"/>
                <a:gd name="connsiteY10" fmla="*/ 1392878 h 3228605"/>
                <a:gd name="connsiteX0" fmla="*/ 0 w 2237123"/>
                <a:gd name="connsiteY0" fmla="*/ 1531424 h 3228605"/>
                <a:gd name="connsiteX1" fmla="*/ 13854 w 2237123"/>
                <a:gd name="connsiteY1" fmla="*/ 1953987 h 3228605"/>
                <a:gd name="connsiteX2" fmla="*/ 387927 w 2237123"/>
                <a:gd name="connsiteY2" fmla="*/ 3228605 h 3228605"/>
                <a:gd name="connsiteX3" fmla="*/ 949036 w 2237123"/>
                <a:gd name="connsiteY3" fmla="*/ 3083133 h 3228605"/>
                <a:gd name="connsiteX4" fmla="*/ 949036 w 2237123"/>
                <a:gd name="connsiteY4" fmla="*/ 2729842 h 3228605"/>
                <a:gd name="connsiteX5" fmla="*/ 810490 w 2237123"/>
                <a:gd name="connsiteY5" fmla="*/ 2314205 h 3228605"/>
                <a:gd name="connsiteX6" fmla="*/ 1136072 w 2237123"/>
                <a:gd name="connsiteY6" fmla="*/ 1635333 h 3228605"/>
                <a:gd name="connsiteX7" fmla="*/ 1995055 w 2237123"/>
                <a:gd name="connsiteY7" fmla="*/ 755570 h 3228605"/>
                <a:gd name="connsiteX8" fmla="*/ 2161309 w 2237123"/>
                <a:gd name="connsiteY8" fmla="*/ 496 h 3228605"/>
                <a:gd name="connsiteX9" fmla="*/ 1620981 w 2237123"/>
                <a:gd name="connsiteY9" fmla="*/ 55915 h 3228605"/>
                <a:gd name="connsiteX10" fmla="*/ 96981 w 2237123"/>
                <a:gd name="connsiteY10" fmla="*/ 1392878 h 3228605"/>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10" fmla="*/ 96981 w 2237123"/>
                <a:gd name="connsiteY10" fmla="*/ 1392878 h 3297076"/>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10" fmla="*/ 96981 w 2237123"/>
                <a:gd name="connsiteY10" fmla="*/ 1392878 h 3297076"/>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0" fmla="*/ 30917 w 2268040"/>
                <a:gd name="connsiteY0" fmla="*/ 1531424 h 3297076"/>
                <a:gd name="connsiteX1" fmla="*/ 44771 w 2268040"/>
                <a:gd name="connsiteY1" fmla="*/ 1953987 h 3297076"/>
                <a:gd name="connsiteX2" fmla="*/ 418844 w 2268040"/>
                <a:gd name="connsiteY2" fmla="*/ 3228605 h 3297076"/>
                <a:gd name="connsiteX3" fmla="*/ 979953 w 2268040"/>
                <a:gd name="connsiteY3" fmla="*/ 3083133 h 3297076"/>
                <a:gd name="connsiteX4" fmla="*/ 979953 w 2268040"/>
                <a:gd name="connsiteY4" fmla="*/ 2729842 h 3297076"/>
                <a:gd name="connsiteX5" fmla="*/ 841407 w 2268040"/>
                <a:gd name="connsiteY5" fmla="*/ 2314205 h 3297076"/>
                <a:gd name="connsiteX6" fmla="*/ 1166989 w 2268040"/>
                <a:gd name="connsiteY6" fmla="*/ 1635333 h 3297076"/>
                <a:gd name="connsiteX7" fmla="*/ 2025972 w 2268040"/>
                <a:gd name="connsiteY7" fmla="*/ 755570 h 3297076"/>
                <a:gd name="connsiteX8" fmla="*/ 2192226 w 2268040"/>
                <a:gd name="connsiteY8" fmla="*/ 496 h 3297076"/>
                <a:gd name="connsiteX9" fmla="*/ 1651898 w 2268040"/>
                <a:gd name="connsiteY9" fmla="*/ 55915 h 3297076"/>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0" fmla="*/ 0 w 2237123"/>
                <a:gd name="connsiteY0" fmla="*/ 1531424 h 3297076"/>
                <a:gd name="connsiteX1" fmla="*/ 13854 w 2237123"/>
                <a:gd name="connsiteY1" fmla="*/ 1953987 h 3297076"/>
                <a:gd name="connsiteX2" fmla="*/ 387927 w 2237123"/>
                <a:gd name="connsiteY2" fmla="*/ 3228605 h 3297076"/>
                <a:gd name="connsiteX3" fmla="*/ 949036 w 2237123"/>
                <a:gd name="connsiteY3" fmla="*/ 3083133 h 3297076"/>
                <a:gd name="connsiteX4" fmla="*/ 949036 w 2237123"/>
                <a:gd name="connsiteY4" fmla="*/ 2729842 h 3297076"/>
                <a:gd name="connsiteX5" fmla="*/ 810490 w 2237123"/>
                <a:gd name="connsiteY5" fmla="*/ 2314205 h 3297076"/>
                <a:gd name="connsiteX6" fmla="*/ 1136072 w 2237123"/>
                <a:gd name="connsiteY6" fmla="*/ 1635333 h 3297076"/>
                <a:gd name="connsiteX7" fmla="*/ 1995055 w 2237123"/>
                <a:gd name="connsiteY7" fmla="*/ 755570 h 3297076"/>
                <a:gd name="connsiteX8" fmla="*/ 2161309 w 2237123"/>
                <a:gd name="connsiteY8" fmla="*/ 496 h 3297076"/>
                <a:gd name="connsiteX9" fmla="*/ 1620981 w 2237123"/>
                <a:gd name="connsiteY9" fmla="*/ 55915 h 3297076"/>
                <a:gd name="connsiteX0" fmla="*/ 20717 w 2223763"/>
                <a:gd name="connsiteY0" fmla="*/ 1531424 h 3297076"/>
                <a:gd name="connsiteX1" fmla="*/ 494 w 2223763"/>
                <a:gd name="connsiteY1" fmla="*/ 1953987 h 3297076"/>
                <a:gd name="connsiteX2" fmla="*/ 374567 w 2223763"/>
                <a:gd name="connsiteY2" fmla="*/ 3228605 h 3297076"/>
                <a:gd name="connsiteX3" fmla="*/ 935676 w 2223763"/>
                <a:gd name="connsiteY3" fmla="*/ 3083133 h 3297076"/>
                <a:gd name="connsiteX4" fmla="*/ 935676 w 2223763"/>
                <a:gd name="connsiteY4" fmla="*/ 2729842 h 3297076"/>
                <a:gd name="connsiteX5" fmla="*/ 797130 w 2223763"/>
                <a:gd name="connsiteY5" fmla="*/ 2314205 h 3297076"/>
                <a:gd name="connsiteX6" fmla="*/ 1122712 w 2223763"/>
                <a:gd name="connsiteY6" fmla="*/ 1635333 h 3297076"/>
                <a:gd name="connsiteX7" fmla="*/ 1981695 w 2223763"/>
                <a:gd name="connsiteY7" fmla="*/ 755570 h 3297076"/>
                <a:gd name="connsiteX8" fmla="*/ 2147949 w 2223763"/>
                <a:gd name="connsiteY8" fmla="*/ 496 h 3297076"/>
                <a:gd name="connsiteX9" fmla="*/ 1607621 w 2223763"/>
                <a:gd name="connsiteY9" fmla="*/ 55915 h 3297076"/>
                <a:gd name="connsiteX0" fmla="*/ 0 w 2203046"/>
                <a:gd name="connsiteY0" fmla="*/ 1531424 h 3297076"/>
                <a:gd name="connsiteX1" fmla="*/ 47931 w 2203046"/>
                <a:gd name="connsiteY1" fmla="*/ 1953987 h 3297076"/>
                <a:gd name="connsiteX2" fmla="*/ 353850 w 2203046"/>
                <a:gd name="connsiteY2" fmla="*/ 3228605 h 3297076"/>
                <a:gd name="connsiteX3" fmla="*/ 914959 w 2203046"/>
                <a:gd name="connsiteY3" fmla="*/ 3083133 h 3297076"/>
                <a:gd name="connsiteX4" fmla="*/ 914959 w 2203046"/>
                <a:gd name="connsiteY4" fmla="*/ 2729842 h 3297076"/>
                <a:gd name="connsiteX5" fmla="*/ 776413 w 2203046"/>
                <a:gd name="connsiteY5" fmla="*/ 2314205 h 3297076"/>
                <a:gd name="connsiteX6" fmla="*/ 1101995 w 2203046"/>
                <a:gd name="connsiteY6" fmla="*/ 1635333 h 3297076"/>
                <a:gd name="connsiteX7" fmla="*/ 1960978 w 2203046"/>
                <a:gd name="connsiteY7" fmla="*/ 755570 h 3297076"/>
                <a:gd name="connsiteX8" fmla="*/ 2127232 w 2203046"/>
                <a:gd name="connsiteY8" fmla="*/ 496 h 3297076"/>
                <a:gd name="connsiteX9" fmla="*/ 1586904 w 2203046"/>
                <a:gd name="connsiteY9" fmla="*/ 55915 h 3297076"/>
                <a:gd name="connsiteX0" fmla="*/ 0 w 2276880"/>
                <a:gd name="connsiteY0" fmla="*/ 1690450 h 3297076"/>
                <a:gd name="connsiteX1" fmla="*/ 121765 w 2276880"/>
                <a:gd name="connsiteY1" fmla="*/ 1953987 h 3297076"/>
                <a:gd name="connsiteX2" fmla="*/ 427684 w 2276880"/>
                <a:gd name="connsiteY2" fmla="*/ 3228605 h 3297076"/>
                <a:gd name="connsiteX3" fmla="*/ 988793 w 2276880"/>
                <a:gd name="connsiteY3" fmla="*/ 3083133 h 3297076"/>
                <a:gd name="connsiteX4" fmla="*/ 988793 w 2276880"/>
                <a:gd name="connsiteY4" fmla="*/ 2729842 h 3297076"/>
                <a:gd name="connsiteX5" fmla="*/ 850247 w 2276880"/>
                <a:gd name="connsiteY5" fmla="*/ 2314205 h 3297076"/>
                <a:gd name="connsiteX6" fmla="*/ 1175829 w 2276880"/>
                <a:gd name="connsiteY6" fmla="*/ 1635333 h 3297076"/>
                <a:gd name="connsiteX7" fmla="*/ 2034812 w 2276880"/>
                <a:gd name="connsiteY7" fmla="*/ 755570 h 3297076"/>
                <a:gd name="connsiteX8" fmla="*/ 2201066 w 2276880"/>
                <a:gd name="connsiteY8" fmla="*/ 496 h 3297076"/>
                <a:gd name="connsiteX9" fmla="*/ 1660738 w 2276880"/>
                <a:gd name="connsiteY9" fmla="*/ 55915 h 3297076"/>
                <a:gd name="connsiteX0" fmla="*/ 0 w 2276880"/>
                <a:gd name="connsiteY0" fmla="*/ 1690450 h 3315985"/>
                <a:gd name="connsiteX1" fmla="*/ 427684 w 2276880"/>
                <a:gd name="connsiteY1" fmla="*/ 3228605 h 3315985"/>
                <a:gd name="connsiteX2" fmla="*/ 988793 w 2276880"/>
                <a:gd name="connsiteY2" fmla="*/ 3083133 h 3315985"/>
                <a:gd name="connsiteX3" fmla="*/ 988793 w 2276880"/>
                <a:gd name="connsiteY3" fmla="*/ 2729842 h 3315985"/>
                <a:gd name="connsiteX4" fmla="*/ 850247 w 2276880"/>
                <a:gd name="connsiteY4" fmla="*/ 2314205 h 3315985"/>
                <a:gd name="connsiteX5" fmla="*/ 1175829 w 2276880"/>
                <a:gd name="connsiteY5" fmla="*/ 1635333 h 3315985"/>
                <a:gd name="connsiteX6" fmla="*/ 2034812 w 2276880"/>
                <a:gd name="connsiteY6" fmla="*/ 755570 h 3315985"/>
                <a:gd name="connsiteX7" fmla="*/ 2201066 w 2276880"/>
                <a:gd name="connsiteY7" fmla="*/ 496 h 3315985"/>
                <a:gd name="connsiteX8" fmla="*/ 1660738 w 2276880"/>
                <a:gd name="connsiteY8" fmla="*/ 55915 h 3315985"/>
                <a:gd name="connsiteX0" fmla="*/ 0 w 2276880"/>
                <a:gd name="connsiteY0" fmla="*/ 1690450 h 3315985"/>
                <a:gd name="connsiteX1" fmla="*/ 427684 w 2276880"/>
                <a:gd name="connsiteY1" fmla="*/ 3228605 h 3315985"/>
                <a:gd name="connsiteX2" fmla="*/ 988793 w 2276880"/>
                <a:gd name="connsiteY2" fmla="*/ 3083133 h 3315985"/>
                <a:gd name="connsiteX3" fmla="*/ 988793 w 2276880"/>
                <a:gd name="connsiteY3" fmla="*/ 2729842 h 3315985"/>
                <a:gd name="connsiteX4" fmla="*/ 850247 w 2276880"/>
                <a:gd name="connsiteY4" fmla="*/ 2314205 h 3315985"/>
                <a:gd name="connsiteX5" fmla="*/ 1175829 w 2276880"/>
                <a:gd name="connsiteY5" fmla="*/ 1635333 h 3315985"/>
                <a:gd name="connsiteX6" fmla="*/ 2034812 w 2276880"/>
                <a:gd name="connsiteY6" fmla="*/ 755570 h 3315985"/>
                <a:gd name="connsiteX7" fmla="*/ 2201066 w 2276880"/>
                <a:gd name="connsiteY7" fmla="*/ 496 h 3315985"/>
                <a:gd name="connsiteX8" fmla="*/ 1660738 w 2276880"/>
                <a:gd name="connsiteY8" fmla="*/ 55915 h 331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6880" h="3315985">
                  <a:moveTo>
                    <a:pt x="0" y="1690450"/>
                  </a:moveTo>
                  <a:cubicBezTo>
                    <a:pt x="89101" y="2010899"/>
                    <a:pt x="262885" y="2996491"/>
                    <a:pt x="427684" y="3228605"/>
                  </a:cubicBezTo>
                  <a:cubicBezTo>
                    <a:pt x="592483" y="3460719"/>
                    <a:pt x="895275" y="3166260"/>
                    <a:pt x="988793" y="3083133"/>
                  </a:cubicBezTo>
                  <a:cubicBezTo>
                    <a:pt x="1082311" y="3000006"/>
                    <a:pt x="1011884" y="2857997"/>
                    <a:pt x="988793" y="2729842"/>
                  </a:cubicBezTo>
                  <a:cubicBezTo>
                    <a:pt x="965702" y="2601687"/>
                    <a:pt x="819074" y="2496623"/>
                    <a:pt x="850247" y="2314205"/>
                  </a:cubicBezTo>
                  <a:cubicBezTo>
                    <a:pt x="881420" y="2131787"/>
                    <a:pt x="978402" y="1895105"/>
                    <a:pt x="1175829" y="1635333"/>
                  </a:cubicBezTo>
                  <a:lnTo>
                    <a:pt x="2034812" y="755570"/>
                  </a:lnTo>
                  <a:cubicBezTo>
                    <a:pt x="2205685" y="483097"/>
                    <a:pt x="2381175" y="-17977"/>
                    <a:pt x="2201066" y="496"/>
                  </a:cubicBezTo>
                  <a:lnTo>
                    <a:pt x="1660738" y="55915"/>
                  </a:lnTo>
                </a:path>
              </a:pathLst>
            </a:custGeom>
            <a:solidFill>
              <a:srgbClr val="00B05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3" name="k1">
              <a:extLst>
                <a:ext uri="{FF2B5EF4-FFF2-40B4-BE49-F238E27FC236}">
                  <a16:creationId xmlns:a16="http://schemas.microsoft.com/office/drawing/2014/main" id="{77762E36-C475-415E-8B74-CD8D2BE35344}"/>
                </a:ext>
              </a:extLst>
            </p:cNvPr>
            <p:cNvSpPr/>
            <p:nvPr/>
          </p:nvSpPr>
          <p:spPr bwMode="auto">
            <a:xfrm>
              <a:off x="7758545" y="1496292"/>
              <a:ext cx="2424557" cy="3199186"/>
            </a:xfrm>
            <a:custGeom>
              <a:avLst/>
              <a:gdLst>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0" fmla="*/ 2424546 w 2424557"/>
                <a:gd name="connsiteY0" fmla="*/ 1302327 h 3172691"/>
                <a:gd name="connsiteX1" fmla="*/ 1226128 w 2424557"/>
                <a:gd name="connsiteY1" fmla="*/ 256309 h 3172691"/>
                <a:gd name="connsiteX2" fmla="*/ 568037 w 2424557"/>
                <a:gd name="connsiteY2" fmla="*/ 0 h 3172691"/>
                <a:gd name="connsiteX3" fmla="*/ 96982 w 2424557"/>
                <a:gd name="connsiteY3" fmla="*/ 48491 h 3172691"/>
                <a:gd name="connsiteX4" fmla="*/ 0 w 2424557"/>
                <a:gd name="connsiteY4" fmla="*/ 408709 h 3172691"/>
                <a:gd name="connsiteX5" fmla="*/ 408710 w 2424557"/>
                <a:gd name="connsiteY5" fmla="*/ 1246909 h 3172691"/>
                <a:gd name="connsiteX6" fmla="*/ 1357746 w 2424557"/>
                <a:gd name="connsiteY6" fmla="*/ 2445327 h 3172691"/>
                <a:gd name="connsiteX7" fmla="*/ 1517073 w 2424557"/>
                <a:gd name="connsiteY7" fmla="*/ 3027218 h 3172691"/>
                <a:gd name="connsiteX8" fmla="*/ 1939637 w 2424557"/>
                <a:gd name="connsiteY8" fmla="*/ 3172691 h 3172691"/>
                <a:gd name="connsiteX9" fmla="*/ 2292928 w 2424557"/>
                <a:gd name="connsiteY9" fmla="*/ 2570018 h 3172691"/>
                <a:gd name="connsiteX0" fmla="*/ 2424546 w 2424557"/>
                <a:gd name="connsiteY0" fmla="*/ 1302327 h 3172691"/>
                <a:gd name="connsiteX1" fmla="*/ 1226128 w 2424557"/>
                <a:gd name="connsiteY1" fmla="*/ 256309 h 3172691"/>
                <a:gd name="connsiteX2" fmla="*/ 568037 w 2424557"/>
                <a:gd name="connsiteY2" fmla="*/ 0 h 3172691"/>
                <a:gd name="connsiteX3" fmla="*/ 96982 w 2424557"/>
                <a:gd name="connsiteY3" fmla="*/ 48491 h 3172691"/>
                <a:gd name="connsiteX4" fmla="*/ 0 w 2424557"/>
                <a:gd name="connsiteY4" fmla="*/ 408709 h 3172691"/>
                <a:gd name="connsiteX5" fmla="*/ 408710 w 2424557"/>
                <a:gd name="connsiteY5" fmla="*/ 1246909 h 3172691"/>
                <a:gd name="connsiteX6" fmla="*/ 1357746 w 2424557"/>
                <a:gd name="connsiteY6" fmla="*/ 2445327 h 3172691"/>
                <a:gd name="connsiteX7" fmla="*/ 1517073 w 2424557"/>
                <a:gd name="connsiteY7" fmla="*/ 3027218 h 3172691"/>
                <a:gd name="connsiteX8" fmla="*/ 1939637 w 2424557"/>
                <a:gd name="connsiteY8" fmla="*/ 3172691 h 3172691"/>
                <a:gd name="connsiteX9" fmla="*/ 2292928 w 2424557"/>
                <a:gd name="connsiteY9" fmla="*/ 2570018 h 3172691"/>
                <a:gd name="connsiteX0" fmla="*/ 2424546 w 2424557"/>
                <a:gd name="connsiteY0" fmla="*/ 1302327 h 3172691"/>
                <a:gd name="connsiteX1" fmla="*/ 1226128 w 2424557"/>
                <a:gd name="connsiteY1" fmla="*/ 256309 h 3172691"/>
                <a:gd name="connsiteX2" fmla="*/ 568037 w 2424557"/>
                <a:gd name="connsiteY2" fmla="*/ 0 h 3172691"/>
                <a:gd name="connsiteX3" fmla="*/ 96982 w 2424557"/>
                <a:gd name="connsiteY3" fmla="*/ 48491 h 3172691"/>
                <a:gd name="connsiteX4" fmla="*/ 0 w 2424557"/>
                <a:gd name="connsiteY4" fmla="*/ 408709 h 3172691"/>
                <a:gd name="connsiteX5" fmla="*/ 408710 w 2424557"/>
                <a:gd name="connsiteY5" fmla="*/ 1246909 h 3172691"/>
                <a:gd name="connsiteX6" fmla="*/ 1357746 w 2424557"/>
                <a:gd name="connsiteY6" fmla="*/ 2445327 h 3172691"/>
                <a:gd name="connsiteX7" fmla="*/ 1517073 w 2424557"/>
                <a:gd name="connsiteY7" fmla="*/ 3027218 h 3172691"/>
                <a:gd name="connsiteX8" fmla="*/ 1939637 w 2424557"/>
                <a:gd name="connsiteY8" fmla="*/ 3172691 h 3172691"/>
                <a:gd name="connsiteX9" fmla="*/ 2292928 w 2424557"/>
                <a:gd name="connsiteY9" fmla="*/ 2570018 h 3172691"/>
                <a:gd name="connsiteX0" fmla="*/ 2424546 w 2424557"/>
                <a:gd name="connsiteY0" fmla="*/ 1302327 h 3172691"/>
                <a:gd name="connsiteX1" fmla="*/ 1226128 w 2424557"/>
                <a:gd name="connsiteY1" fmla="*/ 256309 h 3172691"/>
                <a:gd name="connsiteX2" fmla="*/ 568037 w 2424557"/>
                <a:gd name="connsiteY2" fmla="*/ 0 h 3172691"/>
                <a:gd name="connsiteX3" fmla="*/ 96982 w 2424557"/>
                <a:gd name="connsiteY3" fmla="*/ 48491 h 3172691"/>
                <a:gd name="connsiteX4" fmla="*/ 0 w 2424557"/>
                <a:gd name="connsiteY4" fmla="*/ 408709 h 3172691"/>
                <a:gd name="connsiteX5" fmla="*/ 408710 w 2424557"/>
                <a:gd name="connsiteY5" fmla="*/ 1246909 h 3172691"/>
                <a:gd name="connsiteX6" fmla="*/ 1357746 w 2424557"/>
                <a:gd name="connsiteY6" fmla="*/ 2445327 h 3172691"/>
                <a:gd name="connsiteX7" fmla="*/ 1517073 w 2424557"/>
                <a:gd name="connsiteY7" fmla="*/ 3027218 h 3172691"/>
                <a:gd name="connsiteX8" fmla="*/ 1939637 w 2424557"/>
                <a:gd name="connsiteY8" fmla="*/ 3172691 h 3172691"/>
                <a:gd name="connsiteX9" fmla="*/ 2292928 w 2424557"/>
                <a:gd name="connsiteY9" fmla="*/ 2570018 h 3172691"/>
                <a:gd name="connsiteX0" fmla="*/ 2424546 w 2424557"/>
                <a:gd name="connsiteY0" fmla="*/ 1302327 h 3199186"/>
                <a:gd name="connsiteX1" fmla="*/ 1226128 w 2424557"/>
                <a:gd name="connsiteY1" fmla="*/ 256309 h 3199186"/>
                <a:gd name="connsiteX2" fmla="*/ 568037 w 2424557"/>
                <a:gd name="connsiteY2" fmla="*/ 0 h 3199186"/>
                <a:gd name="connsiteX3" fmla="*/ 96982 w 2424557"/>
                <a:gd name="connsiteY3" fmla="*/ 48491 h 3199186"/>
                <a:gd name="connsiteX4" fmla="*/ 0 w 2424557"/>
                <a:gd name="connsiteY4" fmla="*/ 408709 h 3199186"/>
                <a:gd name="connsiteX5" fmla="*/ 408710 w 2424557"/>
                <a:gd name="connsiteY5" fmla="*/ 1246909 h 3199186"/>
                <a:gd name="connsiteX6" fmla="*/ 1357746 w 2424557"/>
                <a:gd name="connsiteY6" fmla="*/ 2445327 h 3199186"/>
                <a:gd name="connsiteX7" fmla="*/ 1517073 w 2424557"/>
                <a:gd name="connsiteY7" fmla="*/ 3027218 h 3199186"/>
                <a:gd name="connsiteX8" fmla="*/ 1939637 w 2424557"/>
                <a:gd name="connsiteY8" fmla="*/ 3172691 h 3199186"/>
                <a:gd name="connsiteX9" fmla="*/ 2292928 w 2424557"/>
                <a:gd name="connsiteY9" fmla="*/ 2570018 h 319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557" h="3199186">
                  <a:moveTo>
                    <a:pt x="2424546" y="1302327"/>
                  </a:moveTo>
                  <a:cubicBezTo>
                    <a:pt x="2428318" y="959334"/>
                    <a:pt x="1535546" y="473364"/>
                    <a:pt x="1226128" y="256309"/>
                  </a:cubicBezTo>
                  <a:cubicBezTo>
                    <a:pt x="916710" y="39255"/>
                    <a:pt x="756228" y="34636"/>
                    <a:pt x="568037" y="0"/>
                  </a:cubicBezTo>
                  <a:lnTo>
                    <a:pt x="96982" y="48491"/>
                  </a:lnTo>
                  <a:lnTo>
                    <a:pt x="0" y="408709"/>
                  </a:lnTo>
                  <a:lnTo>
                    <a:pt x="408710" y="1246909"/>
                  </a:lnTo>
                  <a:lnTo>
                    <a:pt x="1357746" y="2445327"/>
                  </a:lnTo>
                  <a:lnTo>
                    <a:pt x="1517073" y="3027218"/>
                  </a:lnTo>
                  <a:cubicBezTo>
                    <a:pt x="1614055" y="3148445"/>
                    <a:pt x="1810328" y="3248891"/>
                    <a:pt x="1939637" y="3172691"/>
                  </a:cubicBezTo>
                  <a:cubicBezTo>
                    <a:pt x="2068946" y="3096491"/>
                    <a:pt x="2107010" y="2668678"/>
                    <a:pt x="2292928" y="2570018"/>
                  </a:cubicBezTo>
                </a:path>
              </a:pathLst>
            </a:custGeom>
            <a:solidFill>
              <a:srgbClr val="7030A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grpSp>
        <p:nvGrpSpPr>
          <p:cNvPr id="49" name="centroids 1">
            <a:extLst>
              <a:ext uri="{FF2B5EF4-FFF2-40B4-BE49-F238E27FC236}">
                <a16:creationId xmlns:a16="http://schemas.microsoft.com/office/drawing/2014/main" id="{2B19210B-2FAC-4206-9812-4B6254218C14}"/>
              </a:ext>
            </a:extLst>
          </p:cNvPr>
          <p:cNvGrpSpPr/>
          <p:nvPr/>
        </p:nvGrpSpPr>
        <p:grpSpPr>
          <a:xfrm>
            <a:off x="5570931" y="2794441"/>
            <a:ext cx="4486178" cy="2204838"/>
            <a:chOff x="5546685" y="2816353"/>
            <a:chExt cx="4486178" cy="2204838"/>
          </a:xfrm>
        </p:grpSpPr>
        <p:sp>
          <p:nvSpPr>
            <p:cNvPr id="29" name="Oval 28">
              <a:extLst>
                <a:ext uri="{FF2B5EF4-FFF2-40B4-BE49-F238E27FC236}">
                  <a16:creationId xmlns:a16="http://schemas.microsoft.com/office/drawing/2014/main" id="{BDE20FBB-8466-4C78-AB90-8C1BD26D9608}"/>
                </a:ext>
              </a:extLst>
            </p:cNvPr>
            <p:cNvSpPr/>
            <p:nvPr/>
          </p:nvSpPr>
          <p:spPr bwMode="auto">
            <a:xfrm>
              <a:off x="5546685" y="3036684"/>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0" name="Oval 29">
              <a:extLst>
                <a:ext uri="{FF2B5EF4-FFF2-40B4-BE49-F238E27FC236}">
                  <a16:creationId xmlns:a16="http://schemas.microsoft.com/office/drawing/2014/main" id="{896414D2-48B6-4575-A4E4-ACFDCD8B573B}"/>
                </a:ext>
              </a:extLst>
            </p:cNvPr>
            <p:cNvSpPr/>
            <p:nvPr/>
          </p:nvSpPr>
          <p:spPr bwMode="auto">
            <a:xfrm>
              <a:off x="9790408" y="2816353"/>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1" name="Oval 30">
              <a:extLst>
                <a:ext uri="{FF2B5EF4-FFF2-40B4-BE49-F238E27FC236}">
                  <a16:creationId xmlns:a16="http://schemas.microsoft.com/office/drawing/2014/main" id="{10D7956A-C4C4-461C-BEAC-969F0968F496}"/>
                </a:ext>
              </a:extLst>
            </p:cNvPr>
            <p:cNvSpPr/>
            <p:nvPr/>
          </p:nvSpPr>
          <p:spPr bwMode="auto">
            <a:xfrm>
              <a:off x="7630389" y="4778736"/>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61" name="clusters 2">
            <a:extLst>
              <a:ext uri="{FF2B5EF4-FFF2-40B4-BE49-F238E27FC236}">
                <a16:creationId xmlns:a16="http://schemas.microsoft.com/office/drawing/2014/main" id="{A1F96AA1-64F5-4E60-B31E-9A06F8526DFF}"/>
              </a:ext>
            </a:extLst>
          </p:cNvPr>
          <p:cNvGrpSpPr/>
          <p:nvPr/>
        </p:nvGrpSpPr>
        <p:grpSpPr>
          <a:xfrm>
            <a:off x="5567642" y="1565555"/>
            <a:ext cx="4240666" cy="3092882"/>
            <a:chOff x="5415242" y="1413155"/>
            <a:chExt cx="4240666" cy="3092882"/>
          </a:xfrm>
        </p:grpSpPr>
        <p:sp>
          <p:nvSpPr>
            <p:cNvPr id="62" name="k3">
              <a:extLst>
                <a:ext uri="{FF2B5EF4-FFF2-40B4-BE49-F238E27FC236}">
                  <a16:creationId xmlns:a16="http://schemas.microsoft.com/office/drawing/2014/main" id="{B8D6E71E-4A85-4A32-B370-CF9789CA7FE8}"/>
                </a:ext>
              </a:extLst>
            </p:cNvPr>
            <p:cNvSpPr/>
            <p:nvPr/>
          </p:nvSpPr>
          <p:spPr bwMode="auto">
            <a:xfrm>
              <a:off x="5415242" y="3538930"/>
              <a:ext cx="3359307" cy="967107"/>
            </a:xfrm>
            <a:custGeom>
              <a:avLst/>
              <a:gdLst>
                <a:gd name="connsiteX0" fmla="*/ 1004454 w 1170709"/>
                <a:gd name="connsiteY0" fmla="*/ 1614055 h 1614055"/>
                <a:gd name="connsiteX1" fmla="*/ 782782 w 1170709"/>
                <a:gd name="connsiteY1" fmla="*/ 1614055 h 1614055"/>
                <a:gd name="connsiteX2" fmla="*/ 103909 w 1170709"/>
                <a:gd name="connsiteY2" fmla="*/ 609600 h 1614055"/>
                <a:gd name="connsiteX3" fmla="*/ 0 w 1170709"/>
                <a:gd name="connsiteY3" fmla="*/ 214746 h 1614055"/>
                <a:gd name="connsiteX4" fmla="*/ 187036 w 1170709"/>
                <a:gd name="connsiteY4" fmla="*/ 6928 h 1614055"/>
                <a:gd name="connsiteX5" fmla="*/ 588818 w 1170709"/>
                <a:gd name="connsiteY5" fmla="*/ 0 h 1614055"/>
                <a:gd name="connsiteX6" fmla="*/ 678873 w 1170709"/>
                <a:gd name="connsiteY6" fmla="*/ 277091 h 1614055"/>
                <a:gd name="connsiteX7" fmla="*/ 1170709 w 1170709"/>
                <a:gd name="connsiteY7" fmla="*/ 1440873 h 1614055"/>
                <a:gd name="connsiteX0" fmla="*/ 1004454 w 2546583"/>
                <a:gd name="connsiteY0" fmla="*/ 1614055 h 1614055"/>
                <a:gd name="connsiteX1" fmla="*/ 782782 w 2546583"/>
                <a:gd name="connsiteY1" fmla="*/ 1614055 h 1614055"/>
                <a:gd name="connsiteX2" fmla="*/ 103909 w 2546583"/>
                <a:gd name="connsiteY2" fmla="*/ 609600 h 1614055"/>
                <a:gd name="connsiteX3" fmla="*/ 0 w 2546583"/>
                <a:gd name="connsiteY3" fmla="*/ 214746 h 1614055"/>
                <a:gd name="connsiteX4" fmla="*/ 187036 w 2546583"/>
                <a:gd name="connsiteY4" fmla="*/ 6928 h 1614055"/>
                <a:gd name="connsiteX5" fmla="*/ 588818 w 2546583"/>
                <a:gd name="connsiteY5" fmla="*/ 0 h 1614055"/>
                <a:gd name="connsiteX6" fmla="*/ 2535382 w 2546583"/>
                <a:gd name="connsiteY6" fmla="*/ 180109 h 1614055"/>
                <a:gd name="connsiteX7" fmla="*/ 1170709 w 2546583"/>
                <a:gd name="connsiteY7" fmla="*/ 1440873 h 1614055"/>
                <a:gd name="connsiteX0" fmla="*/ 1004454 w 2582708"/>
                <a:gd name="connsiteY0" fmla="*/ 1614055 h 1634837"/>
                <a:gd name="connsiteX1" fmla="*/ 782782 w 2582708"/>
                <a:gd name="connsiteY1" fmla="*/ 1614055 h 1634837"/>
                <a:gd name="connsiteX2" fmla="*/ 103909 w 2582708"/>
                <a:gd name="connsiteY2" fmla="*/ 609600 h 1634837"/>
                <a:gd name="connsiteX3" fmla="*/ 0 w 2582708"/>
                <a:gd name="connsiteY3" fmla="*/ 214746 h 1634837"/>
                <a:gd name="connsiteX4" fmla="*/ 187036 w 2582708"/>
                <a:gd name="connsiteY4" fmla="*/ 6928 h 1634837"/>
                <a:gd name="connsiteX5" fmla="*/ 588818 w 2582708"/>
                <a:gd name="connsiteY5" fmla="*/ 0 h 1634837"/>
                <a:gd name="connsiteX6" fmla="*/ 2535382 w 2582708"/>
                <a:gd name="connsiteY6" fmla="*/ 180109 h 1634837"/>
                <a:gd name="connsiteX7" fmla="*/ 2535381 w 2582708"/>
                <a:gd name="connsiteY7" fmla="*/ 1634837 h 1634837"/>
                <a:gd name="connsiteX0" fmla="*/ 1004454 w 2574799"/>
                <a:gd name="connsiteY0" fmla="*/ 1614055 h 1620982"/>
                <a:gd name="connsiteX1" fmla="*/ 782782 w 2574799"/>
                <a:gd name="connsiteY1" fmla="*/ 1614055 h 1620982"/>
                <a:gd name="connsiteX2" fmla="*/ 103909 w 2574799"/>
                <a:gd name="connsiteY2" fmla="*/ 609600 h 1620982"/>
                <a:gd name="connsiteX3" fmla="*/ 0 w 2574799"/>
                <a:gd name="connsiteY3" fmla="*/ 214746 h 1620982"/>
                <a:gd name="connsiteX4" fmla="*/ 187036 w 2574799"/>
                <a:gd name="connsiteY4" fmla="*/ 6928 h 1620982"/>
                <a:gd name="connsiteX5" fmla="*/ 588818 w 2574799"/>
                <a:gd name="connsiteY5" fmla="*/ 0 h 1620982"/>
                <a:gd name="connsiteX6" fmla="*/ 2535382 w 2574799"/>
                <a:gd name="connsiteY6" fmla="*/ 180109 h 1620982"/>
                <a:gd name="connsiteX7" fmla="*/ 2452254 w 2574799"/>
                <a:gd name="connsiteY7" fmla="*/ 1620982 h 1620982"/>
                <a:gd name="connsiteX0" fmla="*/ 1004454 w 2642021"/>
                <a:gd name="connsiteY0" fmla="*/ 1614055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935182 w 2642021"/>
                <a:gd name="connsiteY0" fmla="*/ 1413164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1066800 w 2642021"/>
                <a:gd name="connsiteY0" fmla="*/ 1745673 h 1745673"/>
                <a:gd name="connsiteX1" fmla="*/ 782782 w 2642021"/>
                <a:gd name="connsiteY1" fmla="*/ 1614055 h 1745673"/>
                <a:gd name="connsiteX2" fmla="*/ 103909 w 2642021"/>
                <a:gd name="connsiteY2" fmla="*/ 609600 h 1745673"/>
                <a:gd name="connsiteX3" fmla="*/ 0 w 2642021"/>
                <a:gd name="connsiteY3" fmla="*/ 214746 h 1745673"/>
                <a:gd name="connsiteX4" fmla="*/ 187036 w 2642021"/>
                <a:gd name="connsiteY4" fmla="*/ 6928 h 1745673"/>
                <a:gd name="connsiteX5" fmla="*/ 588818 w 2642021"/>
                <a:gd name="connsiteY5" fmla="*/ 0 h 1745673"/>
                <a:gd name="connsiteX6" fmla="*/ 2535382 w 2642021"/>
                <a:gd name="connsiteY6" fmla="*/ 180109 h 1745673"/>
                <a:gd name="connsiteX7" fmla="*/ 2452254 w 2642021"/>
                <a:gd name="connsiteY7" fmla="*/ 1620982 h 1745673"/>
                <a:gd name="connsiteX0" fmla="*/ 1461655 w 3036876"/>
                <a:gd name="connsiteY0" fmla="*/ 1745673 h 1745673"/>
                <a:gd name="connsiteX1" fmla="*/ 1177637 w 3036876"/>
                <a:gd name="connsiteY1" fmla="*/ 1614055 h 1745673"/>
                <a:gd name="connsiteX2" fmla="*/ 498764 w 3036876"/>
                <a:gd name="connsiteY2" fmla="*/ 609600 h 1745673"/>
                <a:gd name="connsiteX3" fmla="*/ 394855 w 3036876"/>
                <a:gd name="connsiteY3" fmla="*/ 214746 h 1745673"/>
                <a:gd name="connsiteX4" fmla="*/ 0 w 3036876"/>
                <a:gd name="connsiteY4" fmla="*/ 0 h 1745673"/>
                <a:gd name="connsiteX5" fmla="*/ 983673 w 3036876"/>
                <a:gd name="connsiteY5" fmla="*/ 0 h 1745673"/>
                <a:gd name="connsiteX6" fmla="*/ 2930237 w 3036876"/>
                <a:gd name="connsiteY6" fmla="*/ 180109 h 1745673"/>
                <a:gd name="connsiteX7" fmla="*/ 2847109 w 3036876"/>
                <a:gd name="connsiteY7" fmla="*/ 1620982 h 1745673"/>
                <a:gd name="connsiteX0" fmla="*/ 1683327 w 3258548"/>
                <a:gd name="connsiteY0" fmla="*/ 1745673 h 1745673"/>
                <a:gd name="connsiteX1" fmla="*/ 1399309 w 3258548"/>
                <a:gd name="connsiteY1" fmla="*/ 1614055 h 1745673"/>
                <a:gd name="connsiteX2" fmla="*/ 720436 w 3258548"/>
                <a:gd name="connsiteY2" fmla="*/ 609600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258548"/>
                <a:gd name="connsiteY0" fmla="*/ 1745673 h 1745673"/>
                <a:gd name="connsiteX1" fmla="*/ 1399309 w 3258548"/>
                <a:gd name="connsiteY1" fmla="*/ 1614055 h 1745673"/>
                <a:gd name="connsiteX2" fmla="*/ 720436 w 3258548"/>
                <a:gd name="connsiteY2" fmla="*/ 609600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258548"/>
                <a:gd name="connsiteY0" fmla="*/ 1745673 h 1745673"/>
                <a:gd name="connsiteX1" fmla="*/ 1399309 w 3258548"/>
                <a:gd name="connsiteY1" fmla="*/ 1614055 h 1745673"/>
                <a:gd name="connsiteX2" fmla="*/ 637309 w 3258548"/>
                <a:gd name="connsiteY2" fmla="*/ 893618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355235"/>
                <a:gd name="connsiteY0" fmla="*/ 1745673 h 1745673"/>
                <a:gd name="connsiteX1" fmla="*/ 1399309 w 3355235"/>
                <a:gd name="connsiteY1" fmla="*/ 1614055 h 1745673"/>
                <a:gd name="connsiteX2" fmla="*/ 637309 w 3355235"/>
                <a:gd name="connsiteY2" fmla="*/ 893618 h 1745673"/>
                <a:gd name="connsiteX3" fmla="*/ 0 w 3355235"/>
                <a:gd name="connsiteY3" fmla="*/ 408709 h 1745673"/>
                <a:gd name="connsiteX4" fmla="*/ 221672 w 3355235"/>
                <a:gd name="connsiteY4" fmla="*/ 0 h 1745673"/>
                <a:gd name="connsiteX5" fmla="*/ 1205345 w 3355235"/>
                <a:gd name="connsiteY5" fmla="*/ 0 h 1745673"/>
                <a:gd name="connsiteX6" fmla="*/ 3151909 w 3355235"/>
                <a:gd name="connsiteY6" fmla="*/ 180109 h 1745673"/>
                <a:gd name="connsiteX7" fmla="*/ 3241963 w 3355235"/>
                <a:gd name="connsiteY7" fmla="*/ 803564 h 1745673"/>
                <a:gd name="connsiteX0" fmla="*/ 1828800 w 3355235"/>
                <a:gd name="connsiteY0" fmla="*/ 845128 h 1614055"/>
                <a:gd name="connsiteX1" fmla="*/ 1399309 w 3355235"/>
                <a:gd name="connsiteY1" fmla="*/ 1614055 h 1614055"/>
                <a:gd name="connsiteX2" fmla="*/ 637309 w 3355235"/>
                <a:gd name="connsiteY2" fmla="*/ 893618 h 1614055"/>
                <a:gd name="connsiteX3" fmla="*/ 0 w 3355235"/>
                <a:gd name="connsiteY3" fmla="*/ 408709 h 1614055"/>
                <a:gd name="connsiteX4" fmla="*/ 221672 w 3355235"/>
                <a:gd name="connsiteY4" fmla="*/ 0 h 1614055"/>
                <a:gd name="connsiteX5" fmla="*/ 1205345 w 3355235"/>
                <a:gd name="connsiteY5" fmla="*/ 0 h 1614055"/>
                <a:gd name="connsiteX6" fmla="*/ 3151909 w 3355235"/>
                <a:gd name="connsiteY6" fmla="*/ 180109 h 1614055"/>
                <a:gd name="connsiteX7" fmla="*/ 3241963 w 3355235"/>
                <a:gd name="connsiteY7" fmla="*/ 803564 h 1614055"/>
                <a:gd name="connsiteX0" fmla="*/ 1828800 w 3355235"/>
                <a:gd name="connsiteY0" fmla="*/ 845128 h 893618"/>
                <a:gd name="connsiteX1" fmla="*/ 637309 w 3355235"/>
                <a:gd name="connsiteY1" fmla="*/ 893618 h 893618"/>
                <a:gd name="connsiteX2" fmla="*/ 0 w 3355235"/>
                <a:gd name="connsiteY2" fmla="*/ 408709 h 893618"/>
                <a:gd name="connsiteX3" fmla="*/ 221672 w 3355235"/>
                <a:gd name="connsiteY3" fmla="*/ 0 h 893618"/>
                <a:gd name="connsiteX4" fmla="*/ 1205345 w 3355235"/>
                <a:gd name="connsiteY4" fmla="*/ 0 h 893618"/>
                <a:gd name="connsiteX5" fmla="*/ 3151909 w 3355235"/>
                <a:gd name="connsiteY5" fmla="*/ 180109 h 893618"/>
                <a:gd name="connsiteX6" fmla="*/ 3241963 w 3355235"/>
                <a:gd name="connsiteY6" fmla="*/ 803564 h 893618"/>
                <a:gd name="connsiteX0" fmla="*/ 1828800 w 3355235"/>
                <a:gd name="connsiteY0" fmla="*/ 912916 h 961406"/>
                <a:gd name="connsiteX1" fmla="*/ 637309 w 3355235"/>
                <a:gd name="connsiteY1" fmla="*/ 961406 h 961406"/>
                <a:gd name="connsiteX2" fmla="*/ 0 w 3355235"/>
                <a:gd name="connsiteY2" fmla="*/ 476497 h 961406"/>
                <a:gd name="connsiteX3" fmla="*/ 221672 w 3355235"/>
                <a:gd name="connsiteY3" fmla="*/ 67788 h 961406"/>
                <a:gd name="connsiteX4" fmla="*/ 1205345 w 3355235"/>
                <a:gd name="connsiteY4" fmla="*/ 67788 h 961406"/>
                <a:gd name="connsiteX5" fmla="*/ 3151909 w 3355235"/>
                <a:gd name="connsiteY5" fmla="*/ 247897 h 961406"/>
                <a:gd name="connsiteX6" fmla="*/ 3241963 w 3355235"/>
                <a:gd name="connsiteY6" fmla="*/ 871352 h 961406"/>
                <a:gd name="connsiteX0" fmla="*/ 1828800 w 3355235"/>
                <a:gd name="connsiteY0" fmla="*/ 893234 h 941724"/>
                <a:gd name="connsiteX1" fmla="*/ 637309 w 3355235"/>
                <a:gd name="connsiteY1" fmla="*/ 941724 h 941724"/>
                <a:gd name="connsiteX2" fmla="*/ 0 w 3355235"/>
                <a:gd name="connsiteY2" fmla="*/ 456815 h 941724"/>
                <a:gd name="connsiteX3" fmla="*/ 221672 w 3355235"/>
                <a:gd name="connsiteY3" fmla="*/ 48106 h 941724"/>
                <a:gd name="connsiteX4" fmla="*/ 1205345 w 3355235"/>
                <a:gd name="connsiteY4" fmla="*/ 48106 h 941724"/>
                <a:gd name="connsiteX5" fmla="*/ 3151909 w 3355235"/>
                <a:gd name="connsiteY5" fmla="*/ 228215 h 941724"/>
                <a:gd name="connsiteX6" fmla="*/ 3241963 w 3355235"/>
                <a:gd name="connsiteY6" fmla="*/ 851670 h 941724"/>
                <a:gd name="connsiteX0" fmla="*/ 1828800 w 3530350"/>
                <a:gd name="connsiteY0" fmla="*/ 893234 h 941724"/>
                <a:gd name="connsiteX1" fmla="*/ 637309 w 3530350"/>
                <a:gd name="connsiteY1" fmla="*/ 941724 h 941724"/>
                <a:gd name="connsiteX2" fmla="*/ 0 w 3530350"/>
                <a:gd name="connsiteY2" fmla="*/ 456815 h 941724"/>
                <a:gd name="connsiteX3" fmla="*/ 221672 w 3530350"/>
                <a:gd name="connsiteY3" fmla="*/ 48106 h 941724"/>
                <a:gd name="connsiteX4" fmla="*/ 1205345 w 3530350"/>
                <a:gd name="connsiteY4" fmla="*/ 48106 h 941724"/>
                <a:gd name="connsiteX5" fmla="*/ 3151909 w 3530350"/>
                <a:gd name="connsiteY5" fmla="*/ 228215 h 941724"/>
                <a:gd name="connsiteX6" fmla="*/ 3241963 w 3530350"/>
                <a:gd name="connsiteY6" fmla="*/ 851670 h 941724"/>
                <a:gd name="connsiteX0" fmla="*/ 1828800 w 3350496"/>
                <a:gd name="connsiteY0" fmla="*/ 893234 h 941724"/>
                <a:gd name="connsiteX1" fmla="*/ 637309 w 3350496"/>
                <a:gd name="connsiteY1" fmla="*/ 941724 h 941724"/>
                <a:gd name="connsiteX2" fmla="*/ 0 w 3350496"/>
                <a:gd name="connsiteY2" fmla="*/ 456815 h 941724"/>
                <a:gd name="connsiteX3" fmla="*/ 221672 w 3350496"/>
                <a:gd name="connsiteY3" fmla="*/ 48106 h 941724"/>
                <a:gd name="connsiteX4" fmla="*/ 1205345 w 3350496"/>
                <a:gd name="connsiteY4" fmla="*/ 48106 h 941724"/>
                <a:gd name="connsiteX5" fmla="*/ 3151909 w 3350496"/>
                <a:gd name="connsiteY5" fmla="*/ 228215 h 941724"/>
                <a:gd name="connsiteX6" fmla="*/ 3134053 w 3350496"/>
                <a:gd name="connsiteY6" fmla="*/ 863029 h 941724"/>
                <a:gd name="connsiteX0" fmla="*/ 1828800 w 3350496"/>
                <a:gd name="connsiteY0" fmla="*/ 893234 h 941724"/>
                <a:gd name="connsiteX1" fmla="*/ 637309 w 3350496"/>
                <a:gd name="connsiteY1" fmla="*/ 941724 h 941724"/>
                <a:gd name="connsiteX2" fmla="*/ 0 w 3350496"/>
                <a:gd name="connsiteY2" fmla="*/ 456815 h 941724"/>
                <a:gd name="connsiteX3" fmla="*/ 221672 w 3350496"/>
                <a:gd name="connsiteY3" fmla="*/ 48106 h 941724"/>
                <a:gd name="connsiteX4" fmla="*/ 1205345 w 3350496"/>
                <a:gd name="connsiteY4" fmla="*/ 48106 h 941724"/>
                <a:gd name="connsiteX5" fmla="*/ 3151909 w 3350496"/>
                <a:gd name="connsiteY5" fmla="*/ 228215 h 941724"/>
                <a:gd name="connsiteX6" fmla="*/ 3134053 w 3350496"/>
                <a:gd name="connsiteY6" fmla="*/ 863029 h 941724"/>
                <a:gd name="connsiteX0" fmla="*/ 1828800 w 3350496"/>
                <a:gd name="connsiteY0" fmla="*/ 893234 h 941724"/>
                <a:gd name="connsiteX1" fmla="*/ 637309 w 3350496"/>
                <a:gd name="connsiteY1" fmla="*/ 941724 h 941724"/>
                <a:gd name="connsiteX2" fmla="*/ 0 w 3350496"/>
                <a:gd name="connsiteY2" fmla="*/ 456815 h 941724"/>
                <a:gd name="connsiteX3" fmla="*/ 221672 w 3350496"/>
                <a:gd name="connsiteY3" fmla="*/ 48106 h 941724"/>
                <a:gd name="connsiteX4" fmla="*/ 1205345 w 3350496"/>
                <a:gd name="connsiteY4" fmla="*/ 48106 h 941724"/>
                <a:gd name="connsiteX5" fmla="*/ 3151909 w 3350496"/>
                <a:gd name="connsiteY5" fmla="*/ 228215 h 941724"/>
                <a:gd name="connsiteX6" fmla="*/ 3134053 w 3350496"/>
                <a:gd name="connsiteY6" fmla="*/ 863029 h 941724"/>
                <a:gd name="connsiteX0" fmla="*/ 1828800 w 3350496"/>
                <a:gd name="connsiteY0" fmla="*/ 893234 h 967107"/>
                <a:gd name="connsiteX1" fmla="*/ 637309 w 3350496"/>
                <a:gd name="connsiteY1" fmla="*/ 941724 h 967107"/>
                <a:gd name="connsiteX2" fmla="*/ 0 w 3350496"/>
                <a:gd name="connsiteY2" fmla="*/ 456815 h 967107"/>
                <a:gd name="connsiteX3" fmla="*/ 221672 w 3350496"/>
                <a:gd name="connsiteY3" fmla="*/ 48106 h 967107"/>
                <a:gd name="connsiteX4" fmla="*/ 1205345 w 3350496"/>
                <a:gd name="connsiteY4" fmla="*/ 48106 h 967107"/>
                <a:gd name="connsiteX5" fmla="*/ 3151909 w 3350496"/>
                <a:gd name="connsiteY5" fmla="*/ 228215 h 967107"/>
                <a:gd name="connsiteX6" fmla="*/ 3134053 w 3350496"/>
                <a:gd name="connsiteY6" fmla="*/ 863029 h 967107"/>
                <a:gd name="connsiteX0" fmla="*/ 1837611 w 3359307"/>
                <a:gd name="connsiteY0" fmla="*/ 893234 h 967107"/>
                <a:gd name="connsiteX1" fmla="*/ 646120 w 3359307"/>
                <a:gd name="connsiteY1" fmla="*/ 941724 h 967107"/>
                <a:gd name="connsiteX2" fmla="*/ 8811 w 3359307"/>
                <a:gd name="connsiteY2" fmla="*/ 456815 h 967107"/>
                <a:gd name="connsiteX3" fmla="*/ 230483 w 3359307"/>
                <a:gd name="connsiteY3" fmla="*/ 48106 h 967107"/>
                <a:gd name="connsiteX4" fmla="*/ 1214156 w 3359307"/>
                <a:gd name="connsiteY4" fmla="*/ 48106 h 967107"/>
                <a:gd name="connsiteX5" fmla="*/ 3160720 w 3359307"/>
                <a:gd name="connsiteY5" fmla="*/ 228215 h 967107"/>
                <a:gd name="connsiteX6" fmla="*/ 3142864 w 3359307"/>
                <a:gd name="connsiteY6" fmla="*/ 863029 h 96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9307" h="967107">
                  <a:moveTo>
                    <a:pt x="1837611" y="893234"/>
                  </a:moveTo>
                  <a:cubicBezTo>
                    <a:pt x="1440447" y="909397"/>
                    <a:pt x="950920" y="1014460"/>
                    <a:pt x="646120" y="941724"/>
                  </a:cubicBezTo>
                  <a:cubicBezTo>
                    <a:pt x="341320" y="868988"/>
                    <a:pt x="-65080" y="593051"/>
                    <a:pt x="8811" y="456815"/>
                  </a:cubicBezTo>
                  <a:lnTo>
                    <a:pt x="230483" y="48106"/>
                  </a:lnTo>
                  <a:cubicBezTo>
                    <a:pt x="431374" y="-20012"/>
                    <a:pt x="565301" y="-11930"/>
                    <a:pt x="1214156" y="48106"/>
                  </a:cubicBezTo>
                  <a:cubicBezTo>
                    <a:pt x="1863011" y="108142"/>
                    <a:pt x="2839269" y="92395"/>
                    <a:pt x="3160720" y="228215"/>
                  </a:cubicBezTo>
                  <a:cubicBezTo>
                    <a:pt x="3482171" y="364036"/>
                    <a:pt x="3366846" y="627502"/>
                    <a:pt x="3142864" y="863029"/>
                  </a:cubicBezTo>
                </a:path>
              </a:pathLst>
            </a:custGeom>
            <a:solidFill>
              <a:srgbClr val="FFC00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63" name="k2">
              <a:extLst>
                <a:ext uri="{FF2B5EF4-FFF2-40B4-BE49-F238E27FC236}">
                  <a16:creationId xmlns:a16="http://schemas.microsoft.com/office/drawing/2014/main" id="{5FFF65BD-0606-422A-8749-A0F92D047406}"/>
                </a:ext>
              </a:extLst>
            </p:cNvPr>
            <p:cNvSpPr/>
            <p:nvPr/>
          </p:nvSpPr>
          <p:spPr bwMode="auto">
            <a:xfrm>
              <a:off x="6040580" y="1413155"/>
              <a:ext cx="2331729" cy="1457997"/>
            </a:xfrm>
            <a:custGeom>
              <a:avLst/>
              <a:gdLst>
                <a:gd name="connsiteX0" fmla="*/ 0 w 2944090"/>
                <a:gd name="connsiteY0" fmla="*/ 1489364 h 3186545"/>
                <a:gd name="connsiteX1" fmla="*/ 13854 w 2944090"/>
                <a:gd name="connsiteY1" fmla="*/ 1911927 h 3186545"/>
                <a:gd name="connsiteX2" fmla="*/ 387927 w 2944090"/>
                <a:gd name="connsiteY2" fmla="*/ 3186545 h 3186545"/>
                <a:gd name="connsiteX3" fmla="*/ 949036 w 2944090"/>
                <a:gd name="connsiteY3" fmla="*/ 3041073 h 3186545"/>
                <a:gd name="connsiteX4" fmla="*/ 949036 w 2944090"/>
                <a:gd name="connsiteY4" fmla="*/ 2687782 h 3186545"/>
                <a:gd name="connsiteX5" fmla="*/ 810490 w 2944090"/>
                <a:gd name="connsiteY5" fmla="*/ 2272145 h 3186545"/>
                <a:gd name="connsiteX6" fmla="*/ 1136072 w 2944090"/>
                <a:gd name="connsiteY6" fmla="*/ 1593273 h 3186545"/>
                <a:gd name="connsiteX7" fmla="*/ 2944090 w 2944090"/>
                <a:gd name="connsiteY7" fmla="*/ 304800 h 3186545"/>
                <a:gd name="connsiteX8" fmla="*/ 2937163 w 2944090"/>
                <a:gd name="connsiteY8" fmla="*/ 0 h 3186545"/>
                <a:gd name="connsiteX9" fmla="*/ 1620981 w 2944090"/>
                <a:gd name="connsiteY9" fmla="*/ 13855 h 3186545"/>
                <a:gd name="connsiteX10" fmla="*/ 96981 w 2944090"/>
                <a:gd name="connsiteY10" fmla="*/ 1350818 h 3186545"/>
                <a:gd name="connsiteX0" fmla="*/ 0 w 2944090"/>
                <a:gd name="connsiteY0" fmla="*/ 1475509 h 3172690"/>
                <a:gd name="connsiteX1" fmla="*/ 13854 w 2944090"/>
                <a:gd name="connsiteY1" fmla="*/ 1898072 h 3172690"/>
                <a:gd name="connsiteX2" fmla="*/ 387927 w 2944090"/>
                <a:gd name="connsiteY2" fmla="*/ 3172690 h 3172690"/>
                <a:gd name="connsiteX3" fmla="*/ 949036 w 2944090"/>
                <a:gd name="connsiteY3" fmla="*/ 3027218 h 3172690"/>
                <a:gd name="connsiteX4" fmla="*/ 949036 w 2944090"/>
                <a:gd name="connsiteY4" fmla="*/ 2673927 h 3172690"/>
                <a:gd name="connsiteX5" fmla="*/ 810490 w 2944090"/>
                <a:gd name="connsiteY5" fmla="*/ 2258290 h 3172690"/>
                <a:gd name="connsiteX6" fmla="*/ 1136072 w 2944090"/>
                <a:gd name="connsiteY6" fmla="*/ 1579418 h 3172690"/>
                <a:gd name="connsiteX7" fmla="*/ 2944090 w 2944090"/>
                <a:gd name="connsiteY7" fmla="*/ 290945 h 3172690"/>
                <a:gd name="connsiteX8" fmla="*/ 2299854 w 2944090"/>
                <a:gd name="connsiteY8" fmla="*/ 117763 h 3172690"/>
                <a:gd name="connsiteX9" fmla="*/ 1620981 w 2944090"/>
                <a:gd name="connsiteY9" fmla="*/ 0 h 3172690"/>
                <a:gd name="connsiteX10" fmla="*/ 96981 w 2944090"/>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2195945 w 2299854"/>
                <a:gd name="connsiteY7" fmla="*/ 692727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1995055 w 2299854"/>
                <a:gd name="connsiteY7" fmla="*/ 699655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161309"/>
                <a:gd name="connsiteY0" fmla="*/ 1530928 h 3228109"/>
                <a:gd name="connsiteX1" fmla="*/ 13854 w 2161309"/>
                <a:gd name="connsiteY1" fmla="*/ 1953491 h 3228109"/>
                <a:gd name="connsiteX2" fmla="*/ 387927 w 2161309"/>
                <a:gd name="connsiteY2" fmla="*/ 3228109 h 3228109"/>
                <a:gd name="connsiteX3" fmla="*/ 949036 w 2161309"/>
                <a:gd name="connsiteY3" fmla="*/ 3082637 h 3228109"/>
                <a:gd name="connsiteX4" fmla="*/ 949036 w 2161309"/>
                <a:gd name="connsiteY4" fmla="*/ 2729346 h 3228109"/>
                <a:gd name="connsiteX5" fmla="*/ 810490 w 2161309"/>
                <a:gd name="connsiteY5" fmla="*/ 2313709 h 3228109"/>
                <a:gd name="connsiteX6" fmla="*/ 1136072 w 2161309"/>
                <a:gd name="connsiteY6" fmla="*/ 1634837 h 3228109"/>
                <a:gd name="connsiteX7" fmla="*/ 1995055 w 2161309"/>
                <a:gd name="connsiteY7" fmla="*/ 755074 h 3228109"/>
                <a:gd name="connsiteX8" fmla="*/ 2161309 w 2161309"/>
                <a:gd name="connsiteY8" fmla="*/ 0 h 3228109"/>
                <a:gd name="connsiteX9" fmla="*/ 1620981 w 2161309"/>
                <a:gd name="connsiteY9" fmla="*/ 55419 h 3228109"/>
                <a:gd name="connsiteX10" fmla="*/ 96981 w 2161309"/>
                <a:gd name="connsiteY10" fmla="*/ 1392382 h 3228109"/>
                <a:gd name="connsiteX0" fmla="*/ 0 w 2161309"/>
                <a:gd name="connsiteY0" fmla="*/ 1530928 h 3082637"/>
                <a:gd name="connsiteX1" fmla="*/ 13854 w 2161309"/>
                <a:gd name="connsiteY1" fmla="*/ 1953491 h 3082637"/>
                <a:gd name="connsiteX2" fmla="*/ 651164 w 2161309"/>
                <a:gd name="connsiteY2" fmla="*/ 1551709 h 3082637"/>
                <a:gd name="connsiteX3" fmla="*/ 949036 w 2161309"/>
                <a:gd name="connsiteY3" fmla="*/ 3082637 h 3082637"/>
                <a:gd name="connsiteX4" fmla="*/ 949036 w 2161309"/>
                <a:gd name="connsiteY4" fmla="*/ 2729346 h 3082637"/>
                <a:gd name="connsiteX5" fmla="*/ 810490 w 2161309"/>
                <a:gd name="connsiteY5" fmla="*/ 2313709 h 3082637"/>
                <a:gd name="connsiteX6" fmla="*/ 1136072 w 2161309"/>
                <a:gd name="connsiteY6" fmla="*/ 1634837 h 3082637"/>
                <a:gd name="connsiteX7" fmla="*/ 1995055 w 2161309"/>
                <a:gd name="connsiteY7" fmla="*/ 755074 h 3082637"/>
                <a:gd name="connsiteX8" fmla="*/ 2161309 w 2161309"/>
                <a:gd name="connsiteY8" fmla="*/ 0 h 3082637"/>
                <a:gd name="connsiteX9" fmla="*/ 1620981 w 2161309"/>
                <a:gd name="connsiteY9" fmla="*/ 55419 h 3082637"/>
                <a:gd name="connsiteX10" fmla="*/ 96981 w 2161309"/>
                <a:gd name="connsiteY10" fmla="*/ 1392382 h 3082637"/>
                <a:gd name="connsiteX0" fmla="*/ 0 w 2161309"/>
                <a:gd name="connsiteY0" fmla="*/ 1530928 h 3082637"/>
                <a:gd name="connsiteX1" fmla="*/ 13854 w 2161309"/>
                <a:gd name="connsiteY1" fmla="*/ 1953491 h 3082637"/>
                <a:gd name="connsiteX2" fmla="*/ 651164 w 2161309"/>
                <a:gd name="connsiteY2" fmla="*/ 1551709 h 3082637"/>
                <a:gd name="connsiteX3" fmla="*/ 949036 w 2161309"/>
                <a:gd name="connsiteY3" fmla="*/ 3082637 h 3082637"/>
                <a:gd name="connsiteX4" fmla="*/ 810490 w 2161309"/>
                <a:gd name="connsiteY4" fmla="*/ 2313709 h 3082637"/>
                <a:gd name="connsiteX5" fmla="*/ 1136072 w 2161309"/>
                <a:gd name="connsiteY5" fmla="*/ 1634837 h 3082637"/>
                <a:gd name="connsiteX6" fmla="*/ 1995055 w 2161309"/>
                <a:gd name="connsiteY6" fmla="*/ 755074 h 3082637"/>
                <a:gd name="connsiteX7" fmla="*/ 2161309 w 2161309"/>
                <a:gd name="connsiteY7" fmla="*/ 0 h 3082637"/>
                <a:gd name="connsiteX8" fmla="*/ 1620981 w 2161309"/>
                <a:gd name="connsiteY8" fmla="*/ 55419 h 3082637"/>
                <a:gd name="connsiteX9" fmla="*/ 96981 w 2161309"/>
                <a:gd name="connsiteY9" fmla="*/ 1392382 h 3082637"/>
                <a:gd name="connsiteX0" fmla="*/ 0 w 2161309"/>
                <a:gd name="connsiteY0" fmla="*/ 1530928 h 2313709"/>
                <a:gd name="connsiteX1" fmla="*/ 13854 w 2161309"/>
                <a:gd name="connsiteY1" fmla="*/ 1953491 h 2313709"/>
                <a:gd name="connsiteX2" fmla="*/ 651164 w 2161309"/>
                <a:gd name="connsiteY2" fmla="*/ 1551709 h 2313709"/>
                <a:gd name="connsiteX3" fmla="*/ 810490 w 2161309"/>
                <a:gd name="connsiteY3" fmla="*/ 2313709 h 2313709"/>
                <a:gd name="connsiteX4" fmla="*/ 1136072 w 2161309"/>
                <a:gd name="connsiteY4" fmla="*/ 1634837 h 2313709"/>
                <a:gd name="connsiteX5" fmla="*/ 1995055 w 2161309"/>
                <a:gd name="connsiteY5" fmla="*/ 755074 h 2313709"/>
                <a:gd name="connsiteX6" fmla="*/ 2161309 w 2161309"/>
                <a:gd name="connsiteY6" fmla="*/ 0 h 2313709"/>
                <a:gd name="connsiteX7" fmla="*/ 1620981 w 2161309"/>
                <a:gd name="connsiteY7" fmla="*/ 55419 h 2313709"/>
                <a:gd name="connsiteX8" fmla="*/ 96981 w 2161309"/>
                <a:gd name="connsiteY8" fmla="*/ 1392382 h 2313709"/>
                <a:gd name="connsiteX0" fmla="*/ 0 w 2161309"/>
                <a:gd name="connsiteY0" fmla="*/ 1530928 h 1953491"/>
                <a:gd name="connsiteX1" fmla="*/ 13854 w 2161309"/>
                <a:gd name="connsiteY1" fmla="*/ 1953491 h 1953491"/>
                <a:gd name="connsiteX2" fmla="*/ 651164 w 2161309"/>
                <a:gd name="connsiteY2" fmla="*/ 1551709 h 1953491"/>
                <a:gd name="connsiteX3" fmla="*/ 1136072 w 2161309"/>
                <a:gd name="connsiteY3" fmla="*/ 1634837 h 1953491"/>
                <a:gd name="connsiteX4" fmla="*/ 1995055 w 2161309"/>
                <a:gd name="connsiteY4" fmla="*/ 755074 h 1953491"/>
                <a:gd name="connsiteX5" fmla="*/ 2161309 w 2161309"/>
                <a:gd name="connsiteY5" fmla="*/ 0 h 1953491"/>
                <a:gd name="connsiteX6" fmla="*/ 1620981 w 2161309"/>
                <a:gd name="connsiteY6" fmla="*/ 55419 h 1953491"/>
                <a:gd name="connsiteX7" fmla="*/ 96981 w 2161309"/>
                <a:gd name="connsiteY7" fmla="*/ 1392382 h 1953491"/>
                <a:gd name="connsiteX0" fmla="*/ 0 w 2161309"/>
                <a:gd name="connsiteY0" fmla="*/ 1530928 h 1953491"/>
                <a:gd name="connsiteX1" fmla="*/ 13854 w 2161309"/>
                <a:gd name="connsiteY1" fmla="*/ 1953491 h 1953491"/>
                <a:gd name="connsiteX2" fmla="*/ 651164 w 2161309"/>
                <a:gd name="connsiteY2" fmla="*/ 1551709 h 1953491"/>
                <a:gd name="connsiteX3" fmla="*/ 1995055 w 2161309"/>
                <a:gd name="connsiteY3" fmla="*/ 755074 h 1953491"/>
                <a:gd name="connsiteX4" fmla="*/ 2161309 w 2161309"/>
                <a:gd name="connsiteY4" fmla="*/ 0 h 1953491"/>
                <a:gd name="connsiteX5" fmla="*/ 1620981 w 2161309"/>
                <a:gd name="connsiteY5" fmla="*/ 55419 h 1953491"/>
                <a:gd name="connsiteX6" fmla="*/ 96981 w 2161309"/>
                <a:gd name="connsiteY6" fmla="*/ 1392382 h 1953491"/>
                <a:gd name="connsiteX0" fmla="*/ 0 w 2161309"/>
                <a:gd name="connsiteY0" fmla="*/ 1530928 h 1551709"/>
                <a:gd name="connsiteX1" fmla="*/ 540326 w 2161309"/>
                <a:gd name="connsiteY1" fmla="*/ 1260764 h 1551709"/>
                <a:gd name="connsiteX2" fmla="*/ 651164 w 2161309"/>
                <a:gd name="connsiteY2" fmla="*/ 1551709 h 1551709"/>
                <a:gd name="connsiteX3" fmla="*/ 1995055 w 2161309"/>
                <a:gd name="connsiteY3" fmla="*/ 755074 h 1551709"/>
                <a:gd name="connsiteX4" fmla="*/ 2161309 w 2161309"/>
                <a:gd name="connsiteY4" fmla="*/ 0 h 1551709"/>
                <a:gd name="connsiteX5" fmla="*/ 1620981 w 2161309"/>
                <a:gd name="connsiteY5" fmla="*/ 55419 h 1551709"/>
                <a:gd name="connsiteX6" fmla="*/ 96981 w 2161309"/>
                <a:gd name="connsiteY6" fmla="*/ 1392382 h 1551709"/>
                <a:gd name="connsiteX0" fmla="*/ 0 w 2161309"/>
                <a:gd name="connsiteY0" fmla="*/ 1530928 h 1551709"/>
                <a:gd name="connsiteX1" fmla="*/ 540326 w 2161309"/>
                <a:gd name="connsiteY1" fmla="*/ 1260764 h 1551709"/>
                <a:gd name="connsiteX2" fmla="*/ 651164 w 2161309"/>
                <a:gd name="connsiteY2" fmla="*/ 1551709 h 1551709"/>
                <a:gd name="connsiteX3" fmla="*/ 1995055 w 2161309"/>
                <a:gd name="connsiteY3" fmla="*/ 755074 h 1551709"/>
                <a:gd name="connsiteX4" fmla="*/ 2161309 w 2161309"/>
                <a:gd name="connsiteY4" fmla="*/ 0 h 1551709"/>
                <a:gd name="connsiteX5" fmla="*/ 1620981 w 2161309"/>
                <a:gd name="connsiteY5" fmla="*/ 55419 h 1551709"/>
                <a:gd name="connsiteX6" fmla="*/ 581890 w 2161309"/>
                <a:gd name="connsiteY6" fmla="*/ 935182 h 1551709"/>
                <a:gd name="connsiteX0" fmla="*/ 55419 w 1620983"/>
                <a:gd name="connsiteY0" fmla="*/ 1032164 h 1551709"/>
                <a:gd name="connsiteX1" fmla="*/ 0 w 1620983"/>
                <a:gd name="connsiteY1" fmla="*/ 1260764 h 1551709"/>
                <a:gd name="connsiteX2" fmla="*/ 110838 w 1620983"/>
                <a:gd name="connsiteY2" fmla="*/ 1551709 h 1551709"/>
                <a:gd name="connsiteX3" fmla="*/ 1454729 w 1620983"/>
                <a:gd name="connsiteY3" fmla="*/ 755074 h 1551709"/>
                <a:gd name="connsiteX4" fmla="*/ 1620983 w 1620983"/>
                <a:gd name="connsiteY4" fmla="*/ 0 h 1551709"/>
                <a:gd name="connsiteX5" fmla="*/ 1080655 w 1620983"/>
                <a:gd name="connsiteY5" fmla="*/ 55419 h 1551709"/>
                <a:gd name="connsiteX6" fmla="*/ 41564 w 1620983"/>
                <a:gd name="connsiteY6" fmla="*/ 935182 h 1551709"/>
                <a:gd name="connsiteX0" fmla="*/ 55419 w 1620983"/>
                <a:gd name="connsiteY0" fmla="*/ 1032164 h 1551709"/>
                <a:gd name="connsiteX1" fmla="*/ 0 w 1620983"/>
                <a:gd name="connsiteY1" fmla="*/ 1260764 h 1551709"/>
                <a:gd name="connsiteX2" fmla="*/ 110838 w 1620983"/>
                <a:gd name="connsiteY2" fmla="*/ 1551709 h 1551709"/>
                <a:gd name="connsiteX3" fmla="*/ 1454729 w 1620983"/>
                <a:gd name="connsiteY3" fmla="*/ 755074 h 1551709"/>
                <a:gd name="connsiteX4" fmla="*/ 1620983 w 1620983"/>
                <a:gd name="connsiteY4" fmla="*/ 0 h 1551709"/>
                <a:gd name="connsiteX5" fmla="*/ 1080655 w 1620983"/>
                <a:gd name="connsiteY5" fmla="*/ 55419 h 1551709"/>
                <a:gd name="connsiteX6" fmla="*/ 270164 w 1620983"/>
                <a:gd name="connsiteY6" fmla="*/ 665018 h 1551709"/>
                <a:gd name="connsiteX0" fmla="*/ 55419 w 1620983"/>
                <a:gd name="connsiteY0" fmla="*/ 1032164 h 1427018"/>
                <a:gd name="connsiteX1" fmla="*/ 0 w 1620983"/>
                <a:gd name="connsiteY1" fmla="*/ 1260764 h 1427018"/>
                <a:gd name="connsiteX2" fmla="*/ 290947 w 1620983"/>
                <a:gd name="connsiteY2" fmla="*/ 1427018 h 1427018"/>
                <a:gd name="connsiteX3" fmla="*/ 1454729 w 1620983"/>
                <a:gd name="connsiteY3" fmla="*/ 755074 h 1427018"/>
                <a:gd name="connsiteX4" fmla="*/ 1620983 w 1620983"/>
                <a:gd name="connsiteY4" fmla="*/ 0 h 1427018"/>
                <a:gd name="connsiteX5" fmla="*/ 1080655 w 1620983"/>
                <a:gd name="connsiteY5" fmla="*/ 55419 h 1427018"/>
                <a:gd name="connsiteX6" fmla="*/ 270164 w 1620983"/>
                <a:gd name="connsiteY6" fmla="*/ 665018 h 1427018"/>
                <a:gd name="connsiteX0" fmla="*/ 55419 w 1620983"/>
                <a:gd name="connsiteY0" fmla="*/ 1032164 h 1427018"/>
                <a:gd name="connsiteX1" fmla="*/ 0 w 1620983"/>
                <a:gd name="connsiteY1" fmla="*/ 1260764 h 1427018"/>
                <a:gd name="connsiteX2" fmla="*/ 290947 w 1620983"/>
                <a:gd name="connsiteY2" fmla="*/ 1427018 h 1427018"/>
                <a:gd name="connsiteX3" fmla="*/ 1454729 w 1620983"/>
                <a:gd name="connsiteY3" fmla="*/ 755074 h 1427018"/>
                <a:gd name="connsiteX4" fmla="*/ 1620983 w 1620983"/>
                <a:gd name="connsiteY4" fmla="*/ 0 h 1427018"/>
                <a:gd name="connsiteX5" fmla="*/ 1087583 w 1620983"/>
                <a:gd name="connsiteY5" fmla="*/ 6928 h 1427018"/>
                <a:gd name="connsiteX6" fmla="*/ 270164 w 1620983"/>
                <a:gd name="connsiteY6" fmla="*/ 665018 h 1427018"/>
                <a:gd name="connsiteX0" fmla="*/ 55419 w 2237511"/>
                <a:gd name="connsiteY0" fmla="*/ 1025236 h 1420090"/>
                <a:gd name="connsiteX1" fmla="*/ 0 w 2237511"/>
                <a:gd name="connsiteY1" fmla="*/ 1253836 h 1420090"/>
                <a:gd name="connsiteX2" fmla="*/ 290947 w 2237511"/>
                <a:gd name="connsiteY2" fmla="*/ 1420090 h 1420090"/>
                <a:gd name="connsiteX3" fmla="*/ 1454729 w 2237511"/>
                <a:gd name="connsiteY3" fmla="*/ 748146 h 1420090"/>
                <a:gd name="connsiteX4" fmla="*/ 2237511 w 2237511"/>
                <a:gd name="connsiteY4" fmla="*/ 6926 h 1420090"/>
                <a:gd name="connsiteX5" fmla="*/ 1087583 w 2237511"/>
                <a:gd name="connsiteY5" fmla="*/ 0 h 1420090"/>
                <a:gd name="connsiteX6" fmla="*/ 270164 w 2237511"/>
                <a:gd name="connsiteY6" fmla="*/ 658090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270164 w 2237511"/>
                <a:gd name="connsiteY6" fmla="*/ 658090 h 1420090"/>
                <a:gd name="connsiteX0" fmla="*/ 55419 w 2384139"/>
                <a:gd name="connsiteY0" fmla="*/ 1025236 h 1420090"/>
                <a:gd name="connsiteX1" fmla="*/ 0 w 2384139"/>
                <a:gd name="connsiteY1" fmla="*/ 1253836 h 1420090"/>
                <a:gd name="connsiteX2" fmla="*/ 290947 w 2384139"/>
                <a:gd name="connsiteY2" fmla="*/ 1420090 h 1420090"/>
                <a:gd name="connsiteX3" fmla="*/ 2043547 w 2384139"/>
                <a:gd name="connsiteY3" fmla="*/ 491837 h 1420090"/>
                <a:gd name="connsiteX4" fmla="*/ 2237511 w 2384139"/>
                <a:gd name="connsiteY4" fmla="*/ 6926 h 1420090"/>
                <a:gd name="connsiteX5" fmla="*/ 1087583 w 2384139"/>
                <a:gd name="connsiteY5" fmla="*/ 0 h 1420090"/>
                <a:gd name="connsiteX6" fmla="*/ 270164 w 2384139"/>
                <a:gd name="connsiteY6" fmla="*/ 658090 h 1420090"/>
                <a:gd name="connsiteX0" fmla="*/ 55419 w 2331729"/>
                <a:gd name="connsiteY0" fmla="*/ 1025236 h 1420090"/>
                <a:gd name="connsiteX1" fmla="*/ 0 w 2331729"/>
                <a:gd name="connsiteY1" fmla="*/ 1253836 h 1420090"/>
                <a:gd name="connsiteX2" fmla="*/ 290947 w 2331729"/>
                <a:gd name="connsiteY2" fmla="*/ 1420090 h 1420090"/>
                <a:gd name="connsiteX3" fmla="*/ 2043547 w 2331729"/>
                <a:gd name="connsiteY3" fmla="*/ 491837 h 1420090"/>
                <a:gd name="connsiteX4" fmla="*/ 2237511 w 2331729"/>
                <a:gd name="connsiteY4" fmla="*/ 6926 h 1420090"/>
                <a:gd name="connsiteX5" fmla="*/ 1087583 w 2331729"/>
                <a:gd name="connsiteY5" fmla="*/ 0 h 1420090"/>
                <a:gd name="connsiteX6" fmla="*/ 270164 w 2331729"/>
                <a:gd name="connsiteY6" fmla="*/ 658090 h 1420090"/>
                <a:gd name="connsiteX0" fmla="*/ 55419 w 2331729"/>
                <a:gd name="connsiteY0" fmla="*/ 1025236 h 1457988"/>
                <a:gd name="connsiteX1" fmla="*/ 0 w 2331729"/>
                <a:gd name="connsiteY1" fmla="*/ 1253836 h 1457988"/>
                <a:gd name="connsiteX2" fmla="*/ 290947 w 2331729"/>
                <a:gd name="connsiteY2" fmla="*/ 1420090 h 1457988"/>
                <a:gd name="connsiteX3" fmla="*/ 2043547 w 2331729"/>
                <a:gd name="connsiteY3" fmla="*/ 491837 h 1457988"/>
                <a:gd name="connsiteX4" fmla="*/ 2237511 w 2331729"/>
                <a:gd name="connsiteY4" fmla="*/ 6926 h 1457988"/>
                <a:gd name="connsiteX5" fmla="*/ 1087583 w 2331729"/>
                <a:gd name="connsiteY5" fmla="*/ 0 h 1457988"/>
                <a:gd name="connsiteX6" fmla="*/ 270164 w 2331729"/>
                <a:gd name="connsiteY6" fmla="*/ 658090 h 1457988"/>
                <a:gd name="connsiteX0" fmla="*/ 55419 w 2331729"/>
                <a:gd name="connsiteY0" fmla="*/ 1025245 h 1457997"/>
                <a:gd name="connsiteX1" fmla="*/ 0 w 2331729"/>
                <a:gd name="connsiteY1" fmla="*/ 1253845 h 1457997"/>
                <a:gd name="connsiteX2" fmla="*/ 290947 w 2331729"/>
                <a:gd name="connsiteY2" fmla="*/ 1420099 h 1457997"/>
                <a:gd name="connsiteX3" fmla="*/ 2043547 w 2331729"/>
                <a:gd name="connsiteY3" fmla="*/ 491846 h 1457997"/>
                <a:gd name="connsiteX4" fmla="*/ 2237511 w 2331729"/>
                <a:gd name="connsiteY4" fmla="*/ 6935 h 1457997"/>
                <a:gd name="connsiteX5" fmla="*/ 1087583 w 2331729"/>
                <a:gd name="connsiteY5" fmla="*/ 9 h 1457997"/>
                <a:gd name="connsiteX6" fmla="*/ 270164 w 2331729"/>
                <a:gd name="connsiteY6" fmla="*/ 658099 h 14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1729" h="1457997">
                  <a:moveTo>
                    <a:pt x="55419" y="1025245"/>
                  </a:moveTo>
                  <a:lnTo>
                    <a:pt x="0" y="1253845"/>
                  </a:lnTo>
                  <a:cubicBezTo>
                    <a:pt x="39255" y="1319654"/>
                    <a:pt x="-49644" y="1547099"/>
                    <a:pt x="290947" y="1420099"/>
                  </a:cubicBezTo>
                  <a:cubicBezTo>
                    <a:pt x="631538" y="1293099"/>
                    <a:pt x="1719120" y="727373"/>
                    <a:pt x="2043547" y="491846"/>
                  </a:cubicBezTo>
                  <a:cubicBezTo>
                    <a:pt x="2367974" y="256319"/>
                    <a:pt x="2396838" y="88908"/>
                    <a:pt x="2237511" y="6935"/>
                  </a:cubicBezTo>
                  <a:lnTo>
                    <a:pt x="1087583" y="9"/>
                  </a:lnTo>
                  <a:cubicBezTo>
                    <a:pt x="704274" y="-2300"/>
                    <a:pt x="542637" y="438736"/>
                    <a:pt x="270164" y="658099"/>
                  </a:cubicBezTo>
                </a:path>
              </a:pathLst>
            </a:custGeom>
            <a:solidFill>
              <a:srgbClr val="00B05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64" name="k1">
              <a:extLst>
                <a:ext uri="{FF2B5EF4-FFF2-40B4-BE49-F238E27FC236}">
                  <a16:creationId xmlns:a16="http://schemas.microsoft.com/office/drawing/2014/main" id="{96E3936F-A30E-4677-8AF7-6B2B8023F9B4}"/>
                </a:ext>
              </a:extLst>
            </p:cNvPr>
            <p:cNvSpPr/>
            <p:nvPr/>
          </p:nvSpPr>
          <p:spPr bwMode="auto">
            <a:xfrm>
              <a:off x="8536284" y="2462012"/>
              <a:ext cx="1119624" cy="2002989"/>
            </a:xfrm>
            <a:custGeom>
              <a:avLst/>
              <a:gdLst>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327564 w 2327564"/>
                <a:gd name="connsiteY0" fmla="*/ 1302327 h 3172691"/>
                <a:gd name="connsiteX1" fmla="*/ 1129146 w 2327564"/>
                <a:gd name="connsiteY1" fmla="*/ 256309 h 3172691"/>
                <a:gd name="connsiteX2" fmla="*/ 471055 w 2327564"/>
                <a:gd name="connsiteY2" fmla="*/ 0 h 3172691"/>
                <a:gd name="connsiteX3" fmla="*/ 0 w 2327564"/>
                <a:gd name="connsiteY3" fmla="*/ 48491 h 3172691"/>
                <a:gd name="connsiteX4" fmla="*/ 720436 w 2327564"/>
                <a:gd name="connsiteY4" fmla="*/ 935181 h 3172691"/>
                <a:gd name="connsiteX5" fmla="*/ 311728 w 2327564"/>
                <a:gd name="connsiteY5" fmla="*/ 1246909 h 3172691"/>
                <a:gd name="connsiteX6" fmla="*/ 1260764 w 2327564"/>
                <a:gd name="connsiteY6" fmla="*/ 2445327 h 3172691"/>
                <a:gd name="connsiteX7" fmla="*/ 1420091 w 2327564"/>
                <a:gd name="connsiteY7" fmla="*/ 3027218 h 3172691"/>
                <a:gd name="connsiteX8" fmla="*/ 1842655 w 2327564"/>
                <a:gd name="connsiteY8" fmla="*/ 3172691 h 3172691"/>
                <a:gd name="connsiteX9" fmla="*/ 2195946 w 2327564"/>
                <a:gd name="connsiteY9" fmla="*/ 2570018 h 3172691"/>
                <a:gd name="connsiteX10" fmla="*/ 2251364 w 2327564"/>
                <a:gd name="connsiteY10" fmla="*/ 2015836 h 3172691"/>
                <a:gd name="connsiteX0" fmla="*/ 2015836 w 2015836"/>
                <a:gd name="connsiteY0" fmla="*/ 1302327 h 3172691"/>
                <a:gd name="connsiteX1" fmla="*/ 817418 w 2015836"/>
                <a:gd name="connsiteY1" fmla="*/ 256309 h 3172691"/>
                <a:gd name="connsiteX2" fmla="*/ 159327 w 2015836"/>
                <a:gd name="connsiteY2" fmla="*/ 0 h 3172691"/>
                <a:gd name="connsiteX3" fmla="*/ 741218 w 2015836"/>
                <a:gd name="connsiteY3" fmla="*/ 678873 h 3172691"/>
                <a:gd name="connsiteX4" fmla="*/ 408708 w 2015836"/>
                <a:gd name="connsiteY4" fmla="*/ 935181 h 3172691"/>
                <a:gd name="connsiteX5" fmla="*/ 0 w 2015836"/>
                <a:gd name="connsiteY5" fmla="*/ 1246909 h 3172691"/>
                <a:gd name="connsiteX6" fmla="*/ 949036 w 2015836"/>
                <a:gd name="connsiteY6" fmla="*/ 2445327 h 3172691"/>
                <a:gd name="connsiteX7" fmla="*/ 1108363 w 2015836"/>
                <a:gd name="connsiteY7" fmla="*/ 3027218 h 3172691"/>
                <a:gd name="connsiteX8" fmla="*/ 1530927 w 2015836"/>
                <a:gd name="connsiteY8" fmla="*/ 3172691 h 3172691"/>
                <a:gd name="connsiteX9" fmla="*/ 1884218 w 2015836"/>
                <a:gd name="connsiteY9" fmla="*/ 2570018 h 3172691"/>
                <a:gd name="connsiteX10" fmla="*/ 1939636 w 2015836"/>
                <a:gd name="connsiteY10" fmla="*/ 2015836 h 3172691"/>
                <a:gd name="connsiteX0" fmla="*/ 2015836 w 2015836"/>
                <a:gd name="connsiteY0" fmla="*/ 1046018 h 2916382"/>
                <a:gd name="connsiteX1" fmla="*/ 817418 w 2015836"/>
                <a:gd name="connsiteY1" fmla="*/ 0 h 2916382"/>
                <a:gd name="connsiteX2" fmla="*/ 1066800 w 2015836"/>
                <a:gd name="connsiteY2" fmla="*/ 477982 h 2916382"/>
                <a:gd name="connsiteX3" fmla="*/ 741218 w 2015836"/>
                <a:gd name="connsiteY3" fmla="*/ 422564 h 2916382"/>
                <a:gd name="connsiteX4" fmla="*/ 408708 w 2015836"/>
                <a:gd name="connsiteY4" fmla="*/ 678872 h 2916382"/>
                <a:gd name="connsiteX5" fmla="*/ 0 w 2015836"/>
                <a:gd name="connsiteY5" fmla="*/ 990600 h 2916382"/>
                <a:gd name="connsiteX6" fmla="*/ 949036 w 2015836"/>
                <a:gd name="connsiteY6" fmla="*/ 2189018 h 2916382"/>
                <a:gd name="connsiteX7" fmla="*/ 1108363 w 2015836"/>
                <a:gd name="connsiteY7" fmla="*/ 2770909 h 2916382"/>
                <a:gd name="connsiteX8" fmla="*/ 1530927 w 2015836"/>
                <a:gd name="connsiteY8" fmla="*/ 2916382 h 2916382"/>
                <a:gd name="connsiteX9" fmla="*/ 1884218 w 2015836"/>
                <a:gd name="connsiteY9" fmla="*/ 2313709 h 2916382"/>
                <a:gd name="connsiteX10" fmla="*/ 1939636 w 2015836"/>
                <a:gd name="connsiteY10" fmla="*/ 1759527 h 2916382"/>
                <a:gd name="connsiteX0" fmla="*/ 2015836 w 2015836"/>
                <a:gd name="connsiteY0" fmla="*/ 623454 h 2493818"/>
                <a:gd name="connsiteX1" fmla="*/ 1385454 w 2015836"/>
                <a:gd name="connsiteY1" fmla="*/ 755072 h 2493818"/>
                <a:gd name="connsiteX2" fmla="*/ 1066800 w 2015836"/>
                <a:gd name="connsiteY2" fmla="*/ 55418 h 2493818"/>
                <a:gd name="connsiteX3" fmla="*/ 741218 w 2015836"/>
                <a:gd name="connsiteY3" fmla="*/ 0 h 2493818"/>
                <a:gd name="connsiteX4" fmla="*/ 408708 w 2015836"/>
                <a:gd name="connsiteY4" fmla="*/ 256308 h 2493818"/>
                <a:gd name="connsiteX5" fmla="*/ 0 w 2015836"/>
                <a:gd name="connsiteY5" fmla="*/ 568036 h 2493818"/>
                <a:gd name="connsiteX6" fmla="*/ 949036 w 2015836"/>
                <a:gd name="connsiteY6" fmla="*/ 1766454 h 2493818"/>
                <a:gd name="connsiteX7" fmla="*/ 1108363 w 2015836"/>
                <a:gd name="connsiteY7" fmla="*/ 2348345 h 2493818"/>
                <a:gd name="connsiteX8" fmla="*/ 1530927 w 2015836"/>
                <a:gd name="connsiteY8" fmla="*/ 2493818 h 2493818"/>
                <a:gd name="connsiteX9" fmla="*/ 1884218 w 2015836"/>
                <a:gd name="connsiteY9" fmla="*/ 1891145 h 2493818"/>
                <a:gd name="connsiteX10" fmla="*/ 1939636 w 2015836"/>
                <a:gd name="connsiteY10" fmla="*/ 1336963 h 2493818"/>
                <a:gd name="connsiteX0" fmla="*/ 1385454 w 1939636"/>
                <a:gd name="connsiteY0" fmla="*/ 755072 h 2493818"/>
                <a:gd name="connsiteX1" fmla="*/ 1066800 w 1939636"/>
                <a:gd name="connsiteY1" fmla="*/ 55418 h 2493818"/>
                <a:gd name="connsiteX2" fmla="*/ 741218 w 1939636"/>
                <a:gd name="connsiteY2" fmla="*/ 0 h 2493818"/>
                <a:gd name="connsiteX3" fmla="*/ 408708 w 1939636"/>
                <a:gd name="connsiteY3" fmla="*/ 256308 h 2493818"/>
                <a:gd name="connsiteX4" fmla="*/ 0 w 1939636"/>
                <a:gd name="connsiteY4" fmla="*/ 568036 h 2493818"/>
                <a:gd name="connsiteX5" fmla="*/ 949036 w 1939636"/>
                <a:gd name="connsiteY5" fmla="*/ 1766454 h 2493818"/>
                <a:gd name="connsiteX6" fmla="*/ 1108363 w 1939636"/>
                <a:gd name="connsiteY6" fmla="*/ 2348345 h 2493818"/>
                <a:gd name="connsiteX7" fmla="*/ 1530927 w 1939636"/>
                <a:gd name="connsiteY7" fmla="*/ 2493818 h 2493818"/>
                <a:gd name="connsiteX8" fmla="*/ 1884218 w 1939636"/>
                <a:gd name="connsiteY8" fmla="*/ 1891145 h 2493818"/>
                <a:gd name="connsiteX9" fmla="*/ 1939636 w 1939636"/>
                <a:gd name="connsiteY9" fmla="*/ 1336963 h 2493818"/>
                <a:gd name="connsiteX0" fmla="*/ 1385454 w 1884218"/>
                <a:gd name="connsiteY0" fmla="*/ 755072 h 2493818"/>
                <a:gd name="connsiteX1" fmla="*/ 1066800 w 1884218"/>
                <a:gd name="connsiteY1" fmla="*/ 55418 h 2493818"/>
                <a:gd name="connsiteX2" fmla="*/ 741218 w 1884218"/>
                <a:gd name="connsiteY2" fmla="*/ 0 h 2493818"/>
                <a:gd name="connsiteX3" fmla="*/ 408708 w 1884218"/>
                <a:gd name="connsiteY3" fmla="*/ 256308 h 2493818"/>
                <a:gd name="connsiteX4" fmla="*/ 0 w 1884218"/>
                <a:gd name="connsiteY4" fmla="*/ 568036 h 2493818"/>
                <a:gd name="connsiteX5" fmla="*/ 949036 w 1884218"/>
                <a:gd name="connsiteY5" fmla="*/ 1766454 h 2493818"/>
                <a:gd name="connsiteX6" fmla="*/ 1108363 w 1884218"/>
                <a:gd name="connsiteY6" fmla="*/ 2348345 h 2493818"/>
                <a:gd name="connsiteX7" fmla="*/ 1530927 w 1884218"/>
                <a:gd name="connsiteY7" fmla="*/ 2493818 h 2493818"/>
                <a:gd name="connsiteX8" fmla="*/ 1884218 w 1884218"/>
                <a:gd name="connsiteY8" fmla="*/ 1891145 h 2493818"/>
                <a:gd name="connsiteX0" fmla="*/ 1385454 w 1884218"/>
                <a:gd name="connsiteY0" fmla="*/ 755072 h 2493818"/>
                <a:gd name="connsiteX1" fmla="*/ 741218 w 1884218"/>
                <a:gd name="connsiteY1" fmla="*/ 0 h 2493818"/>
                <a:gd name="connsiteX2" fmla="*/ 408708 w 1884218"/>
                <a:gd name="connsiteY2" fmla="*/ 256308 h 2493818"/>
                <a:gd name="connsiteX3" fmla="*/ 0 w 1884218"/>
                <a:gd name="connsiteY3" fmla="*/ 568036 h 2493818"/>
                <a:gd name="connsiteX4" fmla="*/ 949036 w 1884218"/>
                <a:gd name="connsiteY4" fmla="*/ 1766454 h 2493818"/>
                <a:gd name="connsiteX5" fmla="*/ 1108363 w 1884218"/>
                <a:gd name="connsiteY5" fmla="*/ 2348345 h 2493818"/>
                <a:gd name="connsiteX6" fmla="*/ 1530927 w 1884218"/>
                <a:gd name="connsiteY6" fmla="*/ 2493818 h 2493818"/>
                <a:gd name="connsiteX7" fmla="*/ 1884218 w 1884218"/>
                <a:gd name="connsiteY7" fmla="*/ 1891145 h 2493818"/>
                <a:gd name="connsiteX0" fmla="*/ 1385454 w 1884218"/>
                <a:gd name="connsiteY0" fmla="*/ 526472 h 2265218"/>
                <a:gd name="connsiteX1" fmla="*/ 762000 w 1884218"/>
                <a:gd name="connsiteY1" fmla="*/ 0 h 2265218"/>
                <a:gd name="connsiteX2" fmla="*/ 408708 w 1884218"/>
                <a:gd name="connsiteY2" fmla="*/ 27708 h 2265218"/>
                <a:gd name="connsiteX3" fmla="*/ 0 w 1884218"/>
                <a:gd name="connsiteY3" fmla="*/ 339436 h 2265218"/>
                <a:gd name="connsiteX4" fmla="*/ 949036 w 1884218"/>
                <a:gd name="connsiteY4" fmla="*/ 1537854 h 2265218"/>
                <a:gd name="connsiteX5" fmla="*/ 1108363 w 1884218"/>
                <a:gd name="connsiteY5" fmla="*/ 2119745 h 2265218"/>
                <a:gd name="connsiteX6" fmla="*/ 1530927 w 1884218"/>
                <a:gd name="connsiteY6" fmla="*/ 2265218 h 2265218"/>
                <a:gd name="connsiteX7" fmla="*/ 1884218 w 1884218"/>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58091 w 1593273"/>
                <a:gd name="connsiteY4" fmla="*/ 1537854 h 2265218"/>
                <a:gd name="connsiteX5" fmla="*/ 817418 w 1593273"/>
                <a:gd name="connsiteY5" fmla="*/ 2119745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37309 w 1593273"/>
                <a:gd name="connsiteY4" fmla="*/ 1717963 h 2265218"/>
                <a:gd name="connsiteX5" fmla="*/ 817418 w 1593273"/>
                <a:gd name="connsiteY5" fmla="*/ 2119745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37309 w 1593273"/>
                <a:gd name="connsiteY4" fmla="*/ 1717963 h 2265218"/>
                <a:gd name="connsiteX5" fmla="*/ 574963 w 1593273"/>
                <a:gd name="connsiteY5" fmla="*/ 2078181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519545 w 1593273"/>
                <a:gd name="connsiteY4" fmla="*/ 1711036 h 2265218"/>
                <a:gd name="connsiteX5" fmla="*/ 574963 w 1593273"/>
                <a:gd name="connsiteY5" fmla="*/ 2078181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519545 w 1593273"/>
                <a:gd name="connsiteY4" fmla="*/ 1711036 h 2265218"/>
                <a:gd name="connsiteX5" fmla="*/ 727363 w 1593273"/>
                <a:gd name="connsiteY5" fmla="*/ 2057399 h 2265218"/>
                <a:gd name="connsiteX6" fmla="*/ 1239982 w 1593273"/>
                <a:gd name="connsiteY6" fmla="*/ 2265218 h 2265218"/>
                <a:gd name="connsiteX7" fmla="*/ 1593273 w 1593273"/>
                <a:gd name="connsiteY7" fmla="*/ 1662545 h 2265218"/>
                <a:gd name="connsiteX0" fmla="*/ 1094509 w 1593273"/>
                <a:gd name="connsiteY0" fmla="*/ 526472 h 2057399"/>
                <a:gd name="connsiteX1" fmla="*/ 471055 w 1593273"/>
                <a:gd name="connsiteY1" fmla="*/ 0 h 2057399"/>
                <a:gd name="connsiteX2" fmla="*/ 117763 w 1593273"/>
                <a:gd name="connsiteY2" fmla="*/ 27708 h 2057399"/>
                <a:gd name="connsiteX3" fmla="*/ 0 w 1593273"/>
                <a:gd name="connsiteY3" fmla="*/ 367145 h 2057399"/>
                <a:gd name="connsiteX4" fmla="*/ 519545 w 1593273"/>
                <a:gd name="connsiteY4" fmla="*/ 1711036 h 2057399"/>
                <a:gd name="connsiteX5" fmla="*/ 727363 w 1593273"/>
                <a:gd name="connsiteY5" fmla="*/ 2057399 h 2057399"/>
                <a:gd name="connsiteX6" fmla="*/ 1170709 w 1593273"/>
                <a:gd name="connsiteY6" fmla="*/ 1870363 h 2057399"/>
                <a:gd name="connsiteX7" fmla="*/ 1593273 w 1593273"/>
                <a:gd name="connsiteY7" fmla="*/ 1662545 h 2057399"/>
                <a:gd name="connsiteX0" fmla="*/ 1094509 w 1170709"/>
                <a:gd name="connsiteY0" fmla="*/ 526472 h 2057399"/>
                <a:gd name="connsiteX1" fmla="*/ 471055 w 1170709"/>
                <a:gd name="connsiteY1" fmla="*/ 0 h 2057399"/>
                <a:gd name="connsiteX2" fmla="*/ 117763 w 1170709"/>
                <a:gd name="connsiteY2" fmla="*/ 27708 h 2057399"/>
                <a:gd name="connsiteX3" fmla="*/ 0 w 1170709"/>
                <a:gd name="connsiteY3" fmla="*/ 367145 h 2057399"/>
                <a:gd name="connsiteX4" fmla="*/ 519545 w 1170709"/>
                <a:gd name="connsiteY4" fmla="*/ 1711036 h 2057399"/>
                <a:gd name="connsiteX5" fmla="*/ 727363 w 1170709"/>
                <a:gd name="connsiteY5" fmla="*/ 2057399 h 2057399"/>
                <a:gd name="connsiteX6" fmla="*/ 1170709 w 1170709"/>
                <a:gd name="connsiteY6" fmla="*/ 1870363 h 2057399"/>
                <a:gd name="connsiteX7" fmla="*/ 1156855 w 1170709"/>
                <a:gd name="connsiteY7" fmla="*/ 1427017 h 2057399"/>
                <a:gd name="connsiteX0" fmla="*/ 942109 w 1170709"/>
                <a:gd name="connsiteY0" fmla="*/ 685799 h 2057399"/>
                <a:gd name="connsiteX1" fmla="*/ 471055 w 1170709"/>
                <a:gd name="connsiteY1" fmla="*/ 0 h 2057399"/>
                <a:gd name="connsiteX2" fmla="*/ 117763 w 1170709"/>
                <a:gd name="connsiteY2" fmla="*/ 27708 h 2057399"/>
                <a:gd name="connsiteX3" fmla="*/ 0 w 1170709"/>
                <a:gd name="connsiteY3" fmla="*/ 367145 h 2057399"/>
                <a:gd name="connsiteX4" fmla="*/ 519545 w 1170709"/>
                <a:gd name="connsiteY4" fmla="*/ 1711036 h 2057399"/>
                <a:gd name="connsiteX5" fmla="*/ 727363 w 1170709"/>
                <a:gd name="connsiteY5" fmla="*/ 2057399 h 2057399"/>
                <a:gd name="connsiteX6" fmla="*/ 1170709 w 1170709"/>
                <a:gd name="connsiteY6" fmla="*/ 1870363 h 2057399"/>
                <a:gd name="connsiteX7" fmla="*/ 1156855 w 1170709"/>
                <a:gd name="connsiteY7" fmla="*/ 1427017 h 2057399"/>
                <a:gd name="connsiteX0" fmla="*/ 963299 w 1191899"/>
                <a:gd name="connsiteY0" fmla="*/ 741381 h 2112981"/>
                <a:gd name="connsiteX1" fmla="*/ 492245 w 1191899"/>
                <a:gd name="connsiteY1" fmla="*/ 55582 h 2112981"/>
                <a:gd name="connsiteX2" fmla="*/ 138953 w 1191899"/>
                <a:gd name="connsiteY2" fmla="*/ 83290 h 2112981"/>
                <a:gd name="connsiteX3" fmla="*/ 21190 w 1191899"/>
                <a:gd name="connsiteY3" fmla="*/ 422727 h 2112981"/>
                <a:gd name="connsiteX4" fmla="*/ 540735 w 1191899"/>
                <a:gd name="connsiteY4" fmla="*/ 1766618 h 2112981"/>
                <a:gd name="connsiteX5" fmla="*/ 748553 w 1191899"/>
                <a:gd name="connsiteY5" fmla="*/ 2112981 h 2112981"/>
                <a:gd name="connsiteX6" fmla="*/ 1191899 w 1191899"/>
                <a:gd name="connsiteY6" fmla="*/ 1925945 h 2112981"/>
                <a:gd name="connsiteX7" fmla="*/ 1178045 w 1191899"/>
                <a:gd name="connsiteY7" fmla="*/ 1482599 h 2112981"/>
                <a:gd name="connsiteX0" fmla="*/ 963299 w 1221351"/>
                <a:gd name="connsiteY0" fmla="*/ 741381 h 2117038"/>
                <a:gd name="connsiteX1" fmla="*/ 492245 w 1221351"/>
                <a:gd name="connsiteY1" fmla="*/ 55582 h 2117038"/>
                <a:gd name="connsiteX2" fmla="*/ 138953 w 1221351"/>
                <a:gd name="connsiteY2" fmla="*/ 83290 h 2117038"/>
                <a:gd name="connsiteX3" fmla="*/ 21190 w 1221351"/>
                <a:gd name="connsiteY3" fmla="*/ 422727 h 2117038"/>
                <a:gd name="connsiteX4" fmla="*/ 540735 w 1221351"/>
                <a:gd name="connsiteY4" fmla="*/ 1766618 h 2117038"/>
                <a:gd name="connsiteX5" fmla="*/ 748553 w 1221351"/>
                <a:gd name="connsiteY5" fmla="*/ 2112981 h 2117038"/>
                <a:gd name="connsiteX6" fmla="*/ 1191899 w 1221351"/>
                <a:gd name="connsiteY6" fmla="*/ 1925945 h 2117038"/>
                <a:gd name="connsiteX7" fmla="*/ 1178045 w 1221351"/>
                <a:gd name="connsiteY7" fmla="*/ 1482599 h 2117038"/>
                <a:gd name="connsiteX0" fmla="*/ 963299 w 1221351"/>
                <a:gd name="connsiteY0" fmla="*/ 741381 h 2117038"/>
                <a:gd name="connsiteX1" fmla="*/ 492245 w 1221351"/>
                <a:gd name="connsiteY1" fmla="*/ 55582 h 2117038"/>
                <a:gd name="connsiteX2" fmla="*/ 138953 w 1221351"/>
                <a:gd name="connsiteY2" fmla="*/ 83290 h 2117038"/>
                <a:gd name="connsiteX3" fmla="*/ 21190 w 1221351"/>
                <a:gd name="connsiteY3" fmla="*/ 422727 h 2117038"/>
                <a:gd name="connsiteX4" fmla="*/ 540735 w 1221351"/>
                <a:gd name="connsiteY4" fmla="*/ 1766618 h 2117038"/>
                <a:gd name="connsiteX5" fmla="*/ 748553 w 1221351"/>
                <a:gd name="connsiteY5" fmla="*/ 2112981 h 2117038"/>
                <a:gd name="connsiteX6" fmla="*/ 1191899 w 1221351"/>
                <a:gd name="connsiteY6" fmla="*/ 1925945 h 2117038"/>
                <a:gd name="connsiteX7" fmla="*/ 1178045 w 1221351"/>
                <a:gd name="connsiteY7" fmla="*/ 1482599 h 2117038"/>
                <a:gd name="connsiteX0" fmla="*/ 963299 w 1221351"/>
                <a:gd name="connsiteY0" fmla="*/ 741381 h 2117038"/>
                <a:gd name="connsiteX1" fmla="*/ 492245 w 1221351"/>
                <a:gd name="connsiteY1" fmla="*/ 55582 h 2117038"/>
                <a:gd name="connsiteX2" fmla="*/ 138953 w 1221351"/>
                <a:gd name="connsiteY2" fmla="*/ 83290 h 2117038"/>
                <a:gd name="connsiteX3" fmla="*/ 21190 w 1221351"/>
                <a:gd name="connsiteY3" fmla="*/ 422727 h 2117038"/>
                <a:gd name="connsiteX4" fmla="*/ 540735 w 1221351"/>
                <a:gd name="connsiteY4" fmla="*/ 1766618 h 2117038"/>
                <a:gd name="connsiteX5" fmla="*/ 748553 w 1221351"/>
                <a:gd name="connsiteY5" fmla="*/ 2112981 h 2117038"/>
                <a:gd name="connsiteX6" fmla="*/ 1191899 w 1221351"/>
                <a:gd name="connsiteY6" fmla="*/ 1925945 h 2117038"/>
                <a:gd name="connsiteX7" fmla="*/ 1178045 w 1221351"/>
                <a:gd name="connsiteY7" fmla="*/ 1482599 h 2117038"/>
                <a:gd name="connsiteX0" fmla="*/ 492245 w 1221351"/>
                <a:gd name="connsiteY0" fmla="*/ 55582 h 2117038"/>
                <a:gd name="connsiteX1" fmla="*/ 138953 w 1221351"/>
                <a:gd name="connsiteY1" fmla="*/ 83290 h 2117038"/>
                <a:gd name="connsiteX2" fmla="*/ 21190 w 1221351"/>
                <a:gd name="connsiteY2" fmla="*/ 422727 h 2117038"/>
                <a:gd name="connsiteX3" fmla="*/ 540735 w 1221351"/>
                <a:gd name="connsiteY3" fmla="*/ 1766618 h 2117038"/>
                <a:gd name="connsiteX4" fmla="*/ 748553 w 1221351"/>
                <a:gd name="connsiteY4" fmla="*/ 2112981 h 2117038"/>
                <a:gd name="connsiteX5" fmla="*/ 1191899 w 1221351"/>
                <a:gd name="connsiteY5" fmla="*/ 1925945 h 2117038"/>
                <a:gd name="connsiteX6" fmla="*/ 1178045 w 1221351"/>
                <a:gd name="connsiteY6" fmla="*/ 1482599 h 211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351" h="2117038">
                  <a:moveTo>
                    <a:pt x="492245" y="55582"/>
                  </a:moveTo>
                  <a:cubicBezTo>
                    <a:pt x="354854" y="-54100"/>
                    <a:pt x="217462" y="22099"/>
                    <a:pt x="138953" y="83290"/>
                  </a:cubicBezTo>
                  <a:cubicBezTo>
                    <a:pt x="60444" y="144481"/>
                    <a:pt x="-45774" y="142172"/>
                    <a:pt x="21190" y="422727"/>
                  </a:cubicBezTo>
                  <a:lnTo>
                    <a:pt x="540735" y="1766618"/>
                  </a:lnTo>
                  <a:cubicBezTo>
                    <a:pt x="661962" y="2048327"/>
                    <a:pt x="640026" y="2086427"/>
                    <a:pt x="748553" y="2112981"/>
                  </a:cubicBezTo>
                  <a:cubicBezTo>
                    <a:pt x="857080" y="2139535"/>
                    <a:pt x="1120317" y="2031009"/>
                    <a:pt x="1191899" y="1925945"/>
                  </a:cubicBezTo>
                  <a:cubicBezTo>
                    <a:pt x="1263481" y="1820881"/>
                    <a:pt x="1182663" y="1630381"/>
                    <a:pt x="1178045" y="1482599"/>
                  </a:cubicBezTo>
                </a:path>
              </a:pathLst>
            </a:custGeom>
            <a:solidFill>
              <a:srgbClr val="7030A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grpSp>
        <p:nvGrpSpPr>
          <p:cNvPr id="56" name="centroids 2">
            <a:extLst>
              <a:ext uri="{FF2B5EF4-FFF2-40B4-BE49-F238E27FC236}">
                <a16:creationId xmlns:a16="http://schemas.microsoft.com/office/drawing/2014/main" id="{D7D11DD7-0BF3-445A-8B5F-C65187F83613}"/>
              </a:ext>
            </a:extLst>
          </p:cNvPr>
          <p:cNvGrpSpPr/>
          <p:nvPr/>
        </p:nvGrpSpPr>
        <p:grpSpPr>
          <a:xfrm>
            <a:off x="6450924" y="2564382"/>
            <a:ext cx="2629223" cy="1784595"/>
            <a:chOff x="6274278" y="2433894"/>
            <a:chExt cx="2629223" cy="1784595"/>
          </a:xfrm>
        </p:grpSpPr>
        <p:sp>
          <p:nvSpPr>
            <p:cNvPr id="57" name="Oval 56">
              <a:extLst>
                <a:ext uri="{FF2B5EF4-FFF2-40B4-BE49-F238E27FC236}">
                  <a16:creationId xmlns:a16="http://schemas.microsoft.com/office/drawing/2014/main" id="{7847B8F1-D425-4EB1-99AD-902DD29C29B3}"/>
                </a:ext>
              </a:extLst>
            </p:cNvPr>
            <p:cNvSpPr/>
            <p:nvPr/>
          </p:nvSpPr>
          <p:spPr bwMode="auto">
            <a:xfrm>
              <a:off x="6274278" y="2433894"/>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8" name="Oval 57">
              <a:extLst>
                <a:ext uri="{FF2B5EF4-FFF2-40B4-BE49-F238E27FC236}">
                  <a16:creationId xmlns:a16="http://schemas.microsoft.com/office/drawing/2014/main" id="{601BA018-E4F4-477B-B3AA-34BE26B9FA9F}"/>
                </a:ext>
              </a:extLst>
            </p:cNvPr>
            <p:cNvSpPr/>
            <p:nvPr/>
          </p:nvSpPr>
          <p:spPr bwMode="auto">
            <a:xfrm>
              <a:off x="8661046" y="2657026"/>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9" name="Oval 58">
              <a:extLst>
                <a:ext uri="{FF2B5EF4-FFF2-40B4-BE49-F238E27FC236}">
                  <a16:creationId xmlns:a16="http://schemas.microsoft.com/office/drawing/2014/main" id="{AE163FEC-D16E-4F6F-9FB1-47868164DAA9}"/>
                </a:ext>
              </a:extLst>
            </p:cNvPr>
            <p:cNvSpPr/>
            <p:nvPr/>
          </p:nvSpPr>
          <p:spPr bwMode="auto">
            <a:xfrm>
              <a:off x="7434031" y="3976034"/>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69" name="clusters 3">
            <a:extLst>
              <a:ext uri="{FF2B5EF4-FFF2-40B4-BE49-F238E27FC236}">
                <a16:creationId xmlns:a16="http://schemas.microsoft.com/office/drawing/2014/main" id="{80F87F4E-FAE9-4344-85D2-C89277C575C5}"/>
              </a:ext>
            </a:extLst>
          </p:cNvPr>
          <p:cNvGrpSpPr/>
          <p:nvPr/>
        </p:nvGrpSpPr>
        <p:grpSpPr>
          <a:xfrm>
            <a:off x="5728854" y="1479867"/>
            <a:ext cx="4046679" cy="3305586"/>
            <a:chOff x="5424054" y="1175067"/>
            <a:chExt cx="4046679" cy="3305586"/>
          </a:xfrm>
        </p:grpSpPr>
        <p:sp>
          <p:nvSpPr>
            <p:cNvPr id="70" name="k3">
              <a:extLst>
                <a:ext uri="{FF2B5EF4-FFF2-40B4-BE49-F238E27FC236}">
                  <a16:creationId xmlns:a16="http://schemas.microsoft.com/office/drawing/2014/main" id="{11A38C19-4EC2-44A5-AB7E-B7B1E51E6348}"/>
                </a:ext>
              </a:extLst>
            </p:cNvPr>
            <p:cNvSpPr/>
            <p:nvPr/>
          </p:nvSpPr>
          <p:spPr bwMode="auto">
            <a:xfrm>
              <a:off x="5424054" y="3542051"/>
              <a:ext cx="1729424" cy="938602"/>
            </a:xfrm>
            <a:custGeom>
              <a:avLst/>
              <a:gdLst>
                <a:gd name="connsiteX0" fmla="*/ 1004454 w 1170709"/>
                <a:gd name="connsiteY0" fmla="*/ 1614055 h 1614055"/>
                <a:gd name="connsiteX1" fmla="*/ 782782 w 1170709"/>
                <a:gd name="connsiteY1" fmla="*/ 1614055 h 1614055"/>
                <a:gd name="connsiteX2" fmla="*/ 103909 w 1170709"/>
                <a:gd name="connsiteY2" fmla="*/ 609600 h 1614055"/>
                <a:gd name="connsiteX3" fmla="*/ 0 w 1170709"/>
                <a:gd name="connsiteY3" fmla="*/ 214746 h 1614055"/>
                <a:gd name="connsiteX4" fmla="*/ 187036 w 1170709"/>
                <a:gd name="connsiteY4" fmla="*/ 6928 h 1614055"/>
                <a:gd name="connsiteX5" fmla="*/ 588818 w 1170709"/>
                <a:gd name="connsiteY5" fmla="*/ 0 h 1614055"/>
                <a:gd name="connsiteX6" fmla="*/ 678873 w 1170709"/>
                <a:gd name="connsiteY6" fmla="*/ 277091 h 1614055"/>
                <a:gd name="connsiteX7" fmla="*/ 1170709 w 1170709"/>
                <a:gd name="connsiteY7" fmla="*/ 1440873 h 1614055"/>
                <a:gd name="connsiteX0" fmla="*/ 1004454 w 2546583"/>
                <a:gd name="connsiteY0" fmla="*/ 1614055 h 1614055"/>
                <a:gd name="connsiteX1" fmla="*/ 782782 w 2546583"/>
                <a:gd name="connsiteY1" fmla="*/ 1614055 h 1614055"/>
                <a:gd name="connsiteX2" fmla="*/ 103909 w 2546583"/>
                <a:gd name="connsiteY2" fmla="*/ 609600 h 1614055"/>
                <a:gd name="connsiteX3" fmla="*/ 0 w 2546583"/>
                <a:gd name="connsiteY3" fmla="*/ 214746 h 1614055"/>
                <a:gd name="connsiteX4" fmla="*/ 187036 w 2546583"/>
                <a:gd name="connsiteY4" fmla="*/ 6928 h 1614055"/>
                <a:gd name="connsiteX5" fmla="*/ 588818 w 2546583"/>
                <a:gd name="connsiteY5" fmla="*/ 0 h 1614055"/>
                <a:gd name="connsiteX6" fmla="*/ 2535382 w 2546583"/>
                <a:gd name="connsiteY6" fmla="*/ 180109 h 1614055"/>
                <a:gd name="connsiteX7" fmla="*/ 1170709 w 2546583"/>
                <a:gd name="connsiteY7" fmla="*/ 1440873 h 1614055"/>
                <a:gd name="connsiteX0" fmla="*/ 1004454 w 2582708"/>
                <a:gd name="connsiteY0" fmla="*/ 1614055 h 1634837"/>
                <a:gd name="connsiteX1" fmla="*/ 782782 w 2582708"/>
                <a:gd name="connsiteY1" fmla="*/ 1614055 h 1634837"/>
                <a:gd name="connsiteX2" fmla="*/ 103909 w 2582708"/>
                <a:gd name="connsiteY2" fmla="*/ 609600 h 1634837"/>
                <a:gd name="connsiteX3" fmla="*/ 0 w 2582708"/>
                <a:gd name="connsiteY3" fmla="*/ 214746 h 1634837"/>
                <a:gd name="connsiteX4" fmla="*/ 187036 w 2582708"/>
                <a:gd name="connsiteY4" fmla="*/ 6928 h 1634837"/>
                <a:gd name="connsiteX5" fmla="*/ 588818 w 2582708"/>
                <a:gd name="connsiteY5" fmla="*/ 0 h 1634837"/>
                <a:gd name="connsiteX6" fmla="*/ 2535382 w 2582708"/>
                <a:gd name="connsiteY6" fmla="*/ 180109 h 1634837"/>
                <a:gd name="connsiteX7" fmla="*/ 2535381 w 2582708"/>
                <a:gd name="connsiteY7" fmla="*/ 1634837 h 1634837"/>
                <a:gd name="connsiteX0" fmla="*/ 1004454 w 2574799"/>
                <a:gd name="connsiteY0" fmla="*/ 1614055 h 1620982"/>
                <a:gd name="connsiteX1" fmla="*/ 782782 w 2574799"/>
                <a:gd name="connsiteY1" fmla="*/ 1614055 h 1620982"/>
                <a:gd name="connsiteX2" fmla="*/ 103909 w 2574799"/>
                <a:gd name="connsiteY2" fmla="*/ 609600 h 1620982"/>
                <a:gd name="connsiteX3" fmla="*/ 0 w 2574799"/>
                <a:gd name="connsiteY3" fmla="*/ 214746 h 1620982"/>
                <a:gd name="connsiteX4" fmla="*/ 187036 w 2574799"/>
                <a:gd name="connsiteY4" fmla="*/ 6928 h 1620982"/>
                <a:gd name="connsiteX5" fmla="*/ 588818 w 2574799"/>
                <a:gd name="connsiteY5" fmla="*/ 0 h 1620982"/>
                <a:gd name="connsiteX6" fmla="*/ 2535382 w 2574799"/>
                <a:gd name="connsiteY6" fmla="*/ 180109 h 1620982"/>
                <a:gd name="connsiteX7" fmla="*/ 2452254 w 2574799"/>
                <a:gd name="connsiteY7" fmla="*/ 1620982 h 1620982"/>
                <a:gd name="connsiteX0" fmla="*/ 1004454 w 2642021"/>
                <a:gd name="connsiteY0" fmla="*/ 1614055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935182 w 2642021"/>
                <a:gd name="connsiteY0" fmla="*/ 1413164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1066800 w 2642021"/>
                <a:gd name="connsiteY0" fmla="*/ 1745673 h 1745673"/>
                <a:gd name="connsiteX1" fmla="*/ 782782 w 2642021"/>
                <a:gd name="connsiteY1" fmla="*/ 1614055 h 1745673"/>
                <a:gd name="connsiteX2" fmla="*/ 103909 w 2642021"/>
                <a:gd name="connsiteY2" fmla="*/ 609600 h 1745673"/>
                <a:gd name="connsiteX3" fmla="*/ 0 w 2642021"/>
                <a:gd name="connsiteY3" fmla="*/ 214746 h 1745673"/>
                <a:gd name="connsiteX4" fmla="*/ 187036 w 2642021"/>
                <a:gd name="connsiteY4" fmla="*/ 6928 h 1745673"/>
                <a:gd name="connsiteX5" fmla="*/ 588818 w 2642021"/>
                <a:gd name="connsiteY5" fmla="*/ 0 h 1745673"/>
                <a:gd name="connsiteX6" fmla="*/ 2535382 w 2642021"/>
                <a:gd name="connsiteY6" fmla="*/ 180109 h 1745673"/>
                <a:gd name="connsiteX7" fmla="*/ 2452254 w 2642021"/>
                <a:gd name="connsiteY7" fmla="*/ 1620982 h 1745673"/>
                <a:gd name="connsiteX0" fmla="*/ 1461655 w 3036876"/>
                <a:gd name="connsiteY0" fmla="*/ 1745673 h 1745673"/>
                <a:gd name="connsiteX1" fmla="*/ 1177637 w 3036876"/>
                <a:gd name="connsiteY1" fmla="*/ 1614055 h 1745673"/>
                <a:gd name="connsiteX2" fmla="*/ 498764 w 3036876"/>
                <a:gd name="connsiteY2" fmla="*/ 609600 h 1745673"/>
                <a:gd name="connsiteX3" fmla="*/ 394855 w 3036876"/>
                <a:gd name="connsiteY3" fmla="*/ 214746 h 1745673"/>
                <a:gd name="connsiteX4" fmla="*/ 0 w 3036876"/>
                <a:gd name="connsiteY4" fmla="*/ 0 h 1745673"/>
                <a:gd name="connsiteX5" fmla="*/ 983673 w 3036876"/>
                <a:gd name="connsiteY5" fmla="*/ 0 h 1745673"/>
                <a:gd name="connsiteX6" fmla="*/ 2930237 w 3036876"/>
                <a:gd name="connsiteY6" fmla="*/ 180109 h 1745673"/>
                <a:gd name="connsiteX7" fmla="*/ 2847109 w 3036876"/>
                <a:gd name="connsiteY7" fmla="*/ 1620982 h 1745673"/>
                <a:gd name="connsiteX0" fmla="*/ 1683327 w 3258548"/>
                <a:gd name="connsiteY0" fmla="*/ 1745673 h 1745673"/>
                <a:gd name="connsiteX1" fmla="*/ 1399309 w 3258548"/>
                <a:gd name="connsiteY1" fmla="*/ 1614055 h 1745673"/>
                <a:gd name="connsiteX2" fmla="*/ 720436 w 3258548"/>
                <a:gd name="connsiteY2" fmla="*/ 609600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258548"/>
                <a:gd name="connsiteY0" fmla="*/ 1745673 h 1745673"/>
                <a:gd name="connsiteX1" fmla="*/ 1399309 w 3258548"/>
                <a:gd name="connsiteY1" fmla="*/ 1614055 h 1745673"/>
                <a:gd name="connsiteX2" fmla="*/ 720436 w 3258548"/>
                <a:gd name="connsiteY2" fmla="*/ 609600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258548"/>
                <a:gd name="connsiteY0" fmla="*/ 1745673 h 1745673"/>
                <a:gd name="connsiteX1" fmla="*/ 1399309 w 3258548"/>
                <a:gd name="connsiteY1" fmla="*/ 1614055 h 1745673"/>
                <a:gd name="connsiteX2" fmla="*/ 637309 w 3258548"/>
                <a:gd name="connsiteY2" fmla="*/ 893618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355235"/>
                <a:gd name="connsiteY0" fmla="*/ 1745673 h 1745673"/>
                <a:gd name="connsiteX1" fmla="*/ 1399309 w 3355235"/>
                <a:gd name="connsiteY1" fmla="*/ 1614055 h 1745673"/>
                <a:gd name="connsiteX2" fmla="*/ 637309 w 3355235"/>
                <a:gd name="connsiteY2" fmla="*/ 893618 h 1745673"/>
                <a:gd name="connsiteX3" fmla="*/ 0 w 3355235"/>
                <a:gd name="connsiteY3" fmla="*/ 408709 h 1745673"/>
                <a:gd name="connsiteX4" fmla="*/ 221672 w 3355235"/>
                <a:gd name="connsiteY4" fmla="*/ 0 h 1745673"/>
                <a:gd name="connsiteX5" fmla="*/ 1205345 w 3355235"/>
                <a:gd name="connsiteY5" fmla="*/ 0 h 1745673"/>
                <a:gd name="connsiteX6" fmla="*/ 3151909 w 3355235"/>
                <a:gd name="connsiteY6" fmla="*/ 180109 h 1745673"/>
                <a:gd name="connsiteX7" fmla="*/ 3241963 w 3355235"/>
                <a:gd name="connsiteY7" fmla="*/ 803564 h 1745673"/>
                <a:gd name="connsiteX0" fmla="*/ 1828800 w 3355235"/>
                <a:gd name="connsiteY0" fmla="*/ 845128 h 1614055"/>
                <a:gd name="connsiteX1" fmla="*/ 1399309 w 3355235"/>
                <a:gd name="connsiteY1" fmla="*/ 1614055 h 1614055"/>
                <a:gd name="connsiteX2" fmla="*/ 637309 w 3355235"/>
                <a:gd name="connsiteY2" fmla="*/ 893618 h 1614055"/>
                <a:gd name="connsiteX3" fmla="*/ 0 w 3355235"/>
                <a:gd name="connsiteY3" fmla="*/ 408709 h 1614055"/>
                <a:gd name="connsiteX4" fmla="*/ 221672 w 3355235"/>
                <a:gd name="connsiteY4" fmla="*/ 0 h 1614055"/>
                <a:gd name="connsiteX5" fmla="*/ 1205345 w 3355235"/>
                <a:gd name="connsiteY5" fmla="*/ 0 h 1614055"/>
                <a:gd name="connsiteX6" fmla="*/ 3151909 w 3355235"/>
                <a:gd name="connsiteY6" fmla="*/ 180109 h 1614055"/>
                <a:gd name="connsiteX7" fmla="*/ 3241963 w 3355235"/>
                <a:gd name="connsiteY7" fmla="*/ 803564 h 1614055"/>
                <a:gd name="connsiteX0" fmla="*/ 1828800 w 3355235"/>
                <a:gd name="connsiteY0" fmla="*/ 845128 h 893618"/>
                <a:gd name="connsiteX1" fmla="*/ 637309 w 3355235"/>
                <a:gd name="connsiteY1" fmla="*/ 893618 h 893618"/>
                <a:gd name="connsiteX2" fmla="*/ 0 w 3355235"/>
                <a:gd name="connsiteY2" fmla="*/ 408709 h 893618"/>
                <a:gd name="connsiteX3" fmla="*/ 221672 w 3355235"/>
                <a:gd name="connsiteY3" fmla="*/ 0 h 893618"/>
                <a:gd name="connsiteX4" fmla="*/ 1205345 w 3355235"/>
                <a:gd name="connsiteY4" fmla="*/ 0 h 893618"/>
                <a:gd name="connsiteX5" fmla="*/ 3151909 w 3355235"/>
                <a:gd name="connsiteY5" fmla="*/ 180109 h 893618"/>
                <a:gd name="connsiteX6" fmla="*/ 3241963 w 3355235"/>
                <a:gd name="connsiteY6" fmla="*/ 803564 h 893618"/>
                <a:gd name="connsiteX0" fmla="*/ 1828800 w 3355235"/>
                <a:gd name="connsiteY0" fmla="*/ 890111 h 938601"/>
                <a:gd name="connsiteX1" fmla="*/ 637309 w 3355235"/>
                <a:gd name="connsiteY1" fmla="*/ 938601 h 938601"/>
                <a:gd name="connsiteX2" fmla="*/ 0 w 3355235"/>
                <a:gd name="connsiteY2" fmla="*/ 453692 h 938601"/>
                <a:gd name="connsiteX3" fmla="*/ 221672 w 3355235"/>
                <a:gd name="connsiteY3" fmla="*/ 44983 h 938601"/>
                <a:gd name="connsiteX4" fmla="*/ 1205345 w 3355235"/>
                <a:gd name="connsiteY4" fmla="*/ 44983 h 938601"/>
                <a:gd name="connsiteX5" fmla="*/ 3151909 w 3355235"/>
                <a:gd name="connsiteY5" fmla="*/ 225092 h 938601"/>
                <a:gd name="connsiteX6" fmla="*/ 3241963 w 3355235"/>
                <a:gd name="connsiteY6" fmla="*/ 848547 h 938601"/>
                <a:gd name="connsiteX0" fmla="*/ 1828800 w 3355235"/>
                <a:gd name="connsiteY0" fmla="*/ 912916 h 961406"/>
                <a:gd name="connsiteX1" fmla="*/ 637309 w 3355235"/>
                <a:gd name="connsiteY1" fmla="*/ 961406 h 961406"/>
                <a:gd name="connsiteX2" fmla="*/ 0 w 3355235"/>
                <a:gd name="connsiteY2" fmla="*/ 476497 h 961406"/>
                <a:gd name="connsiteX3" fmla="*/ 221672 w 3355235"/>
                <a:gd name="connsiteY3" fmla="*/ 67788 h 961406"/>
                <a:gd name="connsiteX4" fmla="*/ 1205345 w 3355235"/>
                <a:gd name="connsiteY4" fmla="*/ 67788 h 961406"/>
                <a:gd name="connsiteX5" fmla="*/ 3151909 w 3355235"/>
                <a:gd name="connsiteY5" fmla="*/ 247897 h 961406"/>
                <a:gd name="connsiteX6" fmla="*/ 3241963 w 3355235"/>
                <a:gd name="connsiteY6" fmla="*/ 871352 h 961406"/>
                <a:gd name="connsiteX0" fmla="*/ 1828800 w 3355235"/>
                <a:gd name="connsiteY0" fmla="*/ 890112 h 938602"/>
                <a:gd name="connsiteX1" fmla="*/ 637309 w 3355235"/>
                <a:gd name="connsiteY1" fmla="*/ 938602 h 938602"/>
                <a:gd name="connsiteX2" fmla="*/ 0 w 3355235"/>
                <a:gd name="connsiteY2" fmla="*/ 453693 h 938602"/>
                <a:gd name="connsiteX3" fmla="*/ 221672 w 3355235"/>
                <a:gd name="connsiteY3" fmla="*/ 44984 h 938602"/>
                <a:gd name="connsiteX4" fmla="*/ 1205345 w 3355235"/>
                <a:gd name="connsiteY4" fmla="*/ 44984 h 938602"/>
                <a:gd name="connsiteX5" fmla="*/ 3151909 w 3355235"/>
                <a:gd name="connsiteY5" fmla="*/ 225093 h 938602"/>
                <a:gd name="connsiteX6" fmla="*/ 3241963 w 3355235"/>
                <a:gd name="connsiteY6" fmla="*/ 848548 h 93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5235" h="938602">
                  <a:moveTo>
                    <a:pt x="1828800" y="890112"/>
                  </a:moveTo>
                  <a:lnTo>
                    <a:pt x="637309" y="938602"/>
                  </a:lnTo>
                  <a:cubicBezTo>
                    <a:pt x="397164" y="871638"/>
                    <a:pt x="157018" y="846238"/>
                    <a:pt x="0" y="453693"/>
                  </a:cubicBezTo>
                  <a:lnTo>
                    <a:pt x="221672" y="44984"/>
                  </a:lnTo>
                  <a:cubicBezTo>
                    <a:pt x="422563" y="-23134"/>
                    <a:pt x="716972" y="14966"/>
                    <a:pt x="1205345" y="44984"/>
                  </a:cubicBezTo>
                  <a:cubicBezTo>
                    <a:pt x="1693718" y="75002"/>
                    <a:pt x="2987964" y="-162834"/>
                    <a:pt x="3151909" y="225093"/>
                  </a:cubicBezTo>
                  <a:cubicBezTo>
                    <a:pt x="3315854" y="613020"/>
                    <a:pt x="3465945" y="613021"/>
                    <a:pt x="3241963" y="848548"/>
                  </a:cubicBezTo>
                </a:path>
              </a:pathLst>
            </a:custGeom>
            <a:solidFill>
              <a:srgbClr val="FFC00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1" name="k2">
              <a:extLst>
                <a:ext uri="{FF2B5EF4-FFF2-40B4-BE49-F238E27FC236}">
                  <a16:creationId xmlns:a16="http://schemas.microsoft.com/office/drawing/2014/main" id="{F095EB4E-DA20-4291-925F-F4F69447F425}"/>
                </a:ext>
              </a:extLst>
            </p:cNvPr>
            <p:cNvSpPr/>
            <p:nvPr/>
          </p:nvSpPr>
          <p:spPr bwMode="auto">
            <a:xfrm>
              <a:off x="6793904" y="1175067"/>
              <a:ext cx="1463921" cy="558240"/>
            </a:xfrm>
            <a:custGeom>
              <a:avLst/>
              <a:gdLst>
                <a:gd name="connsiteX0" fmla="*/ 0 w 2944090"/>
                <a:gd name="connsiteY0" fmla="*/ 1489364 h 3186545"/>
                <a:gd name="connsiteX1" fmla="*/ 13854 w 2944090"/>
                <a:gd name="connsiteY1" fmla="*/ 1911927 h 3186545"/>
                <a:gd name="connsiteX2" fmla="*/ 387927 w 2944090"/>
                <a:gd name="connsiteY2" fmla="*/ 3186545 h 3186545"/>
                <a:gd name="connsiteX3" fmla="*/ 949036 w 2944090"/>
                <a:gd name="connsiteY3" fmla="*/ 3041073 h 3186545"/>
                <a:gd name="connsiteX4" fmla="*/ 949036 w 2944090"/>
                <a:gd name="connsiteY4" fmla="*/ 2687782 h 3186545"/>
                <a:gd name="connsiteX5" fmla="*/ 810490 w 2944090"/>
                <a:gd name="connsiteY5" fmla="*/ 2272145 h 3186545"/>
                <a:gd name="connsiteX6" fmla="*/ 1136072 w 2944090"/>
                <a:gd name="connsiteY6" fmla="*/ 1593273 h 3186545"/>
                <a:gd name="connsiteX7" fmla="*/ 2944090 w 2944090"/>
                <a:gd name="connsiteY7" fmla="*/ 304800 h 3186545"/>
                <a:gd name="connsiteX8" fmla="*/ 2937163 w 2944090"/>
                <a:gd name="connsiteY8" fmla="*/ 0 h 3186545"/>
                <a:gd name="connsiteX9" fmla="*/ 1620981 w 2944090"/>
                <a:gd name="connsiteY9" fmla="*/ 13855 h 3186545"/>
                <a:gd name="connsiteX10" fmla="*/ 96981 w 2944090"/>
                <a:gd name="connsiteY10" fmla="*/ 1350818 h 3186545"/>
                <a:gd name="connsiteX0" fmla="*/ 0 w 2944090"/>
                <a:gd name="connsiteY0" fmla="*/ 1475509 h 3172690"/>
                <a:gd name="connsiteX1" fmla="*/ 13854 w 2944090"/>
                <a:gd name="connsiteY1" fmla="*/ 1898072 h 3172690"/>
                <a:gd name="connsiteX2" fmla="*/ 387927 w 2944090"/>
                <a:gd name="connsiteY2" fmla="*/ 3172690 h 3172690"/>
                <a:gd name="connsiteX3" fmla="*/ 949036 w 2944090"/>
                <a:gd name="connsiteY3" fmla="*/ 3027218 h 3172690"/>
                <a:gd name="connsiteX4" fmla="*/ 949036 w 2944090"/>
                <a:gd name="connsiteY4" fmla="*/ 2673927 h 3172690"/>
                <a:gd name="connsiteX5" fmla="*/ 810490 w 2944090"/>
                <a:gd name="connsiteY5" fmla="*/ 2258290 h 3172690"/>
                <a:gd name="connsiteX6" fmla="*/ 1136072 w 2944090"/>
                <a:gd name="connsiteY6" fmla="*/ 1579418 h 3172690"/>
                <a:gd name="connsiteX7" fmla="*/ 2944090 w 2944090"/>
                <a:gd name="connsiteY7" fmla="*/ 290945 h 3172690"/>
                <a:gd name="connsiteX8" fmla="*/ 2299854 w 2944090"/>
                <a:gd name="connsiteY8" fmla="*/ 117763 h 3172690"/>
                <a:gd name="connsiteX9" fmla="*/ 1620981 w 2944090"/>
                <a:gd name="connsiteY9" fmla="*/ 0 h 3172690"/>
                <a:gd name="connsiteX10" fmla="*/ 96981 w 2944090"/>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2195945 w 2299854"/>
                <a:gd name="connsiteY7" fmla="*/ 692727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1995055 w 2299854"/>
                <a:gd name="connsiteY7" fmla="*/ 699655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161309"/>
                <a:gd name="connsiteY0" fmla="*/ 1530928 h 3228109"/>
                <a:gd name="connsiteX1" fmla="*/ 13854 w 2161309"/>
                <a:gd name="connsiteY1" fmla="*/ 1953491 h 3228109"/>
                <a:gd name="connsiteX2" fmla="*/ 387927 w 2161309"/>
                <a:gd name="connsiteY2" fmla="*/ 3228109 h 3228109"/>
                <a:gd name="connsiteX3" fmla="*/ 949036 w 2161309"/>
                <a:gd name="connsiteY3" fmla="*/ 3082637 h 3228109"/>
                <a:gd name="connsiteX4" fmla="*/ 949036 w 2161309"/>
                <a:gd name="connsiteY4" fmla="*/ 2729346 h 3228109"/>
                <a:gd name="connsiteX5" fmla="*/ 810490 w 2161309"/>
                <a:gd name="connsiteY5" fmla="*/ 2313709 h 3228109"/>
                <a:gd name="connsiteX6" fmla="*/ 1136072 w 2161309"/>
                <a:gd name="connsiteY6" fmla="*/ 1634837 h 3228109"/>
                <a:gd name="connsiteX7" fmla="*/ 1995055 w 2161309"/>
                <a:gd name="connsiteY7" fmla="*/ 755074 h 3228109"/>
                <a:gd name="connsiteX8" fmla="*/ 2161309 w 2161309"/>
                <a:gd name="connsiteY8" fmla="*/ 0 h 3228109"/>
                <a:gd name="connsiteX9" fmla="*/ 1620981 w 2161309"/>
                <a:gd name="connsiteY9" fmla="*/ 55419 h 3228109"/>
                <a:gd name="connsiteX10" fmla="*/ 96981 w 2161309"/>
                <a:gd name="connsiteY10" fmla="*/ 1392382 h 3228109"/>
                <a:gd name="connsiteX0" fmla="*/ 0 w 2161309"/>
                <a:gd name="connsiteY0" fmla="*/ 1530928 h 3082637"/>
                <a:gd name="connsiteX1" fmla="*/ 13854 w 2161309"/>
                <a:gd name="connsiteY1" fmla="*/ 1953491 h 3082637"/>
                <a:gd name="connsiteX2" fmla="*/ 651164 w 2161309"/>
                <a:gd name="connsiteY2" fmla="*/ 1551709 h 3082637"/>
                <a:gd name="connsiteX3" fmla="*/ 949036 w 2161309"/>
                <a:gd name="connsiteY3" fmla="*/ 3082637 h 3082637"/>
                <a:gd name="connsiteX4" fmla="*/ 949036 w 2161309"/>
                <a:gd name="connsiteY4" fmla="*/ 2729346 h 3082637"/>
                <a:gd name="connsiteX5" fmla="*/ 810490 w 2161309"/>
                <a:gd name="connsiteY5" fmla="*/ 2313709 h 3082637"/>
                <a:gd name="connsiteX6" fmla="*/ 1136072 w 2161309"/>
                <a:gd name="connsiteY6" fmla="*/ 1634837 h 3082637"/>
                <a:gd name="connsiteX7" fmla="*/ 1995055 w 2161309"/>
                <a:gd name="connsiteY7" fmla="*/ 755074 h 3082637"/>
                <a:gd name="connsiteX8" fmla="*/ 2161309 w 2161309"/>
                <a:gd name="connsiteY8" fmla="*/ 0 h 3082637"/>
                <a:gd name="connsiteX9" fmla="*/ 1620981 w 2161309"/>
                <a:gd name="connsiteY9" fmla="*/ 55419 h 3082637"/>
                <a:gd name="connsiteX10" fmla="*/ 96981 w 2161309"/>
                <a:gd name="connsiteY10" fmla="*/ 1392382 h 3082637"/>
                <a:gd name="connsiteX0" fmla="*/ 0 w 2161309"/>
                <a:gd name="connsiteY0" fmla="*/ 1530928 h 3082637"/>
                <a:gd name="connsiteX1" fmla="*/ 13854 w 2161309"/>
                <a:gd name="connsiteY1" fmla="*/ 1953491 h 3082637"/>
                <a:gd name="connsiteX2" fmla="*/ 651164 w 2161309"/>
                <a:gd name="connsiteY2" fmla="*/ 1551709 h 3082637"/>
                <a:gd name="connsiteX3" fmla="*/ 949036 w 2161309"/>
                <a:gd name="connsiteY3" fmla="*/ 3082637 h 3082637"/>
                <a:gd name="connsiteX4" fmla="*/ 810490 w 2161309"/>
                <a:gd name="connsiteY4" fmla="*/ 2313709 h 3082637"/>
                <a:gd name="connsiteX5" fmla="*/ 1136072 w 2161309"/>
                <a:gd name="connsiteY5" fmla="*/ 1634837 h 3082637"/>
                <a:gd name="connsiteX6" fmla="*/ 1995055 w 2161309"/>
                <a:gd name="connsiteY6" fmla="*/ 755074 h 3082637"/>
                <a:gd name="connsiteX7" fmla="*/ 2161309 w 2161309"/>
                <a:gd name="connsiteY7" fmla="*/ 0 h 3082637"/>
                <a:gd name="connsiteX8" fmla="*/ 1620981 w 2161309"/>
                <a:gd name="connsiteY8" fmla="*/ 55419 h 3082637"/>
                <a:gd name="connsiteX9" fmla="*/ 96981 w 2161309"/>
                <a:gd name="connsiteY9" fmla="*/ 1392382 h 3082637"/>
                <a:gd name="connsiteX0" fmla="*/ 0 w 2161309"/>
                <a:gd name="connsiteY0" fmla="*/ 1530928 h 2313709"/>
                <a:gd name="connsiteX1" fmla="*/ 13854 w 2161309"/>
                <a:gd name="connsiteY1" fmla="*/ 1953491 h 2313709"/>
                <a:gd name="connsiteX2" fmla="*/ 651164 w 2161309"/>
                <a:gd name="connsiteY2" fmla="*/ 1551709 h 2313709"/>
                <a:gd name="connsiteX3" fmla="*/ 810490 w 2161309"/>
                <a:gd name="connsiteY3" fmla="*/ 2313709 h 2313709"/>
                <a:gd name="connsiteX4" fmla="*/ 1136072 w 2161309"/>
                <a:gd name="connsiteY4" fmla="*/ 1634837 h 2313709"/>
                <a:gd name="connsiteX5" fmla="*/ 1995055 w 2161309"/>
                <a:gd name="connsiteY5" fmla="*/ 755074 h 2313709"/>
                <a:gd name="connsiteX6" fmla="*/ 2161309 w 2161309"/>
                <a:gd name="connsiteY6" fmla="*/ 0 h 2313709"/>
                <a:gd name="connsiteX7" fmla="*/ 1620981 w 2161309"/>
                <a:gd name="connsiteY7" fmla="*/ 55419 h 2313709"/>
                <a:gd name="connsiteX8" fmla="*/ 96981 w 2161309"/>
                <a:gd name="connsiteY8" fmla="*/ 1392382 h 2313709"/>
                <a:gd name="connsiteX0" fmla="*/ 0 w 2161309"/>
                <a:gd name="connsiteY0" fmla="*/ 1530928 h 1953491"/>
                <a:gd name="connsiteX1" fmla="*/ 13854 w 2161309"/>
                <a:gd name="connsiteY1" fmla="*/ 1953491 h 1953491"/>
                <a:gd name="connsiteX2" fmla="*/ 651164 w 2161309"/>
                <a:gd name="connsiteY2" fmla="*/ 1551709 h 1953491"/>
                <a:gd name="connsiteX3" fmla="*/ 1136072 w 2161309"/>
                <a:gd name="connsiteY3" fmla="*/ 1634837 h 1953491"/>
                <a:gd name="connsiteX4" fmla="*/ 1995055 w 2161309"/>
                <a:gd name="connsiteY4" fmla="*/ 755074 h 1953491"/>
                <a:gd name="connsiteX5" fmla="*/ 2161309 w 2161309"/>
                <a:gd name="connsiteY5" fmla="*/ 0 h 1953491"/>
                <a:gd name="connsiteX6" fmla="*/ 1620981 w 2161309"/>
                <a:gd name="connsiteY6" fmla="*/ 55419 h 1953491"/>
                <a:gd name="connsiteX7" fmla="*/ 96981 w 2161309"/>
                <a:gd name="connsiteY7" fmla="*/ 1392382 h 1953491"/>
                <a:gd name="connsiteX0" fmla="*/ 0 w 2161309"/>
                <a:gd name="connsiteY0" fmla="*/ 1530928 h 1953491"/>
                <a:gd name="connsiteX1" fmla="*/ 13854 w 2161309"/>
                <a:gd name="connsiteY1" fmla="*/ 1953491 h 1953491"/>
                <a:gd name="connsiteX2" fmla="*/ 651164 w 2161309"/>
                <a:gd name="connsiteY2" fmla="*/ 1551709 h 1953491"/>
                <a:gd name="connsiteX3" fmla="*/ 1995055 w 2161309"/>
                <a:gd name="connsiteY3" fmla="*/ 755074 h 1953491"/>
                <a:gd name="connsiteX4" fmla="*/ 2161309 w 2161309"/>
                <a:gd name="connsiteY4" fmla="*/ 0 h 1953491"/>
                <a:gd name="connsiteX5" fmla="*/ 1620981 w 2161309"/>
                <a:gd name="connsiteY5" fmla="*/ 55419 h 1953491"/>
                <a:gd name="connsiteX6" fmla="*/ 96981 w 2161309"/>
                <a:gd name="connsiteY6" fmla="*/ 1392382 h 1953491"/>
                <a:gd name="connsiteX0" fmla="*/ 0 w 2161309"/>
                <a:gd name="connsiteY0" fmla="*/ 1530928 h 1551709"/>
                <a:gd name="connsiteX1" fmla="*/ 540326 w 2161309"/>
                <a:gd name="connsiteY1" fmla="*/ 1260764 h 1551709"/>
                <a:gd name="connsiteX2" fmla="*/ 651164 w 2161309"/>
                <a:gd name="connsiteY2" fmla="*/ 1551709 h 1551709"/>
                <a:gd name="connsiteX3" fmla="*/ 1995055 w 2161309"/>
                <a:gd name="connsiteY3" fmla="*/ 755074 h 1551709"/>
                <a:gd name="connsiteX4" fmla="*/ 2161309 w 2161309"/>
                <a:gd name="connsiteY4" fmla="*/ 0 h 1551709"/>
                <a:gd name="connsiteX5" fmla="*/ 1620981 w 2161309"/>
                <a:gd name="connsiteY5" fmla="*/ 55419 h 1551709"/>
                <a:gd name="connsiteX6" fmla="*/ 96981 w 2161309"/>
                <a:gd name="connsiteY6" fmla="*/ 1392382 h 1551709"/>
                <a:gd name="connsiteX0" fmla="*/ 0 w 2161309"/>
                <a:gd name="connsiteY0" fmla="*/ 1530928 h 1551709"/>
                <a:gd name="connsiteX1" fmla="*/ 540326 w 2161309"/>
                <a:gd name="connsiteY1" fmla="*/ 1260764 h 1551709"/>
                <a:gd name="connsiteX2" fmla="*/ 651164 w 2161309"/>
                <a:gd name="connsiteY2" fmla="*/ 1551709 h 1551709"/>
                <a:gd name="connsiteX3" fmla="*/ 1995055 w 2161309"/>
                <a:gd name="connsiteY3" fmla="*/ 755074 h 1551709"/>
                <a:gd name="connsiteX4" fmla="*/ 2161309 w 2161309"/>
                <a:gd name="connsiteY4" fmla="*/ 0 h 1551709"/>
                <a:gd name="connsiteX5" fmla="*/ 1620981 w 2161309"/>
                <a:gd name="connsiteY5" fmla="*/ 55419 h 1551709"/>
                <a:gd name="connsiteX6" fmla="*/ 581890 w 2161309"/>
                <a:gd name="connsiteY6" fmla="*/ 935182 h 1551709"/>
                <a:gd name="connsiteX0" fmla="*/ 55419 w 1620983"/>
                <a:gd name="connsiteY0" fmla="*/ 1032164 h 1551709"/>
                <a:gd name="connsiteX1" fmla="*/ 0 w 1620983"/>
                <a:gd name="connsiteY1" fmla="*/ 1260764 h 1551709"/>
                <a:gd name="connsiteX2" fmla="*/ 110838 w 1620983"/>
                <a:gd name="connsiteY2" fmla="*/ 1551709 h 1551709"/>
                <a:gd name="connsiteX3" fmla="*/ 1454729 w 1620983"/>
                <a:gd name="connsiteY3" fmla="*/ 755074 h 1551709"/>
                <a:gd name="connsiteX4" fmla="*/ 1620983 w 1620983"/>
                <a:gd name="connsiteY4" fmla="*/ 0 h 1551709"/>
                <a:gd name="connsiteX5" fmla="*/ 1080655 w 1620983"/>
                <a:gd name="connsiteY5" fmla="*/ 55419 h 1551709"/>
                <a:gd name="connsiteX6" fmla="*/ 41564 w 1620983"/>
                <a:gd name="connsiteY6" fmla="*/ 935182 h 1551709"/>
                <a:gd name="connsiteX0" fmla="*/ 55419 w 1620983"/>
                <a:gd name="connsiteY0" fmla="*/ 1032164 h 1551709"/>
                <a:gd name="connsiteX1" fmla="*/ 0 w 1620983"/>
                <a:gd name="connsiteY1" fmla="*/ 1260764 h 1551709"/>
                <a:gd name="connsiteX2" fmla="*/ 110838 w 1620983"/>
                <a:gd name="connsiteY2" fmla="*/ 1551709 h 1551709"/>
                <a:gd name="connsiteX3" fmla="*/ 1454729 w 1620983"/>
                <a:gd name="connsiteY3" fmla="*/ 755074 h 1551709"/>
                <a:gd name="connsiteX4" fmla="*/ 1620983 w 1620983"/>
                <a:gd name="connsiteY4" fmla="*/ 0 h 1551709"/>
                <a:gd name="connsiteX5" fmla="*/ 1080655 w 1620983"/>
                <a:gd name="connsiteY5" fmla="*/ 55419 h 1551709"/>
                <a:gd name="connsiteX6" fmla="*/ 270164 w 1620983"/>
                <a:gd name="connsiteY6" fmla="*/ 665018 h 1551709"/>
                <a:gd name="connsiteX0" fmla="*/ 55419 w 1620983"/>
                <a:gd name="connsiteY0" fmla="*/ 1032164 h 1427018"/>
                <a:gd name="connsiteX1" fmla="*/ 0 w 1620983"/>
                <a:gd name="connsiteY1" fmla="*/ 1260764 h 1427018"/>
                <a:gd name="connsiteX2" fmla="*/ 290947 w 1620983"/>
                <a:gd name="connsiteY2" fmla="*/ 1427018 h 1427018"/>
                <a:gd name="connsiteX3" fmla="*/ 1454729 w 1620983"/>
                <a:gd name="connsiteY3" fmla="*/ 755074 h 1427018"/>
                <a:gd name="connsiteX4" fmla="*/ 1620983 w 1620983"/>
                <a:gd name="connsiteY4" fmla="*/ 0 h 1427018"/>
                <a:gd name="connsiteX5" fmla="*/ 1080655 w 1620983"/>
                <a:gd name="connsiteY5" fmla="*/ 55419 h 1427018"/>
                <a:gd name="connsiteX6" fmla="*/ 270164 w 1620983"/>
                <a:gd name="connsiteY6" fmla="*/ 665018 h 1427018"/>
                <a:gd name="connsiteX0" fmla="*/ 55419 w 1620983"/>
                <a:gd name="connsiteY0" fmla="*/ 1032164 h 1427018"/>
                <a:gd name="connsiteX1" fmla="*/ 0 w 1620983"/>
                <a:gd name="connsiteY1" fmla="*/ 1260764 h 1427018"/>
                <a:gd name="connsiteX2" fmla="*/ 290947 w 1620983"/>
                <a:gd name="connsiteY2" fmla="*/ 1427018 h 1427018"/>
                <a:gd name="connsiteX3" fmla="*/ 1454729 w 1620983"/>
                <a:gd name="connsiteY3" fmla="*/ 755074 h 1427018"/>
                <a:gd name="connsiteX4" fmla="*/ 1620983 w 1620983"/>
                <a:gd name="connsiteY4" fmla="*/ 0 h 1427018"/>
                <a:gd name="connsiteX5" fmla="*/ 1087583 w 1620983"/>
                <a:gd name="connsiteY5" fmla="*/ 6928 h 1427018"/>
                <a:gd name="connsiteX6" fmla="*/ 270164 w 1620983"/>
                <a:gd name="connsiteY6" fmla="*/ 665018 h 1427018"/>
                <a:gd name="connsiteX0" fmla="*/ 55419 w 2237511"/>
                <a:gd name="connsiteY0" fmla="*/ 1025236 h 1420090"/>
                <a:gd name="connsiteX1" fmla="*/ 0 w 2237511"/>
                <a:gd name="connsiteY1" fmla="*/ 1253836 h 1420090"/>
                <a:gd name="connsiteX2" fmla="*/ 290947 w 2237511"/>
                <a:gd name="connsiteY2" fmla="*/ 1420090 h 1420090"/>
                <a:gd name="connsiteX3" fmla="*/ 1454729 w 2237511"/>
                <a:gd name="connsiteY3" fmla="*/ 748146 h 1420090"/>
                <a:gd name="connsiteX4" fmla="*/ 2237511 w 2237511"/>
                <a:gd name="connsiteY4" fmla="*/ 6926 h 1420090"/>
                <a:gd name="connsiteX5" fmla="*/ 1087583 w 2237511"/>
                <a:gd name="connsiteY5" fmla="*/ 0 h 1420090"/>
                <a:gd name="connsiteX6" fmla="*/ 270164 w 2237511"/>
                <a:gd name="connsiteY6" fmla="*/ 658090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270164 w 2237511"/>
                <a:gd name="connsiteY6" fmla="*/ 658090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672576 w 2237511"/>
                <a:gd name="connsiteY6" fmla="*/ 396013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731108 w 2237511"/>
                <a:gd name="connsiteY6" fmla="*/ 377728 h 1420090"/>
                <a:gd name="connsiteX0" fmla="*/ 1423619 w 2237511"/>
                <a:gd name="connsiteY0" fmla="*/ 336523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731108 w 2237511"/>
                <a:gd name="connsiteY6" fmla="*/ 377728 h 1420090"/>
                <a:gd name="connsiteX0" fmla="*/ 1132672 w 1946564"/>
                <a:gd name="connsiteY0" fmla="*/ 336523 h 1420090"/>
                <a:gd name="connsiteX1" fmla="*/ 1582097 w 1946564"/>
                <a:gd name="connsiteY1" fmla="*/ 522460 h 1420090"/>
                <a:gd name="connsiteX2" fmla="*/ 0 w 1946564"/>
                <a:gd name="connsiteY2" fmla="*/ 1420090 h 1420090"/>
                <a:gd name="connsiteX3" fmla="*/ 1752600 w 1946564"/>
                <a:gd name="connsiteY3" fmla="*/ 491837 h 1420090"/>
                <a:gd name="connsiteX4" fmla="*/ 1946564 w 1946564"/>
                <a:gd name="connsiteY4" fmla="*/ 6926 h 1420090"/>
                <a:gd name="connsiteX5" fmla="*/ 796636 w 1946564"/>
                <a:gd name="connsiteY5" fmla="*/ 0 h 1420090"/>
                <a:gd name="connsiteX6" fmla="*/ 440161 w 1946564"/>
                <a:gd name="connsiteY6" fmla="*/ 377728 h 1420090"/>
                <a:gd name="connsiteX0" fmla="*/ 692511 w 1506403"/>
                <a:gd name="connsiteY0" fmla="*/ 336523 h 522460"/>
                <a:gd name="connsiteX1" fmla="*/ 1141936 w 1506403"/>
                <a:gd name="connsiteY1" fmla="*/ 522460 h 522460"/>
                <a:gd name="connsiteX2" fmla="*/ 1312439 w 1506403"/>
                <a:gd name="connsiteY2" fmla="*/ 491837 h 522460"/>
                <a:gd name="connsiteX3" fmla="*/ 1506403 w 1506403"/>
                <a:gd name="connsiteY3" fmla="*/ 6926 h 522460"/>
                <a:gd name="connsiteX4" fmla="*/ 356475 w 1506403"/>
                <a:gd name="connsiteY4" fmla="*/ 0 h 522460"/>
                <a:gd name="connsiteX5" fmla="*/ 0 w 1506403"/>
                <a:gd name="connsiteY5" fmla="*/ 377728 h 522460"/>
                <a:gd name="connsiteX0" fmla="*/ 692511 w 1506403"/>
                <a:gd name="connsiteY0" fmla="*/ 336523 h 522460"/>
                <a:gd name="connsiteX1" fmla="*/ 1141936 w 1506403"/>
                <a:gd name="connsiteY1" fmla="*/ 522460 h 522460"/>
                <a:gd name="connsiteX2" fmla="*/ 1297806 w 1506403"/>
                <a:gd name="connsiteY2" fmla="*/ 296803 h 522460"/>
                <a:gd name="connsiteX3" fmla="*/ 1506403 w 1506403"/>
                <a:gd name="connsiteY3" fmla="*/ 6926 h 522460"/>
                <a:gd name="connsiteX4" fmla="*/ 356475 w 1506403"/>
                <a:gd name="connsiteY4" fmla="*/ 0 h 522460"/>
                <a:gd name="connsiteX5" fmla="*/ 0 w 1506403"/>
                <a:gd name="connsiteY5" fmla="*/ 377728 h 522460"/>
                <a:gd name="connsiteX0" fmla="*/ 692511 w 1506403"/>
                <a:gd name="connsiteY0" fmla="*/ 336523 h 377728"/>
                <a:gd name="connsiteX1" fmla="*/ 1297806 w 1506403"/>
                <a:gd name="connsiteY1" fmla="*/ 296803 h 377728"/>
                <a:gd name="connsiteX2" fmla="*/ 1506403 w 1506403"/>
                <a:gd name="connsiteY2" fmla="*/ 6926 h 377728"/>
                <a:gd name="connsiteX3" fmla="*/ 356475 w 1506403"/>
                <a:gd name="connsiteY3" fmla="*/ 0 h 377728"/>
                <a:gd name="connsiteX4" fmla="*/ 0 w 1506403"/>
                <a:gd name="connsiteY4" fmla="*/ 377728 h 377728"/>
                <a:gd name="connsiteX0" fmla="*/ 809577 w 1506403"/>
                <a:gd name="connsiteY0" fmla="*/ 452324 h 452324"/>
                <a:gd name="connsiteX1" fmla="*/ 1297806 w 1506403"/>
                <a:gd name="connsiteY1" fmla="*/ 296803 h 452324"/>
                <a:gd name="connsiteX2" fmla="*/ 1506403 w 1506403"/>
                <a:gd name="connsiteY2" fmla="*/ 6926 h 452324"/>
                <a:gd name="connsiteX3" fmla="*/ 356475 w 1506403"/>
                <a:gd name="connsiteY3" fmla="*/ 0 h 452324"/>
                <a:gd name="connsiteX4" fmla="*/ 0 w 1506403"/>
                <a:gd name="connsiteY4" fmla="*/ 377728 h 452324"/>
                <a:gd name="connsiteX0" fmla="*/ 809577 w 1650312"/>
                <a:gd name="connsiteY0" fmla="*/ 452324 h 452324"/>
                <a:gd name="connsiteX1" fmla="*/ 1297806 w 1650312"/>
                <a:gd name="connsiteY1" fmla="*/ 296803 h 452324"/>
                <a:gd name="connsiteX2" fmla="*/ 1506403 w 1650312"/>
                <a:gd name="connsiteY2" fmla="*/ 6926 h 452324"/>
                <a:gd name="connsiteX3" fmla="*/ 356475 w 1650312"/>
                <a:gd name="connsiteY3" fmla="*/ 0 h 452324"/>
                <a:gd name="connsiteX4" fmla="*/ 0 w 1650312"/>
                <a:gd name="connsiteY4" fmla="*/ 377728 h 452324"/>
                <a:gd name="connsiteX0" fmla="*/ 809577 w 1650312"/>
                <a:gd name="connsiteY0" fmla="*/ 452324 h 452324"/>
                <a:gd name="connsiteX1" fmla="*/ 1297806 w 1650312"/>
                <a:gd name="connsiteY1" fmla="*/ 296803 h 452324"/>
                <a:gd name="connsiteX2" fmla="*/ 1506403 w 1650312"/>
                <a:gd name="connsiteY2" fmla="*/ 6926 h 452324"/>
                <a:gd name="connsiteX3" fmla="*/ 356475 w 1650312"/>
                <a:gd name="connsiteY3" fmla="*/ 0 h 452324"/>
                <a:gd name="connsiteX4" fmla="*/ 0 w 1650312"/>
                <a:gd name="connsiteY4" fmla="*/ 377728 h 452324"/>
                <a:gd name="connsiteX0" fmla="*/ 809577 w 1610743"/>
                <a:gd name="connsiteY0" fmla="*/ 468752 h 468752"/>
                <a:gd name="connsiteX1" fmla="*/ 1489763 w 1610743"/>
                <a:gd name="connsiteY1" fmla="*/ 313231 h 468752"/>
                <a:gd name="connsiteX2" fmla="*/ 1506403 w 1610743"/>
                <a:gd name="connsiteY2" fmla="*/ 23354 h 468752"/>
                <a:gd name="connsiteX3" fmla="*/ 356475 w 1610743"/>
                <a:gd name="connsiteY3" fmla="*/ 16428 h 468752"/>
                <a:gd name="connsiteX4" fmla="*/ 0 w 1610743"/>
                <a:gd name="connsiteY4" fmla="*/ 394156 h 468752"/>
                <a:gd name="connsiteX0" fmla="*/ 809577 w 1610743"/>
                <a:gd name="connsiteY0" fmla="*/ 518570 h 518570"/>
                <a:gd name="connsiteX1" fmla="*/ 1489763 w 1610743"/>
                <a:gd name="connsiteY1" fmla="*/ 363049 h 518570"/>
                <a:gd name="connsiteX2" fmla="*/ 1506403 w 1610743"/>
                <a:gd name="connsiteY2" fmla="*/ 73172 h 518570"/>
                <a:gd name="connsiteX3" fmla="*/ 356475 w 1610743"/>
                <a:gd name="connsiteY3" fmla="*/ 66246 h 518570"/>
                <a:gd name="connsiteX4" fmla="*/ 0 w 1610743"/>
                <a:gd name="connsiteY4" fmla="*/ 443974 h 518570"/>
                <a:gd name="connsiteX0" fmla="*/ 809577 w 1610743"/>
                <a:gd name="connsiteY0" fmla="*/ 518570 h 518570"/>
                <a:gd name="connsiteX1" fmla="*/ 1489763 w 1610743"/>
                <a:gd name="connsiteY1" fmla="*/ 363049 h 518570"/>
                <a:gd name="connsiteX2" fmla="*/ 1506403 w 1610743"/>
                <a:gd name="connsiteY2" fmla="*/ 73172 h 518570"/>
                <a:gd name="connsiteX3" fmla="*/ 356475 w 1610743"/>
                <a:gd name="connsiteY3" fmla="*/ 66246 h 518570"/>
                <a:gd name="connsiteX4" fmla="*/ 0 w 1610743"/>
                <a:gd name="connsiteY4" fmla="*/ 443974 h 518570"/>
                <a:gd name="connsiteX0" fmla="*/ 725595 w 1526761"/>
                <a:gd name="connsiteY0" fmla="*/ 491154 h 491154"/>
                <a:gd name="connsiteX1" fmla="*/ 1405781 w 1526761"/>
                <a:gd name="connsiteY1" fmla="*/ 335633 h 491154"/>
                <a:gd name="connsiteX2" fmla="*/ 1422421 w 1526761"/>
                <a:gd name="connsiteY2" fmla="*/ 45756 h 491154"/>
                <a:gd name="connsiteX3" fmla="*/ 272493 w 1526761"/>
                <a:gd name="connsiteY3" fmla="*/ 38830 h 491154"/>
                <a:gd name="connsiteX4" fmla="*/ 0 w 1526761"/>
                <a:gd name="connsiteY4" fmla="*/ 416558 h 491154"/>
                <a:gd name="connsiteX0" fmla="*/ 745026 w 1546192"/>
                <a:gd name="connsiteY0" fmla="*/ 491154 h 491154"/>
                <a:gd name="connsiteX1" fmla="*/ 1425212 w 1546192"/>
                <a:gd name="connsiteY1" fmla="*/ 335633 h 491154"/>
                <a:gd name="connsiteX2" fmla="*/ 1441852 w 1546192"/>
                <a:gd name="connsiteY2" fmla="*/ 45756 h 491154"/>
                <a:gd name="connsiteX3" fmla="*/ 291924 w 1546192"/>
                <a:gd name="connsiteY3" fmla="*/ 38830 h 491154"/>
                <a:gd name="connsiteX4" fmla="*/ 19431 w 1546192"/>
                <a:gd name="connsiteY4" fmla="*/ 416558 h 491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6192" h="491154">
                  <a:moveTo>
                    <a:pt x="745026" y="491154"/>
                  </a:moveTo>
                  <a:lnTo>
                    <a:pt x="1425212" y="335633"/>
                  </a:lnTo>
                  <a:cubicBezTo>
                    <a:pt x="1524503" y="77015"/>
                    <a:pt x="1630733" y="95223"/>
                    <a:pt x="1441852" y="45756"/>
                  </a:cubicBezTo>
                  <a:cubicBezTo>
                    <a:pt x="1252971" y="-3711"/>
                    <a:pt x="528994" y="-22970"/>
                    <a:pt x="291924" y="38830"/>
                  </a:cubicBezTo>
                  <a:cubicBezTo>
                    <a:pt x="54854" y="100630"/>
                    <a:pt x="-45704" y="290649"/>
                    <a:pt x="19431" y="416558"/>
                  </a:cubicBezTo>
                </a:path>
              </a:pathLst>
            </a:custGeom>
            <a:solidFill>
              <a:srgbClr val="00B05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2" name="k1">
              <a:extLst>
                <a:ext uri="{FF2B5EF4-FFF2-40B4-BE49-F238E27FC236}">
                  <a16:creationId xmlns:a16="http://schemas.microsoft.com/office/drawing/2014/main" id="{0EAB558D-E61B-4C4A-BC3E-ABD71893A862}"/>
                </a:ext>
              </a:extLst>
            </p:cNvPr>
            <p:cNvSpPr/>
            <p:nvPr/>
          </p:nvSpPr>
          <p:spPr bwMode="auto">
            <a:xfrm>
              <a:off x="8041475" y="2442766"/>
              <a:ext cx="1429258" cy="1974789"/>
            </a:xfrm>
            <a:custGeom>
              <a:avLst/>
              <a:gdLst>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327564 w 2327564"/>
                <a:gd name="connsiteY0" fmla="*/ 1302327 h 3172691"/>
                <a:gd name="connsiteX1" fmla="*/ 1129146 w 2327564"/>
                <a:gd name="connsiteY1" fmla="*/ 256309 h 3172691"/>
                <a:gd name="connsiteX2" fmla="*/ 471055 w 2327564"/>
                <a:gd name="connsiteY2" fmla="*/ 0 h 3172691"/>
                <a:gd name="connsiteX3" fmla="*/ 0 w 2327564"/>
                <a:gd name="connsiteY3" fmla="*/ 48491 h 3172691"/>
                <a:gd name="connsiteX4" fmla="*/ 720436 w 2327564"/>
                <a:gd name="connsiteY4" fmla="*/ 935181 h 3172691"/>
                <a:gd name="connsiteX5" fmla="*/ 311728 w 2327564"/>
                <a:gd name="connsiteY5" fmla="*/ 1246909 h 3172691"/>
                <a:gd name="connsiteX6" fmla="*/ 1260764 w 2327564"/>
                <a:gd name="connsiteY6" fmla="*/ 2445327 h 3172691"/>
                <a:gd name="connsiteX7" fmla="*/ 1420091 w 2327564"/>
                <a:gd name="connsiteY7" fmla="*/ 3027218 h 3172691"/>
                <a:gd name="connsiteX8" fmla="*/ 1842655 w 2327564"/>
                <a:gd name="connsiteY8" fmla="*/ 3172691 h 3172691"/>
                <a:gd name="connsiteX9" fmla="*/ 2195946 w 2327564"/>
                <a:gd name="connsiteY9" fmla="*/ 2570018 h 3172691"/>
                <a:gd name="connsiteX10" fmla="*/ 2251364 w 2327564"/>
                <a:gd name="connsiteY10" fmla="*/ 2015836 h 3172691"/>
                <a:gd name="connsiteX0" fmla="*/ 2015836 w 2015836"/>
                <a:gd name="connsiteY0" fmla="*/ 1302327 h 3172691"/>
                <a:gd name="connsiteX1" fmla="*/ 817418 w 2015836"/>
                <a:gd name="connsiteY1" fmla="*/ 256309 h 3172691"/>
                <a:gd name="connsiteX2" fmla="*/ 159327 w 2015836"/>
                <a:gd name="connsiteY2" fmla="*/ 0 h 3172691"/>
                <a:gd name="connsiteX3" fmla="*/ 741218 w 2015836"/>
                <a:gd name="connsiteY3" fmla="*/ 678873 h 3172691"/>
                <a:gd name="connsiteX4" fmla="*/ 408708 w 2015836"/>
                <a:gd name="connsiteY4" fmla="*/ 935181 h 3172691"/>
                <a:gd name="connsiteX5" fmla="*/ 0 w 2015836"/>
                <a:gd name="connsiteY5" fmla="*/ 1246909 h 3172691"/>
                <a:gd name="connsiteX6" fmla="*/ 949036 w 2015836"/>
                <a:gd name="connsiteY6" fmla="*/ 2445327 h 3172691"/>
                <a:gd name="connsiteX7" fmla="*/ 1108363 w 2015836"/>
                <a:gd name="connsiteY7" fmla="*/ 3027218 h 3172691"/>
                <a:gd name="connsiteX8" fmla="*/ 1530927 w 2015836"/>
                <a:gd name="connsiteY8" fmla="*/ 3172691 h 3172691"/>
                <a:gd name="connsiteX9" fmla="*/ 1884218 w 2015836"/>
                <a:gd name="connsiteY9" fmla="*/ 2570018 h 3172691"/>
                <a:gd name="connsiteX10" fmla="*/ 1939636 w 2015836"/>
                <a:gd name="connsiteY10" fmla="*/ 2015836 h 3172691"/>
                <a:gd name="connsiteX0" fmla="*/ 2015836 w 2015836"/>
                <a:gd name="connsiteY0" fmla="*/ 1046018 h 2916382"/>
                <a:gd name="connsiteX1" fmla="*/ 817418 w 2015836"/>
                <a:gd name="connsiteY1" fmla="*/ 0 h 2916382"/>
                <a:gd name="connsiteX2" fmla="*/ 1066800 w 2015836"/>
                <a:gd name="connsiteY2" fmla="*/ 477982 h 2916382"/>
                <a:gd name="connsiteX3" fmla="*/ 741218 w 2015836"/>
                <a:gd name="connsiteY3" fmla="*/ 422564 h 2916382"/>
                <a:gd name="connsiteX4" fmla="*/ 408708 w 2015836"/>
                <a:gd name="connsiteY4" fmla="*/ 678872 h 2916382"/>
                <a:gd name="connsiteX5" fmla="*/ 0 w 2015836"/>
                <a:gd name="connsiteY5" fmla="*/ 990600 h 2916382"/>
                <a:gd name="connsiteX6" fmla="*/ 949036 w 2015836"/>
                <a:gd name="connsiteY6" fmla="*/ 2189018 h 2916382"/>
                <a:gd name="connsiteX7" fmla="*/ 1108363 w 2015836"/>
                <a:gd name="connsiteY7" fmla="*/ 2770909 h 2916382"/>
                <a:gd name="connsiteX8" fmla="*/ 1530927 w 2015836"/>
                <a:gd name="connsiteY8" fmla="*/ 2916382 h 2916382"/>
                <a:gd name="connsiteX9" fmla="*/ 1884218 w 2015836"/>
                <a:gd name="connsiteY9" fmla="*/ 2313709 h 2916382"/>
                <a:gd name="connsiteX10" fmla="*/ 1939636 w 2015836"/>
                <a:gd name="connsiteY10" fmla="*/ 1759527 h 2916382"/>
                <a:gd name="connsiteX0" fmla="*/ 2015836 w 2015836"/>
                <a:gd name="connsiteY0" fmla="*/ 623454 h 2493818"/>
                <a:gd name="connsiteX1" fmla="*/ 1385454 w 2015836"/>
                <a:gd name="connsiteY1" fmla="*/ 755072 h 2493818"/>
                <a:gd name="connsiteX2" fmla="*/ 1066800 w 2015836"/>
                <a:gd name="connsiteY2" fmla="*/ 55418 h 2493818"/>
                <a:gd name="connsiteX3" fmla="*/ 741218 w 2015836"/>
                <a:gd name="connsiteY3" fmla="*/ 0 h 2493818"/>
                <a:gd name="connsiteX4" fmla="*/ 408708 w 2015836"/>
                <a:gd name="connsiteY4" fmla="*/ 256308 h 2493818"/>
                <a:gd name="connsiteX5" fmla="*/ 0 w 2015836"/>
                <a:gd name="connsiteY5" fmla="*/ 568036 h 2493818"/>
                <a:gd name="connsiteX6" fmla="*/ 949036 w 2015836"/>
                <a:gd name="connsiteY6" fmla="*/ 1766454 h 2493818"/>
                <a:gd name="connsiteX7" fmla="*/ 1108363 w 2015836"/>
                <a:gd name="connsiteY7" fmla="*/ 2348345 h 2493818"/>
                <a:gd name="connsiteX8" fmla="*/ 1530927 w 2015836"/>
                <a:gd name="connsiteY8" fmla="*/ 2493818 h 2493818"/>
                <a:gd name="connsiteX9" fmla="*/ 1884218 w 2015836"/>
                <a:gd name="connsiteY9" fmla="*/ 1891145 h 2493818"/>
                <a:gd name="connsiteX10" fmla="*/ 1939636 w 2015836"/>
                <a:gd name="connsiteY10" fmla="*/ 1336963 h 2493818"/>
                <a:gd name="connsiteX0" fmla="*/ 1385454 w 1939636"/>
                <a:gd name="connsiteY0" fmla="*/ 755072 h 2493818"/>
                <a:gd name="connsiteX1" fmla="*/ 1066800 w 1939636"/>
                <a:gd name="connsiteY1" fmla="*/ 55418 h 2493818"/>
                <a:gd name="connsiteX2" fmla="*/ 741218 w 1939636"/>
                <a:gd name="connsiteY2" fmla="*/ 0 h 2493818"/>
                <a:gd name="connsiteX3" fmla="*/ 408708 w 1939636"/>
                <a:gd name="connsiteY3" fmla="*/ 256308 h 2493818"/>
                <a:gd name="connsiteX4" fmla="*/ 0 w 1939636"/>
                <a:gd name="connsiteY4" fmla="*/ 568036 h 2493818"/>
                <a:gd name="connsiteX5" fmla="*/ 949036 w 1939636"/>
                <a:gd name="connsiteY5" fmla="*/ 1766454 h 2493818"/>
                <a:gd name="connsiteX6" fmla="*/ 1108363 w 1939636"/>
                <a:gd name="connsiteY6" fmla="*/ 2348345 h 2493818"/>
                <a:gd name="connsiteX7" fmla="*/ 1530927 w 1939636"/>
                <a:gd name="connsiteY7" fmla="*/ 2493818 h 2493818"/>
                <a:gd name="connsiteX8" fmla="*/ 1884218 w 1939636"/>
                <a:gd name="connsiteY8" fmla="*/ 1891145 h 2493818"/>
                <a:gd name="connsiteX9" fmla="*/ 1939636 w 1939636"/>
                <a:gd name="connsiteY9" fmla="*/ 1336963 h 2493818"/>
                <a:gd name="connsiteX0" fmla="*/ 1385454 w 1884218"/>
                <a:gd name="connsiteY0" fmla="*/ 755072 h 2493818"/>
                <a:gd name="connsiteX1" fmla="*/ 1066800 w 1884218"/>
                <a:gd name="connsiteY1" fmla="*/ 55418 h 2493818"/>
                <a:gd name="connsiteX2" fmla="*/ 741218 w 1884218"/>
                <a:gd name="connsiteY2" fmla="*/ 0 h 2493818"/>
                <a:gd name="connsiteX3" fmla="*/ 408708 w 1884218"/>
                <a:gd name="connsiteY3" fmla="*/ 256308 h 2493818"/>
                <a:gd name="connsiteX4" fmla="*/ 0 w 1884218"/>
                <a:gd name="connsiteY4" fmla="*/ 568036 h 2493818"/>
                <a:gd name="connsiteX5" fmla="*/ 949036 w 1884218"/>
                <a:gd name="connsiteY5" fmla="*/ 1766454 h 2493818"/>
                <a:gd name="connsiteX6" fmla="*/ 1108363 w 1884218"/>
                <a:gd name="connsiteY6" fmla="*/ 2348345 h 2493818"/>
                <a:gd name="connsiteX7" fmla="*/ 1530927 w 1884218"/>
                <a:gd name="connsiteY7" fmla="*/ 2493818 h 2493818"/>
                <a:gd name="connsiteX8" fmla="*/ 1884218 w 1884218"/>
                <a:gd name="connsiteY8" fmla="*/ 1891145 h 2493818"/>
                <a:gd name="connsiteX0" fmla="*/ 1385454 w 1884218"/>
                <a:gd name="connsiteY0" fmla="*/ 755072 h 2493818"/>
                <a:gd name="connsiteX1" fmla="*/ 741218 w 1884218"/>
                <a:gd name="connsiteY1" fmla="*/ 0 h 2493818"/>
                <a:gd name="connsiteX2" fmla="*/ 408708 w 1884218"/>
                <a:gd name="connsiteY2" fmla="*/ 256308 h 2493818"/>
                <a:gd name="connsiteX3" fmla="*/ 0 w 1884218"/>
                <a:gd name="connsiteY3" fmla="*/ 568036 h 2493818"/>
                <a:gd name="connsiteX4" fmla="*/ 949036 w 1884218"/>
                <a:gd name="connsiteY4" fmla="*/ 1766454 h 2493818"/>
                <a:gd name="connsiteX5" fmla="*/ 1108363 w 1884218"/>
                <a:gd name="connsiteY5" fmla="*/ 2348345 h 2493818"/>
                <a:gd name="connsiteX6" fmla="*/ 1530927 w 1884218"/>
                <a:gd name="connsiteY6" fmla="*/ 2493818 h 2493818"/>
                <a:gd name="connsiteX7" fmla="*/ 1884218 w 1884218"/>
                <a:gd name="connsiteY7" fmla="*/ 1891145 h 2493818"/>
                <a:gd name="connsiteX0" fmla="*/ 1385454 w 1884218"/>
                <a:gd name="connsiteY0" fmla="*/ 526472 h 2265218"/>
                <a:gd name="connsiteX1" fmla="*/ 762000 w 1884218"/>
                <a:gd name="connsiteY1" fmla="*/ 0 h 2265218"/>
                <a:gd name="connsiteX2" fmla="*/ 408708 w 1884218"/>
                <a:gd name="connsiteY2" fmla="*/ 27708 h 2265218"/>
                <a:gd name="connsiteX3" fmla="*/ 0 w 1884218"/>
                <a:gd name="connsiteY3" fmla="*/ 339436 h 2265218"/>
                <a:gd name="connsiteX4" fmla="*/ 949036 w 1884218"/>
                <a:gd name="connsiteY4" fmla="*/ 1537854 h 2265218"/>
                <a:gd name="connsiteX5" fmla="*/ 1108363 w 1884218"/>
                <a:gd name="connsiteY5" fmla="*/ 2119745 h 2265218"/>
                <a:gd name="connsiteX6" fmla="*/ 1530927 w 1884218"/>
                <a:gd name="connsiteY6" fmla="*/ 2265218 h 2265218"/>
                <a:gd name="connsiteX7" fmla="*/ 1884218 w 1884218"/>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58091 w 1593273"/>
                <a:gd name="connsiteY4" fmla="*/ 1537854 h 2265218"/>
                <a:gd name="connsiteX5" fmla="*/ 817418 w 1593273"/>
                <a:gd name="connsiteY5" fmla="*/ 2119745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37309 w 1593273"/>
                <a:gd name="connsiteY4" fmla="*/ 1717963 h 2265218"/>
                <a:gd name="connsiteX5" fmla="*/ 817418 w 1593273"/>
                <a:gd name="connsiteY5" fmla="*/ 2119745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37309 w 1593273"/>
                <a:gd name="connsiteY4" fmla="*/ 1717963 h 2265218"/>
                <a:gd name="connsiteX5" fmla="*/ 574963 w 1593273"/>
                <a:gd name="connsiteY5" fmla="*/ 2078181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519545 w 1593273"/>
                <a:gd name="connsiteY4" fmla="*/ 1711036 h 2265218"/>
                <a:gd name="connsiteX5" fmla="*/ 574963 w 1593273"/>
                <a:gd name="connsiteY5" fmla="*/ 2078181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519545 w 1593273"/>
                <a:gd name="connsiteY4" fmla="*/ 1711036 h 2265218"/>
                <a:gd name="connsiteX5" fmla="*/ 727363 w 1593273"/>
                <a:gd name="connsiteY5" fmla="*/ 2057399 h 2265218"/>
                <a:gd name="connsiteX6" fmla="*/ 1239982 w 1593273"/>
                <a:gd name="connsiteY6" fmla="*/ 2265218 h 2265218"/>
                <a:gd name="connsiteX7" fmla="*/ 1593273 w 1593273"/>
                <a:gd name="connsiteY7" fmla="*/ 1662545 h 2265218"/>
                <a:gd name="connsiteX0" fmla="*/ 1094509 w 1593273"/>
                <a:gd name="connsiteY0" fmla="*/ 526472 h 2057399"/>
                <a:gd name="connsiteX1" fmla="*/ 471055 w 1593273"/>
                <a:gd name="connsiteY1" fmla="*/ 0 h 2057399"/>
                <a:gd name="connsiteX2" fmla="*/ 117763 w 1593273"/>
                <a:gd name="connsiteY2" fmla="*/ 27708 h 2057399"/>
                <a:gd name="connsiteX3" fmla="*/ 0 w 1593273"/>
                <a:gd name="connsiteY3" fmla="*/ 367145 h 2057399"/>
                <a:gd name="connsiteX4" fmla="*/ 519545 w 1593273"/>
                <a:gd name="connsiteY4" fmla="*/ 1711036 h 2057399"/>
                <a:gd name="connsiteX5" fmla="*/ 727363 w 1593273"/>
                <a:gd name="connsiteY5" fmla="*/ 2057399 h 2057399"/>
                <a:gd name="connsiteX6" fmla="*/ 1170709 w 1593273"/>
                <a:gd name="connsiteY6" fmla="*/ 1870363 h 2057399"/>
                <a:gd name="connsiteX7" fmla="*/ 1593273 w 1593273"/>
                <a:gd name="connsiteY7" fmla="*/ 1662545 h 2057399"/>
                <a:gd name="connsiteX0" fmla="*/ 1094509 w 1170709"/>
                <a:gd name="connsiteY0" fmla="*/ 526472 h 2057399"/>
                <a:gd name="connsiteX1" fmla="*/ 471055 w 1170709"/>
                <a:gd name="connsiteY1" fmla="*/ 0 h 2057399"/>
                <a:gd name="connsiteX2" fmla="*/ 117763 w 1170709"/>
                <a:gd name="connsiteY2" fmla="*/ 27708 h 2057399"/>
                <a:gd name="connsiteX3" fmla="*/ 0 w 1170709"/>
                <a:gd name="connsiteY3" fmla="*/ 367145 h 2057399"/>
                <a:gd name="connsiteX4" fmla="*/ 519545 w 1170709"/>
                <a:gd name="connsiteY4" fmla="*/ 1711036 h 2057399"/>
                <a:gd name="connsiteX5" fmla="*/ 727363 w 1170709"/>
                <a:gd name="connsiteY5" fmla="*/ 2057399 h 2057399"/>
                <a:gd name="connsiteX6" fmla="*/ 1170709 w 1170709"/>
                <a:gd name="connsiteY6" fmla="*/ 1870363 h 2057399"/>
                <a:gd name="connsiteX7" fmla="*/ 1156855 w 1170709"/>
                <a:gd name="connsiteY7" fmla="*/ 1427017 h 2057399"/>
                <a:gd name="connsiteX0" fmla="*/ 942109 w 1170709"/>
                <a:gd name="connsiteY0" fmla="*/ 685799 h 2057399"/>
                <a:gd name="connsiteX1" fmla="*/ 471055 w 1170709"/>
                <a:gd name="connsiteY1" fmla="*/ 0 h 2057399"/>
                <a:gd name="connsiteX2" fmla="*/ 117763 w 1170709"/>
                <a:gd name="connsiteY2" fmla="*/ 27708 h 2057399"/>
                <a:gd name="connsiteX3" fmla="*/ 0 w 1170709"/>
                <a:gd name="connsiteY3" fmla="*/ 367145 h 2057399"/>
                <a:gd name="connsiteX4" fmla="*/ 519545 w 1170709"/>
                <a:gd name="connsiteY4" fmla="*/ 1711036 h 2057399"/>
                <a:gd name="connsiteX5" fmla="*/ 727363 w 1170709"/>
                <a:gd name="connsiteY5" fmla="*/ 2057399 h 2057399"/>
                <a:gd name="connsiteX6" fmla="*/ 1170709 w 1170709"/>
                <a:gd name="connsiteY6" fmla="*/ 1870363 h 2057399"/>
                <a:gd name="connsiteX7" fmla="*/ 1156855 w 1170709"/>
                <a:gd name="connsiteY7" fmla="*/ 1427017 h 2057399"/>
                <a:gd name="connsiteX0" fmla="*/ 1533394 w 1761994"/>
                <a:gd name="connsiteY0" fmla="*/ 685799 h 2057399"/>
                <a:gd name="connsiteX1" fmla="*/ 1062340 w 1761994"/>
                <a:gd name="connsiteY1" fmla="*/ 0 h 2057399"/>
                <a:gd name="connsiteX2" fmla="*/ 709048 w 1761994"/>
                <a:gd name="connsiteY2" fmla="*/ 27708 h 2057399"/>
                <a:gd name="connsiteX3" fmla="*/ 591285 w 1761994"/>
                <a:gd name="connsiteY3" fmla="*/ 367145 h 2057399"/>
                <a:gd name="connsiteX4" fmla="*/ 0 w 1761994"/>
                <a:gd name="connsiteY4" fmla="*/ 1711036 h 2057399"/>
                <a:gd name="connsiteX5" fmla="*/ 1318648 w 1761994"/>
                <a:gd name="connsiteY5" fmla="*/ 2057399 h 2057399"/>
                <a:gd name="connsiteX6" fmla="*/ 1761994 w 1761994"/>
                <a:gd name="connsiteY6" fmla="*/ 1870363 h 2057399"/>
                <a:gd name="connsiteX7" fmla="*/ 1748140 w 1761994"/>
                <a:gd name="connsiteY7" fmla="*/ 1427017 h 2057399"/>
                <a:gd name="connsiteX0" fmla="*/ 1533394 w 1761994"/>
                <a:gd name="connsiteY0" fmla="*/ 685799 h 2057399"/>
                <a:gd name="connsiteX1" fmla="*/ 1062340 w 1761994"/>
                <a:gd name="connsiteY1" fmla="*/ 0 h 2057399"/>
                <a:gd name="connsiteX2" fmla="*/ 709048 w 1761994"/>
                <a:gd name="connsiteY2" fmla="*/ 27708 h 2057399"/>
                <a:gd name="connsiteX3" fmla="*/ 62319 w 1761994"/>
                <a:gd name="connsiteY3" fmla="*/ 769839 h 2057399"/>
                <a:gd name="connsiteX4" fmla="*/ 0 w 1761994"/>
                <a:gd name="connsiteY4" fmla="*/ 1711036 h 2057399"/>
                <a:gd name="connsiteX5" fmla="*/ 1318648 w 1761994"/>
                <a:gd name="connsiteY5" fmla="*/ 2057399 h 2057399"/>
                <a:gd name="connsiteX6" fmla="*/ 1761994 w 1761994"/>
                <a:gd name="connsiteY6" fmla="*/ 1870363 h 2057399"/>
                <a:gd name="connsiteX7" fmla="*/ 1748140 w 1761994"/>
                <a:gd name="connsiteY7" fmla="*/ 1427017 h 2057399"/>
                <a:gd name="connsiteX0" fmla="*/ 1533394 w 1748140"/>
                <a:gd name="connsiteY0" fmla="*/ 685799 h 2057399"/>
                <a:gd name="connsiteX1" fmla="*/ 1062340 w 1748140"/>
                <a:gd name="connsiteY1" fmla="*/ 0 h 2057399"/>
                <a:gd name="connsiteX2" fmla="*/ 709048 w 1748140"/>
                <a:gd name="connsiteY2" fmla="*/ 27708 h 2057399"/>
                <a:gd name="connsiteX3" fmla="*/ 62319 w 1748140"/>
                <a:gd name="connsiteY3" fmla="*/ 769839 h 2057399"/>
                <a:gd name="connsiteX4" fmla="*/ 0 w 1748140"/>
                <a:gd name="connsiteY4" fmla="*/ 1711036 h 2057399"/>
                <a:gd name="connsiteX5" fmla="*/ 1318648 w 1748140"/>
                <a:gd name="connsiteY5" fmla="*/ 2057399 h 2057399"/>
                <a:gd name="connsiteX6" fmla="*/ 1565521 w 1748140"/>
                <a:gd name="connsiteY6" fmla="*/ 1672676 h 2057399"/>
                <a:gd name="connsiteX7" fmla="*/ 1748140 w 1748140"/>
                <a:gd name="connsiteY7" fmla="*/ 1427017 h 2057399"/>
                <a:gd name="connsiteX0" fmla="*/ 1533394 w 1589450"/>
                <a:gd name="connsiteY0" fmla="*/ 685799 h 2057399"/>
                <a:gd name="connsiteX1" fmla="*/ 1062340 w 1589450"/>
                <a:gd name="connsiteY1" fmla="*/ 0 h 2057399"/>
                <a:gd name="connsiteX2" fmla="*/ 709048 w 1589450"/>
                <a:gd name="connsiteY2" fmla="*/ 27708 h 2057399"/>
                <a:gd name="connsiteX3" fmla="*/ 62319 w 1589450"/>
                <a:gd name="connsiteY3" fmla="*/ 769839 h 2057399"/>
                <a:gd name="connsiteX4" fmla="*/ 0 w 1589450"/>
                <a:gd name="connsiteY4" fmla="*/ 1711036 h 2057399"/>
                <a:gd name="connsiteX5" fmla="*/ 1318648 w 1589450"/>
                <a:gd name="connsiteY5" fmla="*/ 2057399 h 2057399"/>
                <a:gd name="connsiteX6" fmla="*/ 1565521 w 1589450"/>
                <a:gd name="connsiteY6" fmla="*/ 1672676 h 2057399"/>
                <a:gd name="connsiteX7" fmla="*/ 1589450 w 1589450"/>
                <a:gd name="connsiteY7" fmla="*/ 1390408 h 2057399"/>
                <a:gd name="connsiteX0" fmla="*/ 1533394 w 1589450"/>
                <a:gd name="connsiteY0" fmla="*/ 761723 h 2133323"/>
                <a:gd name="connsiteX1" fmla="*/ 1062340 w 1589450"/>
                <a:gd name="connsiteY1" fmla="*/ 75924 h 2133323"/>
                <a:gd name="connsiteX2" fmla="*/ 709048 w 1589450"/>
                <a:gd name="connsiteY2" fmla="*/ 103632 h 2133323"/>
                <a:gd name="connsiteX3" fmla="*/ 62319 w 1589450"/>
                <a:gd name="connsiteY3" fmla="*/ 845763 h 2133323"/>
                <a:gd name="connsiteX4" fmla="*/ 0 w 1589450"/>
                <a:gd name="connsiteY4" fmla="*/ 1786960 h 2133323"/>
                <a:gd name="connsiteX5" fmla="*/ 1318648 w 1589450"/>
                <a:gd name="connsiteY5" fmla="*/ 2133323 h 2133323"/>
                <a:gd name="connsiteX6" fmla="*/ 1565521 w 1589450"/>
                <a:gd name="connsiteY6" fmla="*/ 1748600 h 2133323"/>
                <a:gd name="connsiteX7" fmla="*/ 1589450 w 1589450"/>
                <a:gd name="connsiteY7" fmla="*/ 1466332 h 2133323"/>
                <a:gd name="connsiteX0" fmla="*/ 1664656 w 1720712"/>
                <a:gd name="connsiteY0" fmla="*/ 761723 h 2133323"/>
                <a:gd name="connsiteX1" fmla="*/ 1193602 w 1720712"/>
                <a:gd name="connsiteY1" fmla="*/ 75924 h 2133323"/>
                <a:gd name="connsiteX2" fmla="*/ 840310 w 1720712"/>
                <a:gd name="connsiteY2" fmla="*/ 103632 h 2133323"/>
                <a:gd name="connsiteX3" fmla="*/ 193581 w 1720712"/>
                <a:gd name="connsiteY3" fmla="*/ 845763 h 2133323"/>
                <a:gd name="connsiteX4" fmla="*/ 131262 w 1720712"/>
                <a:gd name="connsiteY4" fmla="*/ 1786960 h 2133323"/>
                <a:gd name="connsiteX5" fmla="*/ 1449910 w 1720712"/>
                <a:gd name="connsiteY5" fmla="*/ 2133323 h 2133323"/>
                <a:gd name="connsiteX6" fmla="*/ 1696783 w 1720712"/>
                <a:gd name="connsiteY6" fmla="*/ 1748600 h 2133323"/>
                <a:gd name="connsiteX7" fmla="*/ 1720712 w 1720712"/>
                <a:gd name="connsiteY7" fmla="*/ 1466332 h 2133323"/>
                <a:gd name="connsiteX0" fmla="*/ 1739078 w 1795134"/>
                <a:gd name="connsiteY0" fmla="*/ 761723 h 2133323"/>
                <a:gd name="connsiteX1" fmla="*/ 1268024 w 1795134"/>
                <a:gd name="connsiteY1" fmla="*/ 75924 h 2133323"/>
                <a:gd name="connsiteX2" fmla="*/ 914732 w 1795134"/>
                <a:gd name="connsiteY2" fmla="*/ 103632 h 2133323"/>
                <a:gd name="connsiteX3" fmla="*/ 268003 w 1795134"/>
                <a:gd name="connsiteY3" fmla="*/ 845763 h 2133323"/>
                <a:gd name="connsiteX4" fmla="*/ 205684 w 1795134"/>
                <a:gd name="connsiteY4" fmla="*/ 1786960 h 2133323"/>
                <a:gd name="connsiteX5" fmla="*/ 1524332 w 1795134"/>
                <a:gd name="connsiteY5" fmla="*/ 2133323 h 2133323"/>
                <a:gd name="connsiteX6" fmla="*/ 1771205 w 1795134"/>
                <a:gd name="connsiteY6" fmla="*/ 1748600 h 2133323"/>
                <a:gd name="connsiteX7" fmla="*/ 1795134 w 1795134"/>
                <a:gd name="connsiteY7" fmla="*/ 1466332 h 2133323"/>
                <a:gd name="connsiteX0" fmla="*/ 1739078 w 1795693"/>
                <a:gd name="connsiteY0" fmla="*/ 761723 h 2154503"/>
                <a:gd name="connsiteX1" fmla="*/ 1268024 w 1795693"/>
                <a:gd name="connsiteY1" fmla="*/ 75924 h 2154503"/>
                <a:gd name="connsiteX2" fmla="*/ 914732 w 1795693"/>
                <a:gd name="connsiteY2" fmla="*/ 103632 h 2154503"/>
                <a:gd name="connsiteX3" fmla="*/ 268003 w 1795693"/>
                <a:gd name="connsiteY3" fmla="*/ 845763 h 2154503"/>
                <a:gd name="connsiteX4" fmla="*/ 205684 w 1795693"/>
                <a:gd name="connsiteY4" fmla="*/ 1786960 h 2154503"/>
                <a:gd name="connsiteX5" fmla="*/ 1524332 w 1795693"/>
                <a:gd name="connsiteY5" fmla="*/ 2133323 h 2154503"/>
                <a:gd name="connsiteX6" fmla="*/ 1771205 w 1795693"/>
                <a:gd name="connsiteY6" fmla="*/ 1748600 h 2154503"/>
                <a:gd name="connsiteX7" fmla="*/ 1795134 w 1795693"/>
                <a:gd name="connsiteY7" fmla="*/ 1466332 h 2154503"/>
                <a:gd name="connsiteX0" fmla="*/ 1568569 w 1624626"/>
                <a:gd name="connsiteY0" fmla="*/ 761723 h 2140759"/>
                <a:gd name="connsiteX1" fmla="*/ 1097515 w 1624626"/>
                <a:gd name="connsiteY1" fmla="*/ 75924 h 2140759"/>
                <a:gd name="connsiteX2" fmla="*/ 744223 w 1624626"/>
                <a:gd name="connsiteY2" fmla="*/ 103632 h 2140759"/>
                <a:gd name="connsiteX3" fmla="*/ 97494 w 1624626"/>
                <a:gd name="connsiteY3" fmla="*/ 845763 h 2140759"/>
                <a:gd name="connsiteX4" fmla="*/ 289191 w 1624626"/>
                <a:gd name="connsiteY4" fmla="*/ 1991058 h 2140759"/>
                <a:gd name="connsiteX5" fmla="*/ 1353823 w 1624626"/>
                <a:gd name="connsiteY5" fmla="*/ 2133323 h 2140759"/>
                <a:gd name="connsiteX6" fmla="*/ 1600696 w 1624626"/>
                <a:gd name="connsiteY6" fmla="*/ 1748600 h 2140759"/>
                <a:gd name="connsiteX7" fmla="*/ 1624625 w 1624626"/>
                <a:gd name="connsiteY7" fmla="*/ 1466332 h 2140759"/>
                <a:gd name="connsiteX0" fmla="*/ 1503063 w 1559119"/>
                <a:gd name="connsiteY0" fmla="*/ 761723 h 2087232"/>
                <a:gd name="connsiteX1" fmla="*/ 1032009 w 1559119"/>
                <a:gd name="connsiteY1" fmla="*/ 75924 h 2087232"/>
                <a:gd name="connsiteX2" fmla="*/ 678717 w 1559119"/>
                <a:gd name="connsiteY2" fmla="*/ 103632 h 2087232"/>
                <a:gd name="connsiteX3" fmla="*/ 31988 w 1559119"/>
                <a:gd name="connsiteY3" fmla="*/ 845763 h 2087232"/>
                <a:gd name="connsiteX4" fmla="*/ 223685 w 1559119"/>
                <a:gd name="connsiteY4" fmla="*/ 1991058 h 2087232"/>
                <a:gd name="connsiteX5" fmla="*/ 1294514 w 1559119"/>
                <a:gd name="connsiteY5" fmla="*/ 1995256 h 2087232"/>
                <a:gd name="connsiteX6" fmla="*/ 1535190 w 1559119"/>
                <a:gd name="connsiteY6" fmla="*/ 1748600 h 2087232"/>
                <a:gd name="connsiteX7" fmla="*/ 1559119 w 1559119"/>
                <a:gd name="connsiteY7" fmla="*/ 1466332 h 2087232"/>
                <a:gd name="connsiteX0" fmla="*/ 1503063 w 1559119"/>
                <a:gd name="connsiteY0" fmla="*/ 761723 h 2087232"/>
                <a:gd name="connsiteX1" fmla="*/ 1032009 w 1559119"/>
                <a:gd name="connsiteY1" fmla="*/ 75924 h 2087232"/>
                <a:gd name="connsiteX2" fmla="*/ 678717 w 1559119"/>
                <a:gd name="connsiteY2" fmla="*/ 103632 h 2087232"/>
                <a:gd name="connsiteX3" fmla="*/ 31988 w 1559119"/>
                <a:gd name="connsiteY3" fmla="*/ 845763 h 2087232"/>
                <a:gd name="connsiteX4" fmla="*/ 223685 w 1559119"/>
                <a:gd name="connsiteY4" fmla="*/ 1991058 h 2087232"/>
                <a:gd name="connsiteX5" fmla="*/ 1294514 w 1559119"/>
                <a:gd name="connsiteY5" fmla="*/ 1995256 h 2087232"/>
                <a:gd name="connsiteX6" fmla="*/ 1535190 w 1559119"/>
                <a:gd name="connsiteY6" fmla="*/ 1748600 h 2087232"/>
                <a:gd name="connsiteX7" fmla="*/ 1559119 w 1559119"/>
                <a:gd name="connsiteY7" fmla="*/ 1466332 h 2087232"/>
                <a:gd name="connsiteX0" fmla="*/ 1503063 w 1559119"/>
                <a:gd name="connsiteY0" fmla="*/ 761723 h 2087232"/>
                <a:gd name="connsiteX1" fmla="*/ 1032009 w 1559119"/>
                <a:gd name="connsiteY1" fmla="*/ 75924 h 2087232"/>
                <a:gd name="connsiteX2" fmla="*/ 678717 w 1559119"/>
                <a:gd name="connsiteY2" fmla="*/ 103632 h 2087232"/>
                <a:gd name="connsiteX3" fmla="*/ 31988 w 1559119"/>
                <a:gd name="connsiteY3" fmla="*/ 845763 h 2087232"/>
                <a:gd name="connsiteX4" fmla="*/ 223685 w 1559119"/>
                <a:gd name="connsiteY4" fmla="*/ 1991058 h 2087232"/>
                <a:gd name="connsiteX5" fmla="*/ 1294514 w 1559119"/>
                <a:gd name="connsiteY5" fmla="*/ 1995256 h 2087232"/>
                <a:gd name="connsiteX6" fmla="*/ 1535190 w 1559119"/>
                <a:gd name="connsiteY6" fmla="*/ 1748600 h 2087232"/>
                <a:gd name="connsiteX7" fmla="*/ 1559119 w 1559119"/>
                <a:gd name="connsiteY7" fmla="*/ 1466332 h 2087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9119" h="2087232">
                  <a:moveTo>
                    <a:pt x="1503063" y="761723"/>
                  </a:moveTo>
                  <a:cubicBezTo>
                    <a:pt x="1346045" y="533123"/>
                    <a:pt x="1169400" y="185606"/>
                    <a:pt x="1032009" y="75924"/>
                  </a:cubicBezTo>
                  <a:cubicBezTo>
                    <a:pt x="894618" y="-33758"/>
                    <a:pt x="845387" y="-24674"/>
                    <a:pt x="678717" y="103632"/>
                  </a:cubicBezTo>
                  <a:cubicBezTo>
                    <a:pt x="463141" y="351009"/>
                    <a:pt x="107827" y="531192"/>
                    <a:pt x="31988" y="845763"/>
                  </a:cubicBezTo>
                  <a:cubicBezTo>
                    <a:pt x="-43851" y="1160334"/>
                    <a:pt x="13264" y="1799476"/>
                    <a:pt x="223685" y="1991058"/>
                  </a:cubicBezTo>
                  <a:cubicBezTo>
                    <a:pt x="434106" y="2182640"/>
                    <a:pt x="1075930" y="2035666"/>
                    <a:pt x="1294514" y="1995256"/>
                  </a:cubicBezTo>
                  <a:cubicBezTo>
                    <a:pt x="1513098" y="1954846"/>
                    <a:pt x="1490056" y="1859765"/>
                    <a:pt x="1535190" y="1748600"/>
                  </a:cubicBezTo>
                  <a:lnTo>
                    <a:pt x="1559119" y="1466332"/>
                  </a:lnTo>
                </a:path>
              </a:pathLst>
            </a:custGeom>
            <a:solidFill>
              <a:srgbClr val="7030A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grpSp>
        <p:nvGrpSpPr>
          <p:cNvPr id="65" name="centroids 3">
            <a:extLst>
              <a:ext uri="{FF2B5EF4-FFF2-40B4-BE49-F238E27FC236}">
                <a16:creationId xmlns:a16="http://schemas.microsoft.com/office/drawing/2014/main" id="{FAA5F107-D350-4285-9B75-484B1DC40AC3}"/>
              </a:ext>
            </a:extLst>
          </p:cNvPr>
          <p:cNvGrpSpPr/>
          <p:nvPr/>
        </p:nvGrpSpPr>
        <p:grpSpPr>
          <a:xfrm>
            <a:off x="7130304" y="1699764"/>
            <a:ext cx="2102243" cy="2788056"/>
            <a:chOff x="6801258" y="1416876"/>
            <a:chExt cx="2102243" cy="2788056"/>
          </a:xfrm>
        </p:grpSpPr>
        <p:sp>
          <p:nvSpPr>
            <p:cNvPr id="66" name="Oval 65">
              <a:extLst>
                <a:ext uri="{FF2B5EF4-FFF2-40B4-BE49-F238E27FC236}">
                  <a16:creationId xmlns:a16="http://schemas.microsoft.com/office/drawing/2014/main" id="{2924DE35-9650-4C1C-AE90-BF33835B1E9A}"/>
                </a:ext>
              </a:extLst>
            </p:cNvPr>
            <p:cNvSpPr/>
            <p:nvPr/>
          </p:nvSpPr>
          <p:spPr bwMode="auto">
            <a:xfrm>
              <a:off x="7339786" y="1416876"/>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7" name="Oval 66">
              <a:extLst>
                <a:ext uri="{FF2B5EF4-FFF2-40B4-BE49-F238E27FC236}">
                  <a16:creationId xmlns:a16="http://schemas.microsoft.com/office/drawing/2014/main" id="{E1CB97BA-4EBA-45C6-BCE2-250B4F56C942}"/>
                </a:ext>
              </a:extLst>
            </p:cNvPr>
            <p:cNvSpPr/>
            <p:nvPr/>
          </p:nvSpPr>
          <p:spPr bwMode="auto">
            <a:xfrm>
              <a:off x="8661046" y="2657026"/>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8" name="Oval 67">
              <a:extLst>
                <a:ext uri="{FF2B5EF4-FFF2-40B4-BE49-F238E27FC236}">
                  <a16:creationId xmlns:a16="http://schemas.microsoft.com/office/drawing/2014/main" id="{F816E2D1-49E7-43CB-92C6-F3025F5E32EA}"/>
                </a:ext>
              </a:extLst>
            </p:cNvPr>
            <p:cNvSpPr/>
            <p:nvPr/>
          </p:nvSpPr>
          <p:spPr bwMode="auto">
            <a:xfrm>
              <a:off x="6801258" y="3962477"/>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77" name="clusters 4">
            <a:extLst>
              <a:ext uri="{FF2B5EF4-FFF2-40B4-BE49-F238E27FC236}">
                <a16:creationId xmlns:a16="http://schemas.microsoft.com/office/drawing/2014/main" id="{34C8E49E-2896-498D-86D8-FDA31D7F9FC6}"/>
              </a:ext>
            </a:extLst>
          </p:cNvPr>
          <p:cNvGrpSpPr/>
          <p:nvPr/>
        </p:nvGrpSpPr>
        <p:grpSpPr>
          <a:xfrm>
            <a:off x="5793442" y="1468550"/>
            <a:ext cx="4006237" cy="3183389"/>
            <a:chOff x="5336242" y="1011350"/>
            <a:chExt cx="4006237" cy="3183389"/>
          </a:xfrm>
        </p:grpSpPr>
        <p:sp>
          <p:nvSpPr>
            <p:cNvPr id="78" name="k3">
              <a:extLst>
                <a:ext uri="{FF2B5EF4-FFF2-40B4-BE49-F238E27FC236}">
                  <a16:creationId xmlns:a16="http://schemas.microsoft.com/office/drawing/2014/main" id="{3D130F3B-F7A2-41E6-91A6-F00CF1EDA800}"/>
                </a:ext>
              </a:extLst>
            </p:cNvPr>
            <p:cNvSpPr/>
            <p:nvPr/>
          </p:nvSpPr>
          <p:spPr bwMode="auto">
            <a:xfrm>
              <a:off x="5336242" y="3326282"/>
              <a:ext cx="1385576" cy="868457"/>
            </a:xfrm>
            <a:custGeom>
              <a:avLst/>
              <a:gdLst>
                <a:gd name="connsiteX0" fmla="*/ 1004454 w 1170709"/>
                <a:gd name="connsiteY0" fmla="*/ 1614055 h 1614055"/>
                <a:gd name="connsiteX1" fmla="*/ 782782 w 1170709"/>
                <a:gd name="connsiteY1" fmla="*/ 1614055 h 1614055"/>
                <a:gd name="connsiteX2" fmla="*/ 103909 w 1170709"/>
                <a:gd name="connsiteY2" fmla="*/ 609600 h 1614055"/>
                <a:gd name="connsiteX3" fmla="*/ 0 w 1170709"/>
                <a:gd name="connsiteY3" fmla="*/ 214746 h 1614055"/>
                <a:gd name="connsiteX4" fmla="*/ 187036 w 1170709"/>
                <a:gd name="connsiteY4" fmla="*/ 6928 h 1614055"/>
                <a:gd name="connsiteX5" fmla="*/ 588818 w 1170709"/>
                <a:gd name="connsiteY5" fmla="*/ 0 h 1614055"/>
                <a:gd name="connsiteX6" fmla="*/ 678873 w 1170709"/>
                <a:gd name="connsiteY6" fmla="*/ 277091 h 1614055"/>
                <a:gd name="connsiteX7" fmla="*/ 1170709 w 1170709"/>
                <a:gd name="connsiteY7" fmla="*/ 1440873 h 1614055"/>
                <a:gd name="connsiteX0" fmla="*/ 1004454 w 2546583"/>
                <a:gd name="connsiteY0" fmla="*/ 1614055 h 1614055"/>
                <a:gd name="connsiteX1" fmla="*/ 782782 w 2546583"/>
                <a:gd name="connsiteY1" fmla="*/ 1614055 h 1614055"/>
                <a:gd name="connsiteX2" fmla="*/ 103909 w 2546583"/>
                <a:gd name="connsiteY2" fmla="*/ 609600 h 1614055"/>
                <a:gd name="connsiteX3" fmla="*/ 0 w 2546583"/>
                <a:gd name="connsiteY3" fmla="*/ 214746 h 1614055"/>
                <a:gd name="connsiteX4" fmla="*/ 187036 w 2546583"/>
                <a:gd name="connsiteY4" fmla="*/ 6928 h 1614055"/>
                <a:gd name="connsiteX5" fmla="*/ 588818 w 2546583"/>
                <a:gd name="connsiteY5" fmla="*/ 0 h 1614055"/>
                <a:gd name="connsiteX6" fmla="*/ 2535382 w 2546583"/>
                <a:gd name="connsiteY6" fmla="*/ 180109 h 1614055"/>
                <a:gd name="connsiteX7" fmla="*/ 1170709 w 2546583"/>
                <a:gd name="connsiteY7" fmla="*/ 1440873 h 1614055"/>
                <a:gd name="connsiteX0" fmla="*/ 1004454 w 2582708"/>
                <a:gd name="connsiteY0" fmla="*/ 1614055 h 1634837"/>
                <a:gd name="connsiteX1" fmla="*/ 782782 w 2582708"/>
                <a:gd name="connsiteY1" fmla="*/ 1614055 h 1634837"/>
                <a:gd name="connsiteX2" fmla="*/ 103909 w 2582708"/>
                <a:gd name="connsiteY2" fmla="*/ 609600 h 1634837"/>
                <a:gd name="connsiteX3" fmla="*/ 0 w 2582708"/>
                <a:gd name="connsiteY3" fmla="*/ 214746 h 1634837"/>
                <a:gd name="connsiteX4" fmla="*/ 187036 w 2582708"/>
                <a:gd name="connsiteY4" fmla="*/ 6928 h 1634837"/>
                <a:gd name="connsiteX5" fmla="*/ 588818 w 2582708"/>
                <a:gd name="connsiteY5" fmla="*/ 0 h 1634837"/>
                <a:gd name="connsiteX6" fmla="*/ 2535382 w 2582708"/>
                <a:gd name="connsiteY6" fmla="*/ 180109 h 1634837"/>
                <a:gd name="connsiteX7" fmla="*/ 2535381 w 2582708"/>
                <a:gd name="connsiteY7" fmla="*/ 1634837 h 1634837"/>
                <a:gd name="connsiteX0" fmla="*/ 1004454 w 2574799"/>
                <a:gd name="connsiteY0" fmla="*/ 1614055 h 1620982"/>
                <a:gd name="connsiteX1" fmla="*/ 782782 w 2574799"/>
                <a:gd name="connsiteY1" fmla="*/ 1614055 h 1620982"/>
                <a:gd name="connsiteX2" fmla="*/ 103909 w 2574799"/>
                <a:gd name="connsiteY2" fmla="*/ 609600 h 1620982"/>
                <a:gd name="connsiteX3" fmla="*/ 0 w 2574799"/>
                <a:gd name="connsiteY3" fmla="*/ 214746 h 1620982"/>
                <a:gd name="connsiteX4" fmla="*/ 187036 w 2574799"/>
                <a:gd name="connsiteY4" fmla="*/ 6928 h 1620982"/>
                <a:gd name="connsiteX5" fmla="*/ 588818 w 2574799"/>
                <a:gd name="connsiteY5" fmla="*/ 0 h 1620982"/>
                <a:gd name="connsiteX6" fmla="*/ 2535382 w 2574799"/>
                <a:gd name="connsiteY6" fmla="*/ 180109 h 1620982"/>
                <a:gd name="connsiteX7" fmla="*/ 2452254 w 2574799"/>
                <a:gd name="connsiteY7" fmla="*/ 1620982 h 1620982"/>
                <a:gd name="connsiteX0" fmla="*/ 1004454 w 2642021"/>
                <a:gd name="connsiteY0" fmla="*/ 1614055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935182 w 2642021"/>
                <a:gd name="connsiteY0" fmla="*/ 1413164 h 1620982"/>
                <a:gd name="connsiteX1" fmla="*/ 782782 w 2642021"/>
                <a:gd name="connsiteY1" fmla="*/ 1614055 h 1620982"/>
                <a:gd name="connsiteX2" fmla="*/ 103909 w 2642021"/>
                <a:gd name="connsiteY2" fmla="*/ 609600 h 1620982"/>
                <a:gd name="connsiteX3" fmla="*/ 0 w 2642021"/>
                <a:gd name="connsiteY3" fmla="*/ 214746 h 1620982"/>
                <a:gd name="connsiteX4" fmla="*/ 187036 w 2642021"/>
                <a:gd name="connsiteY4" fmla="*/ 6928 h 1620982"/>
                <a:gd name="connsiteX5" fmla="*/ 588818 w 2642021"/>
                <a:gd name="connsiteY5" fmla="*/ 0 h 1620982"/>
                <a:gd name="connsiteX6" fmla="*/ 2535382 w 2642021"/>
                <a:gd name="connsiteY6" fmla="*/ 180109 h 1620982"/>
                <a:gd name="connsiteX7" fmla="*/ 2452254 w 2642021"/>
                <a:gd name="connsiteY7" fmla="*/ 1620982 h 1620982"/>
                <a:gd name="connsiteX0" fmla="*/ 1066800 w 2642021"/>
                <a:gd name="connsiteY0" fmla="*/ 1745673 h 1745673"/>
                <a:gd name="connsiteX1" fmla="*/ 782782 w 2642021"/>
                <a:gd name="connsiteY1" fmla="*/ 1614055 h 1745673"/>
                <a:gd name="connsiteX2" fmla="*/ 103909 w 2642021"/>
                <a:gd name="connsiteY2" fmla="*/ 609600 h 1745673"/>
                <a:gd name="connsiteX3" fmla="*/ 0 w 2642021"/>
                <a:gd name="connsiteY3" fmla="*/ 214746 h 1745673"/>
                <a:gd name="connsiteX4" fmla="*/ 187036 w 2642021"/>
                <a:gd name="connsiteY4" fmla="*/ 6928 h 1745673"/>
                <a:gd name="connsiteX5" fmla="*/ 588818 w 2642021"/>
                <a:gd name="connsiteY5" fmla="*/ 0 h 1745673"/>
                <a:gd name="connsiteX6" fmla="*/ 2535382 w 2642021"/>
                <a:gd name="connsiteY6" fmla="*/ 180109 h 1745673"/>
                <a:gd name="connsiteX7" fmla="*/ 2452254 w 2642021"/>
                <a:gd name="connsiteY7" fmla="*/ 1620982 h 1745673"/>
                <a:gd name="connsiteX0" fmla="*/ 1461655 w 3036876"/>
                <a:gd name="connsiteY0" fmla="*/ 1745673 h 1745673"/>
                <a:gd name="connsiteX1" fmla="*/ 1177637 w 3036876"/>
                <a:gd name="connsiteY1" fmla="*/ 1614055 h 1745673"/>
                <a:gd name="connsiteX2" fmla="*/ 498764 w 3036876"/>
                <a:gd name="connsiteY2" fmla="*/ 609600 h 1745673"/>
                <a:gd name="connsiteX3" fmla="*/ 394855 w 3036876"/>
                <a:gd name="connsiteY3" fmla="*/ 214746 h 1745673"/>
                <a:gd name="connsiteX4" fmla="*/ 0 w 3036876"/>
                <a:gd name="connsiteY4" fmla="*/ 0 h 1745673"/>
                <a:gd name="connsiteX5" fmla="*/ 983673 w 3036876"/>
                <a:gd name="connsiteY5" fmla="*/ 0 h 1745673"/>
                <a:gd name="connsiteX6" fmla="*/ 2930237 w 3036876"/>
                <a:gd name="connsiteY6" fmla="*/ 180109 h 1745673"/>
                <a:gd name="connsiteX7" fmla="*/ 2847109 w 3036876"/>
                <a:gd name="connsiteY7" fmla="*/ 1620982 h 1745673"/>
                <a:gd name="connsiteX0" fmla="*/ 1683327 w 3258548"/>
                <a:gd name="connsiteY0" fmla="*/ 1745673 h 1745673"/>
                <a:gd name="connsiteX1" fmla="*/ 1399309 w 3258548"/>
                <a:gd name="connsiteY1" fmla="*/ 1614055 h 1745673"/>
                <a:gd name="connsiteX2" fmla="*/ 720436 w 3258548"/>
                <a:gd name="connsiteY2" fmla="*/ 609600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258548"/>
                <a:gd name="connsiteY0" fmla="*/ 1745673 h 1745673"/>
                <a:gd name="connsiteX1" fmla="*/ 1399309 w 3258548"/>
                <a:gd name="connsiteY1" fmla="*/ 1614055 h 1745673"/>
                <a:gd name="connsiteX2" fmla="*/ 720436 w 3258548"/>
                <a:gd name="connsiteY2" fmla="*/ 609600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258548"/>
                <a:gd name="connsiteY0" fmla="*/ 1745673 h 1745673"/>
                <a:gd name="connsiteX1" fmla="*/ 1399309 w 3258548"/>
                <a:gd name="connsiteY1" fmla="*/ 1614055 h 1745673"/>
                <a:gd name="connsiteX2" fmla="*/ 637309 w 3258548"/>
                <a:gd name="connsiteY2" fmla="*/ 893618 h 1745673"/>
                <a:gd name="connsiteX3" fmla="*/ 0 w 3258548"/>
                <a:gd name="connsiteY3" fmla="*/ 408709 h 1745673"/>
                <a:gd name="connsiteX4" fmla="*/ 221672 w 3258548"/>
                <a:gd name="connsiteY4" fmla="*/ 0 h 1745673"/>
                <a:gd name="connsiteX5" fmla="*/ 1205345 w 3258548"/>
                <a:gd name="connsiteY5" fmla="*/ 0 h 1745673"/>
                <a:gd name="connsiteX6" fmla="*/ 3151909 w 3258548"/>
                <a:gd name="connsiteY6" fmla="*/ 180109 h 1745673"/>
                <a:gd name="connsiteX7" fmla="*/ 3068781 w 3258548"/>
                <a:gd name="connsiteY7" fmla="*/ 1620982 h 1745673"/>
                <a:gd name="connsiteX0" fmla="*/ 1683327 w 3355235"/>
                <a:gd name="connsiteY0" fmla="*/ 1745673 h 1745673"/>
                <a:gd name="connsiteX1" fmla="*/ 1399309 w 3355235"/>
                <a:gd name="connsiteY1" fmla="*/ 1614055 h 1745673"/>
                <a:gd name="connsiteX2" fmla="*/ 637309 w 3355235"/>
                <a:gd name="connsiteY2" fmla="*/ 893618 h 1745673"/>
                <a:gd name="connsiteX3" fmla="*/ 0 w 3355235"/>
                <a:gd name="connsiteY3" fmla="*/ 408709 h 1745673"/>
                <a:gd name="connsiteX4" fmla="*/ 221672 w 3355235"/>
                <a:gd name="connsiteY4" fmla="*/ 0 h 1745673"/>
                <a:gd name="connsiteX5" fmla="*/ 1205345 w 3355235"/>
                <a:gd name="connsiteY5" fmla="*/ 0 h 1745673"/>
                <a:gd name="connsiteX6" fmla="*/ 3151909 w 3355235"/>
                <a:gd name="connsiteY6" fmla="*/ 180109 h 1745673"/>
                <a:gd name="connsiteX7" fmla="*/ 3241963 w 3355235"/>
                <a:gd name="connsiteY7" fmla="*/ 803564 h 1745673"/>
                <a:gd name="connsiteX0" fmla="*/ 1828800 w 3355235"/>
                <a:gd name="connsiteY0" fmla="*/ 845128 h 1614055"/>
                <a:gd name="connsiteX1" fmla="*/ 1399309 w 3355235"/>
                <a:gd name="connsiteY1" fmla="*/ 1614055 h 1614055"/>
                <a:gd name="connsiteX2" fmla="*/ 637309 w 3355235"/>
                <a:gd name="connsiteY2" fmla="*/ 893618 h 1614055"/>
                <a:gd name="connsiteX3" fmla="*/ 0 w 3355235"/>
                <a:gd name="connsiteY3" fmla="*/ 408709 h 1614055"/>
                <a:gd name="connsiteX4" fmla="*/ 221672 w 3355235"/>
                <a:gd name="connsiteY4" fmla="*/ 0 h 1614055"/>
                <a:gd name="connsiteX5" fmla="*/ 1205345 w 3355235"/>
                <a:gd name="connsiteY5" fmla="*/ 0 h 1614055"/>
                <a:gd name="connsiteX6" fmla="*/ 3151909 w 3355235"/>
                <a:gd name="connsiteY6" fmla="*/ 180109 h 1614055"/>
                <a:gd name="connsiteX7" fmla="*/ 3241963 w 3355235"/>
                <a:gd name="connsiteY7" fmla="*/ 803564 h 1614055"/>
                <a:gd name="connsiteX0" fmla="*/ 1828800 w 3355235"/>
                <a:gd name="connsiteY0" fmla="*/ 845128 h 893618"/>
                <a:gd name="connsiteX1" fmla="*/ 637309 w 3355235"/>
                <a:gd name="connsiteY1" fmla="*/ 893618 h 893618"/>
                <a:gd name="connsiteX2" fmla="*/ 0 w 3355235"/>
                <a:gd name="connsiteY2" fmla="*/ 408709 h 893618"/>
                <a:gd name="connsiteX3" fmla="*/ 221672 w 3355235"/>
                <a:gd name="connsiteY3" fmla="*/ 0 h 893618"/>
                <a:gd name="connsiteX4" fmla="*/ 1205345 w 3355235"/>
                <a:gd name="connsiteY4" fmla="*/ 0 h 893618"/>
                <a:gd name="connsiteX5" fmla="*/ 3151909 w 3355235"/>
                <a:gd name="connsiteY5" fmla="*/ 180109 h 893618"/>
                <a:gd name="connsiteX6" fmla="*/ 3241963 w 3355235"/>
                <a:gd name="connsiteY6" fmla="*/ 803564 h 893618"/>
                <a:gd name="connsiteX0" fmla="*/ 1828800 w 3355235"/>
                <a:gd name="connsiteY0" fmla="*/ 845128 h 893618"/>
                <a:gd name="connsiteX1" fmla="*/ 637309 w 3355235"/>
                <a:gd name="connsiteY1" fmla="*/ 893618 h 893618"/>
                <a:gd name="connsiteX2" fmla="*/ 0 w 3355235"/>
                <a:gd name="connsiteY2" fmla="*/ 408709 h 893618"/>
                <a:gd name="connsiteX3" fmla="*/ 221672 w 3355235"/>
                <a:gd name="connsiteY3" fmla="*/ 0 h 893618"/>
                <a:gd name="connsiteX4" fmla="*/ 1205345 w 3355235"/>
                <a:gd name="connsiteY4" fmla="*/ 0 h 893618"/>
                <a:gd name="connsiteX5" fmla="*/ 3151910 w 3355235"/>
                <a:gd name="connsiteY5" fmla="*/ 44736 h 893618"/>
                <a:gd name="connsiteX6" fmla="*/ 3241963 w 3355235"/>
                <a:gd name="connsiteY6" fmla="*/ 803564 h 893618"/>
                <a:gd name="connsiteX0" fmla="*/ 2058341 w 3584776"/>
                <a:gd name="connsiteY0" fmla="*/ 845128 h 893618"/>
                <a:gd name="connsiteX1" fmla="*/ 866850 w 3584776"/>
                <a:gd name="connsiteY1" fmla="*/ 893618 h 893618"/>
                <a:gd name="connsiteX2" fmla="*/ 0 w 3584776"/>
                <a:gd name="connsiteY2" fmla="*/ 408709 h 893618"/>
                <a:gd name="connsiteX3" fmla="*/ 451213 w 3584776"/>
                <a:gd name="connsiteY3" fmla="*/ 0 h 893618"/>
                <a:gd name="connsiteX4" fmla="*/ 1434886 w 3584776"/>
                <a:gd name="connsiteY4" fmla="*/ 0 h 893618"/>
                <a:gd name="connsiteX5" fmla="*/ 3381451 w 3584776"/>
                <a:gd name="connsiteY5" fmla="*/ 44736 h 893618"/>
                <a:gd name="connsiteX6" fmla="*/ 3471504 w 3584776"/>
                <a:gd name="connsiteY6" fmla="*/ 803564 h 893618"/>
                <a:gd name="connsiteX0" fmla="*/ 2058341 w 3584776"/>
                <a:gd name="connsiteY0" fmla="*/ 872875 h 921365"/>
                <a:gd name="connsiteX1" fmla="*/ 866850 w 3584776"/>
                <a:gd name="connsiteY1" fmla="*/ 921365 h 921365"/>
                <a:gd name="connsiteX2" fmla="*/ 0 w 3584776"/>
                <a:gd name="connsiteY2" fmla="*/ 436456 h 921365"/>
                <a:gd name="connsiteX3" fmla="*/ 236972 w 3584776"/>
                <a:gd name="connsiteY3" fmla="*/ 0 h 921365"/>
                <a:gd name="connsiteX4" fmla="*/ 1434886 w 3584776"/>
                <a:gd name="connsiteY4" fmla="*/ 27747 h 921365"/>
                <a:gd name="connsiteX5" fmla="*/ 3381451 w 3584776"/>
                <a:gd name="connsiteY5" fmla="*/ 72483 h 921365"/>
                <a:gd name="connsiteX6" fmla="*/ 3471504 w 3584776"/>
                <a:gd name="connsiteY6" fmla="*/ 831311 h 921365"/>
                <a:gd name="connsiteX0" fmla="*/ 2058341 w 3584776"/>
                <a:gd name="connsiteY0" fmla="*/ 956116 h 1004606"/>
                <a:gd name="connsiteX1" fmla="*/ 866850 w 3584776"/>
                <a:gd name="connsiteY1" fmla="*/ 1004606 h 1004606"/>
                <a:gd name="connsiteX2" fmla="*/ 0 w 3584776"/>
                <a:gd name="connsiteY2" fmla="*/ 519697 h 1004606"/>
                <a:gd name="connsiteX3" fmla="*/ 236972 w 3584776"/>
                <a:gd name="connsiteY3" fmla="*/ 83241 h 1004606"/>
                <a:gd name="connsiteX4" fmla="*/ 1679733 w 3584776"/>
                <a:gd name="connsiteY4" fmla="*/ 0 h 1004606"/>
                <a:gd name="connsiteX5" fmla="*/ 3381451 w 3584776"/>
                <a:gd name="connsiteY5" fmla="*/ 155724 h 1004606"/>
                <a:gd name="connsiteX6" fmla="*/ 3471504 w 3584776"/>
                <a:gd name="connsiteY6" fmla="*/ 914552 h 1004606"/>
                <a:gd name="connsiteX0" fmla="*/ 2058341 w 3584776"/>
                <a:gd name="connsiteY0" fmla="*/ 1039359 h 1039359"/>
                <a:gd name="connsiteX1" fmla="*/ 866850 w 3584776"/>
                <a:gd name="connsiteY1" fmla="*/ 1004606 h 1039359"/>
                <a:gd name="connsiteX2" fmla="*/ 0 w 3584776"/>
                <a:gd name="connsiteY2" fmla="*/ 519697 h 1039359"/>
                <a:gd name="connsiteX3" fmla="*/ 236972 w 3584776"/>
                <a:gd name="connsiteY3" fmla="*/ 83241 h 1039359"/>
                <a:gd name="connsiteX4" fmla="*/ 1679733 w 3584776"/>
                <a:gd name="connsiteY4" fmla="*/ 0 h 1039359"/>
                <a:gd name="connsiteX5" fmla="*/ 3381451 w 3584776"/>
                <a:gd name="connsiteY5" fmla="*/ 155724 h 1039359"/>
                <a:gd name="connsiteX6" fmla="*/ 3471504 w 3584776"/>
                <a:gd name="connsiteY6" fmla="*/ 914552 h 1039359"/>
                <a:gd name="connsiteX0" fmla="*/ 2058341 w 3584776"/>
                <a:gd name="connsiteY0" fmla="*/ 1039359 h 1039359"/>
                <a:gd name="connsiteX1" fmla="*/ 866850 w 3584776"/>
                <a:gd name="connsiteY1" fmla="*/ 1004606 h 1039359"/>
                <a:gd name="connsiteX2" fmla="*/ 0 w 3584776"/>
                <a:gd name="connsiteY2" fmla="*/ 519697 h 1039359"/>
                <a:gd name="connsiteX3" fmla="*/ 236972 w 3584776"/>
                <a:gd name="connsiteY3" fmla="*/ 83241 h 1039359"/>
                <a:gd name="connsiteX4" fmla="*/ 1679733 w 3584776"/>
                <a:gd name="connsiteY4" fmla="*/ 0 h 1039359"/>
                <a:gd name="connsiteX5" fmla="*/ 3381451 w 3584776"/>
                <a:gd name="connsiteY5" fmla="*/ 155724 h 1039359"/>
                <a:gd name="connsiteX6" fmla="*/ 3471504 w 3584776"/>
                <a:gd name="connsiteY6" fmla="*/ 914552 h 1039359"/>
                <a:gd name="connsiteX0" fmla="*/ 2065400 w 3591835"/>
                <a:gd name="connsiteY0" fmla="*/ 1039359 h 1039359"/>
                <a:gd name="connsiteX1" fmla="*/ 873909 w 3591835"/>
                <a:gd name="connsiteY1" fmla="*/ 1004606 h 1039359"/>
                <a:gd name="connsiteX2" fmla="*/ 7059 w 3591835"/>
                <a:gd name="connsiteY2" fmla="*/ 519697 h 1039359"/>
                <a:gd name="connsiteX3" fmla="*/ 244031 w 3591835"/>
                <a:gd name="connsiteY3" fmla="*/ 83241 h 1039359"/>
                <a:gd name="connsiteX4" fmla="*/ 1686792 w 3591835"/>
                <a:gd name="connsiteY4" fmla="*/ 0 h 1039359"/>
                <a:gd name="connsiteX5" fmla="*/ 3388510 w 3591835"/>
                <a:gd name="connsiteY5" fmla="*/ 155724 h 1039359"/>
                <a:gd name="connsiteX6" fmla="*/ 3478563 w 3591835"/>
                <a:gd name="connsiteY6" fmla="*/ 914552 h 1039359"/>
                <a:gd name="connsiteX0" fmla="*/ 2065400 w 3591835"/>
                <a:gd name="connsiteY0" fmla="*/ 1057513 h 1057513"/>
                <a:gd name="connsiteX1" fmla="*/ 873909 w 3591835"/>
                <a:gd name="connsiteY1" fmla="*/ 1022760 h 1057513"/>
                <a:gd name="connsiteX2" fmla="*/ 7059 w 3591835"/>
                <a:gd name="connsiteY2" fmla="*/ 537851 h 1057513"/>
                <a:gd name="connsiteX3" fmla="*/ 244031 w 3591835"/>
                <a:gd name="connsiteY3" fmla="*/ 101395 h 1057513"/>
                <a:gd name="connsiteX4" fmla="*/ 1686792 w 3591835"/>
                <a:gd name="connsiteY4" fmla="*/ 18154 h 1057513"/>
                <a:gd name="connsiteX5" fmla="*/ 3388510 w 3591835"/>
                <a:gd name="connsiteY5" fmla="*/ 173878 h 1057513"/>
                <a:gd name="connsiteX6" fmla="*/ 3478563 w 3591835"/>
                <a:gd name="connsiteY6" fmla="*/ 932706 h 1057513"/>
                <a:gd name="connsiteX0" fmla="*/ 2065400 w 3591835"/>
                <a:gd name="connsiteY0" fmla="*/ 1060709 h 1060709"/>
                <a:gd name="connsiteX1" fmla="*/ 873909 w 3591835"/>
                <a:gd name="connsiteY1" fmla="*/ 1025956 h 1060709"/>
                <a:gd name="connsiteX2" fmla="*/ 7059 w 3591835"/>
                <a:gd name="connsiteY2" fmla="*/ 541047 h 1060709"/>
                <a:gd name="connsiteX3" fmla="*/ 244031 w 3591835"/>
                <a:gd name="connsiteY3" fmla="*/ 104591 h 1060709"/>
                <a:gd name="connsiteX4" fmla="*/ 1686792 w 3591835"/>
                <a:gd name="connsiteY4" fmla="*/ 21350 h 1060709"/>
                <a:gd name="connsiteX5" fmla="*/ 3388510 w 3591835"/>
                <a:gd name="connsiteY5" fmla="*/ 177074 h 1060709"/>
                <a:gd name="connsiteX6" fmla="*/ 3478563 w 3591835"/>
                <a:gd name="connsiteY6" fmla="*/ 935902 h 1060709"/>
                <a:gd name="connsiteX0" fmla="*/ 2065400 w 3733291"/>
                <a:gd name="connsiteY0" fmla="*/ 1060709 h 1060709"/>
                <a:gd name="connsiteX1" fmla="*/ 873909 w 3733291"/>
                <a:gd name="connsiteY1" fmla="*/ 1025956 h 1060709"/>
                <a:gd name="connsiteX2" fmla="*/ 7059 w 3733291"/>
                <a:gd name="connsiteY2" fmla="*/ 541047 h 1060709"/>
                <a:gd name="connsiteX3" fmla="*/ 244031 w 3733291"/>
                <a:gd name="connsiteY3" fmla="*/ 104591 h 1060709"/>
                <a:gd name="connsiteX4" fmla="*/ 1686792 w 3733291"/>
                <a:gd name="connsiteY4" fmla="*/ 21350 h 1060709"/>
                <a:gd name="connsiteX5" fmla="*/ 3388510 w 3733291"/>
                <a:gd name="connsiteY5" fmla="*/ 177074 h 1060709"/>
                <a:gd name="connsiteX6" fmla="*/ 3478563 w 3733291"/>
                <a:gd name="connsiteY6" fmla="*/ 935902 h 1060709"/>
                <a:gd name="connsiteX0" fmla="*/ 2065400 w 3733291"/>
                <a:gd name="connsiteY0" fmla="*/ 1060709 h 1060709"/>
                <a:gd name="connsiteX1" fmla="*/ 873909 w 3733291"/>
                <a:gd name="connsiteY1" fmla="*/ 1025956 h 1060709"/>
                <a:gd name="connsiteX2" fmla="*/ 7059 w 3733291"/>
                <a:gd name="connsiteY2" fmla="*/ 541047 h 1060709"/>
                <a:gd name="connsiteX3" fmla="*/ 244031 w 3733291"/>
                <a:gd name="connsiteY3" fmla="*/ 104591 h 1060709"/>
                <a:gd name="connsiteX4" fmla="*/ 1686792 w 3733291"/>
                <a:gd name="connsiteY4" fmla="*/ 21350 h 1060709"/>
                <a:gd name="connsiteX5" fmla="*/ 3388510 w 3733291"/>
                <a:gd name="connsiteY5" fmla="*/ 177074 h 1060709"/>
                <a:gd name="connsiteX6" fmla="*/ 3478563 w 3733291"/>
                <a:gd name="connsiteY6" fmla="*/ 935902 h 1060709"/>
                <a:gd name="connsiteX0" fmla="*/ 2065400 w 3733291"/>
                <a:gd name="connsiteY0" fmla="*/ 1060709 h 1060709"/>
                <a:gd name="connsiteX1" fmla="*/ 873909 w 3733291"/>
                <a:gd name="connsiteY1" fmla="*/ 1025956 h 1060709"/>
                <a:gd name="connsiteX2" fmla="*/ 7059 w 3733291"/>
                <a:gd name="connsiteY2" fmla="*/ 541047 h 1060709"/>
                <a:gd name="connsiteX3" fmla="*/ 244031 w 3733291"/>
                <a:gd name="connsiteY3" fmla="*/ 104591 h 1060709"/>
                <a:gd name="connsiteX4" fmla="*/ 1686792 w 3733291"/>
                <a:gd name="connsiteY4" fmla="*/ 21350 h 1060709"/>
                <a:gd name="connsiteX5" fmla="*/ 3388510 w 3733291"/>
                <a:gd name="connsiteY5" fmla="*/ 177074 h 1060709"/>
                <a:gd name="connsiteX6" fmla="*/ 3478563 w 3733291"/>
                <a:gd name="connsiteY6" fmla="*/ 935902 h 106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3291" h="1060709">
                  <a:moveTo>
                    <a:pt x="2065400" y="1060709"/>
                  </a:moveTo>
                  <a:lnTo>
                    <a:pt x="873909" y="1025956"/>
                  </a:lnTo>
                  <a:cubicBezTo>
                    <a:pt x="530852" y="939346"/>
                    <a:pt x="-71932" y="686532"/>
                    <a:pt x="7059" y="541047"/>
                  </a:cubicBezTo>
                  <a:lnTo>
                    <a:pt x="244031" y="104591"/>
                  </a:lnTo>
                  <a:cubicBezTo>
                    <a:pt x="523986" y="17975"/>
                    <a:pt x="1119553" y="-30558"/>
                    <a:pt x="1686792" y="21350"/>
                  </a:cubicBezTo>
                  <a:lnTo>
                    <a:pt x="3388510" y="177074"/>
                  </a:lnTo>
                  <a:cubicBezTo>
                    <a:pt x="3955749" y="228982"/>
                    <a:pt x="3702545" y="700375"/>
                    <a:pt x="3478563" y="935902"/>
                  </a:cubicBezTo>
                </a:path>
              </a:pathLst>
            </a:custGeom>
            <a:solidFill>
              <a:srgbClr val="FFC00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9" name="k2">
              <a:extLst>
                <a:ext uri="{FF2B5EF4-FFF2-40B4-BE49-F238E27FC236}">
                  <a16:creationId xmlns:a16="http://schemas.microsoft.com/office/drawing/2014/main" id="{2E2CFF81-95F3-4549-B4E5-BA87D7A1B593}"/>
                </a:ext>
              </a:extLst>
            </p:cNvPr>
            <p:cNvSpPr/>
            <p:nvPr/>
          </p:nvSpPr>
          <p:spPr bwMode="auto">
            <a:xfrm>
              <a:off x="6727846" y="1011350"/>
              <a:ext cx="1328767" cy="576483"/>
            </a:xfrm>
            <a:custGeom>
              <a:avLst/>
              <a:gdLst>
                <a:gd name="connsiteX0" fmla="*/ 0 w 2944090"/>
                <a:gd name="connsiteY0" fmla="*/ 1489364 h 3186545"/>
                <a:gd name="connsiteX1" fmla="*/ 13854 w 2944090"/>
                <a:gd name="connsiteY1" fmla="*/ 1911927 h 3186545"/>
                <a:gd name="connsiteX2" fmla="*/ 387927 w 2944090"/>
                <a:gd name="connsiteY2" fmla="*/ 3186545 h 3186545"/>
                <a:gd name="connsiteX3" fmla="*/ 949036 w 2944090"/>
                <a:gd name="connsiteY3" fmla="*/ 3041073 h 3186545"/>
                <a:gd name="connsiteX4" fmla="*/ 949036 w 2944090"/>
                <a:gd name="connsiteY4" fmla="*/ 2687782 h 3186545"/>
                <a:gd name="connsiteX5" fmla="*/ 810490 w 2944090"/>
                <a:gd name="connsiteY5" fmla="*/ 2272145 h 3186545"/>
                <a:gd name="connsiteX6" fmla="*/ 1136072 w 2944090"/>
                <a:gd name="connsiteY6" fmla="*/ 1593273 h 3186545"/>
                <a:gd name="connsiteX7" fmla="*/ 2944090 w 2944090"/>
                <a:gd name="connsiteY7" fmla="*/ 304800 h 3186545"/>
                <a:gd name="connsiteX8" fmla="*/ 2937163 w 2944090"/>
                <a:gd name="connsiteY8" fmla="*/ 0 h 3186545"/>
                <a:gd name="connsiteX9" fmla="*/ 1620981 w 2944090"/>
                <a:gd name="connsiteY9" fmla="*/ 13855 h 3186545"/>
                <a:gd name="connsiteX10" fmla="*/ 96981 w 2944090"/>
                <a:gd name="connsiteY10" fmla="*/ 1350818 h 3186545"/>
                <a:gd name="connsiteX0" fmla="*/ 0 w 2944090"/>
                <a:gd name="connsiteY0" fmla="*/ 1475509 h 3172690"/>
                <a:gd name="connsiteX1" fmla="*/ 13854 w 2944090"/>
                <a:gd name="connsiteY1" fmla="*/ 1898072 h 3172690"/>
                <a:gd name="connsiteX2" fmla="*/ 387927 w 2944090"/>
                <a:gd name="connsiteY2" fmla="*/ 3172690 h 3172690"/>
                <a:gd name="connsiteX3" fmla="*/ 949036 w 2944090"/>
                <a:gd name="connsiteY3" fmla="*/ 3027218 h 3172690"/>
                <a:gd name="connsiteX4" fmla="*/ 949036 w 2944090"/>
                <a:gd name="connsiteY4" fmla="*/ 2673927 h 3172690"/>
                <a:gd name="connsiteX5" fmla="*/ 810490 w 2944090"/>
                <a:gd name="connsiteY5" fmla="*/ 2258290 h 3172690"/>
                <a:gd name="connsiteX6" fmla="*/ 1136072 w 2944090"/>
                <a:gd name="connsiteY6" fmla="*/ 1579418 h 3172690"/>
                <a:gd name="connsiteX7" fmla="*/ 2944090 w 2944090"/>
                <a:gd name="connsiteY7" fmla="*/ 290945 h 3172690"/>
                <a:gd name="connsiteX8" fmla="*/ 2299854 w 2944090"/>
                <a:gd name="connsiteY8" fmla="*/ 117763 h 3172690"/>
                <a:gd name="connsiteX9" fmla="*/ 1620981 w 2944090"/>
                <a:gd name="connsiteY9" fmla="*/ 0 h 3172690"/>
                <a:gd name="connsiteX10" fmla="*/ 96981 w 2944090"/>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2195945 w 2299854"/>
                <a:gd name="connsiteY7" fmla="*/ 692727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9854"/>
                <a:gd name="connsiteY0" fmla="*/ 1475509 h 3172690"/>
                <a:gd name="connsiteX1" fmla="*/ 13854 w 2299854"/>
                <a:gd name="connsiteY1" fmla="*/ 1898072 h 3172690"/>
                <a:gd name="connsiteX2" fmla="*/ 387927 w 2299854"/>
                <a:gd name="connsiteY2" fmla="*/ 3172690 h 3172690"/>
                <a:gd name="connsiteX3" fmla="*/ 949036 w 2299854"/>
                <a:gd name="connsiteY3" fmla="*/ 3027218 h 3172690"/>
                <a:gd name="connsiteX4" fmla="*/ 949036 w 2299854"/>
                <a:gd name="connsiteY4" fmla="*/ 2673927 h 3172690"/>
                <a:gd name="connsiteX5" fmla="*/ 810490 w 2299854"/>
                <a:gd name="connsiteY5" fmla="*/ 2258290 h 3172690"/>
                <a:gd name="connsiteX6" fmla="*/ 1136072 w 2299854"/>
                <a:gd name="connsiteY6" fmla="*/ 1579418 h 3172690"/>
                <a:gd name="connsiteX7" fmla="*/ 1995055 w 2299854"/>
                <a:gd name="connsiteY7" fmla="*/ 699655 h 3172690"/>
                <a:gd name="connsiteX8" fmla="*/ 2299854 w 2299854"/>
                <a:gd name="connsiteY8" fmla="*/ 117763 h 3172690"/>
                <a:gd name="connsiteX9" fmla="*/ 1620981 w 2299854"/>
                <a:gd name="connsiteY9" fmla="*/ 0 h 3172690"/>
                <a:gd name="connsiteX10" fmla="*/ 96981 w 2299854"/>
                <a:gd name="connsiteY10" fmla="*/ 1336963 h 31726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292927"/>
                <a:gd name="connsiteY0" fmla="*/ 1551709 h 3248890"/>
                <a:gd name="connsiteX1" fmla="*/ 13854 w 2292927"/>
                <a:gd name="connsiteY1" fmla="*/ 1974272 h 3248890"/>
                <a:gd name="connsiteX2" fmla="*/ 387927 w 2292927"/>
                <a:gd name="connsiteY2" fmla="*/ 3248890 h 3248890"/>
                <a:gd name="connsiteX3" fmla="*/ 949036 w 2292927"/>
                <a:gd name="connsiteY3" fmla="*/ 3103418 h 3248890"/>
                <a:gd name="connsiteX4" fmla="*/ 949036 w 2292927"/>
                <a:gd name="connsiteY4" fmla="*/ 2750127 h 3248890"/>
                <a:gd name="connsiteX5" fmla="*/ 810490 w 2292927"/>
                <a:gd name="connsiteY5" fmla="*/ 2334490 h 3248890"/>
                <a:gd name="connsiteX6" fmla="*/ 1136072 w 2292927"/>
                <a:gd name="connsiteY6" fmla="*/ 1655618 h 3248890"/>
                <a:gd name="connsiteX7" fmla="*/ 1995055 w 2292927"/>
                <a:gd name="connsiteY7" fmla="*/ 775855 h 3248890"/>
                <a:gd name="connsiteX8" fmla="*/ 2292927 w 2292927"/>
                <a:gd name="connsiteY8" fmla="*/ 0 h 3248890"/>
                <a:gd name="connsiteX9" fmla="*/ 1620981 w 2292927"/>
                <a:gd name="connsiteY9" fmla="*/ 76200 h 3248890"/>
                <a:gd name="connsiteX10" fmla="*/ 96981 w 2292927"/>
                <a:gd name="connsiteY10" fmla="*/ 1413163 h 3248890"/>
                <a:gd name="connsiteX0" fmla="*/ 0 w 2161309"/>
                <a:gd name="connsiteY0" fmla="*/ 1530928 h 3228109"/>
                <a:gd name="connsiteX1" fmla="*/ 13854 w 2161309"/>
                <a:gd name="connsiteY1" fmla="*/ 1953491 h 3228109"/>
                <a:gd name="connsiteX2" fmla="*/ 387927 w 2161309"/>
                <a:gd name="connsiteY2" fmla="*/ 3228109 h 3228109"/>
                <a:gd name="connsiteX3" fmla="*/ 949036 w 2161309"/>
                <a:gd name="connsiteY3" fmla="*/ 3082637 h 3228109"/>
                <a:gd name="connsiteX4" fmla="*/ 949036 w 2161309"/>
                <a:gd name="connsiteY4" fmla="*/ 2729346 h 3228109"/>
                <a:gd name="connsiteX5" fmla="*/ 810490 w 2161309"/>
                <a:gd name="connsiteY5" fmla="*/ 2313709 h 3228109"/>
                <a:gd name="connsiteX6" fmla="*/ 1136072 w 2161309"/>
                <a:gd name="connsiteY6" fmla="*/ 1634837 h 3228109"/>
                <a:gd name="connsiteX7" fmla="*/ 1995055 w 2161309"/>
                <a:gd name="connsiteY7" fmla="*/ 755074 h 3228109"/>
                <a:gd name="connsiteX8" fmla="*/ 2161309 w 2161309"/>
                <a:gd name="connsiteY8" fmla="*/ 0 h 3228109"/>
                <a:gd name="connsiteX9" fmla="*/ 1620981 w 2161309"/>
                <a:gd name="connsiteY9" fmla="*/ 55419 h 3228109"/>
                <a:gd name="connsiteX10" fmla="*/ 96981 w 2161309"/>
                <a:gd name="connsiteY10" fmla="*/ 1392382 h 3228109"/>
                <a:gd name="connsiteX0" fmla="*/ 0 w 2161309"/>
                <a:gd name="connsiteY0" fmla="*/ 1530928 h 3082637"/>
                <a:gd name="connsiteX1" fmla="*/ 13854 w 2161309"/>
                <a:gd name="connsiteY1" fmla="*/ 1953491 h 3082637"/>
                <a:gd name="connsiteX2" fmla="*/ 651164 w 2161309"/>
                <a:gd name="connsiteY2" fmla="*/ 1551709 h 3082637"/>
                <a:gd name="connsiteX3" fmla="*/ 949036 w 2161309"/>
                <a:gd name="connsiteY3" fmla="*/ 3082637 h 3082637"/>
                <a:gd name="connsiteX4" fmla="*/ 949036 w 2161309"/>
                <a:gd name="connsiteY4" fmla="*/ 2729346 h 3082637"/>
                <a:gd name="connsiteX5" fmla="*/ 810490 w 2161309"/>
                <a:gd name="connsiteY5" fmla="*/ 2313709 h 3082637"/>
                <a:gd name="connsiteX6" fmla="*/ 1136072 w 2161309"/>
                <a:gd name="connsiteY6" fmla="*/ 1634837 h 3082637"/>
                <a:gd name="connsiteX7" fmla="*/ 1995055 w 2161309"/>
                <a:gd name="connsiteY7" fmla="*/ 755074 h 3082637"/>
                <a:gd name="connsiteX8" fmla="*/ 2161309 w 2161309"/>
                <a:gd name="connsiteY8" fmla="*/ 0 h 3082637"/>
                <a:gd name="connsiteX9" fmla="*/ 1620981 w 2161309"/>
                <a:gd name="connsiteY9" fmla="*/ 55419 h 3082637"/>
                <a:gd name="connsiteX10" fmla="*/ 96981 w 2161309"/>
                <a:gd name="connsiteY10" fmla="*/ 1392382 h 3082637"/>
                <a:gd name="connsiteX0" fmla="*/ 0 w 2161309"/>
                <a:gd name="connsiteY0" fmla="*/ 1530928 h 3082637"/>
                <a:gd name="connsiteX1" fmla="*/ 13854 w 2161309"/>
                <a:gd name="connsiteY1" fmla="*/ 1953491 h 3082637"/>
                <a:gd name="connsiteX2" fmla="*/ 651164 w 2161309"/>
                <a:gd name="connsiteY2" fmla="*/ 1551709 h 3082637"/>
                <a:gd name="connsiteX3" fmla="*/ 949036 w 2161309"/>
                <a:gd name="connsiteY3" fmla="*/ 3082637 h 3082637"/>
                <a:gd name="connsiteX4" fmla="*/ 810490 w 2161309"/>
                <a:gd name="connsiteY4" fmla="*/ 2313709 h 3082637"/>
                <a:gd name="connsiteX5" fmla="*/ 1136072 w 2161309"/>
                <a:gd name="connsiteY5" fmla="*/ 1634837 h 3082637"/>
                <a:gd name="connsiteX6" fmla="*/ 1995055 w 2161309"/>
                <a:gd name="connsiteY6" fmla="*/ 755074 h 3082637"/>
                <a:gd name="connsiteX7" fmla="*/ 2161309 w 2161309"/>
                <a:gd name="connsiteY7" fmla="*/ 0 h 3082637"/>
                <a:gd name="connsiteX8" fmla="*/ 1620981 w 2161309"/>
                <a:gd name="connsiteY8" fmla="*/ 55419 h 3082637"/>
                <a:gd name="connsiteX9" fmla="*/ 96981 w 2161309"/>
                <a:gd name="connsiteY9" fmla="*/ 1392382 h 3082637"/>
                <a:gd name="connsiteX0" fmla="*/ 0 w 2161309"/>
                <a:gd name="connsiteY0" fmla="*/ 1530928 h 2313709"/>
                <a:gd name="connsiteX1" fmla="*/ 13854 w 2161309"/>
                <a:gd name="connsiteY1" fmla="*/ 1953491 h 2313709"/>
                <a:gd name="connsiteX2" fmla="*/ 651164 w 2161309"/>
                <a:gd name="connsiteY2" fmla="*/ 1551709 h 2313709"/>
                <a:gd name="connsiteX3" fmla="*/ 810490 w 2161309"/>
                <a:gd name="connsiteY3" fmla="*/ 2313709 h 2313709"/>
                <a:gd name="connsiteX4" fmla="*/ 1136072 w 2161309"/>
                <a:gd name="connsiteY4" fmla="*/ 1634837 h 2313709"/>
                <a:gd name="connsiteX5" fmla="*/ 1995055 w 2161309"/>
                <a:gd name="connsiteY5" fmla="*/ 755074 h 2313709"/>
                <a:gd name="connsiteX6" fmla="*/ 2161309 w 2161309"/>
                <a:gd name="connsiteY6" fmla="*/ 0 h 2313709"/>
                <a:gd name="connsiteX7" fmla="*/ 1620981 w 2161309"/>
                <a:gd name="connsiteY7" fmla="*/ 55419 h 2313709"/>
                <a:gd name="connsiteX8" fmla="*/ 96981 w 2161309"/>
                <a:gd name="connsiteY8" fmla="*/ 1392382 h 2313709"/>
                <a:gd name="connsiteX0" fmla="*/ 0 w 2161309"/>
                <a:gd name="connsiteY0" fmla="*/ 1530928 h 1953491"/>
                <a:gd name="connsiteX1" fmla="*/ 13854 w 2161309"/>
                <a:gd name="connsiteY1" fmla="*/ 1953491 h 1953491"/>
                <a:gd name="connsiteX2" fmla="*/ 651164 w 2161309"/>
                <a:gd name="connsiteY2" fmla="*/ 1551709 h 1953491"/>
                <a:gd name="connsiteX3" fmla="*/ 1136072 w 2161309"/>
                <a:gd name="connsiteY3" fmla="*/ 1634837 h 1953491"/>
                <a:gd name="connsiteX4" fmla="*/ 1995055 w 2161309"/>
                <a:gd name="connsiteY4" fmla="*/ 755074 h 1953491"/>
                <a:gd name="connsiteX5" fmla="*/ 2161309 w 2161309"/>
                <a:gd name="connsiteY5" fmla="*/ 0 h 1953491"/>
                <a:gd name="connsiteX6" fmla="*/ 1620981 w 2161309"/>
                <a:gd name="connsiteY6" fmla="*/ 55419 h 1953491"/>
                <a:gd name="connsiteX7" fmla="*/ 96981 w 2161309"/>
                <a:gd name="connsiteY7" fmla="*/ 1392382 h 1953491"/>
                <a:gd name="connsiteX0" fmla="*/ 0 w 2161309"/>
                <a:gd name="connsiteY0" fmla="*/ 1530928 h 1953491"/>
                <a:gd name="connsiteX1" fmla="*/ 13854 w 2161309"/>
                <a:gd name="connsiteY1" fmla="*/ 1953491 h 1953491"/>
                <a:gd name="connsiteX2" fmla="*/ 651164 w 2161309"/>
                <a:gd name="connsiteY2" fmla="*/ 1551709 h 1953491"/>
                <a:gd name="connsiteX3" fmla="*/ 1995055 w 2161309"/>
                <a:gd name="connsiteY3" fmla="*/ 755074 h 1953491"/>
                <a:gd name="connsiteX4" fmla="*/ 2161309 w 2161309"/>
                <a:gd name="connsiteY4" fmla="*/ 0 h 1953491"/>
                <a:gd name="connsiteX5" fmla="*/ 1620981 w 2161309"/>
                <a:gd name="connsiteY5" fmla="*/ 55419 h 1953491"/>
                <a:gd name="connsiteX6" fmla="*/ 96981 w 2161309"/>
                <a:gd name="connsiteY6" fmla="*/ 1392382 h 1953491"/>
                <a:gd name="connsiteX0" fmla="*/ 0 w 2161309"/>
                <a:gd name="connsiteY0" fmla="*/ 1530928 h 1551709"/>
                <a:gd name="connsiteX1" fmla="*/ 540326 w 2161309"/>
                <a:gd name="connsiteY1" fmla="*/ 1260764 h 1551709"/>
                <a:gd name="connsiteX2" fmla="*/ 651164 w 2161309"/>
                <a:gd name="connsiteY2" fmla="*/ 1551709 h 1551709"/>
                <a:gd name="connsiteX3" fmla="*/ 1995055 w 2161309"/>
                <a:gd name="connsiteY3" fmla="*/ 755074 h 1551709"/>
                <a:gd name="connsiteX4" fmla="*/ 2161309 w 2161309"/>
                <a:gd name="connsiteY4" fmla="*/ 0 h 1551709"/>
                <a:gd name="connsiteX5" fmla="*/ 1620981 w 2161309"/>
                <a:gd name="connsiteY5" fmla="*/ 55419 h 1551709"/>
                <a:gd name="connsiteX6" fmla="*/ 96981 w 2161309"/>
                <a:gd name="connsiteY6" fmla="*/ 1392382 h 1551709"/>
                <a:gd name="connsiteX0" fmla="*/ 0 w 2161309"/>
                <a:gd name="connsiteY0" fmla="*/ 1530928 h 1551709"/>
                <a:gd name="connsiteX1" fmla="*/ 540326 w 2161309"/>
                <a:gd name="connsiteY1" fmla="*/ 1260764 h 1551709"/>
                <a:gd name="connsiteX2" fmla="*/ 651164 w 2161309"/>
                <a:gd name="connsiteY2" fmla="*/ 1551709 h 1551709"/>
                <a:gd name="connsiteX3" fmla="*/ 1995055 w 2161309"/>
                <a:gd name="connsiteY3" fmla="*/ 755074 h 1551709"/>
                <a:gd name="connsiteX4" fmla="*/ 2161309 w 2161309"/>
                <a:gd name="connsiteY4" fmla="*/ 0 h 1551709"/>
                <a:gd name="connsiteX5" fmla="*/ 1620981 w 2161309"/>
                <a:gd name="connsiteY5" fmla="*/ 55419 h 1551709"/>
                <a:gd name="connsiteX6" fmla="*/ 581890 w 2161309"/>
                <a:gd name="connsiteY6" fmla="*/ 935182 h 1551709"/>
                <a:gd name="connsiteX0" fmla="*/ 55419 w 1620983"/>
                <a:gd name="connsiteY0" fmla="*/ 1032164 h 1551709"/>
                <a:gd name="connsiteX1" fmla="*/ 0 w 1620983"/>
                <a:gd name="connsiteY1" fmla="*/ 1260764 h 1551709"/>
                <a:gd name="connsiteX2" fmla="*/ 110838 w 1620983"/>
                <a:gd name="connsiteY2" fmla="*/ 1551709 h 1551709"/>
                <a:gd name="connsiteX3" fmla="*/ 1454729 w 1620983"/>
                <a:gd name="connsiteY3" fmla="*/ 755074 h 1551709"/>
                <a:gd name="connsiteX4" fmla="*/ 1620983 w 1620983"/>
                <a:gd name="connsiteY4" fmla="*/ 0 h 1551709"/>
                <a:gd name="connsiteX5" fmla="*/ 1080655 w 1620983"/>
                <a:gd name="connsiteY5" fmla="*/ 55419 h 1551709"/>
                <a:gd name="connsiteX6" fmla="*/ 41564 w 1620983"/>
                <a:gd name="connsiteY6" fmla="*/ 935182 h 1551709"/>
                <a:gd name="connsiteX0" fmla="*/ 55419 w 1620983"/>
                <a:gd name="connsiteY0" fmla="*/ 1032164 h 1551709"/>
                <a:gd name="connsiteX1" fmla="*/ 0 w 1620983"/>
                <a:gd name="connsiteY1" fmla="*/ 1260764 h 1551709"/>
                <a:gd name="connsiteX2" fmla="*/ 110838 w 1620983"/>
                <a:gd name="connsiteY2" fmla="*/ 1551709 h 1551709"/>
                <a:gd name="connsiteX3" fmla="*/ 1454729 w 1620983"/>
                <a:gd name="connsiteY3" fmla="*/ 755074 h 1551709"/>
                <a:gd name="connsiteX4" fmla="*/ 1620983 w 1620983"/>
                <a:gd name="connsiteY4" fmla="*/ 0 h 1551709"/>
                <a:gd name="connsiteX5" fmla="*/ 1080655 w 1620983"/>
                <a:gd name="connsiteY5" fmla="*/ 55419 h 1551709"/>
                <a:gd name="connsiteX6" fmla="*/ 270164 w 1620983"/>
                <a:gd name="connsiteY6" fmla="*/ 665018 h 1551709"/>
                <a:gd name="connsiteX0" fmla="*/ 55419 w 1620983"/>
                <a:gd name="connsiteY0" fmla="*/ 1032164 h 1427018"/>
                <a:gd name="connsiteX1" fmla="*/ 0 w 1620983"/>
                <a:gd name="connsiteY1" fmla="*/ 1260764 h 1427018"/>
                <a:gd name="connsiteX2" fmla="*/ 290947 w 1620983"/>
                <a:gd name="connsiteY2" fmla="*/ 1427018 h 1427018"/>
                <a:gd name="connsiteX3" fmla="*/ 1454729 w 1620983"/>
                <a:gd name="connsiteY3" fmla="*/ 755074 h 1427018"/>
                <a:gd name="connsiteX4" fmla="*/ 1620983 w 1620983"/>
                <a:gd name="connsiteY4" fmla="*/ 0 h 1427018"/>
                <a:gd name="connsiteX5" fmla="*/ 1080655 w 1620983"/>
                <a:gd name="connsiteY5" fmla="*/ 55419 h 1427018"/>
                <a:gd name="connsiteX6" fmla="*/ 270164 w 1620983"/>
                <a:gd name="connsiteY6" fmla="*/ 665018 h 1427018"/>
                <a:gd name="connsiteX0" fmla="*/ 55419 w 1620983"/>
                <a:gd name="connsiteY0" fmla="*/ 1032164 h 1427018"/>
                <a:gd name="connsiteX1" fmla="*/ 0 w 1620983"/>
                <a:gd name="connsiteY1" fmla="*/ 1260764 h 1427018"/>
                <a:gd name="connsiteX2" fmla="*/ 290947 w 1620983"/>
                <a:gd name="connsiteY2" fmla="*/ 1427018 h 1427018"/>
                <a:gd name="connsiteX3" fmla="*/ 1454729 w 1620983"/>
                <a:gd name="connsiteY3" fmla="*/ 755074 h 1427018"/>
                <a:gd name="connsiteX4" fmla="*/ 1620983 w 1620983"/>
                <a:gd name="connsiteY4" fmla="*/ 0 h 1427018"/>
                <a:gd name="connsiteX5" fmla="*/ 1087583 w 1620983"/>
                <a:gd name="connsiteY5" fmla="*/ 6928 h 1427018"/>
                <a:gd name="connsiteX6" fmla="*/ 270164 w 1620983"/>
                <a:gd name="connsiteY6" fmla="*/ 665018 h 1427018"/>
                <a:gd name="connsiteX0" fmla="*/ 55419 w 2237511"/>
                <a:gd name="connsiteY0" fmla="*/ 1025236 h 1420090"/>
                <a:gd name="connsiteX1" fmla="*/ 0 w 2237511"/>
                <a:gd name="connsiteY1" fmla="*/ 1253836 h 1420090"/>
                <a:gd name="connsiteX2" fmla="*/ 290947 w 2237511"/>
                <a:gd name="connsiteY2" fmla="*/ 1420090 h 1420090"/>
                <a:gd name="connsiteX3" fmla="*/ 1454729 w 2237511"/>
                <a:gd name="connsiteY3" fmla="*/ 748146 h 1420090"/>
                <a:gd name="connsiteX4" fmla="*/ 2237511 w 2237511"/>
                <a:gd name="connsiteY4" fmla="*/ 6926 h 1420090"/>
                <a:gd name="connsiteX5" fmla="*/ 1087583 w 2237511"/>
                <a:gd name="connsiteY5" fmla="*/ 0 h 1420090"/>
                <a:gd name="connsiteX6" fmla="*/ 270164 w 2237511"/>
                <a:gd name="connsiteY6" fmla="*/ 658090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270164 w 2237511"/>
                <a:gd name="connsiteY6" fmla="*/ 658090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672576 w 2237511"/>
                <a:gd name="connsiteY6" fmla="*/ 396013 h 1420090"/>
                <a:gd name="connsiteX0" fmla="*/ 55419 w 2237511"/>
                <a:gd name="connsiteY0" fmla="*/ 1025236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731108 w 2237511"/>
                <a:gd name="connsiteY6" fmla="*/ 377728 h 1420090"/>
                <a:gd name="connsiteX0" fmla="*/ 1423619 w 2237511"/>
                <a:gd name="connsiteY0" fmla="*/ 336523 h 1420090"/>
                <a:gd name="connsiteX1" fmla="*/ 0 w 2237511"/>
                <a:gd name="connsiteY1" fmla="*/ 1253836 h 1420090"/>
                <a:gd name="connsiteX2" fmla="*/ 290947 w 2237511"/>
                <a:gd name="connsiteY2" fmla="*/ 1420090 h 1420090"/>
                <a:gd name="connsiteX3" fmla="*/ 2043547 w 2237511"/>
                <a:gd name="connsiteY3" fmla="*/ 491837 h 1420090"/>
                <a:gd name="connsiteX4" fmla="*/ 2237511 w 2237511"/>
                <a:gd name="connsiteY4" fmla="*/ 6926 h 1420090"/>
                <a:gd name="connsiteX5" fmla="*/ 1087583 w 2237511"/>
                <a:gd name="connsiteY5" fmla="*/ 0 h 1420090"/>
                <a:gd name="connsiteX6" fmla="*/ 731108 w 2237511"/>
                <a:gd name="connsiteY6" fmla="*/ 377728 h 1420090"/>
                <a:gd name="connsiteX0" fmla="*/ 1132672 w 1946564"/>
                <a:gd name="connsiteY0" fmla="*/ 336523 h 1420090"/>
                <a:gd name="connsiteX1" fmla="*/ 1582097 w 1946564"/>
                <a:gd name="connsiteY1" fmla="*/ 522460 h 1420090"/>
                <a:gd name="connsiteX2" fmla="*/ 0 w 1946564"/>
                <a:gd name="connsiteY2" fmla="*/ 1420090 h 1420090"/>
                <a:gd name="connsiteX3" fmla="*/ 1752600 w 1946564"/>
                <a:gd name="connsiteY3" fmla="*/ 491837 h 1420090"/>
                <a:gd name="connsiteX4" fmla="*/ 1946564 w 1946564"/>
                <a:gd name="connsiteY4" fmla="*/ 6926 h 1420090"/>
                <a:gd name="connsiteX5" fmla="*/ 796636 w 1946564"/>
                <a:gd name="connsiteY5" fmla="*/ 0 h 1420090"/>
                <a:gd name="connsiteX6" fmla="*/ 440161 w 1946564"/>
                <a:gd name="connsiteY6" fmla="*/ 377728 h 1420090"/>
                <a:gd name="connsiteX0" fmla="*/ 692511 w 1506403"/>
                <a:gd name="connsiteY0" fmla="*/ 336523 h 522460"/>
                <a:gd name="connsiteX1" fmla="*/ 1141936 w 1506403"/>
                <a:gd name="connsiteY1" fmla="*/ 522460 h 522460"/>
                <a:gd name="connsiteX2" fmla="*/ 1312439 w 1506403"/>
                <a:gd name="connsiteY2" fmla="*/ 491837 h 522460"/>
                <a:gd name="connsiteX3" fmla="*/ 1506403 w 1506403"/>
                <a:gd name="connsiteY3" fmla="*/ 6926 h 522460"/>
                <a:gd name="connsiteX4" fmla="*/ 356475 w 1506403"/>
                <a:gd name="connsiteY4" fmla="*/ 0 h 522460"/>
                <a:gd name="connsiteX5" fmla="*/ 0 w 1506403"/>
                <a:gd name="connsiteY5" fmla="*/ 377728 h 522460"/>
                <a:gd name="connsiteX0" fmla="*/ 692511 w 1506403"/>
                <a:gd name="connsiteY0" fmla="*/ 336523 h 522460"/>
                <a:gd name="connsiteX1" fmla="*/ 1141936 w 1506403"/>
                <a:gd name="connsiteY1" fmla="*/ 522460 h 522460"/>
                <a:gd name="connsiteX2" fmla="*/ 1297806 w 1506403"/>
                <a:gd name="connsiteY2" fmla="*/ 296803 h 522460"/>
                <a:gd name="connsiteX3" fmla="*/ 1506403 w 1506403"/>
                <a:gd name="connsiteY3" fmla="*/ 6926 h 522460"/>
                <a:gd name="connsiteX4" fmla="*/ 356475 w 1506403"/>
                <a:gd name="connsiteY4" fmla="*/ 0 h 522460"/>
                <a:gd name="connsiteX5" fmla="*/ 0 w 1506403"/>
                <a:gd name="connsiteY5" fmla="*/ 377728 h 522460"/>
                <a:gd name="connsiteX0" fmla="*/ 692511 w 1506403"/>
                <a:gd name="connsiteY0" fmla="*/ 336523 h 377728"/>
                <a:gd name="connsiteX1" fmla="*/ 1297806 w 1506403"/>
                <a:gd name="connsiteY1" fmla="*/ 296803 h 377728"/>
                <a:gd name="connsiteX2" fmla="*/ 1506403 w 1506403"/>
                <a:gd name="connsiteY2" fmla="*/ 6926 h 377728"/>
                <a:gd name="connsiteX3" fmla="*/ 356475 w 1506403"/>
                <a:gd name="connsiteY3" fmla="*/ 0 h 377728"/>
                <a:gd name="connsiteX4" fmla="*/ 0 w 1506403"/>
                <a:gd name="connsiteY4" fmla="*/ 377728 h 377728"/>
                <a:gd name="connsiteX0" fmla="*/ 809577 w 1506403"/>
                <a:gd name="connsiteY0" fmla="*/ 452324 h 452324"/>
                <a:gd name="connsiteX1" fmla="*/ 1297806 w 1506403"/>
                <a:gd name="connsiteY1" fmla="*/ 296803 h 452324"/>
                <a:gd name="connsiteX2" fmla="*/ 1506403 w 1506403"/>
                <a:gd name="connsiteY2" fmla="*/ 6926 h 452324"/>
                <a:gd name="connsiteX3" fmla="*/ 356475 w 1506403"/>
                <a:gd name="connsiteY3" fmla="*/ 0 h 452324"/>
                <a:gd name="connsiteX4" fmla="*/ 0 w 1506403"/>
                <a:gd name="connsiteY4" fmla="*/ 377728 h 452324"/>
                <a:gd name="connsiteX0" fmla="*/ 692512 w 1506403"/>
                <a:gd name="connsiteY0" fmla="*/ 361177 h 377728"/>
                <a:gd name="connsiteX1" fmla="*/ 1297806 w 1506403"/>
                <a:gd name="connsiteY1" fmla="*/ 296803 h 377728"/>
                <a:gd name="connsiteX2" fmla="*/ 1506403 w 1506403"/>
                <a:gd name="connsiteY2" fmla="*/ 6926 h 377728"/>
                <a:gd name="connsiteX3" fmla="*/ 356475 w 1506403"/>
                <a:gd name="connsiteY3" fmla="*/ 0 h 377728"/>
                <a:gd name="connsiteX4" fmla="*/ 0 w 1506403"/>
                <a:gd name="connsiteY4" fmla="*/ 377728 h 377728"/>
                <a:gd name="connsiteX0" fmla="*/ 392532 w 1206423"/>
                <a:gd name="connsiteY0" fmla="*/ 361177 h 364707"/>
                <a:gd name="connsiteX1" fmla="*/ 997826 w 1206423"/>
                <a:gd name="connsiteY1" fmla="*/ 296803 h 364707"/>
                <a:gd name="connsiteX2" fmla="*/ 1206423 w 1206423"/>
                <a:gd name="connsiteY2" fmla="*/ 6926 h 364707"/>
                <a:gd name="connsiteX3" fmla="*/ 56495 w 1206423"/>
                <a:gd name="connsiteY3" fmla="*/ 0 h 364707"/>
                <a:gd name="connsiteX4" fmla="*/ 0 w 1206423"/>
                <a:gd name="connsiteY4" fmla="*/ 364707 h 364707"/>
                <a:gd name="connsiteX0" fmla="*/ 473014 w 1286905"/>
                <a:gd name="connsiteY0" fmla="*/ 361177 h 361177"/>
                <a:gd name="connsiteX1" fmla="*/ 1078308 w 1286905"/>
                <a:gd name="connsiteY1" fmla="*/ 296803 h 361177"/>
                <a:gd name="connsiteX2" fmla="*/ 1286905 w 1286905"/>
                <a:gd name="connsiteY2" fmla="*/ 6926 h 361177"/>
                <a:gd name="connsiteX3" fmla="*/ 136977 w 1286905"/>
                <a:gd name="connsiteY3" fmla="*/ 0 h 361177"/>
                <a:gd name="connsiteX4" fmla="*/ 0 w 1286905"/>
                <a:gd name="connsiteY4" fmla="*/ 277900 h 361177"/>
                <a:gd name="connsiteX0" fmla="*/ 473014 w 1430814"/>
                <a:gd name="connsiteY0" fmla="*/ 361177 h 361177"/>
                <a:gd name="connsiteX1" fmla="*/ 1078308 w 1430814"/>
                <a:gd name="connsiteY1" fmla="*/ 296803 h 361177"/>
                <a:gd name="connsiteX2" fmla="*/ 1286905 w 1430814"/>
                <a:gd name="connsiteY2" fmla="*/ 6926 h 361177"/>
                <a:gd name="connsiteX3" fmla="*/ 136977 w 1430814"/>
                <a:gd name="connsiteY3" fmla="*/ 0 h 361177"/>
                <a:gd name="connsiteX4" fmla="*/ 0 w 1430814"/>
                <a:gd name="connsiteY4" fmla="*/ 277900 h 361177"/>
                <a:gd name="connsiteX0" fmla="*/ 473014 w 1339689"/>
                <a:gd name="connsiteY0" fmla="*/ 361177 h 361177"/>
                <a:gd name="connsiteX1" fmla="*/ 1078308 w 1339689"/>
                <a:gd name="connsiteY1" fmla="*/ 296803 h 361177"/>
                <a:gd name="connsiteX2" fmla="*/ 1286905 w 1339689"/>
                <a:gd name="connsiteY2" fmla="*/ 6926 h 361177"/>
                <a:gd name="connsiteX3" fmla="*/ 136977 w 1339689"/>
                <a:gd name="connsiteY3" fmla="*/ 0 h 361177"/>
                <a:gd name="connsiteX4" fmla="*/ 0 w 1339689"/>
                <a:gd name="connsiteY4" fmla="*/ 277900 h 361177"/>
                <a:gd name="connsiteX0" fmla="*/ 536766 w 1403441"/>
                <a:gd name="connsiteY0" fmla="*/ 361198 h 361198"/>
                <a:gd name="connsiteX1" fmla="*/ 1142060 w 1403441"/>
                <a:gd name="connsiteY1" fmla="*/ 296824 h 361198"/>
                <a:gd name="connsiteX2" fmla="*/ 1350657 w 1403441"/>
                <a:gd name="connsiteY2" fmla="*/ 6947 h 361198"/>
                <a:gd name="connsiteX3" fmla="*/ 200729 w 1403441"/>
                <a:gd name="connsiteY3" fmla="*/ 21 h 361198"/>
                <a:gd name="connsiteX4" fmla="*/ 63752 w 1403441"/>
                <a:gd name="connsiteY4" fmla="*/ 277921 h 361198"/>
                <a:gd name="connsiteX0" fmla="*/ 536766 w 1403441"/>
                <a:gd name="connsiteY0" fmla="*/ 361198 h 361198"/>
                <a:gd name="connsiteX1" fmla="*/ 1142060 w 1403441"/>
                <a:gd name="connsiteY1" fmla="*/ 296824 h 361198"/>
                <a:gd name="connsiteX2" fmla="*/ 1350657 w 1403441"/>
                <a:gd name="connsiteY2" fmla="*/ 6947 h 361198"/>
                <a:gd name="connsiteX3" fmla="*/ 200729 w 1403441"/>
                <a:gd name="connsiteY3" fmla="*/ 21 h 361198"/>
                <a:gd name="connsiteX4" fmla="*/ 63752 w 1403441"/>
                <a:gd name="connsiteY4" fmla="*/ 277921 h 361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441" h="361198">
                  <a:moveTo>
                    <a:pt x="536766" y="361198"/>
                  </a:moveTo>
                  <a:cubicBezTo>
                    <a:pt x="738531" y="339740"/>
                    <a:pt x="1006412" y="355866"/>
                    <a:pt x="1142060" y="296824"/>
                  </a:cubicBezTo>
                  <a:cubicBezTo>
                    <a:pt x="1277708" y="237782"/>
                    <a:pt x="1507545" y="56414"/>
                    <a:pt x="1350657" y="6947"/>
                  </a:cubicBezTo>
                  <a:lnTo>
                    <a:pt x="200729" y="21"/>
                  </a:lnTo>
                  <a:cubicBezTo>
                    <a:pt x="-182580" y="-2288"/>
                    <a:pt x="109411" y="185288"/>
                    <a:pt x="63752" y="277921"/>
                  </a:cubicBezTo>
                </a:path>
              </a:pathLst>
            </a:custGeom>
            <a:solidFill>
              <a:srgbClr val="00B05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80" name="k1">
              <a:extLst>
                <a:ext uri="{FF2B5EF4-FFF2-40B4-BE49-F238E27FC236}">
                  <a16:creationId xmlns:a16="http://schemas.microsoft.com/office/drawing/2014/main" id="{A7D58825-98D9-4965-9159-60B5B7A6C98B}"/>
                </a:ext>
              </a:extLst>
            </p:cNvPr>
            <p:cNvSpPr/>
            <p:nvPr/>
          </p:nvSpPr>
          <p:spPr bwMode="auto">
            <a:xfrm>
              <a:off x="7792733" y="3276891"/>
              <a:ext cx="1549746" cy="848985"/>
            </a:xfrm>
            <a:custGeom>
              <a:avLst/>
              <a:gdLst>
                <a:gd name="connsiteX0" fmla="*/ 2424546 w 2424546"/>
                <a:gd name="connsiteY0" fmla="*/ 1302327 h 3172691"/>
                <a:gd name="connsiteX1" fmla="*/ 1226128 w 2424546"/>
                <a:gd name="connsiteY1" fmla="*/ 256309 h 3172691"/>
                <a:gd name="connsiteX2" fmla="*/ 568037 w 2424546"/>
                <a:gd name="connsiteY2" fmla="*/ 0 h 3172691"/>
                <a:gd name="connsiteX3" fmla="*/ 96982 w 2424546"/>
                <a:gd name="connsiteY3" fmla="*/ 48491 h 3172691"/>
                <a:gd name="connsiteX4" fmla="*/ 0 w 2424546"/>
                <a:gd name="connsiteY4" fmla="*/ 408709 h 3172691"/>
                <a:gd name="connsiteX5" fmla="*/ 408710 w 2424546"/>
                <a:gd name="connsiteY5" fmla="*/ 1246909 h 3172691"/>
                <a:gd name="connsiteX6" fmla="*/ 1357746 w 2424546"/>
                <a:gd name="connsiteY6" fmla="*/ 2445327 h 3172691"/>
                <a:gd name="connsiteX7" fmla="*/ 1517073 w 2424546"/>
                <a:gd name="connsiteY7" fmla="*/ 3027218 h 3172691"/>
                <a:gd name="connsiteX8" fmla="*/ 1939637 w 2424546"/>
                <a:gd name="connsiteY8" fmla="*/ 3172691 h 3172691"/>
                <a:gd name="connsiteX9" fmla="*/ 2292928 w 2424546"/>
                <a:gd name="connsiteY9" fmla="*/ 2570018 h 3172691"/>
                <a:gd name="connsiteX10" fmla="*/ 2348346 w 2424546"/>
                <a:gd name="connsiteY10" fmla="*/ 2015836 h 3172691"/>
                <a:gd name="connsiteX0" fmla="*/ 2327564 w 2327564"/>
                <a:gd name="connsiteY0" fmla="*/ 1302327 h 3172691"/>
                <a:gd name="connsiteX1" fmla="*/ 1129146 w 2327564"/>
                <a:gd name="connsiteY1" fmla="*/ 256309 h 3172691"/>
                <a:gd name="connsiteX2" fmla="*/ 471055 w 2327564"/>
                <a:gd name="connsiteY2" fmla="*/ 0 h 3172691"/>
                <a:gd name="connsiteX3" fmla="*/ 0 w 2327564"/>
                <a:gd name="connsiteY3" fmla="*/ 48491 h 3172691"/>
                <a:gd name="connsiteX4" fmla="*/ 720436 w 2327564"/>
                <a:gd name="connsiteY4" fmla="*/ 935181 h 3172691"/>
                <a:gd name="connsiteX5" fmla="*/ 311728 w 2327564"/>
                <a:gd name="connsiteY5" fmla="*/ 1246909 h 3172691"/>
                <a:gd name="connsiteX6" fmla="*/ 1260764 w 2327564"/>
                <a:gd name="connsiteY6" fmla="*/ 2445327 h 3172691"/>
                <a:gd name="connsiteX7" fmla="*/ 1420091 w 2327564"/>
                <a:gd name="connsiteY7" fmla="*/ 3027218 h 3172691"/>
                <a:gd name="connsiteX8" fmla="*/ 1842655 w 2327564"/>
                <a:gd name="connsiteY8" fmla="*/ 3172691 h 3172691"/>
                <a:gd name="connsiteX9" fmla="*/ 2195946 w 2327564"/>
                <a:gd name="connsiteY9" fmla="*/ 2570018 h 3172691"/>
                <a:gd name="connsiteX10" fmla="*/ 2251364 w 2327564"/>
                <a:gd name="connsiteY10" fmla="*/ 2015836 h 3172691"/>
                <a:gd name="connsiteX0" fmla="*/ 2015836 w 2015836"/>
                <a:gd name="connsiteY0" fmla="*/ 1302327 h 3172691"/>
                <a:gd name="connsiteX1" fmla="*/ 817418 w 2015836"/>
                <a:gd name="connsiteY1" fmla="*/ 256309 h 3172691"/>
                <a:gd name="connsiteX2" fmla="*/ 159327 w 2015836"/>
                <a:gd name="connsiteY2" fmla="*/ 0 h 3172691"/>
                <a:gd name="connsiteX3" fmla="*/ 741218 w 2015836"/>
                <a:gd name="connsiteY3" fmla="*/ 678873 h 3172691"/>
                <a:gd name="connsiteX4" fmla="*/ 408708 w 2015836"/>
                <a:gd name="connsiteY4" fmla="*/ 935181 h 3172691"/>
                <a:gd name="connsiteX5" fmla="*/ 0 w 2015836"/>
                <a:gd name="connsiteY5" fmla="*/ 1246909 h 3172691"/>
                <a:gd name="connsiteX6" fmla="*/ 949036 w 2015836"/>
                <a:gd name="connsiteY6" fmla="*/ 2445327 h 3172691"/>
                <a:gd name="connsiteX7" fmla="*/ 1108363 w 2015836"/>
                <a:gd name="connsiteY7" fmla="*/ 3027218 h 3172691"/>
                <a:gd name="connsiteX8" fmla="*/ 1530927 w 2015836"/>
                <a:gd name="connsiteY8" fmla="*/ 3172691 h 3172691"/>
                <a:gd name="connsiteX9" fmla="*/ 1884218 w 2015836"/>
                <a:gd name="connsiteY9" fmla="*/ 2570018 h 3172691"/>
                <a:gd name="connsiteX10" fmla="*/ 1939636 w 2015836"/>
                <a:gd name="connsiteY10" fmla="*/ 2015836 h 3172691"/>
                <a:gd name="connsiteX0" fmla="*/ 2015836 w 2015836"/>
                <a:gd name="connsiteY0" fmla="*/ 1046018 h 2916382"/>
                <a:gd name="connsiteX1" fmla="*/ 817418 w 2015836"/>
                <a:gd name="connsiteY1" fmla="*/ 0 h 2916382"/>
                <a:gd name="connsiteX2" fmla="*/ 1066800 w 2015836"/>
                <a:gd name="connsiteY2" fmla="*/ 477982 h 2916382"/>
                <a:gd name="connsiteX3" fmla="*/ 741218 w 2015836"/>
                <a:gd name="connsiteY3" fmla="*/ 422564 h 2916382"/>
                <a:gd name="connsiteX4" fmla="*/ 408708 w 2015836"/>
                <a:gd name="connsiteY4" fmla="*/ 678872 h 2916382"/>
                <a:gd name="connsiteX5" fmla="*/ 0 w 2015836"/>
                <a:gd name="connsiteY5" fmla="*/ 990600 h 2916382"/>
                <a:gd name="connsiteX6" fmla="*/ 949036 w 2015836"/>
                <a:gd name="connsiteY6" fmla="*/ 2189018 h 2916382"/>
                <a:gd name="connsiteX7" fmla="*/ 1108363 w 2015836"/>
                <a:gd name="connsiteY7" fmla="*/ 2770909 h 2916382"/>
                <a:gd name="connsiteX8" fmla="*/ 1530927 w 2015836"/>
                <a:gd name="connsiteY8" fmla="*/ 2916382 h 2916382"/>
                <a:gd name="connsiteX9" fmla="*/ 1884218 w 2015836"/>
                <a:gd name="connsiteY9" fmla="*/ 2313709 h 2916382"/>
                <a:gd name="connsiteX10" fmla="*/ 1939636 w 2015836"/>
                <a:gd name="connsiteY10" fmla="*/ 1759527 h 2916382"/>
                <a:gd name="connsiteX0" fmla="*/ 2015836 w 2015836"/>
                <a:gd name="connsiteY0" fmla="*/ 623454 h 2493818"/>
                <a:gd name="connsiteX1" fmla="*/ 1385454 w 2015836"/>
                <a:gd name="connsiteY1" fmla="*/ 755072 h 2493818"/>
                <a:gd name="connsiteX2" fmla="*/ 1066800 w 2015836"/>
                <a:gd name="connsiteY2" fmla="*/ 55418 h 2493818"/>
                <a:gd name="connsiteX3" fmla="*/ 741218 w 2015836"/>
                <a:gd name="connsiteY3" fmla="*/ 0 h 2493818"/>
                <a:gd name="connsiteX4" fmla="*/ 408708 w 2015836"/>
                <a:gd name="connsiteY4" fmla="*/ 256308 h 2493818"/>
                <a:gd name="connsiteX5" fmla="*/ 0 w 2015836"/>
                <a:gd name="connsiteY5" fmla="*/ 568036 h 2493818"/>
                <a:gd name="connsiteX6" fmla="*/ 949036 w 2015836"/>
                <a:gd name="connsiteY6" fmla="*/ 1766454 h 2493818"/>
                <a:gd name="connsiteX7" fmla="*/ 1108363 w 2015836"/>
                <a:gd name="connsiteY7" fmla="*/ 2348345 h 2493818"/>
                <a:gd name="connsiteX8" fmla="*/ 1530927 w 2015836"/>
                <a:gd name="connsiteY8" fmla="*/ 2493818 h 2493818"/>
                <a:gd name="connsiteX9" fmla="*/ 1884218 w 2015836"/>
                <a:gd name="connsiteY9" fmla="*/ 1891145 h 2493818"/>
                <a:gd name="connsiteX10" fmla="*/ 1939636 w 2015836"/>
                <a:gd name="connsiteY10" fmla="*/ 1336963 h 2493818"/>
                <a:gd name="connsiteX0" fmla="*/ 1385454 w 1939636"/>
                <a:gd name="connsiteY0" fmla="*/ 755072 h 2493818"/>
                <a:gd name="connsiteX1" fmla="*/ 1066800 w 1939636"/>
                <a:gd name="connsiteY1" fmla="*/ 55418 h 2493818"/>
                <a:gd name="connsiteX2" fmla="*/ 741218 w 1939636"/>
                <a:gd name="connsiteY2" fmla="*/ 0 h 2493818"/>
                <a:gd name="connsiteX3" fmla="*/ 408708 w 1939636"/>
                <a:gd name="connsiteY3" fmla="*/ 256308 h 2493818"/>
                <a:gd name="connsiteX4" fmla="*/ 0 w 1939636"/>
                <a:gd name="connsiteY4" fmla="*/ 568036 h 2493818"/>
                <a:gd name="connsiteX5" fmla="*/ 949036 w 1939636"/>
                <a:gd name="connsiteY5" fmla="*/ 1766454 h 2493818"/>
                <a:gd name="connsiteX6" fmla="*/ 1108363 w 1939636"/>
                <a:gd name="connsiteY6" fmla="*/ 2348345 h 2493818"/>
                <a:gd name="connsiteX7" fmla="*/ 1530927 w 1939636"/>
                <a:gd name="connsiteY7" fmla="*/ 2493818 h 2493818"/>
                <a:gd name="connsiteX8" fmla="*/ 1884218 w 1939636"/>
                <a:gd name="connsiteY8" fmla="*/ 1891145 h 2493818"/>
                <a:gd name="connsiteX9" fmla="*/ 1939636 w 1939636"/>
                <a:gd name="connsiteY9" fmla="*/ 1336963 h 2493818"/>
                <a:gd name="connsiteX0" fmla="*/ 1385454 w 1884218"/>
                <a:gd name="connsiteY0" fmla="*/ 755072 h 2493818"/>
                <a:gd name="connsiteX1" fmla="*/ 1066800 w 1884218"/>
                <a:gd name="connsiteY1" fmla="*/ 55418 h 2493818"/>
                <a:gd name="connsiteX2" fmla="*/ 741218 w 1884218"/>
                <a:gd name="connsiteY2" fmla="*/ 0 h 2493818"/>
                <a:gd name="connsiteX3" fmla="*/ 408708 w 1884218"/>
                <a:gd name="connsiteY3" fmla="*/ 256308 h 2493818"/>
                <a:gd name="connsiteX4" fmla="*/ 0 w 1884218"/>
                <a:gd name="connsiteY4" fmla="*/ 568036 h 2493818"/>
                <a:gd name="connsiteX5" fmla="*/ 949036 w 1884218"/>
                <a:gd name="connsiteY5" fmla="*/ 1766454 h 2493818"/>
                <a:gd name="connsiteX6" fmla="*/ 1108363 w 1884218"/>
                <a:gd name="connsiteY6" fmla="*/ 2348345 h 2493818"/>
                <a:gd name="connsiteX7" fmla="*/ 1530927 w 1884218"/>
                <a:gd name="connsiteY7" fmla="*/ 2493818 h 2493818"/>
                <a:gd name="connsiteX8" fmla="*/ 1884218 w 1884218"/>
                <a:gd name="connsiteY8" fmla="*/ 1891145 h 2493818"/>
                <a:gd name="connsiteX0" fmla="*/ 1385454 w 1884218"/>
                <a:gd name="connsiteY0" fmla="*/ 755072 h 2493818"/>
                <a:gd name="connsiteX1" fmla="*/ 741218 w 1884218"/>
                <a:gd name="connsiteY1" fmla="*/ 0 h 2493818"/>
                <a:gd name="connsiteX2" fmla="*/ 408708 w 1884218"/>
                <a:gd name="connsiteY2" fmla="*/ 256308 h 2493818"/>
                <a:gd name="connsiteX3" fmla="*/ 0 w 1884218"/>
                <a:gd name="connsiteY3" fmla="*/ 568036 h 2493818"/>
                <a:gd name="connsiteX4" fmla="*/ 949036 w 1884218"/>
                <a:gd name="connsiteY4" fmla="*/ 1766454 h 2493818"/>
                <a:gd name="connsiteX5" fmla="*/ 1108363 w 1884218"/>
                <a:gd name="connsiteY5" fmla="*/ 2348345 h 2493818"/>
                <a:gd name="connsiteX6" fmla="*/ 1530927 w 1884218"/>
                <a:gd name="connsiteY6" fmla="*/ 2493818 h 2493818"/>
                <a:gd name="connsiteX7" fmla="*/ 1884218 w 1884218"/>
                <a:gd name="connsiteY7" fmla="*/ 1891145 h 2493818"/>
                <a:gd name="connsiteX0" fmla="*/ 1385454 w 1884218"/>
                <a:gd name="connsiteY0" fmla="*/ 526472 h 2265218"/>
                <a:gd name="connsiteX1" fmla="*/ 762000 w 1884218"/>
                <a:gd name="connsiteY1" fmla="*/ 0 h 2265218"/>
                <a:gd name="connsiteX2" fmla="*/ 408708 w 1884218"/>
                <a:gd name="connsiteY2" fmla="*/ 27708 h 2265218"/>
                <a:gd name="connsiteX3" fmla="*/ 0 w 1884218"/>
                <a:gd name="connsiteY3" fmla="*/ 339436 h 2265218"/>
                <a:gd name="connsiteX4" fmla="*/ 949036 w 1884218"/>
                <a:gd name="connsiteY4" fmla="*/ 1537854 h 2265218"/>
                <a:gd name="connsiteX5" fmla="*/ 1108363 w 1884218"/>
                <a:gd name="connsiteY5" fmla="*/ 2119745 h 2265218"/>
                <a:gd name="connsiteX6" fmla="*/ 1530927 w 1884218"/>
                <a:gd name="connsiteY6" fmla="*/ 2265218 h 2265218"/>
                <a:gd name="connsiteX7" fmla="*/ 1884218 w 1884218"/>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58091 w 1593273"/>
                <a:gd name="connsiteY4" fmla="*/ 1537854 h 2265218"/>
                <a:gd name="connsiteX5" fmla="*/ 817418 w 1593273"/>
                <a:gd name="connsiteY5" fmla="*/ 2119745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37309 w 1593273"/>
                <a:gd name="connsiteY4" fmla="*/ 1717963 h 2265218"/>
                <a:gd name="connsiteX5" fmla="*/ 817418 w 1593273"/>
                <a:gd name="connsiteY5" fmla="*/ 2119745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637309 w 1593273"/>
                <a:gd name="connsiteY4" fmla="*/ 1717963 h 2265218"/>
                <a:gd name="connsiteX5" fmla="*/ 574963 w 1593273"/>
                <a:gd name="connsiteY5" fmla="*/ 2078181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519545 w 1593273"/>
                <a:gd name="connsiteY4" fmla="*/ 1711036 h 2265218"/>
                <a:gd name="connsiteX5" fmla="*/ 574963 w 1593273"/>
                <a:gd name="connsiteY5" fmla="*/ 2078181 h 2265218"/>
                <a:gd name="connsiteX6" fmla="*/ 1239982 w 1593273"/>
                <a:gd name="connsiteY6" fmla="*/ 2265218 h 2265218"/>
                <a:gd name="connsiteX7" fmla="*/ 1593273 w 1593273"/>
                <a:gd name="connsiteY7" fmla="*/ 1662545 h 2265218"/>
                <a:gd name="connsiteX0" fmla="*/ 1094509 w 1593273"/>
                <a:gd name="connsiteY0" fmla="*/ 526472 h 2265218"/>
                <a:gd name="connsiteX1" fmla="*/ 471055 w 1593273"/>
                <a:gd name="connsiteY1" fmla="*/ 0 h 2265218"/>
                <a:gd name="connsiteX2" fmla="*/ 117763 w 1593273"/>
                <a:gd name="connsiteY2" fmla="*/ 27708 h 2265218"/>
                <a:gd name="connsiteX3" fmla="*/ 0 w 1593273"/>
                <a:gd name="connsiteY3" fmla="*/ 367145 h 2265218"/>
                <a:gd name="connsiteX4" fmla="*/ 519545 w 1593273"/>
                <a:gd name="connsiteY4" fmla="*/ 1711036 h 2265218"/>
                <a:gd name="connsiteX5" fmla="*/ 727363 w 1593273"/>
                <a:gd name="connsiteY5" fmla="*/ 2057399 h 2265218"/>
                <a:gd name="connsiteX6" fmla="*/ 1239982 w 1593273"/>
                <a:gd name="connsiteY6" fmla="*/ 2265218 h 2265218"/>
                <a:gd name="connsiteX7" fmla="*/ 1593273 w 1593273"/>
                <a:gd name="connsiteY7" fmla="*/ 1662545 h 2265218"/>
                <a:gd name="connsiteX0" fmla="*/ 1094509 w 1593273"/>
                <a:gd name="connsiteY0" fmla="*/ 526472 h 2057399"/>
                <a:gd name="connsiteX1" fmla="*/ 471055 w 1593273"/>
                <a:gd name="connsiteY1" fmla="*/ 0 h 2057399"/>
                <a:gd name="connsiteX2" fmla="*/ 117763 w 1593273"/>
                <a:gd name="connsiteY2" fmla="*/ 27708 h 2057399"/>
                <a:gd name="connsiteX3" fmla="*/ 0 w 1593273"/>
                <a:gd name="connsiteY3" fmla="*/ 367145 h 2057399"/>
                <a:gd name="connsiteX4" fmla="*/ 519545 w 1593273"/>
                <a:gd name="connsiteY4" fmla="*/ 1711036 h 2057399"/>
                <a:gd name="connsiteX5" fmla="*/ 727363 w 1593273"/>
                <a:gd name="connsiteY5" fmla="*/ 2057399 h 2057399"/>
                <a:gd name="connsiteX6" fmla="*/ 1170709 w 1593273"/>
                <a:gd name="connsiteY6" fmla="*/ 1870363 h 2057399"/>
                <a:gd name="connsiteX7" fmla="*/ 1593273 w 1593273"/>
                <a:gd name="connsiteY7" fmla="*/ 1662545 h 2057399"/>
                <a:gd name="connsiteX0" fmla="*/ 1094509 w 1170709"/>
                <a:gd name="connsiteY0" fmla="*/ 526472 h 2057399"/>
                <a:gd name="connsiteX1" fmla="*/ 471055 w 1170709"/>
                <a:gd name="connsiteY1" fmla="*/ 0 h 2057399"/>
                <a:gd name="connsiteX2" fmla="*/ 117763 w 1170709"/>
                <a:gd name="connsiteY2" fmla="*/ 27708 h 2057399"/>
                <a:gd name="connsiteX3" fmla="*/ 0 w 1170709"/>
                <a:gd name="connsiteY3" fmla="*/ 367145 h 2057399"/>
                <a:gd name="connsiteX4" fmla="*/ 519545 w 1170709"/>
                <a:gd name="connsiteY4" fmla="*/ 1711036 h 2057399"/>
                <a:gd name="connsiteX5" fmla="*/ 727363 w 1170709"/>
                <a:gd name="connsiteY5" fmla="*/ 2057399 h 2057399"/>
                <a:gd name="connsiteX6" fmla="*/ 1170709 w 1170709"/>
                <a:gd name="connsiteY6" fmla="*/ 1870363 h 2057399"/>
                <a:gd name="connsiteX7" fmla="*/ 1156855 w 1170709"/>
                <a:gd name="connsiteY7" fmla="*/ 1427017 h 2057399"/>
                <a:gd name="connsiteX0" fmla="*/ 942109 w 1170709"/>
                <a:gd name="connsiteY0" fmla="*/ 685799 h 2057399"/>
                <a:gd name="connsiteX1" fmla="*/ 471055 w 1170709"/>
                <a:gd name="connsiteY1" fmla="*/ 0 h 2057399"/>
                <a:gd name="connsiteX2" fmla="*/ 117763 w 1170709"/>
                <a:gd name="connsiteY2" fmla="*/ 27708 h 2057399"/>
                <a:gd name="connsiteX3" fmla="*/ 0 w 1170709"/>
                <a:gd name="connsiteY3" fmla="*/ 367145 h 2057399"/>
                <a:gd name="connsiteX4" fmla="*/ 519545 w 1170709"/>
                <a:gd name="connsiteY4" fmla="*/ 1711036 h 2057399"/>
                <a:gd name="connsiteX5" fmla="*/ 727363 w 1170709"/>
                <a:gd name="connsiteY5" fmla="*/ 2057399 h 2057399"/>
                <a:gd name="connsiteX6" fmla="*/ 1170709 w 1170709"/>
                <a:gd name="connsiteY6" fmla="*/ 1870363 h 2057399"/>
                <a:gd name="connsiteX7" fmla="*/ 1156855 w 1170709"/>
                <a:gd name="connsiteY7" fmla="*/ 1427017 h 2057399"/>
                <a:gd name="connsiteX0" fmla="*/ 1533394 w 1761994"/>
                <a:gd name="connsiteY0" fmla="*/ 685799 h 2057399"/>
                <a:gd name="connsiteX1" fmla="*/ 1062340 w 1761994"/>
                <a:gd name="connsiteY1" fmla="*/ 0 h 2057399"/>
                <a:gd name="connsiteX2" fmla="*/ 709048 w 1761994"/>
                <a:gd name="connsiteY2" fmla="*/ 27708 h 2057399"/>
                <a:gd name="connsiteX3" fmla="*/ 591285 w 1761994"/>
                <a:gd name="connsiteY3" fmla="*/ 367145 h 2057399"/>
                <a:gd name="connsiteX4" fmla="*/ 0 w 1761994"/>
                <a:gd name="connsiteY4" fmla="*/ 1711036 h 2057399"/>
                <a:gd name="connsiteX5" fmla="*/ 1318648 w 1761994"/>
                <a:gd name="connsiteY5" fmla="*/ 2057399 h 2057399"/>
                <a:gd name="connsiteX6" fmla="*/ 1761994 w 1761994"/>
                <a:gd name="connsiteY6" fmla="*/ 1870363 h 2057399"/>
                <a:gd name="connsiteX7" fmla="*/ 1748140 w 1761994"/>
                <a:gd name="connsiteY7" fmla="*/ 1427017 h 2057399"/>
                <a:gd name="connsiteX0" fmla="*/ 1533394 w 1761994"/>
                <a:gd name="connsiteY0" fmla="*/ 685799 h 2057399"/>
                <a:gd name="connsiteX1" fmla="*/ 1062340 w 1761994"/>
                <a:gd name="connsiteY1" fmla="*/ 0 h 2057399"/>
                <a:gd name="connsiteX2" fmla="*/ 709048 w 1761994"/>
                <a:gd name="connsiteY2" fmla="*/ 27708 h 2057399"/>
                <a:gd name="connsiteX3" fmla="*/ 62319 w 1761994"/>
                <a:gd name="connsiteY3" fmla="*/ 769839 h 2057399"/>
                <a:gd name="connsiteX4" fmla="*/ 0 w 1761994"/>
                <a:gd name="connsiteY4" fmla="*/ 1711036 h 2057399"/>
                <a:gd name="connsiteX5" fmla="*/ 1318648 w 1761994"/>
                <a:gd name="connsiteY5" fmla="*/ 2057399 h 2057399"/>
                <a:gd name="connsiteX6" fmla="*/ 1761994 w 1761994"/>
                <a:gd name="connsiteY6" fmla="*/ 1870363 h 2057399"/>
                <a:gd name="connsiteX7" fmla="*/ 1748140 w 1761994"/>
                <a:gd name="connsiteY7" fmla="*/ 1427017 h 2057399"/>
                <a:gd name="connsiteX0" fmla="*/ 1533394 w 1748140"/>
                <a:gd name="connsiteY0" fmla="*/ 685799 h 2057399"/>
                <a:gd name="connsiteX1" fmla="*/ 1062340 w 1748140"/>
                <a:gd name="connsiteY1" fmla="*/ 0 h 2057399"/>
                <a:gd name="connsiteX2" fmla="*/ 709048 w 1748140"/>
                <a:gd name="connsiteY2" fmla="*/ 27708 h 2057399"/>
                <a:gd name="connsiteX3" fmla="*/ 62319 w 1748140"/>
                <a:gd name="connsiteY3" fmla="*/ 769839 h 2057399"/>
                <a:gd name="connsiteX4" fmla="*/ 0 w 1748140"/>
                <a:gd name="connsiteY4" fmla="*/ 1711036 h 2057399"/>
                <a:gd name="connsiteX5" fmla="*/ 1318648 w 1748140"/>
                <a:gd name="connsiteY5" fmla="*/ 2057399 h 2057399"/>
                <a:gd name="connsiteX6" fmla="*/ 1565521 w 1748140"/>
                <a:gd name="connsiteY6" fmla="*/ 1672676 h 2057399"/>
                <a:gd name="connsiteX7" fmla="*/ 1748140 w 1748140"/>
                <a:gd name="connsiteY7" fmla="*/ 1427017 h 2057399"/>
                <a:gd name="connsiteX0" fmla="*/ 1533394 w 1589450"/>
                <a:gd name="connsiteY0" fmla="*/ 685799 h 2057399"/>
                <a:gd name="connsiteX1" fmla="*/ 1062340 w 1589450"/>
                <a:gd name="connsiteY1" fmla="*/ 0 h 2057399"/>
                <a:gd name="connsiteX2" fmla="*/ 709048 w 1589450"/>
                <a:gd name="connsiteY2" fmla="*/ 27708 h 2057399"/>
                <a:gd name="connsiteX3" fmla="*/ 62319 w 1589450"/>
                <a:gd name="connsiteY3" fmla="*/ 769839 h 2057399"/>
                <a:gd name="connsiteX4" fmla="*/ 0 w 1589450"/>
                <a:gd name="connsiteY4" fmla="*/ 1711036 h 2057399"/>
                <a:gd name="connsiteX5" fmla="*/ 1318648 w 1589450"/>
                <a:gd name="connsiteY5" fmla="*/ 2057399 h 2057399"/>
                <a:gd name="connsiteX6" fmla="*/ 1565521 w 1589450"/>
                <a:gd name="connsiteY6" fmla="*/ 1672676 h 2057399"/>
                <a:gd name="connsiteX7" fmla="*/ 1589450 w 1589450"/>
                <a:gd name="connsiteY7" fmla="*/ 1390408 h 2057399"/>
                <a:gd name="connsiteX0" fmla="*/ 1533394 w 1589450"/>
                <a:gd name="connsiteY0" fmla="*/ 685799 h 1711036"/>
                <a:gd name="connsiteX1" fmla="*/ 1062340 w 1589450"/>
                <a:gd name="connsiteY1" fmla="*/ 0 h 1711036"/>
                <a:gd name="connsiteX2" fmla="*/ 709048 w 1589450"/>
                <a:gd name="connsiteY2" fmla="*/ 27708 h 1711036"/>
                <a:gd name="connsiteX3" fmla="*/ 62319 w 1589450"/>
                <a:gd name="connsiteY3" fmla="*/ 769839 h 1711036"/>
                <a:gd name="connsiteX4" fmla="*/ 0 w 1589450"/>
                <a:gd name="connsiteY4" fmla="*/ 1711036 h 1711036"/>
                <a:gd name="connsiteX5" fmla="*/ 1565521 w 1589450"/>
                <a:gd name="connsiteY5" fmla="*/ 1672676 h 1711036"/>
                <a:gd name="connsiteX6" fmla="*/ 1589450 w 1589450"/>
                <a:gd name="connsiteY6" fmla="*/ 1390408 h 1711036"/>
                <a:gd name="connsiteX0" fmla="*/ 1533394 w 1589450"/>
                <a:gd name="connsiteY0" fmla="*/ 685799 h 1711036"/>
                <a:gd name="connsiteX1" fmla="*/ 1062340 w 1589450"/>
                <a:gd name="connsiteY1" fmla="*/ 0 h 1711036"/>
                <a:gd name="connsiteX2" fmla="*/ 709048 w 1589450"/>
                <a:gd name="connsiteY2" fmla="*/ 27708 h 1711036"/>
                <a:gd name="connsiteX3" fmla="*/ 62319 w 1589450"/>
                <a:gd name="connsiteY3" fmla="*/ 769839 h 1711036"/>
                <a:gd name="connsiteX4" fmla="*/ 0 w 1589450"/>
                <a:gd name="connsiteY4" fmla="*/ 1711036 h 1711036"/>
                <a:gd name="connsiteX5" fmla="*/ 1589450 w 1589450"/>
                <a:gd name="connsiteY5" fmla="*/ 1390408 h 1711036"/>
                <a:gd name="connsiteX0" fmla="*/ 1584425 w 1640481"/>
                <a:gd name="connsiteY0" fmla="*/ 685799 h 1711036"/>
                <a:gd name="connsiteX1" fmla="*/ 1113371 w 1640481"/>
                <a:gd name="connsiteY1" fmla="*/ 0 h 1711036"/>
                <a:gd name="connsiteX2" fmla="*/ 760079 w 1640481"/>
                <a:gd name="connsiteY2" fmla="*/ 27708 h 1711036"/>
                <a:gd name="connsiteX3" fmla="*/ 0 w 1640481"/>
                <a:gd name="connsiteY3" fmla="*/ 1062707 h 1711036"/>
                <a:gd name="connsiteX4" fmla="*/ 51031 w 1640481"/>
                <a:gd name="connsiteY4" fmla="*/ 1711036 h 1711036"/>
                <a:gd name="connsiteX5" fmla="*/ 1640481 w 1640481"/>
                <a:gd name="connsiteY5" fmla="*/ 1390408 h 1711036"/>
                <a:gd name="connsiteX0" fmla="*/ 1584425 w 1640481"/>
                <a:gd name="connsiteY0" fmla="*/ 685799 h 1711036"/>
                <a:gd name="connsiteX1" fmla="*/ 1113371 w 1640481"/>
                <a:gd name="connsiteY1" fmla="*/ 0 h 1711036"/>
                <a:gd name="connsiteX2" fmla="*/ 510709 w 1640481"/>
                <a:gd name="connsiteY2" fmla="*/ 708626 h 1711036"/>
                <a:gd name="connsiteX3" fmla="*/ 0 w 1640481"/>
                <a:gd name="connsiteY3" fmla="*/ 1062707 h 1711036"/>
                <a:gd name="connsiteX4" fmla="*/ 51031 w 1640481"/>
                <a:gd name="connsiteY4" fmla="*/ 1711036 h 1711036"/>
                <a:gd name="connsiteX5" fmla="*/ 1640481 w 1640481"/>
                <a:gd name="connsiteY5" fmla="*/ 1390408 h 1711036"/>
                <a:gd name="connsiteX0" fmla="*/ 1584425 w 1640481"/>
                <a:gd name="connsiteY0" fmla="*/ 4881 h 1030118"/>
                <a:gd name="connsiteX1" fmla="*/ 1113371 w 1640481"/>
                <a:gd name="connsiteY1" fmla="*/ 0 h 1030118"/>
                <a:gd name="connsiteX2" fmla="*/ 510709 w 1640481"/>
                <a:gd name="connsiteY2" fmla="*/ 27708 h 1030118"/>
                <a:gd name="connsiteX3" fmla="*/ 0 w 1640481"/>
                <a:gd name="connsiteY3" fmla="*/ 381789 h 1030118"/>
                <a:gd name="connsiteX4" fmla="*/ 51031 w 1640481"/>
                <a:gd name="connsiteY4" fmla="*/ 1030118 h 1030118"/>
                <a:gd name="connsiteX5" fmla="*/ 1640481 w 1640481"/>
                <a:gd name="connsiteY5" fmla="*/ 709490 h 1030118"/>
                <a:gd name="connsiteX0" fmla="*/ 1516414 w 1640481"/>
                <a:gd name="connsiteY0" fmla="*/ 0 h 1032560"/>
                <a:gd name="connsiteX1" fmla="*/ 1113371 w 1640481"/>
                <a:gd name="connsiteY1" fmla="*/ 2442 h 1032560"/>
                <a:gd name="connsiteX2" fmla="*/ 510709 w 1640481"/>
                <a:gd name="connsiteY2" fmla="*/ 30150 h 1032560"/>
                <a:gd name="connsiteX3" fmla="*/ 0 w 1640481"/>
                <a:gd name="connsiteY3" fmla="*/ 384231 h 1032560"/>
                <a:gd name="connsiteX4" fmla="*/ 51031 w 1640481"/>
                <a:gd name="connsiteY4" fmla="*/ 1032560 h 1032560"/>
                <a:gd name="connsiteX5" fmla="*/ 1640481 w 1640481"/>
                <a:gd name="connsiteY5" fmla="*/ 711932 h 1032560"/>
                <a:gd name="connsiteX0" fmla="*/ 1516414 w 1746273"/>
                <a:gd name="connsiteY0" fmla="*/ 0 h 1032560"/>
                <a:gd name="connsiteX1" fmla="*/ 1113371 w 1746273"/>
                <a:gd name="connsiteY1" fmla="*/ 2442 h 1032560"/>
                <a:gd name="connsiteX2" fmla="*/ 510709 w 1746273"/>
                <a:gd name="connsiteY2" fmla="*/ 30150 h 1032560"/>
                <a:gd name="connsiteX3" fmla="*/ 0 w 1746273"/>
                <a:gd name="connsiteY3" fmla="*/ 384231 h 1032560"/>
                <a:gd name="connsiteX4" fmla="*/ 51031 w 1746273"/>
                <a:gd name="connsiteY4" fmla="*/ 1032560 h 1032560"/>
                <a:gd name="connsiteX5" fmla="*/ 1746273 w 1746273"/>
                <a:gd name="connsiteY5" fmla="*/ 719254 h 1032560"/>
                <a:gd name="connsiteX0" fmla="*/ 1516414 w 1746273"/>
                <a:gd name="connsiteY0" fmla="*/ 0 h 1032560"/>
                <a:gd name="connsiteX1" fmla="*/ 1113371 w 1746273"/>
                <a:gd name="connsiteY1" fmla="*/ 2442 h 1032560"/>
                <a:gd name="connsiteX2" fmla="*/ 669399 w 1746273"/>
                <a:gd name="connsiteY2" fmla="*/ 118011 h 1032560"/>
                <a:gd name="connsiteX3" fmla="*/ 0 w 1746273"/>
                <a:gd name="connsiteY3" fmla="*/ 384231 h 1032560"/>
                <a:gd name="connsiteX4" fmla="*/ 51031 w 1746273"/>
                <a:gd name="connsiteY4" fmla="*/ 1032560 h 1032560"/>
                <a:gd name="connsiteX5" fmla="*/ 1746273 w 1746273"/>
                <a:gd name="connsiteY5" fmla="*/ 719254 h 1032560"/>
                <a:gd name="connsiteX0" fmla="*/ 1516414 w 1746273"/>
                <a:gd name="connsiteY0" fmla="*/ 0 h 1032560"/>
                <a:gd name="connsiteX1" fmla="*/ 992463 w 1746273"/>
                <a:gd name="connsiteY1" fmla="*/ 9764 h 1032560"/>
                <a:gd name="connsiteX2" fmla="*/ 669399 w 1746273"/>
                <a:gd name="connsiteY2" fmla="*/ 118011 h 1032560"/>
                <a:gd name="connsiteX3" fmla="*/ 0 w 1746273"/>
                <a:gd name="connsiteY3" fmla="*/ 384231 h 1032560"/>
                <a:gd name="connsiteX4" fmla="*/ 51031 w 1746273"/>
                <a:gd name="connsiteY4" fmla="*/ 1032560 h 1032560"/>
                <a:gd name="connsiteX5" fmla="*/ 1746273 w 1746273"/>
                <a:gd name="connsiteY5" fmla="*/ 719254 h 1032560"/>
                <a:gd name="connsiteX0" fmla="*/ 1516414 w 1746273"/>
                <a:gd name="connsiteY0" fmla="*/ 0 h 1032560"/>
                <a:gd name="connsiteX1" fmla="*/ 992463 w 1746273"/>
                <a:gd name="connsiteY1" fmla="*/ 9764 h 1032560"/>
                <a:gd name="connsiteX2" fmla="*/ 669399 w 1746273"/>
                <a:gd name="connsiteY2" fmla="*/ 118011 h 1032560"/>
                <a:gd name="connsiteX3" fmla="*/ 0 w 1746273"/>
                <a:gd name="connsiteY3" fmla="*/ 384231 h 1032560"/>
                <a:gd name="connsiteX4" fmla="*/ 51031 w 1746273"/>
                <a:gd name="connsiteY4" fmla="*/ 1032560 h 1032560"/>
                <a:gd name="connsiteX5" fmla="*/ 1746273 w 1746273"/>
                <a:gd name="connsiteY5" fmla="*/ 719254 h 1032560"/>
                <a:gd name="connsiteX0" fmla="*/ 1516414 w 1746273"/>
                <a:gd name="connsiteY0" fmla="*/ 3089 h 1035649"/>
                <a:gd name="connsiteX1" fmla="*/ 992463 w 1746273"/>
                <a:gd name="connsiteY1" fmla="*/ 12853 h 1035649"/>
                <a:gd name="connsiteX2" fmla="*/ 669399 w 1746273"/>
                <a:gd name="connsiteY2" fmla="*/ 121100 h 1035649"/>
                <a:gd name="connsiteX3" fmla="*/ 0 w 1746273"/>
                <a:gd name="connsiteY3" fmla="*/ 387320 h 1035649"/>
                <a:gd name="connsiteX4" fmla="*/ 51031 w 1746273"/>
                <a:gd name="connsiteY4" fmla="*/ 1035649 h 1035649"/>
                <a:gd name="connsiteX5" fmla="*/ 1746273 w 1746273"/>
                <a:gd name="connsiteY5" fmla="*/ 722343 h 1035649"/>
                <a:gd name="connsiteX0" fmla="*/ 1516414 w 1746273"/>
                <a:gd name="connsiteY0" fmla="*/ 3089 h 1035649"/>
                <a:gd name="connsiteX1" fmla="*/ 992463 w 1746273"/>
                <a:gd name="connsiteY1" fmla="*/ 12853 h 1035649"/>
                <a:gd name="connsiteX2" fmla="*/ 669399 w 1746273"/>
                <a:gd name="connsiteY2" fmla="*/ 121100 h 1035649"/>
                <a:gd name="connsiteX3" fmla="*/ 0 w 1746273"/>
                <a:gd name="connsiteY3" fmla="*/ 387320 h 1035649"/>
                <a:gd name="connsiteX4" fmla="*/ 51031 w 1746273"/>
                <a:gd name="connsiteY4" fmla="*/ 1035649 h 1035649"/>
                <a:gd name="connsiteX5" fmla="*/ 1746273 w 1746273"/>
                <a:gd name="connsiteY5" fmla="*/ 722343 h 1035649"/>
                <a:gd name="connsiteX0" fmla="*/ 1516414 w 1746273"/>
                <a:gd name="connsiteY0" fmla="*/ 17581 h 1050141"/>
                <a:gd name="connsiteX1" fmla="*/ 992463 w 1746273"/>
                <a:gd name="connsiteY1" fmla="*/ 27345 h 1050141"/>
                <a:gd name="connsiteX2" fmla="*/ 646730 w 1746273"/>
                <a:gd name="connsiteY2" fmla="*/ 98984 h 1050141"/>
                <a:gd name="connsiteX3" fmla="*/ 0 w 1746273"/>
                <a:gd name="connsiteY3" fmla="*/ 401812 h 1050141"/>
                <a:gd name="connsiteX4" fmla="*/ 51031 w 1746273"/>
                <a:gd name="connsiteY4" fmla="*/ 1050141 h 1050141"/>
                <a:gd name="connsiteX5" fmla="*/ 1746273 w 1746273"/>
                <a:gd name="connsiteY5" fmla="*/ 736835 h 1050141"/>
                <a:gd name="connsiteX0" fmla="*/ 1516414 w 1746273"/>
                <a:gd name="connsiteY0" fmla="*/ 0 h 1032560"/>
                <a:gd name="connsiteX1" fmla="*/ 646730 w 1746273"/>
                <a:gd name="connsiteY1" fmla="*/ 81403 h 1032560"/>
                <a:gd name="connsiteX2" fmla="*/ 0 w 1746273"/>
                <a:gd name="connsiteY2" fmla="*/ 384231 h 1032560"/>
                <a:gd name="connsiteX3" fmla="*/ 51031 w 1746273"/>
                <a:gd name="connsiteY3" fmla="*/ 1032560 h 1032560"/>
                <a:gd name="connsiteX4" fmla="*/ 1746273 w 1746273"/>
                <a:gd name="connsiteY4" fmla="*/ 719254 h 1032560"/>
                <a:gd name="connsiteX0" fmla="*/ 1516414 w 1746273"/>
                <a:gd name="connsiteY0" fmla="*/ 0 h 1032560"/>
                <a:gd name="connsiteX1" fmla="*/ 646730 w 1746273"/>
                <a:gd name="connsiteY1" fmla="*/ 81403 h 1032560"/>
                <a:gd name="connsiteX2" fmla="*/ 0 w 1746273"/>
                <a:gd name="connsiteY2" fmla="*/ 384231 h 1032560"/>
                <a:gd name="connsiteX3" fmla="*/ 51031 w 1746273"/>
                <a:gd name="connsiteY3" fmla="*/ 1032560 h 1032560"/>
                <a:gd name="connsiteX4" fmla="*/ 1746273 w 1746273"/>
                <a:gd name="connsiteY4" fmla="*/ 719254 h 1032560"/>
                <a:gd name="connsiteX0" fmla="*/ 1516414 w 1746273"/>
                <a:gd name="connsiteY0" fmla="*/ 0 h 1032560"/>
                <a:gd name="connsiteX1" fmla="*/ 646730 w 1746273"/>
                <a:gd name="connsiteY1" fmla="*/ 81403 h 1032560"/>
                <a:gd name="connsiteX2" fmla="*/ 0 w 1746273"/>
                <a:gd name="connsiteY2" fmla="*/ 384231 h 1032560"/>
                <a:gd name="connsiteX3" fmla="*/ 51031 w 1746273"/>
                <a:gd name="connsiteY3" fmla="*/ 1032560 h 1032560"/>
                <a:gd name="connsiteX4" fmla="*/ 1746273 w 1746273"/>
                <a:gd name="connsiteY4" fmla="*/ 719254 h 1032560"/>
                <a:gd name="connsiteX0" fmla="*/ 1516414 w 1746273"/>
                <a:gd name="connsiteY0" fmla="*/ 0 h 1032560"/>
                <a:gd name="connsiteX1" fmla="*/ 646730 w 1746273"/>
                <a:gd name="connsiteY1" fmla="*/ 81403 h 1032560"/>
                <a:gd name="connsiteX2" fmla="*/ 0 w 1746273"/>
                <a:gd name="connsiteY2" fmla="*/ 384231 h 1032560"/>
                <a:gd name="connsiteX3" fmla="*/ 51031 w 1746273"/>
                <a:gd name="connsiteY3" fmla="*/ 1032560 h 1032560"/>
                <a:gd name="connsiteX4" fmla="*/ 1746273 w 1746273"/>
                <a:gd name="connsiteY4" fmla="*/ 719254 h 1032560"/>
                <a:gd name="connsiteX0" fmla="*/ 1516414 w 1746273"/>
                <a:gd name="connsiteY0" fmla="*/ 0 h 1032560"/>
                <a:gd name="connsiteX1" fmla="*/ 646730 w 1746273"/>
                <a:gd name="connsiteY1" fmla="*/ 81403 h 1032560"/>
                <a:gd name="connsiteX2" fmla="*/ 0 w 1746273"/>
                <a:gd name="connsiteY2" fmla="*/ 384231 h 1032560"/>
                <a:gd name="connsiteX3" fmla="*/ 51031 w 1746273"/>
                <a:gd name="connsiteY3" fmla="*/ 1032560 h 1032560"/>
                <a:gd name="connsiteX4" fmla="*/ 1746273 w 1746273"/>
                <a:gd name="connsiteY4" fmla="*/ 719254 h 1032560"/>
                <a:gd name="connsiteX0" fmla="*/ 1516414 w 1746273"/>
                <a:gd name="connsiteY0" fmla="*/ 0 h 1032560"/>
                <a:gd name="connsiteX1" fmla="*/ 646730 w 1746273"/>
                <a:gd name="connsiteY1" fmla="*/ 81403 h 1032560"/>
                <a:gd name="connsiteX2" fmla="*/ 0 w 1746273"/>
                <a:gd name="connsiteY2" fmla="*/ 384231 h 1032560"/>
                <a:gd name="connsiteX3" fmla="*/ 51031 w 1746273"/>
                <a:gd name="connsiteY3" fmla="*/ 1032560 h 1032560"/>
                <a:gd name="connsiteX4" fmla="*/ 1746273 w 1746273"/>
                <a:gd name="connsiteY4" fmla="*/ 719254 h 1032560"/>
                <a:gd name="connsiteX0" fmla="*/ 1516414 w 1746273"/>
                <a:gd name="connsiteY0" fmla="*/ 0 h 1092993"/>
                <a:gd name="connsiteX1" fmla="*/ 646730 w 1746273"/>
                <a:gd name="connsiteY1" fmla="*/ 81403 h 1092993"/>
                <a:gd name="connsiteX2" fmla="*/ 0 w 1746273"/>
                <a:gd name="connsiteY2" fmla="*/ 384231 h 1092993"/>
                <a:gd name="connsiteX3" fmla="*/ 51031 w 1746273"/>
                <a:gd name="connsiteY3" fmla="*/ 1032560 h 1092993"/>
                <a:gd name="connsiteX4" fmla="*/ 1746273 w 1746273"/>
                <a:gd name="connsiteY4" fmla="*/ 719254 h 1092993"/>
                <a:gd name="connsiteX0" fmla="*/ 1516925 w 1746784"/>
                <a:gd name="connsiteY0" fmla="*/ 0 h 1092993"/>
                <a:gd name="connsiteX1" fmla="*/ 647241 w 1746784"/>
                <a:gd name="connsiteY1" fmla="*/ 81403 h 1092993"/>
                <a:gd name="connsiteX2" fmla="*/ 511 w 1746784"/>
                <a:gd name="connsiteY2" fmla="*/ 384231 h 1092993"/>
                <a:gd name="connsiteX3" fmla="*/ 51542 w 1746784"/>
                <a:gd name="connsiteY3" fmla="*/ 1032560 h 1092993"/>
                <a:gd name="connsiteX4" fmla="*/ 1746784 w 1746784"/>
                <a:gd name="connsiteY4" fmla="*/ 719254 h 1092993"/>
                <a:gd name="connsiteX0" fmla="*/ 1594985 w 1688542"/>
                <a:gd name="connsiteY0" fmla="*/ 0 h 1032560"/>
                <a:gd name="connsiteX1" fmla="*/ 725301 w 1688542"/>
                <a:gd name="connsiteY1" fmla="*/ 81403 h 1032560"/>
                <a:gd name="connsiteX2" fmla="*/ 78571 w 1688542"/>
                <a:gd name="connsiteY2" fmla="*/ 384231 h 1032560"/>
                <a:gd name="connsiteX3" fmla="*/ 129602 w 1688542"/>
                <a:gd name="connsiteY3" fmla="*/ 1032560 h 1032560"/>
                <a:gd name="connsiteX4" fmla="*/ 1688542 w 1688542"/>
                <a:gd name="connsiteY4" fmla="*/ 719255 h 1032560"/>
                <a:gd name="connsiteX0" fmla="*/ 1594985 w 1688542"/>
                <a:gd name="connsiteY0" fmla="*/ 0 h 1032560"/>
                <a:gd name="connsiteX1" fmla="*/ 725301 w 1688542"/>
                <a:gd name="connsiteY1" fmla="*/ 81403 h 1032560"/>
                <a:gd name="connsiteX2" fmla="*/ 78571 w 1688542"/>
                <a:gd name="connsiteY2" fmla="*/ 384231 h 1032560"/>
                <a:gd name="connsiteX3" fmla="*/ 129602 w 1688542"/>
                <a:gd name="connsiteY3" fmla="*/ 1032560 h 1032560"/>
                <a:gd name="connsiteX4" fmla="*/ 1688542 w 1688542"/>
                <a:gd name="connsiteY4" fmla="*/ 719255 h 1032560"/>
                <a:gd name="connsiteX0" fmla="*/ 1525610 w 1619167"/>
                <a:gd name="connsiteY0" fmla="*/ 0 h 912501"/>
                <a:gd name="connsiteX1" fmla="*/ 655926 w 1619167"/>
                <a:gd name="connsiteY1" fmla="*/ 81403 h 912501"/>
                <a:gd name="connsiteX2" fmla="*/ 9196 w 1619167"/>
                <a:gd name="connsiteY2" fmla="*/ 384231 h 912501"/>
                <a:gd name="connsiteX3" fmla="*/ 370003 w 1619167"/>
                <a:gd name="connsiteY3" fmla="*/ 912501 h 912501"/>
                <a:gd name="connsiteX4" fmla="*/ 1619167 w 1619167"/>
                <a:gd name="connsiteY4" fmla="*/ 719255 h 912501"/>
                <a:gd name="connsiteX0" fmla="*/ 1581370 w 1619167"/>
                <a:gd name="connsiteY0" fmla="*/ 126088 h 834491"/>
                <a:gd name="connsiteX1" fmla="*/ 655926 w 1619167"/>
                <a:gd name="connsiteY1" fmla="*/ 3393 h 834491"/>
                <a:gd name="connsiteX2" fmla="*/ 9196 w 1619167"/>
                <a:gd name="connsiteY2" fmla="*/ 306221 h 834491"/>
                <a:gd name="connsiteX3" fmla="*/ 370003 w 1619167"/>
                <a:gd name="connsiteY3" fmla="*/ 834491 h 834491"/>
                <a:gd name="connsiteX4" fmla="*/ 1619167 w 1619167"/>
                <a:gd name="connsiteY4" fmla="*/ 641245 h 834491"/>
                <a:gd name="connsiteX0" fmla="*/ 1581370 w 1619167"/>
                <a:gd name="connsiteY0" fmla="*/ 126088 h 834491"/>
                <a:gd name="connsiteX1" fmla="*/ 655926 w 1619167"/>
                <a:gd name="connsiteY1" fmla="*/ 3393 h 834491"/>
                <a:gd name="connsiteX2" fmla="*/ 9196 w 1619167"/>
                <a:gd name="connsiteY2" fmla="*/ 306221 h 834491"/>
                <a:gd name="connsiteX3" fmla="*/ 370003 w 1619167"/>
                <a:gd name="connsiteY3" fmla="*/ 834491 h 834491"/>
                <a:gd name="connsiteX4" fmla="*/ 1619167 w 1619167"/>
                <a:gd name="connsiteY4" fmla="*/ 641245 h 834491"/>
                <a:gd name="connsiteX0" fmla="*/ 1581370 w 1619167"/>
                <a:gd name="connsiteY0" fmla="*/ 126088 h 834491"/>
                <a:gd name="connsiteX1" fmla="*/ 655926 w 1619167"/>
                <a:gd name="connsiteY1" fmla="*/ 3393 h 834491"/>
                <a:gd name="connsiteX2" fmla="*/ 9196 w 1619167"/>
                <a:gd name="connsiteY2" fmla="*/ 306221 h 834491"/>
                <a:gd name="connsiteX3" fmla="*/ 370003 w 1619167"/>
                <a:gd name="connsiteY3" fmla="*/ 834491 h 834491"/>
                <a:gd name="connsiteX4" fmla="*/ 1619167 w 1619167"/>
                <a:gd name="connsiteY4" fmla="*/ 641245 h 834491"/>
                <a:gd name="connsiteX0" fmla="*/ 1581941 w 1694084"/>
                <a:gd name="connsiteY0" fmla="*/ 126088 h 836833"/>
                <a:gd name="connsiteX1" fmla="*/ 656497 w 1694084"/>
                <a:gd name="connsiteY1" fmla="*/ 3393 h 836833"/>
                <a:gd name="connsiteX2" fmla="*/ 9767 w 1694084"/>
                <a:gd name="connsiteY2" fmla="*/ 306221 h 836833"/>
                <a:gd name="connsiteX3" fmla="*/ 370574 w 1694084"/>
                <a:gd name="connsiteY3" fmla="*/ 834491 h 836833"/>
                <a:gd name="connsiteX4" fmla="*/ 1694084 w 1694084"/>
                <a:gd name="connsiteY4" fmla="*/ 485170 h 836833"/>
                <a:gd name="connsiteX0" fmla="*/ 1572214 w 1684357"/>
                <a:gd name="connsiteY0" fmla="*/ 126088 h 872589"/>
                <a:gd name="connsiteX1" fmla="*/ 646770 w 1684357"/>
                <a:gd name="connsiteY1" fmla="*/ 3393 h 872589"/>
                <a:gd name="connsiteX2" fmla="*/ 40 w 1684357"/>
                <a:gd name="connsiteY2" fmla="*/ 306221 h 872589"/>
                <a:gd name="connsiteX3" fmla="*/ 621059 w 1684357"/>
                <a:gd name="connsiteY3" fmla="*/ 870508 h 872589"/>
                <a:gd name="connsiteX4" fmla="*/ 1684357 w 1684357"/>
                <a:gd name="connsiteY4" fmla="*/ 485170 h 872589"/>
                <a:gd name="connsiteX0" fmla="*/ 1442108 w 1684357"/>
                <a:gd name="connsiteY0" fmla="*/ 54416 h 878955"/>
                <a:gd name="connsiteX1" fmla="*/ 646770 w 1684357"/>
                <a:gd name="connsiteY1" fmla="*/ 9759 h 878955"/>
                <a:gd name="connsiteX2" fmla="*/ 40 w 1684357"/>
                <a:gd name="connsiteY2" fmla="*/ 312587 h 878955"/>
                <a:gd name="connsiteX3" fmla="*/ 621059 w 1684357"/>
                <a:gd name="connsiteY3" fmla="*/ 876874 h 878955"/>
                <a:gd name="connsiteX4" fmla="*/ 1684357 w 1684357"/>
                <a:gd name="connsiteY4" fmla="*/ 491536 h 878955"/>
                <a:gd name="connsiteX0" fmla="*/ 1442108 w 1690553"/>
                <a:gd name="connsiteY0" fmla="*/ 54416 h 881434"/>
                <a:gd name="connsiteX1" fmla="*/ 646770 w 1690553"/>
                <a:gd name="connsiteY1" fmla="*/ 9759 h 881434"/>
                <a:gd name="connsiteX2" fmla="*/ 40 w 1690553"/>
                <a:gd name="connsiteY2" fmla="*/ 312587 h 881434"/>
                <a:gd name="connsiteX3" fmla="*/ 621059 w 1690553"/>
                <a:gd name="connsiteY3" fmla="*/ 876874 h 881434"/>
                <a:gd name="connsiteX4" fmla="*/ 1690553 w 1690553"/>
                <a:gd name="connsiteY4" fmla="*/ 557568 h 881434"/>
                <a:gd name="connsiteX0" fmla="*/ 1442108 w 1690553"/>
                <a:gd name="connsiteY0" fmla="*/ 54416 h 881433"/>
                <a:gd name="connsiteX1" fmla="*/ 646770 w 1690553"/>
                <a:gd name="connsiteY1" fmla="*/ 9759 h 881433"/>
                <a:gd name="connsiteX2" fmla="*/ 40 w 1690553"/>
                <a:gd name="connsiteY2" fmla="*/ 312587 h 881433"/>
                <a:gd name="connsiteX3" fmla="*/ 621059 w 1690553"/>
                <a:gd name="connsiteY3" fmla="*/ 876874 h 881433"/>
                <a:gd name="connsiteX4" fmla="*/ 1690553 w 1690553"/>
                <a:gd name="connsiteY4" fmla="*/ 557568 h 881433"/>
                <a:gd name="connsiteX0" fmla="*/ 1442108 w 1690553"/>
                <a:gd name="connsiteY0" fmla="*/ 54416 h 881433"/>
                <a:gd name="connsiteX1" fmla="*/ 646770 w 1690553"/>
                <a:gd name="connsiteY1" fmla="*/ 9759 h 881433"/>
                <a:gd name="connsiteX2" fmla="*/ 40 w 1690553"/>
                <a:gd name="connsiteY2" fmla="*/ 312587 h 881433"/>
                <a:gd name="connsiteX3" fmla="*/ 621059 w 1690553"/>
                <a:gd name="connsiteY3" fmla="*/ 876874 h 881433"/>
                <a:gd name="connsiteX4" fmla="*/ 1690553 w 1690553"/>
                <a:gd name="connsiteY4" fmla="*/ 557568 h 881433"/>
                <a:gd name="connsiteX0" fmla="*/ 1442108 w 1690553"/>
                <a:gd name="connsiteY0" fmla="*/ 67643 h 894660"/>
                <a:gd name="connsiteX1" fmla="*/ 646770 w 1690553"/>
                <a:gd name="connsiteY1" fmla="*/ 22986 h 894660"/>
                <a:gd name="connsiteX2" fmla="*/ 40 w 1690553"/>
                <a:gd name="connsiteY2" fmla="*/ 325814 h 894660"/>
                <a:gd name="connsiteX3" fmla="*/ 621059 w 1690553"/>
                <a:gd name="connsiteY3" fmla="*/ 890101 h 894660"/>
                <a:gd name="connsiteX4" fmla="*/ 1690553 w 1690553"/>
                <a:gd name="connsiteY4" fmla="*/ 570795 h 894660"/>
                <a:gd name="connsiteX0" fmla="*/ 1442108 w 1690553"/>
                <a:gd name="connsiteY0" fmla="*/ 67643 h 897327"/>
                <a:gd name="connsiteX1" fmla="*/ 646770 w 1690553"/>
                <a:gd name="connsiteY1" fmla="*/ 22986 h 897327"/>
                <a:gd name="connsiteX2" fmla="*/ 40 w 1690553"/>
                <a:gd name="connsiteY2" fmla="*/ 325814 h 897327"/>
                <a:gd name="connsiteX3" fmla="*/ 621059 w 1690553"/>
                <a:gd name="connsiteY3" fmla="*/ 890101 h 897327"/>
                <a:gd name="connsiteX4" fmla="*/ 1690553 w 1690553"/>
                <a:gd name="connsiteY4" fmla="*/ 570795 h 89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553" h="897327">
                  <a:moveTo>
                    <a:pt x="1442108" y="67643"/>
                  </a:moveTo>
                  <a:cubicBezTo>
                    <a:pt x="1158410" y="-1269"/>
                    <a:pt x="887115" y="-20042"/>
                    <a:pt x="646770" y="22986"/>
                  </a:cubicBezTo>
                  <a:cubicBezTo>
                    <a:pt x="406425" y="66014"/>
                    <a:pt x="4325" y="181295"/>
                    <a:pt x="40" y="325814"/>
                  </a:cubicBezTo>
                  <a:cubicBezTo>
                    <a:pt x="-4245" y="470333"/>
                    <a:pt x="339307" y="849271"/>
                    <a:pt x="621059" y="890101"/>
                  </a:cubicBezTo>
                  <a:cubicBezTo>
                    <a:pt x="902811" y="930931"/>
                    <a:pt x="1379489" y="795288"/>
                    <a:pt x="1690553" y="570795"/>
                  </a:cubicBezTo>
                </a:path>
              </a:pathLst>
            </a:custGeom>
            <a:solidFill>
              <a:srgbClr val="7030A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grpSp>
        <p:nvGrpSpPr>
          <p:cNvPr id="73" name="centroids 4">
            <a:extLst>
              <a:ext uri="{FF2B5EF4-FFF2-40B4-BE49-F238E27FC236}">
                <a16:creationId xmlns:a16="http://schemas.microsoft.com/office/drawing/2014/main" id="{356F18F4-7C35-4F76-9C15-18EDBB9556A2}"/>
              </a:ext>
            </a:extLst>
          </p:cNvPr>
          <p:cNvGrpSpPr/>
          <p:nvPr/>
        </p:nvGrpSpPr>
        <p:grpSpPr>
          <a:xfrm>
            <a:off x="6378520" y="1602783"/>
            <a:ext cx="2817670" cy="2850400"/>
            <a:chOff x="5897074" y="1167495"/>
            <a:chExt cx="2817670" cy="2850400"/>
          </a:xfrm>
        </p:grpSpPr>
        <p:sp>
          <p:nvSpPr>
            <p:cNvPr id="74" name="Oval 73">
              <a:extLst>
                <a:ext uri="{FF2B5EF4-FFF2-40B4-BE49-F238E27FC236}">
                  <a16:creationId xmlns:a16="http://schemas.microsoft.com/office/drawing/2014/main" id="{EFCF7C45-2994-4D75-B929-D3D611941D59}"/>
                </a:ext>
              </a:extLst>
            </p:cNvPr>
            <p:cNvSpPr/>
            <p:nvPr/>
          </p:nvSpPr>
          <p:spPr bwMode="auto">
            <a:xfrm>
              <a:off x="7166262" y="1167495"/>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5" name="Oval 74">
              <a:extLst>
                <a:ext uri="{FF2B5EF4-FFF2-40B4-BE49-F238E27FC236}">
                  <a16:creationId xmlns:a16="http://schemas.microsoft.com/office/drawing/2014/main" id="{273D1D98-F467-45F0-A134-1785FA52F22D}"/>
                </a:ext>
              </a:extLst>
            </p:cNvPr>
            <p:cNvSpPr/>
            <p:nvPr/>
          </p:nvSpPr>
          <p:spPr bwMode="auto">
            <a:xfrm>
              <a:off x="8472289" y="3688849"/>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6" name="Oval 75">
              <a:extLst>
                <a:ext uri="{FF2B5EF4-FFF2-40B4-BE49-F238E27FC236}">
                  <a16:creationId xmlns:a16="http://schemas.microsoft.com/office/drawing/2014/main" id="{D1CEF1D5-CF83-4932-BFD9-0F6BC45DE3E5}"/>
                </a:ext>
              </a:extLst>
            </p:cNvPr>
            <p:cNvSpPr/>
            <p:nvPr/>
          </p:nvSpPr>
          <p:spPr bwMode="auto">
            <a:xfrm>
              <a:off x="5897074" y="3775440"/>
              <a:ext cx="242455" cy="242455"/>
            </a:xfrm>
            <a:prstGeom prst="ellips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8" name="data">
            <a:extLst>
              <a:ext uri="{FF2B5EF4-FFF2-40B4-BE49-F238E27FC236}">
                <a16:creationId xmlns:a16="http://schemas.microsoft.com/office/drawing/2014/main" id="{DC561DBA-F926-43DB-A823-CA3EAB2C33EA}"/>
              </a:ext>
            </a:extLst>
          </p:cNvPr>
          <p:cNvGrpSpPr/>
          <p:nvPr/>
        </p:nvGrpSpPr>
        <p:grpSpPr>
          <a:xfrm>
            <a:off x="5775698" y="1124800"/>
            <a:ext cx="3962541" cy="3372159"/>
            <a:chOff x="5775698" y="1124800"/>
            <a:chExt cx="3962541" cy="3372159"/>
          </a:xfrm>
        </p:grpSpPr>
        <p:pic>
          <p:nvPicPr>
            <p:cNvPr id="42" name="Graphic 41" descr="Rose">
              <a:extLst>
                <a:ext uri="{FF2B5EF4-FFF2-40B4-BE49-F238E27FC236}">
                  <a16:creationId xmlns:a16="http://schemas.microsoft.com/office/drawing/2014/main" id="{317195F6-4C40-47B2-878B-9875DA28E4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80147" y="3773596"/>
              <a:ext cx="658092" cy="658092"/>
            </a:xfrm>
            <a:prstGeom prst="rect">
              <a:avLst/>
            </a:prstGeom>
          </p:spPr>
        </p:pic>
        <p:pic>
          <p:nvPicPr>
            <p:cNvPr id="43" name="Graphic 42" descr="Rose">
              <a:extLst>
                <a:ext uri="{FF2B5EF4-FFF2-40B4-BE49-F238E27FC236}">
                  <a16:creationId xmlns:a16="http://schemas.microsoft.com/office/drawing/2014/main" id="{DBB769B1-BE12-49A6-A37D-CF79670B63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04921" y="3942960"/>
              <a:ext cx="553999" cy="553999"/>
            </a:xfrm>
            <a:prstGeom prst="rect">
              <a:avLst/>
            </a:prstGeom>
          </p:spPr>
        </p:pic>
        <p:pic>
          <p:nvPicPr>
            <p:cNvPr id="44" name="Graphic 43" descr="Flower">
              <a:extLst>
                <a:ext uri="{FF2B5EF4-FFF2-40B4-BE49-F238E27FC236}">
                  <a16:creationId xmlns:a16="http://schemas.microsoft.com/office/drawing/2014/main" id="{F3F5324F-10FE-407E-83AE-60B9A7BDF67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75698" y="3838867"/>
              <a:ext cx="658092" cy="658092"/>
            </a:xfrm>
            <a:prstGeom prst="rect">
              <a:avLst/>
            </a:prstGeom>
          </p:spPr>
        </p:pic>
        <p:pic>
          <p:nvPicPr>
            <p:cNvPr id="45" name="Graphic 44" descr="Flower">
              <a:extLst>
                <a:ext uri="{FF2B5EF4-FFF2-40B4-BE49-F238E27FC236}">
                  <a16:creationId xmlns:a16="http://schemas.microsoft.com/office/drawing/2014/main" id="{82083AD0-7998-471C-971D-111969EF67C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50924" y="3690885"/>
              <a:ext cx="658092" cy="658092"/>
            </a:xfrm>
            <a:prstGeom prst="rect">
              <a:avLst/>
            </a:prstGeom>
          </p:spPr>
        </p:pic>
        <p:pic>
          <p:nvPicPr>
            <p:cNvPr id="46" name="Graphic 45" descr="Sunflower">
              <a:extLst>
                <a:ext uri="{FF2B5EF4-FFF2-40B4-BE49-F238E27FC236}">
                  <a16:creationId xmlns:a16="http://schemas.microsoft.com/office/drawing/2014/main" id="{8C8D2620-63DE-4BAB-AF7D-CA3ACFBEAC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6830" y="1124800"/>
              <a:ext cx="658091" cy="658091"/>
            </a:xfrm>
            <a:prstGeom prst="rect">
              <a:avLst/>
            </a:prstGeom>
          </p:spPr>
        </p:pic>
        <p:pic>
          <p:nvPicPr>
            <p:cNvPr id="47" name="Graphic 46" descr="Sunflower">
              <a:extLst>
                <a:ext uri="{FF2B5EF4-FFF2-40B4-BE49-F238E27FC236}">
                  <a16:creationId xmlns:a16="http://schemas.microsoft.com/office/drawing/2014/main" id="{0C15443D-E215-4A5A-83F9-163A3CDE99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09016" y="1251697"/>
              <a:ext cx="658091" cy="658091"/>
            </a:xfrm>
            <a:prstGeom prst="rect">
              <a:avLst/>
            </a:prstGeom>
          </p:spPr>
        </p:pic>
      </p:grpSp>
    </p:spTree>
    <p:extLst>
      <p:ext uri="{BB962C8B-B14F-4D97-AF65-F5344CB8AC3E}">
        <p14:creationId xmlns:p14="http://schemas.microsoft.com/office/powerpoint/2010/main" val="120885380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7BDC8-CEDF-4FE3-925D-AD3238654490}"/>
              </a:ext>
            </a:extLst>
          </p:cNvPr>
          <p:cNvSpPr>
            <a:spLocks noGrp="1"/>
          </p:cNvSpPr>
          <p:nvPr>
            <p:ph type="title"/>
          </p:nvPr>
        </p:nvSpPr>
        <p:spPr>
          <a:xfrm>
            <a:off x="588263" y="457200"/>
            <a:ext cx="11018520" cy="492443"/>
          </a:xfrm>
        </p:spPr>
        <p:txBody>
          <a:bodyPr/>
          <a:lstStyle/>
          <a:p>
            <a:r>
              <a:rPr lang="en-US" sz="3200" dirty="0"/>
              <a:t>Model Training and Validation</a:t>
            </a:r>
          </a:p>
        </p:txBody>
      </p:sp>
      <p:grpSp>
        <p:nvGrpSpPr>
          <p:cNvPr id="44" name="Group 43">
            <a:extLst>
              <a:ext uri="{FF2B5EF4-FFF2-40B4-BE49-F238E27FC236}">
                <a16:creationId xmlns:a16="http://schemas.microsoft.com/office/drawing/2014/main" id="{25DFD180-4E4F-4269-91AD-C2FAC1B607FC}"/>
              </a:ext>
            </a:extLst>
          </p:cNvPr>
          <p:cNvGrpSpPr/>
          <p:nvPr/>
        </p:nvGrpSpPr>
        <p:grpSpPr>
          <a:xfrm>
            <a:off x="507805" y="2056579"/>
            <a:ext cx="6961401" cy="3208320"/>
            <a:chOff x="615715" y="1829399"/>
            <a:chExt cx="6961401" cy="3208320"/>
          </a:xfrm>
        </p:grpSpPr>
        <p:grpSp>
          <p:nvGrpSpPr>
            <p:cNvPr id="28" name="Group 27">
              <a:extLst>
                <a:ext uri="{FF2B5EF4-FFF2-40B4-BE49-F238E27FC236}">
                  <a16:creationId xmlns:a16="http://schemas.microsoft.com/office/drawing/2014/main" id="{0D1C8372-1683-46C2-98FA-F69B8585D05A}"/>
                </a:ext>
              </a:extLst>
            </p:cNvPr>
            <p:cNvGrpSpPr/>
            <p:nvPr/>
          </p:nvGrpSpPr>
          <p:grpSpPr>
            <a:xfrm>
              <a:off x="875017" y="1933770"/>
              <a:ext cx="6702099" cy="3103949"/>
              <a:chOff x="1374813" y="1945129"/>
              <a:chExt cx="5178387" cy="2398271"/>
            </a:xfrm>
          </p:grpSpPr>
          <p:pic>
            <p:nvPicPr>
              <p:cNvPr id="5" name="Graphic 4" descr="Scatterplot with solid fill">
                <a:extLst>
                  <a:ext uri="{FF2B5EF4-FFF2-40B4-BE49-F238E27FC236}">
                    <a16:creationId xmlns:a16="http://schemas.microsoft.com/office/drawing/2014/main" id="{F29F56CB-F3ED-4088-A1C1-DB8AD00636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88294" y="2410087"/>
                <a:ext cx="569472" cy="569472"/>
              </a:xfrm>
              <a:prstGeom prst="rect">
                <a:avLst/>
              </a:prstGeom>
            </p:spPr>
          </p:pic>
          <p:pic>
            <p:nvPicPr>
              <p:cNvPr id="7" name="Graphic 6" descr="Network with solid fill">
                <a:extLst>
                  <a:ext uri="{FF2B5EF4-FFF2-40B4-BE49-F238E27FC236}">
                    <a16:creationId xmlns:a16="http://schemas.microsoft.com/office/drawing/2014/main" id="{BAEF0614-A3A0-45C5-BA8D-41F2E27CD2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84138" y="3421242"/>
                <a:ext cx="914400" cy="914400"/>
              </a:xfrm>
              <a:prstGeom prst="rect">
                <a:avLst/>
              </a:prstGeom>
            </p:spPr>
          </p:pic>
          <p:pic>
            <p:nvPicPr>
              <p:cNvPr id="9" name="Graphic 8" descr="Gears with solid fill">
                <a:extLst>
                  <a:ext uri="{FF2B5EF4-FFF2-40B4-BE49-F238E27FC236}">
                    <a16:creationId xmlns:a16="http://schemas.microsoft.com/office/drawing/2014/main" id="{44EAEF58-AF16-4163-8B45-7CCCD2406C4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82010" y="1945129"/>
                <a:ext cx="914400" cy="914400"/>
              </a:xfrm>
              <a:prstGeom prst="rect">
                <a:avLst/>
              </a:prstGeom>
            </p:spPr>
          </p:pic>
          <p:pic>
            <p:nvPicPr>
              <p:cNvPr id="11" name="Graphic 10" descr="List outline">
                <a:extLst>
                  <a:ext uri="{FF2B5EF4-FFF2-40B4-BE49-F238E27FC236}">
                    <a16:creationId xmlns:a16="http://schemas.microsoft.com/office/drawing/2014/main" id="{B1307140-B4EC-4B7C-B637-53DBCDFB8B5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74813" y="1945129"/>
                <a:ext cx="914400" cy="914400"/>
              </a:xfrm>
              <a:prstGeom prst="rect">
                <a:avLst/>
              </a:prstGeom>
            </p:spPr>
          </p:pic>
          <p:pic>
            <p:nvPicPr>
              <p:cNvPr id="12" name="Graphic 11" descr="List outline">
                <a:extLst>
                  <a:ext uri="{FF2B5EF4-FFF2-40B4-BE49-F238E27FC236}">
                    <a16:creationId xmlns:a16="http://schemas.microsoft.com/office/drawing/2014/main" id="{5E413B05-7848-499A-8C18-8E303A759A7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74813" y="3429000"/>
                <a:ext cx="914400" cy="914400"/>
              </a:xfrm>
              <a:prstGeom prst="rect">
                <a:avLst/>
              </a:prstGeom>
            </p:spPr>
          </p:pic>
          <p:cxnSp>
            <p:nvCxnSpPr>
              <p:cNvPr id="14" name="Straight Arrow Connector 13">
                <a:extLst>
                  <a:ext uri="{FF2B5EF4-FFF2-40B4-BE49-F238E27FC236}">
                    <a16:creationId xmlns:a16="http://schemas.microsoft.com/office/drawing/2014/main" id="{8CE9BF97-8832-404E-BAB7-2D843C5337D9}"/>
                  </a:ext>
                </a:extLst>
              </p:cNvPr>
              <p:cNvCxnSpPr>
                <a:cxnSpLocks/>
                <a:stCxn id="11" idx="2"/>
                <a:endCxn id="12" idx="0"/>
              </p:cNvCxnSpPr>
              <p:nvPr/>
            </p:nvCxnSpPr>
            <p:spPr>
              <a:xfrm>
                <a:off x="1832013" y="2859529"/>
                <a:ext cx="0" cy="569471"/>
              </a:xfrm>
              <a:prstGeom prst="straightConnector1">
                <a:avLst/>
              </a:prstGeom>
              <a:ln w="38100">
                <a:solidFill>
                  <a:srgbClr val="40CDF5"/>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Arrow: Right 18">
                <a:extLst>
                  <a:ext uri="{FF2B5EF4-FFF2-40B4-BE49-F238E27FC236}">
                    <a16:creationId xmlns:a16="http://schemas.microsoft.com/office/drawing/2014/main" id="{E590ECF0-A8D2-474D-88EC-BD307EEB8C3D}"/>
                  </a:ext>
                </a:extLst>
              </p:cNvPr>
              <p:cNvSpPr/>
              <p:nvPr/>
            </p:nvSpPr>
            <p:spPr bwMode="auto">
              <a:xfrm>
                <a:off x="2244690" y="2090525"/>
                <a:ext cx="914400" cy="55399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1" name="Straight Arrow Connector 20">
                <a:extLst>
                  <a:ext uri="{FF2B5EF4-FFF2-40B4-BE49-F238E27FC236}">
                    <a16:creationId xmlns:a16="http://schemas.microsoft.com/office/drawing/2014/main" id="{B1CA8306-3CD4-4C51-B69D-A8176762F310}"/>
                  </a:ext>
                </a:extLst>
              </p:cNvPr>
              <p:cNvCxnSpPr/>
              <p:nvPr/>
            </p:nvCxnSpPr>
            <p:spPr>
              <a:xfrm>
                <a:off x="3711012" y="3021699"/>
                <a:ext cx="0" cy="399543"/>
              </a:xfrm>
              <a:prstGeom prst="straightConnector1">
                <a:avLst/>
              </a:prstGeom>
              <a:ln w="762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2" name="Arrow: Right 21">
                <a:extLst>
                  <a:ext uri="{FF2B5EF4-FFF2-40B4-BE49-F238E27FC236}">
                    <a16:creationId xmlns:a16="http://schemas.microsoft.com/office/drawing/2014/main" id="{8EF43DD1-141F-40EE-9828-42EF7C98E8E6}"/>
                  </a:ext>
                </a:extLst>
              </p:cNvPr>
              <p:cNvSpPr/>
              <p:nvPr/>
            </p:nvSpPr>
            <p:spPr bwMode="auto">
              <a:xfrm>
                <a:off x="2257840" y="3639153"/>
                <a:ext cx="914400" cy="55399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4" name="Graphic 23" descr="Clipboard Mixed outline">
                <a:extLst>
                  <a:ext uri="{FF2B5EF4-FFF2-40B4-BE49-F238E27FC236}">
                    <a16:creationId xmlns:a16="http://schemas.microsoft.com/office/drawing/2014/main" id="{6D65E39E-9090-4ADA-BBB3-938722ED908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38800" y="3144264"/>
                <a:ext cx="914400" cy="914400"/>
              </a:xfrm>
              <a:prstGeom prst="rect">
                <a:avLst/>
              </a:prstGeom>
            </p:spPr>
          </p:pic>
          <p:pic>
            <p:nvPicPr>
              <p:cNvPr id="26" name="Graphic 25" descr="Supply And Demand with solid fill">
                <a:extLst>
                  <a:ext uri="{FF2B5EF4-FFF2-40B4-BE49-F238E27FC236}">
                    <a16:creationId xmlns:a16="http://schemas.microsoft.com/office/drawing/2014/main" id="{562596DF-A332-4A10-8437-D5105758819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022066" y="3421242"/>
                <a:ext cx="914400" cy="914400"/>
              </a:xfrm>
              <a:prstGeom prst="rect">
                <a:avLst/>
              </a:prstGeom>
            </p:spPr>
          </p:pic>
          <p:cxnSp>
            <p:nvCxnSpPr>
              <p:cNvPr id="29" name="Straight Arrow Connector 28">
                <a:extLst>
                  <a:ext uri="{FF2B5EF4-FFF2-40B4-BE49-F238E27FC236}">
                    <a16:creationId xmlns:a16="http://schemas.microsoft.com/office/drawing/2014/main" id="{78704C8C-E7EE-4C1B-889A-C84455C5F8DC}"/>
                  </a:ext>
                </a:extLst>
              </p:cNvPr>
              <p:cNvCxnSpPr>
                <a:cxnSpLocks/>
                <a:stCxn id="7" idx="3"/>
                <a:endCxn id="26" idx="1"/>
              </p:cNvCxnSpPr>
              <p:nvPr/>
            </p:nvCxnSpPr>
            <p:spPr>
              <a:xfrm>
                <a:off x="4198538" y="3878442"/>
                <a:ext cx="823528" cy="0"/>
              </a:xfrm>
              <a:prstGeom prst="straightConnector1">
                <a:avLst/>
              </a:prstGeom>
              <a:ln w="7620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pic>
          <p:nvPicPr>
            <p:cNvPr id="35" name="Graphic 34" descr="Badge 1 with solid fill">
              <a:extLst>
                <a:ext uri="{FF2B5EF4-FFF2-40B4-BE49-F238E27FC236}">
                  <a16:creationId xmlns:a16="http://schemas.microsoft.com/office/drawing/2014/main" id="{1A6AE4CF-171C-4FCB-9B1F-A1238DC7FB2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5715" y="3144653"/>
              <a:ext cx="682181" cy="682181"/>
            </a:xfrm>
            <a:prstGeom prst="rect">
              <a:avLst/>
            </a:prstGeom>
          </p:spPr>
        </p:pic>
        <p:pic>
          <p:nvPicPr>
            <p:cNvPr id="37" name="Graphic 36" descr="Badge with solid fill">
              <a:extLst>
                <a:ext uri="{FF2B5EF4-FFF2-40B4-BE49-F238E27FC236}">
                  <a16:creationId xmlns:a16="http://schemas.microsoft.com/office/drawing/2014/main" id="{840FBC4B-CDC4-4EB9-A6A6-42DDD19E194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027820" y="1829399"/>
              <a:ext cx="682181" cy="682181"/>
            </a:xfrm>
            <a:prstGeom prst="rect">
              <a:avLst/>
            </a:prstGeom>
          </p:spPr>
        </p:pic>
        <p:pic>
          <p:nvPicPr>
            <p:cNvPr id="39" name="Graphic 38" descr="Badge 3 with solid fill">
              <a:extLst>
                <a:ext uri="{FF2B5EF4-FFF2-40B4-BE49-F238E27FC236}">
                  <a16:creationId xmlns:a16="http://schemas.microsoft.com/office/drawing/2014/main" id="{82908462-2D81-4EA1-A14C-9288BA22073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014654" y="3227348"/>
              <a:ext cx="682181" cy="682181"/>
            </a:xfrm>
            <a:prstGeom prst="rect">
              <a:avLst/>
            </a:prstGeom>
          </p:spPr>
        </p:pic>
        <p:pic>
          <p:nvPicPr>
            <p:cNvPr id="41" name="Graphic 40" descr="Badge 5 with solid fill">
              <a:extLst>
                <a:ext uri="{FF2B5EF4-FFF2-40B4-BE49-F238E27FC236}">
                  <a16:creationId xmlns:a16="http://schemas.microsoft.com/office/drawing/2014/main" id="{D9046F5A-342D-490B-AA21-0029D051831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828943" y="3485743"/>
              <a:ext cx="682181" cy="682181"/>
            </a:xfrm>
            <a:prstGeom prst="rect">
              <a:avLst/>
            </a:prstGeom>
          </p:spPr>
        </p:pic>
        <p:pic>
          <p:nvPicPr>
            <p:cNvPr id="43" name="Graphic 42" descr="Badge 4 with solid fill">
              <a:extLst>
                <a:ext uri="{FF2B5EF4-FFF2-40B4-BE49-F238E27FC236}">
                  <a16:creationId xmlns:a16="http://schemas.microsoft.com/office/drawing/2014/main" id="{79E08B1D-1514-42BE-A501-40A1119FA3D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40521" y="3859139"/>
              <a:ext cx="682181" cy="682181"/>
            </a:xfrm>
            <a:prstGeom prst="rect">
              <a:avLst/>
            </a:prstGeom>
          </p:spPr>
        </p:pic>
      </p:grpSp>
      <p:sp>
        <p:nvSpPr>
          <p:cNvPr id="45" name="TextBox 44">
            <a:extLst>
              <a:ext uri="{FF2B5EF4-FFF2-40B4-BE49-F238E27FC236}">
                <a16:creationId xmlns:a16="http://schemas.microsoft.com/office/drawing/2014/main" id="{B46E4A77-EFE6-42C4-8B23-7D40639F87CE}"/>
              </a:ext>
            </a:extLst>
          </p:cNvPr>
          <p:cNvSpPr txBox="1"/>
          <p:nvPr/>
        </p:nvSpPr>
        <p:spPr>
          <a:xfrm>
            <a:off x="7693649" y="1746346"/>
            <a:ext cx="4301462" cy="4308872"/>
          </a:xfrm>
          <a:prstGeom prst="rect">
            <a:avLst/>
          </a:prstGeom>
          <a:noFill/>
        </p:spPr>
        <p:txBody>
          <a:bodyPr wrap="square" lIns="0" tIns="0" rIns="0" bIns="0" rtlCol="0">
            <a:spAutoFit/>
          </a:bodyPr>
          <a:lstStyle/>
          <a:p>
            <a:pPr marL="457200" indent="-457200" algn="l">
              <a:buAutoNum type="arabicPeriod"/>
            </a:pPr>
            <a:r>
              <a:rPr lang="en-US" sz="2000" dirty="0">
                <a:gradFill>
                  <a:gsLst>
                    <a:gs pos="2917">
                      <a:schemeClr val="tx1"/>
                    </a:gs>
                    <a:gs pos="30000">
                      <a:schemeClr val="tx1"/>
                    </a:gs>
                  </a:gsLst>
                  <a:lin ang="5400000" scaled="0"/>
                </a:gradFill>
              </a:rPr>
              <a:t>Split the data into a </a:t>
            </a:r>
            <a:r>
              <a:rPr lang="en-US" sz="2000" i="1" dirty="0">
                <a:gradFill>
                  <a:gsLst>
                    <a:gs pos="2917">
                      <a:schemeClr val="tx1"/>
                    </a:gs>
                    <a:gs pos="30000">
                      <a:schemeClr val="tx1"/>
                    </a:gs>
                  </a:gsLst>
                  <a:lin ang="5400000" scaled="0"/>
                </a:gradFill>
              </a:rPr>
              <a:t>training</a:t>
            </a:r>
            <a:r>
              <a:rPr lang="en-US" sz="2000" dirty="0">
                <a:gradFill>
                  <a:gsLst>
                    <a:gs pos="2917">
                      <a:schemeClr val="tx1"/>
                    </a:gs>
                    <a:gs pos="30000">
                      <a:schemeClr val="tx1"/>
                    </a:gs>
                  </a:gsLst>
                  <a:lin ang="5400000" scaled="0"/>
                </a:gradFill>
              </a:rPr>
              <a:t> set and a </a:t>
            </a:r>
            <a:r>
              <a:rPr lang="en-US" sz="2000" i="1" dirty="0">
                <a:gradFill>
                  <a:gsLst>
                    <a:gs pos="2917">
                      <a:schemeClr val="tx1"/>
                    </a:gs>
                    <a:gs pos="30000">
                      <a:schemeClr val="tx1"/>
                    </a:gs>
                  </a:gsLst>
                  <a:lin ang="5400000" scaled="0"/>
                </a:gradFill>
              </a:rPr>
              <a:t>validation</a:t>
            </a:r>
            <a:r>
              <a:rPr lang="en-US" sz="2000" dirty="0">
                <a:gradFill>
                  <a:gsLst>
                    <a:gs pos="2917">
                      <a:schemeClr val="tx1"/>
                    </a:gs>
                    <a:gs pos="30000">
                      <a:schemeClr val="tx1"/>
                    </a:gs>
                  </a:gsLst>
                  <a:lin ang="5400000" scaled="0"/>
                </a:gradFill>
              </a:rPr>
              <a:t> set</a:t>
            </a:r>
          </a:p>
          <a:p>
            <a:pPr marL="457200" indent="-457200" algn="l">
              <a:buAutoNum type="arabicPeriod"/>
            </a:pPr>
            <a:r>
              <a:rPr lang="en-US" sz="2000" dirty="0">
                <a:gradFill>
                  <a:gsLst>
                    <a:gs pos="2917">
                      <a:schemeClr val="tx1"/>
                    </a:gs>
                    <a:gs pos="30000">
                      <a:schemeClr val="tx1"/>
                    </a:gs>
                  </a:gsLst>
                  <a:lin ang="5400000" scaled="0"/>
                </a:gradFill>
              </a:rPr>
              <a:t>Apply an algorithm to </a:t>
            </a:r>
            <a:r>
              <a:rPr lang="en-US" sz="2000" i="1" dirty="0">
                <a:gradFill>
                  <a:gsLst>
                    <a:gs pos="2917">
                      <a:schemeClr val="tx1"/>
                    </a:gs>
                    <a:gs pos="30000">
                      <a:schemeClr val="tx1"/>
                    </a:gs>
                  </a:gsLst>
                  <a:lin ang="5400000" scaled="0"/>
                </a:gradFill>
              </a:rPr>
              <a:t>fit</a:t>
            </a:r>
            <a:r>
              <a:rPr lang="en-US" sz="2000" dirty="0">
                <a:gradFill>
                  <a:gsLst>
                    <a:gs pos="2917">
                      <a:schemeClr val="tx1"/>
                    </a:gs>
                    <a:gs pos="30000">
                      <a:schemeClr val="tx1"/>
                    </a:gs>
                  </a:gsLst>
                  <a:lin ang="5400000" scaled="0"/>
                </a:gradFill>
              </a:rPr>
              <a:t> the training data to a model</a:t>
            </a:r>
          </a:p>
          <a:p>
            <a:pPr marL="457200" indent="-457200" algn="l">
              <a:buAutoNum type="arabicPeriod"/>
            </a:pPr>
            <a:r>
              <a:rPr lang="en-US" sz="2000" dirty="0">
                <a:gradFill>
                  <a:gsLst>
                    <a:gs pos="2917">
                      <a:schemeClr val="tx1"/>
                    </a:gs>
                    <a:gs pos="30000">
                      <a:schemeClr val="tx1"/>
                    </a:gs>
                  </a:gsLst>
                  <a:lin ang="5400000" scaled="0"/>
                </a:gradFill>
              </a:rPr>
              <a:t>The trained model encapsulates the relationships in the data</a:t>
            </a:r>
          </a:p>
          <a:p>
            <a:pPr marL="457200" indent="-457200" algn="l">
              <a:buAutoNum type="arabicPeriod"/>
            </a:pPr>
            <a:r>
              <a:rPr lang="en-US" sz="2000" dirty="0">
                <a:gradFill>
                  <a:gsLst>
                    <a:gs pos="2917">
                      <a:schemeClr val="tx1"/>
                    </a:gs>
                    <a:gs pos="30000">
                      <a:schemeClr val="tx1"/>
                    </a:gs>
                  </a:gsLst>
                  <a:lin ang="5400000" scaled="0"/>
                </a:gradFill>
              </a:rPr>
              <a:t>Use the model to generate predictions from the validation data</a:t>
            </a:r>
          </a:p>
          <a:p>
            <a:pPr marL="457200" indent="-457200" algn="l">
              <a:buAutoNum type="arabicPeriod"/>
            </a:pPr>
            <a:r>
              <a:rPr lang="en-US" sz="2000" dirty="0">
                <a:gradFill>
                  <a:gsLst>
                    <a:gs pos="2917">
                      <a:schemeClr val="tx1"/>
                    </a:gs>
                    <a:gs pos="30000">
                      <a:schemeClr val="tx1"/>
                    </a:gs>
                  </a:gsLst>
                  <a:lin ang="5400000" scaled="0"/>
                </a:gradFill>
              </a:rPr>
              <a:t>Use evaluation metrics to compare predicted vs actual labels (supervised) or measure cluster separation (unsupervised)</a:t>
            </a:r>
          </a:p>
          <a:p>
            <a:pPr marL="457200" indent="-457200" algn="l">
              <a:buAutoNum type="arabicPeriod"/>
            </a:pPr>
            <a:r>
              <a:rPr lang="en-US" sz="2000" dirty="0">
                <a:gradFill>
                  <a:gsLst>
                    <a:gs pos="2917">
                      <a:schemeClr val="tx1"/>
                    </a:gs>
                    <a:gs pos="30000">
                      <a:schemeClr val="tx1"/>
                    </a:gs>
                  </a:gsLst>
                  <a:lin ang="5400000" scaled="0"/>
                </a:gradFill>
              </a:rPr>
              <a:t>Repeat…</a:t>
            </a:r>
          </a:p>
        </p:txBody>
      </p:sp>
      <p:cxnSp>
        <p:nvCxnSpPr>
          <p:cNvPr id="49" name="Connector: Elbow 48">
            <a:extLst>
              <a:ext uri="{FF2B5EF4-FFF2-40B4-BE49-F238E27FC236}">
                <a16:creationId xmlns:a16="http://schemas.microsoft.com/office/drawing/2014/main" id="{3D879B49-056C-445E-A6E7-51172B8089C9}"/>
              </a:ext>
            </a:extLst>
          </p:cNvPr>
          <p:cNvCxnSpPr>
            <a:stCxn id="26" idx="2"/>
            <a:endCxn id="35" idx="1"/>
          </p:cNvCxnSpPr>
          <p:nvPr/>
        </p:nvCxnSpPr>
        <p:spPr>
          <a:xfrm rot="5400000" flipH="1">
            <a:off x="2522572" y="1698157"/>
            <a:ext cx="1541934" cy="5571468"/>
          </a:xfrm>
          <a:prstGeom prst="bentConnector4">
            <a:avLst>
              <a:gd name="adj1" fmla="val -49450"/>
              <a:gd name="adj2" fmla="val 104103"/>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47" name="Graphic 46" descr="Badge 6 with solid fill">
            <a:extLst>
              <a:ext uri="{FF2B5EF4-FFF2-40B4-BE49-F238E27FC236}">
                <a16:creationId xmlns:a16="http://schemas.microsoft.com/office/drawing/2014/main" id="{25840F72-F1C1-4529-85A2-B3FB3F2E451B}"/>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869059" y="5521970"/>
            <a:ext cx="699306" cy="699306"/>
          </a:xfrm>
          <a:prstGeom prst="rect">
            <a:avLst/>
          </a:prstGeom>
        </p:spPr>
      </p:pic>
    </p:spTree>
    <p:extLst>
      <p:ext uri="{BB962C8B-B14F-4D97-AF65-F5344CB8AC3E}">
        <p14:creationId xmlns:p14="http://schemas.microsoft.com/office/powerpoint/2010/main" val="139948873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sz="3600" dirty="0"/>
              <a:t>Azure Machine Learning</a:t>
            </a:r>
            <a:endParaRPr lang="en-US" dirty="0"/>
          </a:p>
        </p:txBody>
      </p:sp>
      <p:pic>
        <p:nvPicPr>
          <p:cNvPr id="2" name="Picture 1" descr="Icon of three concentric arcs">
            <a:extLst>
              <a:ext uri="{FF2B5EF4-FFF2-40B4-BE49-F238E27FC236}">
                <a16:creationId xmlns:a16="http://schemas.microsoft.com/office/drawing/2014/main" id="{8AC2CBA1-CF1D-4600-9B90-30C8B73A53B3}"/>
              </a:ext>
            </a:extLst>
          </p:cNvPr>
          <p:cNvPicPr>
            <a:picLocks noChangeAspect="1"/>
          </p:cNvPicPr>
          <p:nvPr/>
        </p:nvPicPr>
        <p:blipFill>
          <a:blip r:embed="rId3"/>
          <a:stretch>
            <a:fillRect/>
          </a:stretch>
        </p:blipFill>
        <p:spPr>
          <a:xfrm>
            <a:off x="10094976" y="2779776"/>
            <a:ext cx="1280160" cy="1280160"/>
          </a:xfrm>
          <a:prstGeom prst="rect">
            <a:avLst/>
          </a:prstGeom>
        </p:spPr>
      </p:pic>
    </p:spTree>
    <p:extLst>
      <p:ext uri="{BB962C8B-B14F-4D97-AF65-F5344CB8AC3E}">
        <p14:creationId xmlns:p14="http://schemas.microsoft.com/office/powerpoint/2010/main" val="213781871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190D-6CCB-4934-99BA-D1254CEE689F}"/>
              </a:ext>
            </a:extLst>
          </p:cNvPr>
          <p:cNvSpPr>
            <a:spLocks noGrp="1"/>
          </p:cNvSpPr>
          <p:nvPr>
            <p:ph type="title"/>
          </p:nvPr>
        </p:nvSpPr>
        <p:spPr>
          <a:xfrm>
            <a:off x="588263" y="457200"/>
            <a:ext cx="11018520" cy="492443"/>
          </a:xfrm>
        </p:spPr>
        <p:txBody>
          <a:bodyPr/>
          <a:lstStyle/>
          <a:p>
            <a:r>
              <a:rPr lang="en-US" sz="3200" dirty="0"/>
              <a:t>What is Azure Machine Learning?</a:t>
            </a:r>
          </a:p>
        </p:txBody>
      </p:sp>
      <p:sp>
        <p:nvSpPr>
          <p:cNvPr id="3" name="Text Placeholder 2">
            <a:extLst>
              <a:ext uri="{FF2B5EF4-FFF2-40B4-BE49-F238E27FC236}">
                <a16:creationId xmlns:a16="http://schemas.microsoft.com/office/drawing/2014/main" id="{3F950954-AC3B-4750-AE6D-5F61D4A99443}"/>
              </a:ext>
            </a:extLst>
          </p:cNvPr>
          <p:cNvSpPr>
            <a:spLocks noGrp="1"/>
          </p:cNvSpPr>
          <p:nvPr>
            <p:ph type="body" sz="quarter" idx="10"/>
          </p:nvPr>
        </p:nvSpPr>
        <p:spPr>
          <a:xfrm>
            <a:off x="584200" y="1435497"/>
            <a:ext cx="11018520" cy="615553"/>
          </a:xfrm>
        </p:spPr>
        <p:txBody>
          <a:bodyPr vert="horz" wrap="square" lIns="0" tIns="91440" rIns="146304" bIns="91440" rtlCol="0" anchor="t">
            <a:spAutoFit/>
          </a:bodyPr>
          <a:lstStyle/>
          <a:p>
            <a:pPr marL="0" indent="0">
              <a:buNone/>
            </a:pPr>
            <a:r>
              <a:rPr lang="en-US" sz="2800" dirty="0">
                <a:latin typeface="Segoe UI Semilight"/>
                <a:cs typeface="Segoe UI Semilight"/>
              </a:rPr>
              <a:t>A cloud-based platform for machine learning</a:t>
            </a:r>
            <a:endParaRPr lang="en-US" sz="2800">
              <a:latin typeface="Segoe UI Semilight"/>
              <a:cs typeface="Segoe UI Semilight"/>
            </a:endParaRPr>
          </a:p>
        </p:txBody>
      </p:sp>
      <p:grpSp>
        <p:nvGrpSpPr>
          <p:cNvPr id="38" name="Compute">
            <a:extLst>
              <a:ext uri="{FF2B5EF4-FFF2-40B4-BE49-F238E27FC236}">
                <a16:creationId xmlns:a16="http://schemas.microsoft.com/office/drawing/2014/main" id="{BD878A1E-D149-4915-9DFE-E1E1A3343990}"/>
              </a:ext>
            </a:extLst>
          </p:cNvPr>
          <p:cNvGrpSpPr/>
          <p:nvPr/>
        </p:nvGrpSpPr>
        <p:grpSpPr>
          <a:xfrm>
            <a:off x="4946319" y="3553344"/>
            <a:ext cx="741874" cy="803522"/>
            <a:chOff x="4946319" y="3553344"/>
            <a:chExt cx="741874" cy="803522"/>
          </a:xfrm>
        </p:grpSpPr>
        <p:pic>
          <p:nvPicPr>
            <p:cNvPr id="28" name="Graphic 27" descr="Server">
              <a:extLst>
                <a:ext uri="{FF2B5EF4-FFF2-40B4-BE49-F238E27FC236}">
                  <a16:creationId xmlns:a16="http://schemas.microsoft.com/office/drawing/2014/main" id="{748E26EE-54CE-49AC-806E-E19C72898A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6319" y="3553344"/>
              <a:ext cx="647742" cy="647742"/>
            </a:xfrm>
            <a:prstGeom prst="rect">
              <a:avLst/>
            </a:prstGeom>
          </p:spPr>
        </p:pic>
        <p:sp>
          <p:nvSpPr>
            <p:cNvPr id="31" name="TextBox 30">
              <a:extLst>
                <a:ext uri="{FF2B5EF4-FFF2-40B4-BE49-F238E27FC236}">
                  <a16:creationId xmlns:a16="http://schemas.microsoft.com/office/drawing/2014/main" id="{63154537-0F3C-49B4-9702-31E53255FFEE}"/>
                </a:ext>
              </a:extLst>
            </p:cNvPr>
            <p:cNvSpPr txBox="1"/>
            <p:nvPr/>
          </p:nvSpPr>
          <p:spPr>
            <a:xfrm>
              <a:off x="4957031" y="4141422"/>
              <a:ext cx="731162" cy="215444"/>
            </a:xfrm>
            <a:prstGeom prst="rect">
              <a:avLst/>
            </a:prstGeom>
            <a:noFill/>
          </p:spPr>
          <p:txBody>
            <a:bodyPr wrap="none" lIns="0" tIns="0" rIns="0" bIns="0" rtlCol="0">
              <a:spAutoFit/>
            </a:bodyPr>
            <a:lstStyle/>
            <a:p>
              <a:pPr algn="l"/>
              <a:r>
                <a:rPr lang="en-US" sz="1400">
                  <a:gradFill>
                    <a:gsLst>
                      <a:gs pos="2917">
                        <a:schemeClr val="tx1"/>
                      </a:gs>
                      <a:gs pos="30000">
                        <a:schemeClr val="tx1"/>
                      </a:gs>
                    </a:gsLst>
                    <a:lin ang="5400000" scaled="0"/>
                  </a:gradFill>
                </a:rPr>
                <a:t>Compute</a:t>
              </a:r>
            </a:p>
          </p:txBody>
        </p:sp>
      </p:grpSp>
      <p:grpSp>
        <p:nvGrpSpPr>
          <p:cNvPr id="39" name="Data">
            <a:extLst>
              <a:ext uri="{FF2B5EF4-FFF2-40B4-BE49-F238E27FC236}">
                <a16:creationId xmlns:a16="http://schemas.microsoft.com/office/drawing/2014/main" id="{3332A2F6-6D0C-4E32-B67C-4C709BA95EFC}"/>
              </a:ext>
            </a:extLst>
          </p:cNvPr>
          <p:cNvGrpSpPr/>
          <p:nvPr/>
        </p:nvGrpSpPr>
        <p:grpSpPr>
          <a:xfrm>
            <a:off x="5284543" y="4403824"/>
            <a:ext cx="647742" cy="780104"/>
            <a:chOff x="5284543" y="4403824"/>
            <a:chExt cx="647742" cy="780104"/>
          </a:xfrm>
        </p:grpSpPr>
        <p:pic>
          <p:nvPicPr>
            <p:cNvPr id="30" name="Graphic 29" descr="Database">
              <a:extLst>
                <a:ext uri="{FF2B5EF4-FFF2-40B4-BE49-F238E27FC236}">
                  <a16:creationId xmlns:a16="http://schemas.microsoft.com/office/drawing/2014/main" id="{E4AF56EA-0268-4812-8019-29C9139AF9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84543" y="4403824"/>
              <a:ext cx="647742" cy="647742"/>
            </a:xfrm>
            <a:prstGeom prst="rect">
              <a:avLst/>
            </a:prstGeom>
          </p:spPr>
        </p:pic>
        <p:sp>
          <p:nvSpPr>
            <p:cNvPr id="32" name="TextBox 31">
              <a:extLst>
                <a:ext uri="{FF2B5EF4-FFF2-40B4-BE49-F238E27FC236}">
                  <a16:creationId xmlns:a16="http://schemas.microsoft.com/office/drawing/2014/main" id="{68A58436-1AEC-4004-B232-8CDB17845041}"/>
                </a:ext>
              </a:extLst>
            </p:cNvPr>
            <p:cNvSpPr txBox="1"/>
            <p:nvPr/>
          </p:nvSpPr>
          <p:spPr>
            <a:xfrm>
              <a:off x="5423267" y="4968484"/>
              <a:ext cx="370294" cy="215444"/>
            </a:xfrm>
            <a:prstGeom prst="rect">
              <a:avLst/>
            </a:prstGeom>
            <a:noFill/>
          </p:spPr>
          <p:txBody>
            <a:bodyPr wrap="none" lIns="0" tIns="0" rIns="0" bIns="0" rtlCol="0">
              <a:spAutoFit/>
            </a:bodyPr>
            <a:lstStyle/>
            <a:p>
              <a:pPr algn="l"/>
              <a:r>
                <a:rPr lang="en-US" sz="1400">
                  <a:gradFill>
                    <a:gsLst>
                      <a:gs pos="2917">
                        <a:schemeClr val="tx1"/>
                      </a:gs>
                      <a:gs pos="30000">
                        <a:schemeClr val="tx1"/>
                      </a:gs>
                    </a:gsLst>
                    <a:lin ang="5400000" scaled="0"/>
                  </a:gradFill>
                </a:rPr>
                <a:t>Data</a:t>
              </a:r>
            </a:p>
          </p:txBody>
        </p:sp>
      </p:grpSp>
      <p:grpSp>
        <p:nvGrpSpPr>
          <p:cNvPr id="41" name="Models">
            <a:extLst>
              <a:ext uri="{FF2B5EF4-FFF2-40B4-BE49-F238E27FC236}">
                <a16:creationId xmlns:a16="http://schemas.microsoft.com/office/drawing/2014/main" id="{FF2861D6-EC7D-4CBD-B80A-1B2BB62F5ED7}"/>
              </a:ext>
            </a:extLst>
          </p:cNvPr>
          <p:cNvGrpSpPr/>
          <p:nvPr/>
        </p:nvGrpSpPr>
        <p:grpSpPr>
          <a:xfrm>
            <a:off x="6228741" y="4400402"/>
            <a:ext cx="647742" cy="792765"/>
            <a:chOff x="6228741" y="4400402"/>
            <a:chExt cx="647742" cy="792765"/>
          </a:xfrm>
        </p:grpSpPr>
        <p:pic>
          <p:nvPicPr>
            <p:cNvPr id="26" name="Graphic 25" descr="Network">
              <a:extLst>
                <a:ext uri="{FF2B5EF4-FFF2-40B4-BE49-F238E27FC236}">
                  <a16:creationId xmlns:a16="http://schemas.microsoft.com/office/drawing/2014/main" id="{23D63E38-F04D-4933-8427-1F04F8ABF4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8741" y="4400402"/>
              <a:ext cx="647742" cy="647742"/>
            </a:xfrm>
            <a:prstGeom prst="rect">
              <a:avLst/>
            </a:prstGeom>
          </p:spPr>
        </p:pic>
        <p:sp>
          <p:nvSpPr>
            <p:cNvPr id="34" name="TextBox 33">
              <a:extLst>
                <a:ext uri="{FF2B5EF4-FFF2-40B4-BE49-F238E27FC236}">
                  <a16:creationId xmlns:a16="http://schemas.microsoft.com/office/drawing/2014/main" id="{2DC5DFB5-DC02-45F6-8B63-97E4C218CA48}"/>
                </a:ext>
              </a:extLst>
            </p:cNvPr>
            <p:cNvSpPr txBox="1"/>
            <p:nvPr/>
          </p:nvSpPr>
          <p:spPr>
            <a:xfrm>
              <a:off x="6258460" y="4977723"/>
              <a:ext cx="588303" cy="215444"/>
            </a:xfrm>
            <a:prstGeom prst="rect">
              <a:avLst/>
            </a:prstGeom>
            <a:noFill/>
          </p:spPr>
          <p:txBody>
            <a:bodyPr wrap="none" lIns="0" tIns="0" rIns="0" bIns="0" rtlCol="0">
              <a:spAutoFit/>
            </a:bodyPr>
            <a:lstStyle/>
            <a:p>
              <a:pPr algn="l"/>
              <a:r>
                <a:rPr lang="en-US" sz="1400">
                  <a:gradFill>
                    <a:gsLst>
                      <a:gs pos="2917">
                        <a:schemeClr val="tx1"/>
                      </a:gs>
                      <a:gs pos="30000">
                        <a:schemeClr val="tx1"/>
                      </a:gs>
                    </a:gsLst>
                    <a:lin ang="5400000" scaled="0"/>
                  </a:gradFill>
                </a:rPr>
                <a:t>Models</a:t>
              </a:r>
            </a:p>
          </p:txBody>
        </p:sp>
      </p:grpSp>
      <p:grpSp>
        <p:nvGrpSpPr>
          <p:cNvPr id="9" name="Group 8">
            <a:extLst>
              <a:ext uri="{FF2B5EF4-FFF2-40B4-BE49-F238E27FC236}">
                <a16:creationId xmlns:a16="http://schemas.microsoft.com/office/drawing/2014/main" id="{2280212B-92BE-B06F-59A6-B4FEC4C78D7D}"/>
              </a:ext>
            </a:extLst>
          </p:cNvPr>
          <p:cNvGrpSpPr/>
          <p:nvPr/>
        </p:nvGrpSpPr>
        <p:grpSpPr>
          <a:xfrm>
            <a:off x="2697189" y="504349"/>
            <a:ext cx="7124414" cy="7194484"/>
            <a:chOff x="2697189" y="635729"/>
            <a:chExt cx="7063104" cy="7063104"/>
          </a:xfrm>
        </p:grpSpPr>
        <p:grpSp>
          <p:nvGrpSpPr>
            <p:cNvPr id="36" name="Azure">
              <a:extLst>
                <a:ext uri="{FF2B5EF4-FFF2-40B4-BE49-F238E27FC236}">
                  <a16:creationId xmlns:a16="http://schemas.microsoft.com/office/drawing/2014/main" id="{2BE09858-F4F5-4B3A-9A12-ED657E7D44AC}"/>
                </a:ext>
              </a:extLst>
            </p:cNvPr>
            <p:cNvGrpSpPr/>
            <p:nvPr/>
          </p:nvGrpSpPr>
          <p:grpSpPr>
            <a:xfrm>
              <a:off x="2697189" y="635729"/>
              <a:ext cx="7063104" cy="7063104"/>
              <a:chOff x="2697189" y="635729"/>
              <a:chExt cx="7063104" cy="7063104"/>
            </a:xfrm>
          </p:grpSpPr>
          <p:pic>
            <p:nvPicPr>
              <p:cNvPr id="15" name="Graphic 14" descr="Cloud">
                <a:extLst>
                  <a:ext uri="{FF2B5EF4-FFF2-40B4-BE49-F238E27FC236}">
                    <a16:creationId xmlns:a16="http://schemas.microsoft.com/office/drawing/2014/main" id="{722228F1-5408-42B3-8B16-99B52A35746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97189" y="635729"/>
                <a:ext cx="7063104" cy="7063104"/>
              </a:xfrm>
              <a:prstGeom prst="rect">
                <a:avLst/>
              </a:prstGeom>
            </p:spPr>
          </p:pic>
          <p:sp>
            <p:nvSpPr>
              <p:cNvPr id="16" name="TextBox 15">
                <a:extLst>
                  <a:ext uri="{FF2B5EF4-FFF2-40B4-BE49-F238E27FC236}">
                    <a16:creationId xmlns:a16="http://schemas.microsoft.com/office/drawing/2014/main" id="{19885E0B-B5AE-4269-97F1-41E0D75D10FE}"/>
                  </a:ext>
                </a:extLst>
              </p:cNvPr>
              <p:cNvSpPr txBox="1"/>
              <p:nvPr/>
            </p:nvSpPr>
            <p:spPr>
              <a:xfrm>
                <a:off x="5225024" y="5930043"/>
                <a:ext cx="2126993" cy="307777"/>
              </a:xfrm>
              <a:prstGeom prst="rect">
                <a:avLst/>
              </a:prstGeom>
              <a:noFill/>
            </p:spPr>
            <p:txBody>
              <a:bodyPr wrap="none" lIns="0" tIns="0" rIns="0" bIns="0" rtlCol="0">
                <a:spAutoFit/>
              </a:bodyPr>
              <a:lstStyle/>
              <a:p>
                <a:pPr algn="l"/>
                <a:r>
                  <a:rPr lang="en-US" sz="2000">
                    <a:gradFill>
                      <a:gsLst>
                        <a:gs pos="2917">
                          <a:schemeClr val="tx1"/>
                        </a:gs>
                        <a:gs pos="30000">
                          <a:schemeClr val="tx1"/>
                        </a:gs>
                      </a:gsLst>
                      <a:lin ang="5400000" scaled="0"/>
                    </a:gradFill>
                  </a:rPr>
                  <a:t>Azure Subscription</a:t>
                </a:r>
              </a:p>
            </p:txBody>
          </p:sp>
        </p:grpSp>
        <p:pic>
          <p:nvPicPr>
            <p:cNvPr id="5" name="Graphic 4">
              <a:extLst>
                <a:ext uri="{FF2B5EF4-FFF2-40B4-BE49-F238E27FC236}">
                  <a16:creationId xmlns:a16="http://schemas.microsoft.com/office/drawing/2014/main" id="{5A517E83-CD39-4B1A-86C9-4DEBB24EB6F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53563" y="5803210"/>
              <a:ext cx="469049" cy="469049"/>
            </a:xfrm>
            <a:prstGeom prst="rect">
              <a:avLst/>
            </a:prstGeom>
          </p:spPr>
        </p:pic>
      </p:grpSp>
      <p:grpSp>
        <p:nvGrpSpPr>
          <p:cNvPr id="4" name="Group 3">
            <a:extLst>
              <a:ext uri="{FF2B5EF4-FFF2-40B4-BE49-F238E27FC236}">
                <a16:creationId xmlns:a16="http://schemas.microsoft.com/office/drawing/2014/main" id="{22539025-FEE2-8C6D-0A71-D7709ED3A68F}"/>
              </a:ext>
            </a:extLst>
          </p:cNvPr>
          <p:cNvGrpSpPr/>
          <p:nvPr/>
        </p:nvGrpSpPr>
        <p:grpSpPr>
          <a:xfrm>
            <a:off x="4603315" y="3429001"/>
            <a:ext cx="3370413" cy="2254403"/>
            <a:chOff x="4603315" y="3429001"/>
            <a:chExt cx="3370413" cy="2254403"/>
          </a:xfrm>
        </p:grpSpPr>
        <p:grpSp>
          <p:nvGrpSpPr>
            <p:cNvPr id="37" name="Azure ML Workspace">
              <a:extLst>
                <a:ext uri="{FF2B5EF4-FFF2-40B4-BE49-F238E27FC236}">
                  <a16:creationId xmlns:a16="http://schemas.microsoft.com/office/drawing/2014/main" id="{E748AAF7-A689-4008-8899-A581F1775F9D}"/>
                </a:ext>
              </a:extLst>
            </p:cNvPr>
            <p:cNvGrpSpPr/>
            <p:nvPr/>
          </p:nvGrpSpPr>
          <p:grpSpPr>
            <a:xfrm>
              <a:off x="4603315" y="3429001"/>
              <a:ext cx="3370413" cy="2244159"/>
              <a:chOff x="4603315" y="3429001"/>
              <a:chExt cx="3370413" cy="2244159"/>
            </a:xfrm>
          </p:grpSpPr>
          <p:sp>
            <p:nvSpPr>
              <p:cNvPr id="17" name="Rectangle: Rounded Corners 16">
                <a:extLst>
                  <a:ext uri="{FF2B5EF4-FFF2-40B4-BE49-F238E27FC236}">
                    <a16:creationId xmlns:a16="http://schemas.microsoft.com/office/drawing/2014/main" id="{B095BCD2-1A8F-42A5-B5E5-76771B765E04}"/>
                  </a:ext>
                </a:extLst>
              </p:cNvPr>
              <p:cNvSpPr/>
              <p:nvPr/>
            </p:nvSpPr>
            <p:spPr bwMode="auto">
              <a:xfrm>
                <a:off x="4603315" y="3429001"/>
                <a:ext cx="3370413" cy="1911742"/>
              </a:xfrm>
              <a:prstGeom prst="roundRect">
                <a:avLst/>
              </a:prstGeom>
              <a:noFill/>
              <a:ln w="76200">
                <a:solidFill>
                  <a:srgbClr val="00BCF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8" name="TextBox 17">
                <a:extLst>
                  <a:ext uri="{FF2B5EF4-FFF2-40B4-BE49-F238E27FC236}">
                    <a16:creationId xmlns:a16="http://schemas.microsoft.com/office/drawing/2014/main" id="{CC8DB942-6F7D-412E-A738-492BB67B9DD5}"/>
                  </a:ext>
                </a:extLst>
              </p:cNvPr>
              <p:cNvSpPr txBox="1"/>
              <p:nvPr/>
            </p:nvSpPr>
            <p:spPr>
              <a:xfrm>
                <a:off x="5197594" y="5365383"/>
                <a:ext cx="2380332" cy="307777"/>
              </a:xfrm>
              <a:prstGeom prst="rect">
                <a:avLst/>
              </a:prstGeom>
              <a:noFill/>
            </p:spPr>
            <p:txBody>
              <a:bodyPr wrap="none" lIns="0" tIns="0" rIns="0" bIns="0" rtlCol="0">
                <a:spAutoFit/>
              </a:bodyPr>
              <a:lstStyle/>
              <a:p>
                <a:pPr algn="l"/>
                <a:r>
                  <a:rPr lang="en-US" sz="2000">
                    <a:gradFill>
                      <a:gsLst>
                        <a:gs pos="2917">
                          <a:schemeClr val="tx1"/>
                        </a:gs>
                        <a:gs pos="30000">
                          <a:schemeClr val="tx1"/>
                        </a:gs>
                      </a:gsLst>
                      <a:lin ang="5400000" scaled="0"/>
                    </a:gradFill>
                  </a:rPr>
                  <a:t>Azure ML Workspace</a:t>
                </a:r>
              </a:p>
            </p:txBody>
          </p:sp>
        </p:grpSp>
        <p:pic>
          <p:nvPicPr>
            <p:cNvPr id="7" name="Graphic 6">
              <a:extLst>
                <a:ext uri="{FF2B5EF4-FFF2-40B4-BE49-F238E27FC236}">
                  <a16:creationId xmlns:a16="http://schemas.microsoft.com/office/drawing/2014/main" id="{DAFE9D9C-A64D-47B6-A65E-A289B275C83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38985" y="4968484"/>
              <a:ext cx="714920" cy="714920"/>
            </a:xfrm>
            <a:prstGeom prst="rect">
              <a:avLst/>
            </a:prstGeom>
          </p:spPr>
        </p:pic>
      </p:grpSp>
      <p:grpSp>
        <p:nvGrpSpPr>
          <p:cNvPr id="12" name="Group 11">
            <a:extLst>
              <a:ext uri="{FF2B5EF4-FFF2-40B4-BE49-F238E27FC236}">
                <a16:creationId xmlns:a16="http://schemas.microsoft.com/office/drawing/2014/main" id="{B51C068E-9CA0-62E3-04B3-2BDD4B00AB1F}"/>
              </a:ext>
            </a:extLst>
          </p:cNvPr>
          <p:cNvGrpSpPr/>
          <p:nvPr/>
        </p:nvGrpSpPr>
        <p:grpSpPr>
          <a:xfrm>
            <a:off x="7173432" y="3929080"/>
            <a:ext cx="970610" cy="778640"/>
            <a:chOff x="7173432" y="3929080"/>
            <a:chExt cx="970610" cy="778640"/>
          </a:xfrm>
        </p:grpSpPr>
        <p:grpSp>
          <p:nvGrpSpPr>
            <p:cNvPr id="42" name="Services">
              <a:extLst>
                <a:ext uri="{FF2B5EF4-FFF2-40B4-BE49-F238E27FC236}">
                  <a16:creationId xmlns:a16="http://schemas.microsoft.com/office/drawing/2014/main" id="{52E157CB-2567-4809-99B1-2EAC271D6A72}"/>
                </a:ext>
              </a:extLst>
            </p:cNvPr>
            <p:cNvGrpSpPr/>
            <p:nvPr/>
          </p:nvGrpSpPr>
          <p:grpSpPr>
            <a:xfrm>
              <a:off x="7173432" y="3929080"/>
              <a:ext cx="682851" cy="778640"/>
              <a:chOff x="7138488" y="3929080"/>
              <a:chExt cx="682851" cy="778640"/>
            </a:xfrm>
          </p:grpSpPr>
          <p:pic>
            <p:nvPicPr>
              <p:cNvPr id="22" name="Graphic 21" descr="Single gear">
                <a:extLst>
                  <a:ext uri="{FF2B5EF4-FFF2-40B4-BE49-F238E27FC236}">
                    <a16:creationId xmlns:a16="http://schemas.microsoft.com/office/drawing/2014/main" id="{64BE475E-C33D-43F0-8D39-8D949E2C3BF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38488" y="3929080"/>
                <a:ext cx="647742" cy="647742"/>
              </a:xfrm>
              <a:prstGeom prst="rect">
                <a:avLst/>
              </a:prstGeom>
            </p:spPr>
          </p:pic>
          <p:sp>
            <p:nvSpPr>
              <p:cNvPr id="35" name="TextBox 34">
                <a:extLst>
                  <a:ext uri="{FF2B5EF4-FFF2-40B4-BE49-F238E27FC236}">
                    <a16:creationId xmlns:a16="http://schemas.microsoft.com/office/drawing/2014/main" id="{09E63455-2829-44C6-9D82-3EACF5644F55}"/>
                  </a:ext>
                </a:extLst>
              </p:cNvPr>
              <p:cNvSpPr txBox="1"/>
              <p:nvPr/>
            </p:nvSpPr>
            <p:spPr>
              <a:xfrm>
                <a:off x="7176162" y="4492276"/>
                <a:ext cx="645177" cy="215444"/>
              </a:xfrm>
              <a:prstGeom prst="rect">
                <a:avLst/>
              </a:prstGeom>
              <a:noFill/>
            </p:spPr>
            <p:txBody>
              <a:bodyPr wrap="none" lIns="0" tIns="0" rIns="0" bIns="0" rtlCol="0">
                <a:spAutoFit/>
              </a:bodyPr>
              <a:lstStyle/>
              <a:p>
                <a:pPr algn="l"/>
                <a:r>
                  <a:rPr lang="en-US" sz="1400">
                    <a:gradFill>
                      <a:gsLst>
                        <a:gs pos="2917">
                          <a:schemeClr val="tx1"/>
                        </a:gs>
                        <a:gs pos="30000">
                          <a:schemeClr val="tx1"/>
                        </a:gs>
                      </a:gsLst>
                      <a:lin ang="5400000" scaled="0"/>
                    </a:gradFill>
                  </a:rPr>
                  <a:t>Services</a:t>
                </a:r>
              </a:p>
            </p:txBody>
          </p:sp>
        </p:grpSp>
        <p:cxnSp>
          <p:nvCxnSpPr>
            <p:cNvPr id="11" name="Straight Arrow Connector 10">
              <a:extLst>
                <a:ext uri="{FF2B5EF4-FFF2-40B4-BE49-F238E27FC236}">
                  <a16:creationId xmlns:a16="http://schemas.microsoft.com/office/drawing/2014/main" id="{FE2B518B-C32A-4226-9ED0-E38F7385BA74}"/>
                </a:ext>
              </a:extLst>
            </p:cNvPr>
            <p:cNvCxnSpPr>
              <a:cxnSpLocks/>
            </p:cNvCxnSpPr>
            <p:nvPr/>
          </p:nvCxnSpPr>
          <p:spPr>
            <a:xfrm>
              <a:off x="7631953" y="4249144"/>
              <a:ext cx="512089" cy="3807"/>
            </a:xfrm>
            <a:prstGeom prst="straightConnector1">
              <a:avLst/>
            </a:prstGeom>
            <a:ln w="38100">
              <a:solidFill>
                <a:srgbClr val="0078D4"/>
              </a:solidFill>
              <a:headEnd type="none" w="lg" len="med"/>
              <a:tailEnd type="ova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F42D4B5-4DB4-4247-97AB-C2A15096A5A2}"/>
              </a:ext>
            </a:extLst>
          </p:cNvPr>
          <p:cNvGrpSpPr/>
          <p:nvPr/>
        </p:nvGrpSpPr>
        <p:grpSpPr>
          <a:xfrm>
            <a:off x="6022326" y="3509502"/>
            <a:ext cx="762536" cy="794635"/>
            <a:chOff x="6022326" y="3509502"/>
            <a:chExt cx="762536" cy="794635"/>
          </a:xfrm>
        </p:grpSpPr>
        <p:grpSp>
          <p:nvGrpSpPr>
            <p:cNvPr id="40" name="Experiments">
              <a:extLst>
                <a:ext uri="{FF2B5EF4-FFF2-40B4-BE49-F238E27FC236}">
                  <a16:creationId xmlns:a16="http://schemas.microsoft.com/office/drawing/2014/main" id="{3DB5A777-B523-4ADA-BD7F-9C54244BAD54}"/>
                </a:ext>
              </a:extLst>
            </p:cNvPr>
            <p:cNvGrpSpPr/>
            <p:nvPr/>
          </p:nvGrpSpPr>
          <p:grpSpPr>
            <a:xfrm>
              <a:off x="6225856" y="3779549"/>
              <a:ext cx="559006" cy="524588"/>
              <a:chOff x="6225856" y="3779549"/>
              <a:chExt cx="559006" cy="524588"/>
            </a:xfrm>
          </p:grpSpPr>
          <p:pic>
            <p:nvPicPr>
              <p:cNvPr id="24" name="Graphic 23" descr="Scatterplot">
                <a:extLst>
                  <a:ext uri="{FF2B5EF4-FFF2-40B4-BE49-F238E27FC236}">
                    <a16:creationId xmlns:a16="http://schemas.microsoft.com/office/drawing/2014/main" id="{3C46C789-80D6-43FE-B993-A592B11C70F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391818" y="3779549"/>
                <a:ext cx="393044" cy="393044"/>
              </a:xfrm>
              <a:prstGeom prst="rect">
                <a:avLst/>
              </a:prstGeom>
            </p:spPr>
          </p:pic>
          <p:sp>
            <p:nvSpPr>
              <p:cNvPr id="33" name="TextBox 32">
                <a:extLst>
                  <a:ext uri="{FF2B5EF4-FFF2-40B4-BE49-F238E27FC236}">
                    <a16:creationId xmlns:a16="http://schemas.microsoft.com/office/drawing/2014/main" id="{937F9C02-CA34-40F4-9BD3-2F64852F8545}"/>
                  </a:ext>
                </a:extLst>
              </p:cNvPr>
              <p:cNvSpPr txBox="1"/>
              <p:nvPr/>
            </p:nvSpPr>
            <p:spPr>
              <a:xfrm>
                <a:off x="6225856" y="4088693"/>
                <a:ext cx="352661" cy="215444"/>
              </a:xfrm>
              <a:prstGeom prst="rect">
                <a:avLst/>
              </a:prstGeom>
              <a:noFill/>
            </p:spPr>
            <p:txBody>
              <a:bodyPr wrap="none" lIns="0" tIns="0" rIns="0" bIns="0" rtlCol="0">
                <a:spAutoFit/>
              </a:bodyPr>
              <a:lstStyle/>
              <a:p>
                <a:pPr algn="l"/>
                <a:r>
                  <a:rPr lang="en-US" sz="1400" dirty="0">
                    <a:gradFill>
                      <a:gsLst>
                        <a:gs pos="2917">
                          <a:schemeClr val="tx1"/>
                        </a:gs>
                        <a:gs pos="30000">
                          <a:schemeClr val="tx1"/>
                        </a:gs>
                      </a:gsLst>
                      <a:lin ang="5400000" scaled="0"/>
                    </a:gradFill>
                  </a:rPr>
                  <a:t>Jobs</a:t>
                </a:r>
              </a:p>
            </p:txBody>
          </p:sp>
        </p:grpSp>
        <p:pic>
          <p:nvPicPr>
            <p:cNvPr id="6" name="Graphic 5" descr="Gears with solid fill">
              <a:extLst>
                <a:ext uri="{FF2B5EF4-FFF2-40B4-BE49-F238E27FC236}">
                  <a16:creationId xmlns:a16="http://schemas.microsoft.com/office/drawing/2014/main" id="{5B70B8E2-3481-4569-8D3E-F24E0206FC0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022326" y="3509502"/>
              <a:ext cx="587056" cy="587056"/>
            </a:xfrm>
            <a:prstGeom prst="rect">
              <a:avLst/>
            </a:prstGeom>
          </p:spPr>
        </p:pic>
      </p:grpSp>
    </p:spTree>
    <p:extLst>
      <p:ext uri="{BB962C8B-B14F-4D97-AF65-F5344CB8AC3E}">
        <p14:creationId xmlns:p14="http://schemas.microsoft.com/office/powerpoint/2010/main" val="2842849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9D90D-F501-4192-9D15-3DEBBC8FC1AB}"/>
              </a:ext>
            </a:extLst>
          </p:cNvPr>
          <p:cNvSpPr>
            <a:spLocks noGrp="1"/>
          </p:cNvSpPr>
          <p:nvPr>
            <p:ph type="title"/>
          </p:nvPr>
        </p:nvSpPr>
        <p:spPr>
          <a:xfrm>
            <a:off x="588263" y="457200"/>
            <a:ext cx="11018520" cy="492443"/>
          </a:xfrm>
        </p:spPr>
        <p:txBody>
          <a:bodyPr/>
          <a:lstStyle/>
          <a:p>
            <a:r>
              <a:rPr lang="en-US" sz="3200" dirty="0"/>
              <a:t>Automated Machine Learning</a:t>
            </a:r>
          </a:p>
        </p:txBody>
      </p:sp>
      <p:sp>
        <p:nvSpPr>
          <p:cNvPr id="3" name="Text Placeholder 2">
            <a:extLst>
              <a:ext uri="{FF2B5EF4-FFF2-40B4-BE49-F238E27FC236}">
                <a16:creationId xmlns:a16="http://schemas.microsoft.com/office/drawing/2014/main" id="{C5F96413-E78D-4D05-A7E4-6F98A31DADA5}"/>
              </a:ext>
            </a:extLst>
          </p:cNvPr>
          <p:cNvSpPr>
            <a:spLocks noGrp="1"/>
          </p:cNvSpPr>
          <p:nvPr>
            <p:ph type="body" sz="quarter" idx="10"/>
          </p:nvPr>
        </p:nvSpPr>
        <p:spPr>
          <a:xfrm>
            <a:off x="586740" y="2029229"/>
            <a:ext cx="11018520" cy="861774"/>
          </a:xfrm>
        </p:spPr>
        <p:txBody>
          <a:bodyPr/>
          <a:lstStyle/>
          <a:p>
            <a:pPr marL="228600" lvl="1" indent="0">
              <a:buNone/>
            </a:pPr>
            <a:r>
              <a:rPr lang="en-US" sz="2800" dirty="0"/>
              <a:t>Supply the data and desired </a:t>
            </a:r>
            <a:r>
              <a:rPr lang="en-US" sz="2800" i="1" dirty="0"/>
              <a:t>supervised</a:t>
            </a:r>
            <a:r>
              <a:rPr lang="en-US" sz="2800" dirty="0"/>
              <a:t> model type, and let Azure Machine Learning find the best model</a:t>
            </a:r>
          </a:p>
        </p:txBody>
      </p:sp>
      <p:grpSp>
        <p:nvGrpSpPr>
          <p:cNvPr id="17" name="Group 16" descr="A table of data is fed into a box containing cogs and a regression chart, which produces a model.">
            <a:extLst>
              <a:ext uri="{FF2B5EF4-FFF2-40B4-BE49-F238E27FC236}">
                <a16:creationId xmlns:a16="http://schemas.microsoft.com/office/drawing/2014/main" id="{772314E8-09B7-4CBA-AAF8-E243D0BE0116}"/>
              </a:ext>
            </a:extLst>
          </p:cNvPr>
          <p:cNvGrpSpPr/>
          <p:nvPr/>
        </p:nvGrpSpPr>
        <p:grpSpPr>
          <a:xfrm>
            <a:off x="2780679" y="3376246"/>
            <a:ext cx="6630642" cy="1899138"/>
            <a:chOff x="2393673" y="3376246"/>
            <a:chExt cx="6630642" cy="1899138"/>
          </a:xfrm>
        </p:grpSpPr>
        <p:sp>
          <p:nvSpPr>
            <p:cNvPr id="12" name="Rectangle: Rounded Corners 11">
              <a:extLst>
                <a:ext uri="{FF2B5EF4-FFF2-40B4-BE49-F238E27FC236}">
                  <a16:creationId xmlns:a16="http://schemas.microsoft.com/office/drawing/2014/main" id="{D09E38AA-376C-44C9-898E-47D11A4166D4}"/>
                </a:ext>
              </a:extLst>
            </p:cNvPr>
            <p:cNvSpPr/>
            <p:nvPr/>
          </p:nvSpPr>
          <p:spPr bwMode="auto">
            <a:xfrm>
              <a:off x="4656619" y="3376246"/>
              <a:ext cx="2447566" cy="1899138"/>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descr="Scatterplot">
              <a:extLst>
                <a:ext uri="{FF2B5EF4-FFF2-40B4-BE49-F238E27FC236}">
                  <a16:creationId xmlns:a16="http://schemas.microsoft.com/office/drawing/2014/main" id="{41B77AB6-7DF8-4D54-BE5A-4A1B004A17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8980" y="4149658"/>
              <a:ext cx="914400" cy="914400"/>
            </a:xfrm>
            <a:prstGeom prst="rect">
              <a:avLst/>
            </a:prstGeom>
          </p:spPr>
        </p:pic>
        <p:pic>
          <p:nvPicPr>
            <p:cNvPr id="7" name="Graphic 6" descr="Network">
              <a:extLst>
                <a:ext uri="{FF2B5EF4-FFF2-40B4-BE49-F238E27FC236}">
                  <a16:creationId xmlns:a16="http://schemas.microsoft.com/office/drawing/2014/main" id="{ED236AFF-97BF-49DE-848C-80095EBE09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09915" y="3753630"/>
              <a:ext cx="914400" cy="914400"/>
            </a:xfrm>
            <a:prstGeom prst="rect">
              <a:avLst/>
            </a:prstGeom>
          </p:spPr>
        </p:pic>
        <p:pic>
          <p:nvPicPr>
            <p:cNvPr id="9" name="Graphic 8" descr="Gears">
              <a:extLst>
                <a:ext uri="{FF2B5EF4-FFF2-40B4-BE49-F238E27FC236}">
                  <a16:creationId xmlns:a16="http://schemas.microsoft.com/office/drawing/2014/main" id="{9E679EB3-2C18-4D61-8DA0-0BC1599224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14896" y="3467699"/>
              <a:ext cx="1641006" cy="1641006"/>
            </a:xfrm>
            <a:prstGeom prst="rect">
              <a:avLst/>
            </a:prstGeom>
          </p:spPr>
        </p:pic>
        <p:pic>
          <p:nvPicPr>
            <p:cNvPr id="11" name="Graphic 10" descr="Table">
              <a:extLst>
                <a:ext uri="{FF2B5EF4-FFF2-40B4-BE49-F238E27FC236}">
                  <a16:creationId xmlns:a16="http://schemas.microsoft.com/office/drawing/2014/main" id="{949EA612-A7BC-4742-99EE-E4A4E787A7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93673" y="3577883"/>
              <a:ext cx="1420638" cy="1420638"/>
            </a:xfrm>
            <a:prstGeom prst="rect">
              <a:avLst/>
            </a:prstGeom>
          </p:spPr>
        </p:pic>
        <p:sp>
          <p:nvSpPr>
            <p:cNvPr id="13" name="Arrow: Right 12">
              <a:extLst>
                <a:ext uri="{FF2B5EF4-FFF2-40B4-BE49-F238E27FC236}">
                  <a16:creationId xmlns:a16="http://schemas.microsoft.com/office/drawing/2014/main" id="{4BDFEEA5-8E8D-497C-BEF9-80C64271980C}"/>
                </a:ext>
              </a:extLst>
            </p:cNvPr>
            <p:cNvSpPr/>
            <p:nvPr/>
          </p:nvSpPr>
          <p:spPr bwMode="auto">
            <a:xfrm>
              <a:off x="3823562" y="3985746"/>
              <a:ext cx="729780" cy="60491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4" name="Arrow: Right 13">
              <a:extLst>
                <a:ext uri="{FF2B5EF4-FFF2-40B4-BE49-F238E27FC236}">
                  <a16:creationId xmlns:a16="http://schemas.microsoft.com/office/drawing/2014/main" id="{734C2E44-B0BF-46A2-9A6C-0E00A509BB72}"/>
                </a:ext>
              </a:extLst>
            </p:cNvPr>
            <p:cNvSpPr/>
            <p:nvPr/>
          </p:nvSpPr>
          <p:spPr bwMode="auto">
            <a:xfrm>
              <a:off x="7295096" y="3985745"/>
              <a:ext cx="729780" cy="604911"/>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TextBox 14">
              <a:extLst>
                <a:ext uri="{FF2B5EF4-FFF2-40B4-BE49-F238E27FC236}">
                  <a16:creationId xmlns:a16="http://schemas.microsoft.com/office/drawing/2014/main" id="{BC014186-B7C8-4F4F-AFE8-6BD220C12D62}"/>
                </a:ext>
              </a:extLst>
            </p:cNvPr>
            <p:cNvSpPr txBox="1"/>
            <p:nvPr/>
          </p:nvSpPr>
          <p:spPr>
            <a:xfrm>
              <a:off x="2841099" y="4690744"/>
              <a:ext cx="525785" cy="307777"/>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Data</a:t>
              </a:r>
            </a:p>
          </p:txBody>
        </p:sp>
        <p:sp>
          <p:nvSpPr>
            <p:cNvPr id="16" name="TextBox 15">
              <a:extLst>
                <a:ext uri="{FF2B5EF4-FFF2-40B4-BE49-F238E27FC236}">
                  <a16:creationId xmlns:a16="http://schemas.microsoft.com/office/drawing/2014/main" id="{22156082-001B-4086-9471-AAEAE06733E6}"/>
                </a:ext>
              </a:extLst>
            </p:cNvPr>
            <p:cNvSpPr txBox="1"/>
            <p:nvPr/>
          </p:nvSpPr>
          <p:spPr>
            <a:xfrm>
              <a:off x="8215787" y="4590656"/>
              <a:ext cx="729367" cy="307777"/>
            </a:xfrm>
            <a:prstGeom prst="rect">
              <a:avLst/>
            </a:prstGeom>
            <a:noFill/>
          </p:spPr>
          <p:txBody>
            <a:bodyPr wrap="none" lIns="0" tIns="0" rIns="0" bIns="0" rtlCol="0">
              <a:spAutoFit/>
            </a:bodyPr>
            <a:lstStyle/>
            <a:p>
              <a:pPr algn="l"/>
              <a:r>
                <a:rPr lang="en-US" sz="2000" dirty="0">
                  <a:gradFill>
                    <a:gsLst>
                      <a:gs pos="2917">
                        <a:schemeClr val="tx1"/>
                      </a:gs>
                      <a:gs pos="30000">
                        <a:schemeClr val="tx1"/>
                      </a:gs>
                    </a:gsLst>
                    <a:lin ang="5400000" scaled="0"/>
                  </a:gradFill>
                </a:rPr>
                <a:t>Model</a:t>
              </a:r>
            </a:p>
          </p:txBody>
        </p:sp>
      </p:grpSp>
    </p:spTree>
    <p:extLst>
      <p:ext uri="{BB962C8B-B14F-4D97-AF65-F5344CB8AC3E}">
        <p14:creationId xmlns:p14="http://schemas.microsoft.com/office/powerpoint/2010/main" val="382272190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468E-D63C-4C68-A572-C1D115961198}"/>
              </a:ext>
            </a:extLst>
          </p:cNvPr>
          <p:cNvSpPr>
            <a:spLocks noGrp="1"/>
          </p:cNvSpPr>
          <p:nvPr>
            <p:ph type="title"/>
          </p:nvPr>
        </p:nvSpPr>
        <p:spPr/>
        <p:txBody>
          <a:bodyPr/>
          <a:lstStyle/>
          <a:p>
            <a:r>
              <a:rPr lang="en-US" dirty="0"/>
              <a:t>Azure Machine Learning Designer</a:t>
            </a:r>
          </a:p>
        </p:txBody>
      </p:sp>
      <p:sp>
        <p:nvSpPr>
          <p:cNvPr id="3" name="Text Placeholder 2">
            <a:extLst>
              <a:ext uri="{FF2B5EF4-FFF2-40B4-BE49-F238E27FC236}">
                <a16:creationId xmlns:a16="http://schemas.microsoft.com/office/drawing/2014/main" id="{24B55D9C-6178-47D3-B91A-DB30B35CD2C2}"/>
              </a:ext>
            </a:extLst>
          </p:cNvPr>
          <p:cNvSpPr>
            <a:spLocks noGrp="1"/>
          </p:cNvSpPr>
          <p:nvPr>
            <p:ph type="body" sz="quarter" idx="10"/>
          </p:nvPr>
        </p:nvSpPr>
        <p:spPr>
          <a:xfrm>
            <a:off x="584200" y="1435497"/>
            <a:ext cx="11018520" cy="430887"/>
          </a:xfrm>
        </p:spPr>
        <p:txBody>
          <a:bodyPr/>
          <a:lstStyle/>
          <a:p>
            <a:pPr marL="0" indent="0">
              <a:buNone/>
            </a:pPr>
            <a:r>
              <a:rPr lang="en-US" dirty="0"/>
              <a:t>Visual tool for creating a machine learning </a:t>
            </a:r>
            <a:r>
              <a:rPr lang="en-US" i="1" dirty="0"/>
              <a:t>pipeline</a:t>
            </a:r>
          </a:p>
        </p:txBody>
      </p:sp>
      <p:sp>
        <p:nvSpPr>
          <p:cNvPr id="4" name="TextBox 3">
            <a:extLst>
              <a:ext uri="{FF2B5EF4-FFF2-40B4-BE49-F238E27FC236}">
                <a16:creationId xmlns:a16="http://schemas.microsoft.com/office/drawing/2014/main" id="{E00D355F-648D-46BF-9FD4-8B1FA78BA47F}"/>
              </a:ext>
            </a:extLst>
          </p:cNvPr>
          <p:cNvSpPr txBox="1"/>
          <p:nvPr/>
        </p:nvSpPr>
        <p:spPr>
          <a:xfrm>
            <a:off x="584200" y="2904978"/>
            <a:ext cx="4586068" cy="2585323"/>
          </a:xfrm>
          <a:prstGeom prst="rect">
            <a:avLst/>
          </a:prstGeom>
          <a:noFill/>
        </p:spPr>
        <p:txBody>
          <a:bodyPr wrap="square" lIns="0" tIns="0" rIns="0" bIns="0" rtlCol="0">
            <a:spAutoFit/>
          </a:bodyPr>
          <a:lstStyle/>
          <a:p>
            <a:pPr marL="457200" indent="-457200" algn="l">
              <a:buAutoNum type="arabicPeriod"/>
            </a:pPr>
            <a:r>
              <a:rPr lang="en-US" sz="2400" dirty="0">
                <a:gradFill>
                  <a:gsLst>
                    <a:gs pos="2917">
                      <a:schemeClr val="tx1"/>
                    </a:gs>
                    <a:gs pos="30000">
                      <a:schemeClr val="tx1"/>
                    </a:gs>
                  </a:gsLst>
                  <a:lin ang="5400000" scaled="0"/>
                </a:gradFill>
              </a:rPr>
              <a:t>Use a </a:t>
            </a:r>
            <a:r>
              <a:rPr lang="en-US" sz="2400" i="1" dirty="0">
                <a:gradFill>
                  <a:gsLst>
                    <a:gs pos="2917">
                      <a:schemeClr val="tx1"/>
                    </a:gs>
                    <a:gs pos="30000">
                      <a:schemeClr val="tx1"/>
                    </a:gs>
                  </a:gsLst>
                  <a:lin ang="5400000" scaled="0"/>
                </a:gradFill>
              </a:rPr>
              <a:t>training</a:t>
            </a:r>
            <a:r>
              <a:rPr lang="en-US" sz="2400" dirty="0">
                <a:gradFill>
                  <a:gsLst>
                    <a:gs pos="2917">
                      <a:schemeClr val="tx1"/>
                    </a:gs>
                    <a:gs pos="30000">
                      <a:schemeClr val="tx1"/>
                    </a:gs>
                  </a:gsLst>
                  <a:lin ang="5400000" scaled="0"/>
                </a:gradFill>
              </a:rPr>
              <a:t> </a:t>
            </a:r>
            <a:r>
              <a:rPr lang="en-US" sz="2400" i="1" dirty="0">
                <a:gradFill>
                  <a:gsLst>
                    <a:gs pos="2917">
                      <a:schemeClr val="tx1"/>
                    </a:gs>
                    <a:gs pos="30000">
                      <a:schemeClr val="tx1"/>
                    </a:gs>
                  </a:gsLst>
                  <a:lin ang="5400000" scaled="0"/>
                </a:gradFill>
              </a:rPr>
              <a:t>pipeline</a:t>
            </a:r>
            <a:r>
              <a:rPr lang="en-US" sz="2400" dirty="0">
                <a:gradFill>
                  <a:gsLst>
                    <a:gs pos="2917">
                      <a:schemeClr val="tx1"/>
                    </a:gs>
                    <a:gs pos="30000">
                      <a:schemeClr val="tx1"/>
                    </a:gs>
                  </a:gsLst>
                  <a:lin ang="5400000" scaled="0"/>
                </a:gradFill>
              </a:rPr>
              <a:t> to train and evaluate a model</a:t>
            </a:r>
          </a:p>
          <a:p>
            <a:pPr marL="457200" indent="-457200" algn="l">
              <a:buAutoNum type="arabicPeriod"/>
            </a:pPr>
            <a:r>
              <a:rPr lang="en-US" sz="2400" dirty="0">
                <a:gradFill>
                  <a:gsLst>
                    <a:gs pos="2917">
                      <a:schemeClr val="tx1"/>
                    </a:gs>
                    <a:gs pos="30000">
                      <a:schemeClr val="tx1"/>
                    </a:gs>
                  </a:gsLst>
                  <a:lin ang="5400000" scaled="0"/>
                </a:gradFill>
              </a:rPr>
              <a:t>Create an </a:t>
            </a:r>
            <a:r>
              <a:rPr lang="en-US" sz="2400" i="1" dirty="0">
                <a:gradFill>
                  <a:gsLst>
                    <a:gs pos="2917">
                      <a:schemeClr val="tx1"/>
                    </a:gs>
                    <a:gs pos="30000">
                      <a:schemeClr val="tx1"/>
                    </a:gs>
                  </a:gsLst>
                  <a:lin ang="5400000" scaled="0"/>
                </a:gradFill>
              </a:rPr>
              <a:t>inference pipeline </a:t>
            </a:r>
            <a:r>
              <a:rPr lang="en-US" sz="2400" dirty="0">
                <a:gradFill>
                  <a:gsLst>
                    <a:gs pos="2917">
                      <a:schemeClr val="tx1"/>
                    </a:gs>
                    <a:gs pos="30000">
                      <a:schemeClr val="tx1"/>
                    </a:gs>
                  </a:gsLst>
                  <a:lin ang="5400000" scaled="0"/>
                </a:gradFill>
              </a:rPr>
              <a:t>to predict labels from new data</a:t>
            </a:r>
          </a:p>
          <a:p>
            <a:pPr marL="457200" indent="-457200" algn="l">
              <a:buAutoNum type="arabicPeriod"/>
            </a:pPr>
            <a:r>
              <a:rPr lang="en-US" sz="2400" dirty="0">
                <a:gradFill>
                  <a:gsLst>
                    <a:gs pos="2917">
                      <a:schemeClr val="tx1"/>
                    </a:gs>
                    <a:gs pos="30000">
                      <a:schemeClr val="tx1"/>
                    </a:gs>
                  </a:gsLst>
                  <a:lin ang="5400000" scaled="0"/>
                </a:gradFill>
              </a:rPr>
              <a:t>Deploy the inference pipeline as a </a:t>
            </a:r>
            <a:r>
              <a:rPr lang="en-US" sz="2400" i="1" dirty="0">
                <a:gradFill>
                  <a:gsLst>
                    <a:gs pos="2917">
                      <a:schemeClr val="tx1"/>
                    </a:gs>
                    <a:gs pos="30000">
                      <a:schemeClr val="tx1"/>
                    </a:gs>
                  </a:gsLst>
                  <a:lin ang="5400000" scaled="0"/>
                </a:gradFill>
              </a:rPr>
              <a:t>service </a:t>
            </a:r>
            <a:r>
              <a:rPr lang="en-US" sz="2400" dirty="0">
                <a:gradFill>
                  <a:gsLst>
                    <a:gs pos="2917">
                      <a:schemeClr val="tx1"/>
                    </a:gs>
                    <a:gs pos="30000">
                      <a:schemeClr val="tx1"/>
                    </a:gs>
                  </a:gsLst>
                  <a:lin ang="5400000" scaled="0"/>
                </a:gradFill>
              </a:rPr>
              <a:t>for apps to use</a:t>
            </a:r>
          </a:p>
          <a:p>
            <a:pPr marL="457200" indent="-457200" algn="l">
              <a:buAutoNum type="arabicPeriod"/>
            </a:pPr>
            <a:endParaRPr lang="en-US" sz="2400" dirty="0" err="1">
              <a:gradFill>
                <a:gsLst>
                  <a:gs pos="2917">
                    <a:schemeClr val="tx1"/>
                  </a:gs>
                  <a:gs pos="30000">
                    <a:schemeClr val="tx1"/>
                  </a:gs>
                </a:gsLst>
                <a:lin ang="5400000" scaled="0"/>
              </a:gradFill>
            </a:endParaRPr>
          </a:p>
        </p:txBody>
      </p:sp>
      <p:pic>
        <p:nvPicPr>
          <p:cNvPr id="5" name="Picture 4">
            <a:extLst>
              <a:ext uri="{FF2B5EF4-FFF2-40B4-BE49-F238E27FC236}">
                <a16:creationId xmlns:a16="http://schemas.microsoft.com/office/drawing/2014/main" id="{82DF52A3-F925-41A2-9725-4FAA81484AD9}"/>
              </a:ext>
            </a:extLst>
          </p:cNvPr>
          <p:cNvPicPr>
            <a:picLocks noChangeAspect="1"/>
          </p:cNvPicPr>
          <p:nvPr/>
        </p:nvPicPr>
        <p:blipFill>
          <a:blip r:embed="rId3"/>
          <a:stretch>
            <a:fillRect/>
          </a:stretch>
        </p:blipFill>
        <p:spPr>
          <a:xfrm>
            <a:off x="5548348" y="2044496"/>
            <a:ext cx="6098531" cy="456731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2306558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04DC-72B9-49CA-AF83-44D0D5AD2930}"/>
              </a:ext>
            </a:extLst>
          </p:cNvPr>
          <p:cNvSpPr>
            <a:spLocks noGrp="1"/>
          </p:cNvSpPr>
          <p:nvPr>
            <p:ph type="title"/>
          </p:nvPr>
        </p:nvSpPr>
        <p:spPr>
          <a:xfrm>
            <a:off x="588263" y="457200"/>
            <a:ext cx="11018520" cy="492443"/>
          </a:xfrm>
        </p:spPr>
        <p:txBody>
          <a:bodyPr/>
          <a:lstStyle/>
          <a:p>
            <a:r>
              <a:rPr lang="en-US" sz="3200" dirty="0"/>
              <a:t>Lab: </a:t>
            </a:r>
            <a:r>
              <a:rPr lang="en-US" sz="3200" dirty="0">
                <a:solidFill>
                  <a:schemeClr val="accent2"/>
                </a:solidFill>
              </a:rPr>
              <a:t>Explore Automated Machine Learning in Azure ML</a:t>
            </a:r>
            <a:endParaRPr lang="en-US" sz="3200" dirty="0"/>
          </a:p>
        </p:txBody>
      </p:sp>
      <p:sp>
        <p:nvSpPr>
          <p:cNvPr id="4" name="Text Placeholder 3">
            <a:extLst>
              <a:ext uri="{FF2B5EF4-FFF2-40B4-BE49-F238E27FC236}">
                <a16:creationId xmlns:a16="http://schemas.microsoft.com/office/drawing/2014/main" id="{7A53DAE2-E571-4E6F-AE96-3A841D42CF4E}"/>
              </a:ext>
            </a:extLst>
          </p:cNvPr>
          <p:cNvSpPr txBox="1">
            <a:spLocks/>
          </p:cNvSpPr>
          <p:nvPr/>
        </p:nvSpPr>
        <p:spPr>
          <a:xfrm>
            <a:off x="1139687" y="3123727"/>
            <a:ext cx="10243929" cy="2170516"/>
          </a:xfrm>
          <a:prstGeom prst="rect">
            <a:avLst/>
          </a:prstGeom>
          <a:ln w="28575">
            <a:solidFill>
              <a:srgbClr val="0078D4"/>
            </a:solidFill>
          </a:ln>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defTabSz="914400">
              <a:buAutoNum type="arabicPeriod"/>
              <a:defRPr/>
            </a:pPr>
            <a:r>
              <a:rPr lang="en-US" sz="2400" kern="0" dirty="0">
                <a:latin typeface="+mn-lt"/>
                <a:cs typeface="Segoe UI"/>
              </a:rPr>
              <a:t>Start the virtual machine for this lab</a:t>
            </a:r>
            <a:endParaRPr lang="en-US" sz="2400" kern="0" dirty="0">
              <a:ea typeface="+mj-lt"/>
              <a:cs typeface="+mj-lt"/>
            </a:endParaRPr>
          </a:p>
          <a:p>
            <a:pPr marL="457200" lvl="2" defTabSz="914400">
              <a:defRPr/>
            </a:pPr>
            <a:r>
              <a:rPr lang="en-US" kern="0" dirty="0">
                <a:latin typeface="+mn-lt"/>
                <a:cs typeface="Segoe UI"/>
              </a:rPr>
              <a:t>or go to the exercise page at </a:t>
            </a:r>
            <a:r>
              <a:rPr lang="en-US" sz="1800" u="sng" dirty="0">
                <a:solidFill>
                  <a:srgbClr val="0563C1"/>
                </a:solidFill>
                <a:effectLst/>
                <a:latin typeface="Calibri" panose="020F0502020204030204" pitchFamily="34" charset="0"/>
                <a:ea typeface="Times New Roman" panose="02020603050405020304" pitchFamily="18" charset="0"/>
                <a:hlinkClick r:id="rId3"/>
              </a:rPr>
              <a:t>https://aka.ms/ai900-automl-lab</a:t>
            </a:r>
            <a:r>
              <a:rPr lang="en-US" sz="1800" u="sng" dirty="0">
                <a:solidFill>
                  <a:srgbClr val="0563C1"/>
                </a:solidFill>
                <a:effectLst/>
                <a:latin typeface="Calibri" panose="020F0502020204030204" pitchFamily="34" charset="0"/>
                <a:ea typeface="Times New Roman" panose="02020603050405020304" pitchFamily="18" charset="0"/>
              </a:rPr>
              <a:t> </a:t>
            </a:r>
            <a:endParaRPr lang="en-US" kern="0" dirty="0">
              <a:latin typeface="Segoe UI"/>
              <a:ea typeface="+mj-lt"/>
              <a:cs typeface="+mj-lt"/>
            </a:endParaRPr>
          </a:p>
          <a:p>
            <a:pPr marL="457200" indent="-457200" defTabSz="914400">
              <a:buAutoNum type="arabicPeriod"/>
              <a:defRPr/>
            </a:pPr>
            <a:r>
              <a:rPr lang="en-US" sz="2400" kern="0" dirty="0">
                <a:latin typeface="+mn-lt"/>
                <a:cs typeface="Segoe UI"/>
              </a:rPr>
              <a:t>Follow the instructions to complete the exercise</a:t>
            </a:r>
            <a:endParaRPr lang="en-US" sz="2400" kern="0" dirty="0">
              <a:ea typeface="+mj-lt"/>
              <a:cs typeface="+mj-lt"/>
            </a:endParaRPr>
          </a:p>
          <a:p>
            <a:pPr marL="457200" lvl="2" defTabSz="914400">
              <a:defRPr/>
            </a:pPr>
            <a:r>
              <a:rPr lang="en-US" kern="0" dirty="0">
                <a:latin typeface="+mn-lt"/>
                <a:cs typeface="Segoe UI"/>
              </a:rPr>
              <a:t>Use the Azure subscription provided for this lab</a:t>
            </a:r>
            <a:endParaRPr lang="en-US" kern="0" dirty="0">
              <a:gradFill>
                <a:gsLst>
                  <a:gs pos="2917">
                    <a:srgbClr val="1A1A1A"/>
                  </a:gs>
                  <a:gs pos="30000">
                    <a:srgbClr val="1A1A1A"/>
                  </a:gs>
                </a:gsLst>
                <a:lin ang="5400000" scaled="0"/>
              </a:gradFill>
              <a:latin typeface="+mn-lt"/>
            </a:endParaRPr>
          </a:p>
        </p:txBody>
      </p:sp>
      <p:grpSp>
        <p:nvGrpSpPr>
          <p:cNvPr id="5" name="Group 4" descr="Icon of three dots and outward pointing chevrons on left and right">
            <a:extLst>
              <a:ext uri="{FF2B5EF4-FFF2-40B4-BE49-F238E27FC236}">
                <a16:creationId xmlns:a16="http://schemas.microsoft.com/office/drawing/2014/main" id="{283351B3-8329-47CA-B64F-2FE520FF18AF}"/>
              </a:ext>
            </a:extLst>
          </p:cNvPr>
          <p:cNvGrpSpPr/>
          <p:nvPr/>
        </p:nvGrpSpPr>
        <p:grpSpPr>
          <a:xfrm>
            <a:off x="10616413" y="4592011"/>
            <a:ext cx="702132" cy="702232"/>
            <a:chOff x="3088645" y="5729498"/>
            <a:chExt cx="648328" cy="648420"/>
          </a:xfrm>
        </p:grpSpPr>
        <p:grpSp>
          <p:nvGrpSpPr>
            <p:cNvPr id="6" name="Group 5">
              <a:extLst>
                <a:ext uri="{FF2B5EF4-FFF2-40B4-BE49-F238E27FC236}">
                  <a16:creationId xmlns:a16="http://schemas.microsoft.com/office/drawing/2014/main" id="{9133A064-9C81-4014-9FC1-F84DA988F720}"/>
                </a:ext>
                <a:ext uri="{C183D7F6-B498-43B3-948B-1728B52AA6E4}">
                  <adec:decorative xmlns:adec="http://schemas.microsoft.com/office/drawing/2017/decorative" val="1"/>
                </a:ext>
              </a:extLst>
            </p:cNvPr>
            <p:cNvGrpSpPr/>
            <p:nvPr/>
          </p:nvGrpSpPr>
          <p:grpSpPr>
            <a:xfrm>
              <a:off x="3088645" y="5729498"/>
              <a:ext cx="648328" cy="648420"/>
              <a:chOff x="7962901" y="3032919"/>
              <a:chExt cx="981074" cy="981076"/>
            </a:xfrm>
          </p:grpSpPr>
          <p:sp>
            <p:nvSpPr>
              <p:cNvPr id="8" name="Freeform 5">
                <a:extLst>
                  <a:ext uri="{FF2B5EF4-FFF2-40B4-BE49-F238E27FC236}">
                    <a16:creationId xmlns:a16="http://schemas.microsoft.com/office/drawing/2014/main" id="{E7806C2A-B6AA-4762-93F5-94E33236CDB4}"/>
                  </a:ext>
                </a:extLst>
              </p:cNvPr>
              <p:cNvSpPr>
                <a:spLocks/>
              </p:cNvSpPr>
              <p:nvPr/>
            </p:nvSpPr>
            <p:spPr bwMode="auto">
              <a:xfrm>
                <a:off x="7962901" y="3032919"/>
                <a:ext cx="981074" cy="98107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9D6A5BF-92F4-4FCE-83F6-27F8BEA23645}"/>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dots and outward pointing chevrons on left and right">
              <a:extLst>
                <a:ext uri="{FF2B5EF4-FFF2-40B4-BE49-F238E27FC236}">
                  <a16:creationId xmlns:a16="http://schemas.microsoft.com/office/drawing/2014/main" id="{469FF4FB-E920-4A57-AC3D-31B608DFD0D0}"/>
                </a:ext>
              </a:extLst>
            </p:cNvPr>
            <p:cNvPicPr>
              <a:picLocks noChangeAspect="1"/>
            </p:cNvPicPr>
            <p:nvPr/>
          </p:nvPicPr>
          <p:blipFill>
            <a:blip r:embed="rId4"/>
            <a:stretch>
              <a:fillRect/>
            </a:stretch>
          </p:blipFill>
          <p:spPr>
            <a:xfrm>
              <a:off x="3184209" y="5952822"/>
              <a:ext cx="457200" cy="201773"/>
            </a:xfrm>
            <a:prstGeom prst="rect">
              <a:avLst/>
            </a:prstGeom>
          </p:spPr>
        </p:pic>
      </p:grpSp>
      <p:sp>
        <p:nvSpPr>
          <p:cNvPr id="10" name="Text Placeholder 1">
            <a:extLst>
              <a:ext uri="{FF2B5EF4-FFF2-40B4-BE49-F238E27FC236}">
                <a16:creationId xmlns:a16="http://schemas.microsoft.com/office/drawing/2014/main" id="{0B6381E0-F82F-4684-BBA5-74E499E3884A}"/>
              </a:ext>
            </a:extLst>
          </p:cNvPr>
          <p:cNvSpPr txBox="1">
            <a:spLocks/>
          </p:cNvSpPr>
          <p:nvPr/>
        </p:nvSpPr>
        <p:spPr>
          <a:xfrm>
            <a:off x="586740" y="1759228"/>
            <a:ext cx="11018520" cy="73866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ts val="392"/>
              </a:spcBef>
              <a:spcAft>
                <a:spcPts val="588"/>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dirty="0"/>
              <a:t>In this lab, you will explore the </a:t>
            </a:r>
            <a:r>
              <a:rPr lang="en-US" b="1" dirty="0"/>
              <a:t>Azure Machine Learning </a:t>
            </a:r>
            <a:r>
              <a:rPr lang="en-US" dirty="0"/>
              <a:t>service's Automated Machine Learning capability to train a machine learning model.</a:t>
            </a:r>
          </a:p>
        </p:txBody>
      </p:sp>
    </p:spTree>
    <p:extLst>
      <p:ext uri="{BB962C8B-B14F-4D97-AF65-F5344CB8AC3E}">
        <p14:creationId xmlns:p14="http://schemas.microsoft.com/office/powerpoint/2010/main" val="225131384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n-US" dirty="0"/>
              <a:t>Review</a:t>
            </a:r>
          </a:p>
        </p:txBody>
      </p:sp>
      <p:sp>
        <p:nvSpPr>
          <p:cNvPr id="4" name="Text Placeholder 7">
            <a:extLst>
              <a:ext uri="{FF2B5EF4-FFF2-40B4-BE49-F238E27FC236}">
                <a16:creationId xmlns:a16="http://schemas.microsoft.com/office/drawing/2014/main" id="{9675D678-8D9C-404E-AD11-B3AD6027F0FC}"/>
              </a:ext>
            </a:extLst>
          </p:cNvPr>
          <p:cNvSpPr txBox="1">
            <a:spLocks/>
          </p:cNvSpPr>
          <p:nvPr/>
        </p:nvSpPr>
        <p:spPr>
          <a:xfrm>
            <a:off x="1308924" y="1201466"/>
            <a:ext cx="10554536" cy="1648682"/>
          </a:xfrm>
          <a:prstGeom prst="rect">
            <a:avLst/>
          </a:prstGeom>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defTabSz="932742">
              <a:buSzTx/>
              <a:defRPr/>
            </a:pPr>
            <a:r>
              <a:rPr lang="en-US" sz="1800" spc="0" dirty="0"/>
              <a:t>You would like to train a model without labels that groups similar features together. What is this an example of?</a:t>
            </a:r>
          </a:p>
          <a:p>
            <a:pPr marL="288925" indent="-288925" defTabSz="932742">
              <a:spcBef>
                <a:spcPts val="300"/>
              </a:spcBef>
              <a:spcAft>
                <a:spcPts val="600"/>
              </a:spcAft>
              <a:buSzTx/>
              <a:buFont typeface="Wingdings" panose="05000000000000000000" pitchFamily="2" charset="2"/>
              <a:buChar char="q"/>
              <a:defRPr/>
            </a:pPr>
            <a:r>
              <a:rPr lang="en-US" sz="1400" dirty="0">
                <a:ea typeface="+mj-lt"/>
                <a:cs typeface="+mj-lt"/>
              </a:rPr>
              <a:t>Classification</a:t>
            </a:r>
            <a:endParaRPr lang="en-US" sz="1400" dirty="0">
              <a:cs typeface="Segoe UI Semibold"/>
            </a:endParaRPr>
          </a:p>
          <a:p>
            <a:pPr marL="288925" indent="-288925" defTabSz="932742">
              <a:spcBef>
                <a:spcPts val="300"/>
              </a:spcBef>
              <a:spcAft>
                <a:spcPts val="600"/>
              </a:spcAft>
              <a:buSzTx/>
              <a:buFont typeface="Wingdings" panose="05000000000000000000" pitchFamily="2" charset="2"/>
              <a:buChar char="q"/>
              <a:defRPr/>
            </a:pPr>
            <a:r>
              <a:rPr lang="en-US" sz="1400" dirty="0">
                <a:ea typeface="+mj-lt"/>
                <a:cs typeface="+mj-lt"/>
              </a:rPr>
              <a:t>Regression </a:t>
            </a:r>
          </a:p>
          <a:p>
            <a:pPr marL="288925" indent="-288925" defTabSz="932742">
              <a:spcBef>
                <a:spcPts val="300"/>
              </a:spcBef>
              <a:spcAft>
                <a:spcPts val="600"/>
              </a:spcAft>
              <a:buSzTx/>
              <a:buFont typeface="Wingdings" panose="05000000000000000000" pitchFamily="2" charset="2"/>
              <a:buChar char="q"/>
              <a:defRPr/>
            </a:pPr>
            <a:r>
              <a:rPr lang="en-US" sz="1400" dirty="0"/>
              <a:t>Clustering</a:t>
            </a:r>
            <a:endParaRPr lang="en-US" sz="1400" dirty="0">
              <a:cs typeface="Segoe UI Semibold"/>
            </a:endParaRPr>
          </a:p>
        </p:txBody>
      </p:sp>
      <p:sp>
        <p:nvSpPr>
          <p:cNvPr id="5" name="Graphic 26" descr="Checkmark on Backing up and restoring databases">
            <a:extLst>
              <a:ext uri="{FF2B5EF4-FFF2-40B4-BE49-F238E27FC236}">
                <a16:creationId xmlns:a16="http://schemas.microsoft.com/office/drawing/2014/main" id="{55FD6304-2F37-4FEC-8FB1-C9BC50E98F54}"/>
              </a:ext>
            </a:extLst>
          </p:cNvPr>
          <p:cNvSpPr/>
          <p:nvPr/>
        </p:nvSpPr>
        <p:spPr>
          <a:xfrm>
            <a:off x="1414542" y="250126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rgbClr val="0078D4"/>
            </a:solidFill>
            <a:prstDash val="solid"/>
            <a:miter/>
          </a:ln>
        </p:spPr>
        <p:txBody>
          <a:bodyPr rtlCol="0" anchor="ctr"/>
          <a:lstStyle/>
          <a:p>
            <a:endParaRPr lang="en-US"/>
          </a:p>
        </p:txBody>
      </p:sp>
      <p:cxnSp>
        <p:nvCxnSpPr>
          <p:cNvPr id="6" name="Straight Connector 5">
            <a:extLst>
              <a:ext uri="{FF2B5EF4-FFF2-40B4-BE49-F238E27FC236}">
                <a16:creationId xmlns:a16="http://schemas.microsoft.com/office/drawing/2014/main" id="{BD272431-34E9-43E7-9024-F449E9440CBA}"/>
              </a:ext>
              <a:ext uri="{C183D7F6-B498-43B3-948B-1728B52AA6E4}">
                <adec:decorative xmlns:adec="http://schemas.microsoft.com/office/drawing/2017/decorative" val="1"/>
              </a:ext>
            </a:extLst>
          </p:cNvPr>
          <p:cNvCxnSpPr>
            <a:cxnSpLocks/>
          </p:cNvCxnSpPr>
          <p:nvPr/>
        </p:nvCxnSpPr>
        <p:spPr>
          <a:xfrm>
            <a:off x="1383345" y="2819115"/>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 Placeholder 9">
            <a:extLst>
              <a:ext uri="{FF2B5EF4-FFF2-40B4-BE49-F238E27FC236}">
                <a16:creationId xmlns:a16="http://schemas.microsoft.com/office/drawing/2014/main" id="{C2C59DA6-909C-4010-ADD9-B7AC43CD0A2B}"/>
              </a:ext>
            </a:extLst>
          </p:cNvPr>
          <p:cNvSpPr txBox="1">
            <a:spLocks/>
          </p:cNvSpPr>
          <p:nvPr/>
        </p:nvSpPr>
        <p:spPr>
          <a:xfrm>
            <a:off x="1317405" y="2865419"/>
            <a:ext cx="10617802" cy="1526341"/>
          </a:xfrm>
          <a:prstGeom prst="rect">
            <a:avLst/>
          </a:prstGeom>
        </p:spPr>
        <p:txBody>
          <a:bodyPr lIns="91440" tIns="45720" rIns="91440" bIns="45720" anchor="t"/>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defRPr/>
            </a:pPr>
            <a:r>
              <a:rPr lang="en-US" sz="1800" dirty="0">
                <a:ea typeface="+mj-lt"/>
                <a:cs typeface="+mj-lt"/>
              </a:rPr>
              <a:t>An automobile dealership wants to use historic car sales data to train a machine learning model. The model should predict the price of a pre-owned car based on its make, model, engine size, and mileage. What kind of machine learning model should the dealership use automated machine learning to create?</a:t>
            </a:r>
            <a:endParaRPr lang="en-US" sz="1800" dirty="0">
              <a:cs typeface="Segoe UI Semibold"/>
            </a:endParaRPr>
          </a:p>
          <a:p>
            <a:pPr marL="288925" indent="-288925">
              <a:spcBef>
                <a:spcPts val="300"/>
              </a:spcBef>
              <a:spcAft>
                <a:spcPts val="600"/>
              </a:spcAft>
              <a:buFont typeface="Wingdings" panose="05000000000000000000" pitchFamily="2" charset="2"/>
              <a:buChar char="q"/>
              <a:defRPr/>
            </a:pPr>
            <a:r>
              <a:rPr lang="en-US" sz="1400" dirty="0"/>
              <a:t>Classification</a:t>
            </a:r>
            <a:endParaRPr lang="en-US" sz="1400" dirty="0">
              <a:cs typeface="Segoe UI Semibold"/>
            </a:endParaRPr>
          </a:p>
          <a:p>
            <a:pPr marL="288925" indent="-288925">
              <a:spcBef>
                <a:spcPts val="300"/>
              </a:spcBef>
              <a:spcAft>
                <a:spcPts val="600"/>
              </a:spcAft>
              <a:buFont typeface="Wingdings" panose="05000000000000000000" pitchFamily="2" charset="2"/>
              <a:buChar char="q"/>
              <a:defRPr/>
            </a:pPr>
            <a:r>
              <a:rPr lang="en-US" sz="1400" dirty="0">
                <a:cs typeface="Segoe UI Semibold"/>
              </a:rPr>
              <a:t>Regression</a:t>
            </a:r>
          </a:p>
          <a:p>
            <a:pPr marL="288925" indent="-288925">
              <a:spcBef>
                <a:spcPts val="300"/>
              </a:spcBef>
              <a:spcAft>
                <a:spcPts val="600"/>
              </a:spcAft>
              <a:buFont typeface="Wingdings" panose="05000000000000000000" pitchFamily="2" charset="2"/>
              <a:buChar char="q"/>
              <a:defRPr/>
            </a:pPr>
            <a:r>
              <a:rPr lang="en-US" sz="1400" dirty="0">
                <a:cs typeface="Segoe UI Semibold"/>
              </a:rPr>
              <a:t>Time series forecasting</a:t>
            </a:r>
          </a:p>
        </p:txBody>
      </p:sp>
      <p:sp>
        <p:nvSpPr>
          <p:cNvPr id="8" name="Graphic 26" descr="Checkmark on Systems Administrator">
            <a:extLst>
              <a:ext uri="{FF2B5EF4-FFF2-40B4-BE49-F238E27FC236}">
                <a16:creationId xmlns:a16="http://schemas.microsoft.com/office/drawing/2014/main" id="{22D567B8-6090-4FC5-BA47-7A8393649D2D}"/>
              </a:ext>
            </a:extLst>
          </p:cNvPr>
          <p:cNvSpPr/>
          <p:nvPr/>
        </p:nvSpPr>
        <p:spPr>
          <a:xfrm>
            <a:off x="1426229" y="411809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rgbClr val="4472C4"/>
            </a:solidFill>
            <a:prstDash val="solid"/>
            <a:miter/>
          </a:ln>
        </p:spPr>
        <p:txBody>
          <a:bodyPr rtlCol="0" anchor="ctr"/>
          <a:lstStyle/>
          <a:p>
            <a:endParaRPr lang="en-US"/>
          </a:p>
        </p:txBody>
      </p:sp>
      <p:pic>
        <p:nvPicPr>
          <p:cNvPr id="11" name="Graphic 10" descr="Badge Question Mark with solid fill">
            <a:extLst>
              <a:ext uri="{FF2B5EF4-FFF2-40B4-BE49-F238E27FC236}">
                <a16:creationId xmlns:a16="http://schemas.microsoft.com/office/drawing/2014/main" id="{0BA30EB3-97CE-4081-8D65-1A4974C45F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6145" y="1201186"/>
            <a:ext cx="702232" cy="702232"/>
          </a:xfrm>
          <a:prstGeom prst="rect">
            <a:avLst/>
          </a:prstGeom>
        </p:spPr>
      </p:pic>
      <p:pic>
        <p:nvPicPr>
          <p:cNvPr id="12" name="Graphic 11" descr="Badge Question Mark with solid fill">
            <a:extLst>
              <a:ext uri="{FF2B5EF4-FFF2-40B4-BE49-F238E27FC236}">
                <a16:creationId xmlns:a16="http://schemas.microsoft.com/office/drawing/2014/main" id="{5F047AE5-0FF4-4E3A-90A8-BCCFD4126B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074" y="2821367"/>
            <a:ext cx="702232" cy="702232"/>
          </a:xfrm>
          <a:prstGeom prst="rect">
            <a:avLst/>
          </a:prstGeom>
        </p:spPr>
      </p:pic>
      <p:cxnSp>
        <p:nvCxnSpPr>
          <p:cNvPr id="13" name="Straight Connector 12">
            <a:extLst>
              <a:ext uri="{FF2B5EF4-FFF2-40B4-BE49-F238E27FC236}">
                <a16:creationId xmlns:a16="http://schemas.microsoft.com/office/drawing/2014/main" id="{F52DDC64-86F9-448D-8714-4B7D4CE95F4B}"/>
              </a:ext>
              <a:ext uri="{C183D7F6-B498-43B3-948B-1728B52AA6E4}">
                <adec:decorative xmlns:adec="http://schemas.microsoft.com/office/drawing/2017/decorative" val="1"/>
              </a:ext>
            </a:extLst>
          </p:cNvPr>
          <p:cNvCxnSpPr>
            <a:cxnSpLocks/>
          </p:cNvCxnSpPr>
          <p:nvPr/>
        </p:nvCxnSpPr>
        <p:spPr>
          <a:xfrm>
            <a:off x="1383345" y="4725765"/>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A531125-EDEF-47AA-B911-60F102D6EE13}"/>
              </a:ext>
            </a:extLst>
          </p:cNvPr>
          <p:cNvSpPr txBox="1">
            <a:spLocks/>
          </p:cNvSpPr>
          <p:nvPr/>
        </p:nvSpPr>
        <p:spPr>
          <a:xfrm>
            <a:off x="1414533" y="5030879"/>
            <a:ext cx="10383899" cy="1443714"/>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ts val="1764"/>
              </a:lnSpc>
              <a:defRPr/>
            </a:pPr>
            <a:r>
              <a:rPr lang="en-US" sz="1800" dirty="0">
                <a:latin typeface="Segoe UI Semibold"/>
                <a:ea typeface="+mn-lt"/>
                <a:cs typeface="+mn-lt"/>
              </a:rPr>
              <a:t>A bank wants to use historic loan repayment records to categorize loan applications as low-risk or high-risk based on characteristics like the loan amount, the income of the borrower, and the loan period. What kind of machine learning model should the bank use?</a:t>
            </a:r>
            <a:endParaRPr lang="en-US" sz="1800" dirty="0">
              <a:latin typeface="Segoe UI"/>
              <a:cs typeface="Segoe UI"/>
            </a:endParaRPr>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cs typeface="Segoe UI Semibold"/>
              </a:rPr>
              <a:t>Classification</a:t>
            </a:r>
            <a:endParaRPr lang="en-US" dirty="0"/>
          </a:p>
          <a:p>
            <a:pPr marL="288925" indent="-288925">
              <a:lnSpc>
                <a:spcPct val="100000"/>
              </a:lnSpc>
              <a:spcBef>
                <a:spcPts val="300"/>
              </a:spcBef>
              <a:spcAft>
                <a:spcPts val="600"/>
              </a:spcAft>
              <a:buChar char="q"/>
              <a:defRPr/>
            </a:pPr>
            <a:r>
              <a:rPr lang="en-US" sz="1400" spc="-49" dirty="0">
                <a:solidFill>
                  <a:srgbClr val="000000"/>
                </a:solidFill>
                <a:latin typeface="+mj-lt"/>
              </a:rPr>
              <a:t>Regression</a:t>
            </a:r>
            <a:endParaRPr lang="en-US" sz="1550" dirty="0">
              <a:cs typeface="Segoe UI"/>
            </a:endParaRPr>
          </a:p>
          <a:p>
            <a:pPr marL="288925" indent="-288925">
              <a:lnSpc>
                <a:spcPct val="100000"/>
              </a:lnSpc>
              <a:spcBef>
                <a:spcPts val="300"/>
              </a:spcBef>
              <a:spcAft>
                <a:spcPts val="600"/>
              </a:spcAft>
              <a:buFont typeface="Wingdings" panose="05000000000000000000" pitchFamily="2" charset="2"/>
              <a:buChar char="q"/>
              <a:defRPr/>
            </a:pPr>
            <a:r>
              <a:rPr lang="en-US" sz="1400" spc="-49" dirty="0">
                <a:solidFill>
                  <a:srgbClr val="000000"/>
                </a:solidFill>
                <a:latin typeface="+mj-lt"/>
                <a:cs typeface="Segoe UI Semibold"/>
              </a:rPr>
              <a:t>Clustering</a:t>
            </a:r>
            <a:endParaRPr lang="en-US" sz="1400" spc="-49" dirty="0">
              <a:solidFill>
                <a:srgbClr val="000000"/>
              </a:solidFill>
              <a:latin typeface="Segoe UI Semibold"/>
              <a:cs typeface="Segoe UI Semibold"/>
            </a:endParaRPr>
          </a:p>
        </p:txBody>
      </p:sp>
      <p:sp>
        <p:nvSpPr>
          <p:cNvPr id="15" name="Graphic 26" descr="Checkmark on Systems Administrator">
            <a:extLst>
              <a:ext uri="{FF2B5EF4-FFF2-40B4-BE49-F238E27FC236}">
                <a16:creationId xmlns:a16="http://schemas.microsoft.com/office/drawing/2014/main" id="{3F06D7E1-BFF4-4D05-B86A-83E973F67485}"/>
              </a:ext>
            </a:extLst>
          </p:cNvPr>
          <p:cNvSpPr/>
          <p:nvPr/>
        </p:nvSpPr>
        <p:spPr>
          <a:xfrm>
            <a:off x="1429097" y="568575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B0E3"/>
          </a:solidFill>
          <a:ln w="31750" cap="flat">
            <a:solidFill>
              <a:srgbClr val="4472C4"/>
            </a:solidFill>
            <a:prstDash val="solid"/>
            <a:miter/>
          </a:ln>
        </p:spPr>
        <p:txBody>
          <a:bodyPr rtlCol="0" anchor="ctr"/>
          <a:lstStyle/>
          <a:p>
            <a:endParaRPr lang="en-US"/>
          </a:p>
        </p:txBody>
      </p:sp>
      <p:pic>
        <p:nvPicPr>
          <p:cNvPr id="16" name="Graphic 15" descr="Badge Question Mark with solid fill">
            <a:extLst>
              <a:ext uri="{FF2B5EF4-FFF2-40B4-BE49-F238E27FC236}">
                <a16:creationId xmlns:a16="http://schemas.microsoft.com/office/drawing/2014/main" id="{9663BBAB-8C60-4BC2-9515-41D4A856F0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074" y="4723387"/>
            <a:ext cx="702232" cy="702232"/>
          </a:xfrm>
          <a:prstGeom prst="rect">
            <a:avLst/>
          </a:prstGeom>
        </p:spPr>
      </p:pic>
    </p:spTree>
    <p:extLst>
      <p:ext uri="{BB962C8B-B14F-4D97-AF65-F5344CB8AC3E}">
        <p14:creationId xmlns:p14="http://schemas.microsoft.com/office/powerpoint/2010/main" val="1994667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Summary</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588263" y="2000404"/>
            <a:ext cx="9252179" cy="4349909"/>
          </a:xfrm>
        </p:spPr>
        <p:txBody>
          <a:bodyPr vert="horz" wrap="square" lIns="0" tIns="0" rIns="0" bIns="0" rtlCol="0" anchor="t">
            <a:spAutoFit/>
          </a:bodyPr>
          <a:lstStyle/>
          <a:p>
            <a:pPr marL="0" indent="0">
              <a:buNone/>
            </a:pPr>
            <a:r>
              <a:rPr lang="en-US" sz="2400" dirty="0"/>
              <a:t>Introduction to Machine Learning</a:t>
            </a:r>
          </a:p>
          <a:p>
            <a:r>
              <a:rPr lang="en-US" dirty="0"/>
              <a:t>What is Machine Learning?</a:t>
            </a:r>
          </a:p>
          <a:p>
            <a:r>
              <a:rPr lang="en-US" sz="2400" dirty="0"/>
              <a:t>Types of Machine Learning</a:t>
            </a:r>
          </a:p>
          <a:p>
            <a:r>
              <a:rPr lang="en-US" dirty="0"/>
              <a:t>Model Training and Validation</a:t>
            </a:r>
            <a:endParaRPr lang="en-US" sz="2400" dirty="0"/>
          </a:p>
          <a:p>
            <a:pPr marL="0" indent="0">
              <a:buNone/>
            </a:pPr>
            <a:r>
              <a:rPr lang="en-US" sz="2400" dirty="0"/>
              <a:t>Azure Machine Learning</a:t>
            </a:r>
          </a:p>
          <a:p>
            <a:r>
              <a:rPr lang="en-US" dirty="0"/>
              <a:t>What is Azure Machine Learning?</a:t>
            </a:r>
          </a:p>
          <a:p>
            <a:r>
              <a:rPr lang="en-US" sz="2400" dirty="0"/>
              <a:t>Automated Machine Learning</a:t>
            </a:r>
          </a:p>
          <a:p>
            <a:r>
              <a:rPr lang="en-US" dirty="0"/>
              <a:t>Azure Machine Learning Designer</a:t>
            </a:r>
            <a:endParaRPr lang="en-US" sz="2400" dirty="0"/>
          </a:p>
          <a:p>
            <a:endParaRPr lang="en-US" dirty="0"/>
          </a:p>
        </p:txBody>
      </p:sp>
      <p:pic>
        <p:nvPicPr>
          <p:cNvPr id="4" name="Graphic 3" descr="Internet">
            <a:extLst>
              <a:ext uri="{FF2B5EF4-FFF2-40B4-BE49-F238E27FC236}">
                <a16:creationId xmlns:a16="http://schemas.microsoft.com/office/drawing/2014/main" id="{D24AE350-9241-4B7D-8786-D1531B509D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43926" y="3743327"/>
            <a:ext cx="3114674" cy="3114674"/>
          </a:xfrm>
          <a:prstGeom prst="rect">
            <a:avLst/>
          </a:prstGeom>
        </p:spPr>
      </p:pic>
    </p:spTree>
    <p:extLst>
      <p:ext uri="{BB962C8B-B14F-4D97-AF65-F5344CB8AC3E}">
        <p14:creationId xmlns:p14="http://schemas.microsoft.com/office/powerpoint/2010/main" val="60155542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References</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455995" y="1974067"/>
            <a:ext cx="9384447" cy="774571"/>
          </a:xfrm>
        </p:spPr>
        <p:txBody>
          <a:bodyPr vert="horz" wrap="square" lIns="0" tIns="0" rIns="0" bIns="0" rtlCol="0" anchor="t">
            <a:spAutoFit/>
          </a:bodyPr>
          <a:lstStyle/>
          <a:p>
            <a:pPr marL="0" indent="0">
              <a:buNone/>
            </a:pPr>
            <a:r>
              <a:rPr lang="en-US" dirty="0">
                <a:latin typeface="Segoe UI Semilight"/>
                <a:cs typeface="Segoe UI Semilight"/>
              </a:rPr>
              <a:t>Explore visual tools for machine learning</a:t>
            </a:r>
          </a:p>
          <a:p>
            <a:pPr marL="0" indent="0">
              <a:buNone/>
            </a:pPr>
            <a:r>
              <a:rPr lang="en-US" sz="1800" dirty="0">
                <a:latin typeface="Segoe UI Semilight"/>
                <a:cs typeface="Segoe UI Semilight"/>
                <a:hlinkClick r:id="rId3"/>
              </a:rPr>
              <a:t>https://aka.ms/intro-visual-ml</a:t>
            </a:r>
            <a:r>
              <a:rPr lang="en-US" sz="1800" dirty="0">
                <a:latin typeface="Segoe UI Semilight"/>
                <a:cs typeface="Segoe UI Semilight"/>
              </a:rPr>
              <a:t> </a:t>
            </a:r>
            <a:endParaRPr lang="en-US" sz="1800" dirty="0"/>
          </a:p>
        </p:txBody>
      </p:sp>
      <p:pic>
        <p:nvPicPr>
          <p:cNvPr id="4" name="Graphic 3" descr="Internet">
            <a:extLst>
              <a:ext uri="{FF2B5EF4-FFF2-40B4-BE49-F238E27FC236}">
                <a16:creationId xmlns:a16="http://schemas.microsoft.com/office/drawing/2014/main" id="{D24AE350-9241-4B7D-8786-D1531B509D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43926" y="3743327"/>
            <a:ext cx="3114674" cy="3114674"/>
          </a:xfrm>
          <a:prstGeom prst="rect">
            <a:avLst/>
          </a:prstGeom>
        </p:spPr>
      </p:pic>
    </p:spTree>
    <p:extLst>
      <p:ext uri="{BB962C8B-B14F-4D97-AF65-F5344CB8AC3E}">
        <p14:creationId xmlns:p14="http://schemas.microsoft.com/office/powerpoint/2010/main" val="25324646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948C55-432D-4917-9553-C2E5899045EB}"/>
              </a:ext>
            </a:extLst>
          </p:cNvPr>
          <p:cNvSpPr>
            <a:spLocks noGrp="1"/>
          </p:cNvSpPr>
          <p:nvPr>
            <p:ph type="title" idx="4294967295"/>
          </p:nvPr>
        </p:nvSpPr>
        <p:spPr>
          <a:xfrm>
            <a:off x="0" y="-663575"/>
            <a:ext cx="7454900" cy="384175"/>
          </a:xfrm>
        </p:spPr>
        <p:txBody>
          <a:bodyPr/>
          <a:lstStyle/>
          <a:p>
            <a:r>
              <a:rPr lang="en-US" sz="2800" dirty="0">
                <a:solidFill>
                  <a:schemeClr val="bg1"/>
                </a:solidFill>
              </a:rPr>
              <a:t>Closing slide</a:t>
            </a:r>
          </a:p>
        </p:txBody>
      </p:sp>
    </p:spTree>
    <p:extLst>
      <p:ext uri="{BB962C8B-B14F-4D97-AF65-F5344CB8AC3E}">
        <p14:creationId xmlns:p14="http://schemas.microsoft.com/office/powerpoint/2010/main" val="1856384176"/>
      </p:ext>
    </p:extLst>
  </p:cSld>
  <p:clrMapOvr>
    <a:masterClrMapping/>
  </p:clrMapOvr>
  <p:transition>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52009352-A6C7-428C-AECB-265903B366DE}"/>
    </a:ext>
  </a:extLst>
</a:theme>
</file>

<file path=ppt/theme/theme2.xml><?xml version="1.0" encoding="utf-8"?>
<a:theme xmlns:a="http://schemas.openxmlformats.org/drawingml/2006/main" name="SOFT BLACK TEMPLATE">
  <a:themeElements>
    <a:clrScheme name="ST_Illusttration_Soft_Black">
      <a:dk1>
        <a:srgbClr val="1A1A1A"/>
      </a:dk1>
      <a:lt1>
        <a:srgbClr val="FFFFFF"/>
      </a:lt1>
      <a:dk2>
        <a:srgbClr val="0D0D0D"/>
      </a:dk2>
      <a:lt2>
        <a:srgbClr val="D2D2D2"/>
      </a:lt2>
      <a:accent1>
        <a:srgbClr val="0078D4"/>
      </a:accent1>
      <a:accent2>
        <a:srgbClr val="00BCF2"/>
      </a:accent2>
      <a:accent3>
        <a:srgbClr val="107C10"/>
      </a:accent3>
      <a:accent4>
        <a:srgbClr val="D73B01"/>
      </a:accent4>
      <a:accent5>
        <a:srgbClr val="FFB900"/>
      </a:accent5>
      <a:accent6>
        <a:srgbClr val="E6E6E6"/>
      </a:accent6>
      <a:hlink>
        <a:srgbClr val="00BCF2"/>
      </a:hlink>
      <a:folHlink>
        <a:srgbClr val="00BCF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A35603E7-B3A0-4543-A6F3-1B71D705BF58}"/>
    </a:ext>
  </a:extLst>
</a:theme>
</file>

<file path=ppt/theme/theme3.xml><?xml version="1.0" encoding="utf-8"?>
<a:theme xmlns:a="http://schemas.openxmlformats.org/drawingml/2006/main" name="FY17 EMPOWER Campaign Theme">
  <a:themeElements>
    <a:clrScheme name="Custom 2">
      <a:dk1>
        <a:srgbClr val="505050"/>
      </a:dk1>
      <a:lt1>
        <a:sysClr val="window" lastClr="FFFFFF"/>
      </a:lt1>
      <a:dk2>
        <a:srgbClr val="0078D7"/>
      </a:dk2>
      <a:lt2>
        <a:srgbClr val="000000"/>
      </a:lt2>
      <a:accent1>
        <a:srgbClr val="107C10"/>
      </a:accent1>
      <a:accent2>
        <a:srgbClr val="FF8C00"/>
      </a:accent2>
      <a:accent3>
        <a:srgbClr val="D83B01"/>
      </a:accent3>
      <a:accent4>
        <a:srgbClr val="00BCF2"/>
      </a:accent4>
      <a:accent5>
        <a:srgbClr val="002050"/>
      </a:accent5>
      <a:accent6>
        <a:srgbClr val="5C2D91"/>
      </a:accent6>
      <a:hlink>
        <a:srgbClr val="B9B9B9"/>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EEB9C2E4-C969-48B9-8DE1-D7CE6F0F5EB5}"/>
    </a:ext>
  </a:extLst>
</a:theme>
</file>

<file path=ppt/theme/theme4.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6.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7.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3B837EE22264C47BADCAD42CBD674DD" ma:contentTypeVersion="12" ma:contentTypeDescription="Create a new document." ma:contentTypeScope="" ma:versionID="e7db172cd5f070c8a86a9af32ef87f3d">
  <xsd:schema xmlns:xsd="http://www.w3.org/2001/XMLSchema" xmlns:xs="http://www.w3.org/2001/XMLSchema" xmlns:p="http://schemas.microsoft.com/office/2006/metadata/properties" xmlns:ns1="http://schemas.microsoft.com/sharepoint/v3" xmlns:ns2="a03ce9dd-1b4b-4fd0-92e5-50ed570c566c" xmlns:ns3="378c2c56-4100-4315-9179-4d3644984557" targetNamespace="http://schemas.microsoft.com/office/2006/metadata/properties" ma:root="true" ma:fieldsID="4a088ad7c9449179767be8c58bb4447e" ns1:_="" ns2:_="" ns3:_="">
    <xsd:import namespace="http://schemas.microsoft.com/sharepoint/v3"/>
    <xsd:import namespace="a03ce9dd-1b4b-4fd0-92e5-50ed570c566c"/>
    <xsd:import namespace="378c2c56-4100-4315-9179-4d364498455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3ce9dd-1b4b-4fd0-92e5-50ed570c56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8c2c56-4100-4315-9179-4d364498455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A27F921-C276-4DB9-97A6-75F6EB8A6FFC}">
  <ds:schemaRefs>
    <ds:schemaRef ds:uri="http://schemas.microsoft.com/sharepoint/v3/contenttype/forms"/>
  </ds:schemaRefs>
</ds:datastoreItem>
</file>

<file path=customXml/itemProps2.xml><?xml version="1.0" encoding="utf-8"?>
<ds:datastoreItem xmlns:ds="http://schemas.openxmlformats.org/officeDocument/2006/customXml" ds:itemID="{584B849B-387D-465B-B257-EEC6213505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03ce9dd-1b4b-4fd0-92e5-50ed570c566c"/>
    <ds:schemaRef ds:uri="378c2c56-4100-4315-9179-4d36449845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28081D-13E6-4922-BEFB-B14C92AAD9CE}">
  <ds:schemaRefs>
    <ds:schemaRef ds:uri="http://www.w3.org/XML/1998/namespace"/>
    <ds:schemaRef ds:uri="http://schemas.microsoft.com/sharepoint/v3"/>
    <ds:schemaRef ds:uri="http://purl.org/dc/elements/1.1/"/>
    <ds:schemaRef ds:uri="http://schemas.microsoft.com/office/2006/documentManagement/types"/>
    <ds:schemaRef ds:uri="http://schemas.microsoft.com/office/infopath/2007/PartnerControls"/>
    <ds:schemaRef ds:uri="http://purl.org/dc/terms/"/>
    <ds:schemaRef ds:uri="http://purl.org/dc/dcmitype/"/>
    <ds:schemaRef ds:uri="http://schemas.microsoft.com/office/2006/metadata/properties"/>
    <ds:schemaRef ds:uri="http://schemas.openxmlformats.org/package/2006/metadata/core-properties"/>
    <ds:schemaRef ds:uri="378c2c56-4100-4315-9179-4d3644984557"/>
    <ds:schemaRef ds:uri="a03ce9dd-1b4b-4fd0-92e5-50ed570c566c"/>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DataAndAI</Template>
  <TotalTime>0</TotalTime>
  <Words>3169</Words>
  <Application>Microsoft Office PowerPoint</Application>
  <PresentationFormat>Widescreen</PresentationFormat>
  <Paragraphs>296</Paragraphs>
  <Slides>18</Slides>
  <Notes>18</Notes>
  <HiddenSlides>3</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18</vt:i4>
      </vt:variant>
    </vt:vector>
  </HeadingPairs>
  <TitlesOfParts>
    <vt:vector size="33" baseType="lpstr">
      <vt:lpstr>Arial</vt:lpstr>
      <vt:lpstr>Calibri</vt:lpstr>
      <vt:lpstr>Consolas</vt:lpstr>
      <vt:lpstr>Segoe UI</vt:lpstr>
      <vt:lpstr>Segoe UI Light</vt:lpstr>
      <vt:lpstr>Segoe UI Semibold</vt:lpstr>
      <vt:lpstr>Segoe UI Semilight</vt:lpstr>
      <vt:lpstr>Wingdings</vt:lpstr>
      <vt:lpstr>WHITE TEMPLATE</vt:lpstr>
      <vt:lpstr>SOFT BLACK TEMPLATE</vt:lpstr>
      <vt:lpstr>FY17 EMPOWER Campaign Theme</vt:lpstr>
      <vt:lpstr>Azure 1</vt:lpstr>
      <vt:lpstr>1_Azure 1</vt:lpstr>
      <vt:lpstr>Microsoft Power Platform Template</vt:lpstr>
      <vt:lpstr>Microsoft Azure Template</vt:lpstr>
      <vt:lpstr> Explore Fundamentals of Machine Learning</vt:lpstr>
      <vt:lpstr> Agenda </vt:lpstr>
      <vt:lpstr>Introduction to Machine Learning</vt:lpstr>
      <vt:lpstr>What is Machine Learning?</vt:lpstr>
      <vt:lpstr>Types of Machine Learning</vt:lpstr>
      <vt:lpstr>Regression</vt:lpstr>
      <vt:lpstr>Classification</vt:lpstr>
      <vt:lpstr>Clustering</vt:lpstr>
      <vt:lpstr>Model Training and Validation</vt:lpstr>
      <vt:lpstr>Azure Machine Learning</vt:lpstr>
      <vt:lpstr>What is Azure Machine Learning?</vt:lpstr>
      <vt:lpstr>Automated Machine Learning</vt:lpstr>
      <vt:lpstr>Azure Machine Learning Designer</vt:lpstr>
      <vt:lpstr>Lab: Explore Automated Machine Learning in Azure ML</vt:lpstr>
      <vt:lpstr>Review</vt:lpstr>
      <vt:lpstr>Summary</vt:lpstr>
      <vt:lpstr>References</vt:lpstr>
      <vt:lpstr>Closing slide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AI-900 Azure AI Fundamentals</dc:title>
  <dc:subject/>
  <dc:creator/>
  <cp:keywords/>
  <dc:description/>
  <cp:lastModifiedBy/>
  <cp:revision>543</cp:revision>
  <dcterms:created xsi:type="dcterms:W3CDTF">2019-03-20T17:06:14Z</dcterms:created>
  <dcterms:modified xsi:type="dcterms:W3CDTF">2022-10-06T20:27:51Z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SetDate">
    <vt:lpwstr>2018-12-16T17:59:52.0180957Z</vt:lpwstr>
  </property>
  <property fmtid="{D5CDD505-2E9C-101B-9397-08002B2CF9AE}" pid="5" name="MSIP_Label_f42aa342-8706-4288-bd11-ebb85995028c_Name">
    <vt:lpwstr>General</vt:lpwstr>
  </property>
  <property fmtid="{D5CDD505-2E9C-101B-9397-08002B2CF9AE}" pid="6" name="MSIP_Label_f42aa342-8706-4288-bd11-ebb85995028c_Extended_MSFT_Method">
    <vt:lpwstr>Automatic</vt:lpwstr>
  </property>
  <property fmtid="{D5CDD505-2E9C-101B-9397-08002B2CF9AE}" pid="7" name="Sensitivity">
    <vt:lpwstr>General</vt:lpwstr>
  </property>
  <property fmtid="{D5CDD505-2E9C-101B-9397-08002B2CF9AE}" pid="8" name="ContentTypeId">
    <vt:lpwstr>0x01010023B837EE22264C47BADCAD42CBD674DD</vt:lpwstr>
  </property>
</Properties>
</file>