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4.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642" r:id="rId5"/>
    <p:sldMasterId id="2147484743" r:id="rId6"/>
    <p:sldMasterId id="2147484749" r:id="rId7"/>
    <p:sldMasterId id="2147484551" r:id="rId8"/>
  </p:sldMasterIdLst>
  <p:notesMasterIdLst>
    <p:notesMasterId r:id="rId14"/>
  </p:notesMasterIdLst>
  <p:handoutMasterIdLst>
    <p:handoutMasterId r:id="rId15"/>
  </p:handoutMasterIdLst>
  <p:sldIdLst>
    <p:sldId id="1627" r:id="rId9"/>
    <p:sldId id="1888" r:id="rId10"/>
    <p:sldId id="1889" r:id="rId11"/>
    <p:sldId id="1891" r:id="rId12"/>
    <p:sldId id="1890" r:id="rId13"/>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Content" id="{A073DAE3-B461-442F-A3D3-6642BD875E45}">
          <p14:sldIdLst>
            <p14:sldId id="1627"/>
            <p14:sldId id="1888"/>
            <p14:sldId id="1889"/>
            <p14:sldId id="1891"/>
            <p14:sldId id="189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5"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CF2"/>
    <a:srgbClr val="CBD6EF"/>
    <a:srgbClr val="0078D4"/>
    <a:srgbClr val="1A1A1A"/>
    <a:srgbClr val="FFFFFF"/>
    <a:srgbClr val="40CDF5"/>
    <a:srgbClr val="40587C"/>
    <a:srgbClr val="00B0E3"/>
    <a:srgbClr val="00188F"/>
    <a:srgbClr val="0052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37D9B3-7177-3388-FFCE-6FA62E862346}" v="148" dt="2022-03-16T23:25:36.090"/>
    <p1510:client id="{39E125FE-CAEC-ADB3-5C29-3D3F18EF749E}" v="6" dt="2022-03-20T01:14:17.598"/>
    <p1510:client id="{59202C0D-2965-4EBC-8827-D7F2A181FBC7}" v="5" dt="2021-12-06T17:55:20.556"/>
    <p1510:client id="{67929065-DFA7-C6B5-EEB1-CE76508D8B5B}" v="406" dt="2022-02-09T00:34:02.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1253" autoAdjust="0"/>
  </p:normalViewPr>
  <p:slideViewPr>
    <p:cSldViewPr snapToGrid="0">
      <p:cViewPr varScale="1">
        <p:scale>
          <a:sx n="80" d="100"/>
          <a:sy n="80" d="100"/>
        </p:scale>
        <p:origin x="487" y="51"/>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2.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10/6/2022 1:31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10/6/2022 1:30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endParaRPr lang="en-US" sz="850" b="1" dirty="0">
              <a:cs typeface="Segoe UI Light"/>
            </a:endParaRPr>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a:p>
            <a:pPr marL="0" marR="0" lvl="0" indent="0" algn="l" defTabSz="932742" rtl="0" eaLnBrk="1" fontAlgn="auto" latinLnBrk="0" hangingPunct="1">
              <a:lnSpc>
                <a:spcPct val="90000"/>
              </a:lnSpc>
              <a:spcBef>
                <a:spcPts val="0"/>
              </a:spcBef>
              <a:spcAft>
                <a:spcPts val="340"/>
              </a:spcAft>
              <a:buClrTx/>
              <a:buSzTx/>
              <a:buFontTx/>
              <a:buNone/>
              <a:tabLst/>
              <a:defRPr/>
            </a:pPr>
            <a:endParaRPr lang="en-US" dirty="0"/>
          </a:p>
        </p:txBody>
      </p:sp>
      <p:sp>
        <p:nvSpPr>
          <p:cNvPr id="4" name="Header Placeholder 3"/>
          <p:cNvSpPr>
            <a:spLocks noGrp="1"/>
          </p:cNvSpPr>
          <p:nvPr>
            <p:ph type="hdr" sz="quarter" idx="10"/>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a:t>
            </a:r>
          </a:p>
        </p:txBody>
      </p:sp>
      <p:sp>
        <p:nvSpPr>
          <p:cNvPr id="7" name="Slide Number Placeholder 6"/>
          <p:cNvSpPr>
            <a:spLocks noGrp="1"/>
          </p:cNvSpPr>
          <p:nvPr>
            <p:ph type="sldNum" sz="quarter" idx="13"/>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73201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 course is supported by materials on Microsoft Learn, which may contain more information than is covered in the slides and labs.</a:t>
            </a:r>
          </a:p>
          <a:p>
            <a:r>
              <a:rPr lang="en-US" dirty="0"/>
              <a:t>The slides and labs cover all of the objectives in the associated exam, but encourage students to reinforce and extend their learning by reviewing the associated Learn content.</a:t>
            </a:r>
          </a:p>
          <a:p>
            <a:endParaRPr lang="en-US" dirty="0"/>
          </a:p>
          <a:p>
            <a:r>
              <a:rPr lang="en-US" dirty="0"/>
              <a:t>Note also that this is not an </a:t>
            </a:r>
            <a:r>
              <a:rPr lang="en-US" i="1" dirty="0"/>
              <a:t>implementation</a:t>
            </a:r>
            <a:r>
              <a:rPr lang="en-US" dirty="0"/>
              <a:t>-level course. Students will get some hands-on exposure to the technologies discussed in the course; but the goal is to learn about common data workloads and the Azure services used to support them – not to learn </a:t>
            </a:r>
            <a:r>
              <a:rPr lang="en-US" i="1" dirty="0"/>
              <a:t>how</a:t>
            </a:r>
            <a:r>
              <a:rPr lang="en-US" i="0" dirty="0"/>
              <a:t> to use the technologies to implement solutions.</a:t>
            </a:r>
            <a:endParaRPr lang="en-US" dirty="0"/>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C9F26854-F9AE-4E32-B2A5-59EE421C280D}" type="datetime8">
              <a:rPr lang="en-US" smtClean="0"/>
              <a:t>10/6/2022 1:30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862578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most cases, the course schedule will allow for PowerPoints 1 and 2 in the morning, and 3 and 4 in the afternoon.</a:t>
            </a:r>
          </a:p>
          <a:p>
            <a:endParaRPr lang="en-US" dirty="0"/>
          </a:p>
          <a:p>
            <a:r>
              <a:rPr lang="en-US" dirty="0"/>
              <a:t>Use the following schedule as an approximate guide for the day:</a:t>
            </a:r>
          </a:p>
          <a:p>
            <a:pPr>
              <a:buFont typeface="Arial" panose="020B0604020202020204" pitchFamily="34" charset="0"/>
              <a:buChar char="•"/>
            </a:pPr>
            <a:r>
              <a:rPr lang="en-US" sz="850" dirty="0">
                <a:latin typeface="Segoe UI Light"/>
                <a:cs typeface="Segoe UI Light"/>
              </a:rPr>
              <a:t> 9:00-9:10: Introduction  </a:t>
            </a:r>
            <a:endParaRPr lang="en-US" sz="850" dirty="0">
              <a:cs typeface="Segoe UI Light"/>
            </a:endParaRPr>
          </a:p>
          <a:p>
            <a:pPr>
              <a:buFont typeface="Arial" panose="020B0604020202020204" pitchFamily="34" charset="0"/>
              <a:buChar char="•"/>
            </a:pPr>
            <a:r>
              <a:rPr lang="en-US" sz="850" dirty="0">
                <a:latin typeface="Segoe UI Light"/>
                <a:cs typeface="Segoe UI Light"/>
              </a:rPr>
              <a:t> 9:10 -10:00: 1-Introduction to AI  </a:t>
            </a:r>
            <a:endParaRPr lang="en-US" sz="850" dirty="0">
              <a:cs typeface="Segoe UI Light"/>
            </a:endParaRPr>
          </a:p>
          <a:p>
            <a:pPr>
              <a:buFont typeface="Arial" panose="020B0604020202020204" pitchFamily="34" charset="0"/>
              <a:buChar char="•"/>
            </a:pPr>
            <a:r>
              <a:rPr lang="en-US" sz="850" dirty="0">
                <a:latin typeface="Segoe UI Light"/>
                <a:cs typeface="Segoe UI Light"/>
              </a:rPr>
              <a:t> 10:00-10:30: 1-Introduction to AI (Lab) </a:t>
            </a:r>
            <a:endParaRPr lang="en-US" sz="850" dirty="0">
              <a:cs typeface="Segoe UI Light"/>
            </a:endParaRPr>
          </a:p>
          <a:p>
            <a:pPr>
              <a:buFont typeface="Arial" panose="020B0604020202020204" pitchFamily="34" charset="0"/>
              <a:buChar char="•"/>
            </a:pPr>
            <a:r>
              <a:rPr lang="en-US" sz="850" dirty="0">
                <a:latin typeface="Segoe UI Light"/>
                <a:cs typeface="Segoe UI Light"/>
              </a:rPr>
              <a:t> 10:30-11:15: 2-Machine Learning  </a:t>
            </a:r>
            <a:endParaRPr lang="en-US" sz="850" dirty="0">
              <a:cs typeface="Segoe UI Light"/>
            </a:endParaRPr>
          </a:p>
          <a:p>
            <a:pPr>
              <a:buFont typeface="Arial" panose="020B0604020202020204" pitchFamily="34" charset="0"/>
              <a:buChar char="•"/>
            </a:pPr>
            <a:r>
              <a:rPr lang="en-US" sz="850" dirty="0">
                <a:latin typeface="Segoe UI Light"/>
                <a:cs typeface="Segoe UI Light"/>
              </a:rPr>
              <a:t> 11:15-11:30: Break  </a:t>
            </a:r>
            <a:endParaRPr lang="en-US" sz="850" dirty="0">
              <a:cs typeface="Segoe UI Light"/>
            </a:endParaRPr>
          </a:p>
          <a:p>
            <a:pPr>
              <a:buFont typeface="Arial" panose="020B0604020202020204" pitchFamily="34" charset="0"/>
              <a:buChar char="•"/>
            </a:pPr>
            <a:r>
              <a:rPr lang="en-US" sz="850" dirty="0">
                <a:latin typeface="Segoe UI Light"/>
                <a:cs typeface="Segoe UI Light"/>
              </a:rPr>
              <a:t> 11:30-12:30: 2-Machine Learning (Lab)  </a:t>
            </a:r>
            <a:endParaRPr lang="en-US" sz="850" dirty="0">
              <a:cs typeface="Segoe UI Light"/>
            </a:endParaRPr>
          </a:p>
          <a:p>
            <a:pPr>
              <a:buFont typeface="Arial" panose="020B0604020202020204" pitchFamily="34" charset="0"/>
              <a:buChar char="•"/>
            </a:pPr>
            <a:r>
              <a:rPr lang="en-US" sz="850" dirty="0">
                <a:latin typeface="Segoe UI Light"/>
                <a:cs typeface="Segoe UI Light"/>
              </a:rPr>
              <a:t> 12:30-1:30: Lunch  </a:t>
            </a:r>
            <a:endParaRPr lang="en-US" sz="850" dirty="0">
              <a:cs typeface="Segoe UI Light"/>
            </a:endParaRPr>
          </a:p>
          <a:p>
            <a:pPr>
              <a:buFont typeface="Arial" panose="020B0604020202020204" pitchFamily="34" charset="0"/>
              <a:buChar char="•"/>
            </a:pPr>
            <a:r>
              <a:rPr lang="en-US" sz="850" dirty="0">
                <a:latin typeface="Segoe UI Light"/>
                <a:cs typeface="Segoe UI Light"/>
              </a:rPr>
              <a:t> 1:30-2:30: 3-Computer Vision  </a:t>
            </a:r>
            <a:endParaRPr lang="en-US" sz="850" dirty="0">
              <a:cs typeface="Segoe UI Light"/>
            </a:endParaRPr>
          </a:p>
          <a:p>
            <a:pPr>
              <a:buFont typeface="Arial" panose="020B0604020202020204" pitchFamily="34" charset="0"/>
              <a:buChar char="•"/>
            </a:pPr>
            <a:r>
              <a:rPr lang="en-US" sz="850" dirty="0">
                <a:latin typeface="Segoe UI Light"/>
                <a:cs typeface="Segoe UI Light"/>
              </a:rPr>
              <a:t> 2:30-3:00: 3-Computer Vision (Lab)  </a:t>
            </a:r>
            <a:endParaRPr lang="en-US" sz="850" dirty="0">
              <a:cs typeface="Segoe UI Light"/>
            </a:endParaRPr>
          </a:p>
          <a:p>
            <a:pPr>
              <a:buFont typeface="Arial" panose="020B0604020202020204" pitchFamily="34" charset="0"/>
              <a:buChar char="•"/>
            </a:pPr>
            <a:r>
              <a:rPr lang="en-US" sz="850" dirty="0">
                <a:latin typeface="Segoe UI Light"/>
                <a:cs typeface="Segoe UI Light"/>
              </a:rPr>
              <a:t> 3:00-3:15: Break  </a:t>
            </a:r>
            <a:endParaRPr lang="en-US" sz="850" dirty="0">
              <a:cs typeface="Segoe UI Light"/>
            </a:endParaRPr>
          </a:p>
          <a:p>
            <a:pPr>
              <a:buFont typeface="Arial" panose="020B0604020202020204" pitchFamily="34" charset="0"/>
              <a:buChar char="•"/>
            </a:pPr>
            <a:r>
              <a:rPr lang="en-US" sz="850" dirty="0">
                <a:latin typeface="Segoe UI Light"/>
                <a:cs typeface="Segoe UI Light"/>
              </a:rPr>
              <a:t> 3:15-4:15: 4-Natural Language Processing  </a:t>
            </a:r>
            <a:endParaRPr lang="en-US" sz="850" dirty="0">
              <a:cs typeface="Segoe UI Light"/>
            </a:endParaRPr>
          </a:p>
          <a:p>
            <a:pPr>
              <a:buFont typeface="Arial" panose="020B0604020202020204" pitchFamily="34" charset="0"/>
              <a:buChar char="•"/>
            </a:pPr>
            <a:r>
              <a:rPr lang="en-US" sz="850" dirty="0">
                <a:latin typeface="Segoe UI Light"/>
                <a:cs typeface="Segoe UI Light"/>
              </a:rPr>
              <a:t> 4:15-4:45: 4-Natural Language Processing (Lab)  </a:t>
            </a:r>
            <a:endParaRPr lang="en-US" sz="850" dirty="0">
              <a:cs typeface="Segoe UI Light" pitchFamily="34" charset="0"/>
            </a:endParaRPr>
          </a:p>
          <a:p>
            <a:pPr>
              <a:buFont typeface="Arial" panose="020B0604020202020204" pitchFamily="34" charset="0"/>
              <a:buChar char="•"/>
            </a:pPr>
            <a:r>
              <a:rPr lang="en-US" sz="850" dirty="0">
                <a:latin typeface="Segoe UI Light"/>
                <a:cs typeface="Segoe UI Light"/>
              </a:rPr>
              <a:t> 4:45-5:00: Summary and Next Steps  </a:t>
            </a:r>
            <a:endParaRPr lang="en-US" sz="850" dirty="0">
              <a:cs typeface="Segoe UI Light" pitchFamily="34" charset="0"/>
            </a:endParaRPr>
          </a:p>
          <a:p>
            <a:endParaRPr lang="en-US" dirty="0"/>
          </a:p>
          <a:p>
            <a:r>
              <a:rPr lang="en-US" dirty="0"/>
              <a:t>Avoid "over-teaching" and the temptation to expand on what's in the slides – remember that this is a </a:t>
            </a:r>
            <a:r>
              <a:rPr lang="en-US" i="1" dirty="0"/>
              <a:t>fundamentals</a:t>
            </a:r>
            <a:r>
              <a:rPr lang="en-US" i="0" dirty="0"/>
              <a:t> level course, and your own knowledge most likely exceeds the scope of what needs to be covered!</a:t>
            </a:r>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695049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is a good time to explain / demonstrate the lab environment for this course.</a:t>
            </a:r>
          </a:p>
          <a:p>
            <a:endParaRPr lang="en-US" dirty="0"/>
          </a:p>
          <a:p>
            <a:r>
              <a:rPr lang="en-US" dirty="0"/>
              <a:t>The lab instructions are in the GitHub repo associated with this course. If you are using a solution from an authorized lab </a:t>
            </a:r>
            <a:r>
              <a:rPr lang="en-US" dirty="0" err="1"/>
              <a:t>hoster</a:t>
            </a:r>
            <a:r>
              <a:rPr lang="en-US" dirty="0"/>
              <a:t>, there should be a hosted Virtual Machine and an Azure subscription for each student; and the instructions from GitHub may be displayed in the hosted VM environment.</a:t>
            </a:r>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Most labs can be completed using only a browser, and students may find this offers better networking performance than using the hosted VM.</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r>
              <a:rPr lang="en-US" dirty="0"/>
              <a:t>Given that this is a fundamentals-level class, avoid overwhelming students with too much detail. Demonstrate now how to log into the virtual machine environment (if used) or access the instructions in GitHub, how to determine the Azure credentials to use, and how to follow the link to the instructions in Learn. You may also consider demonstrating how you want students to complete each lab as you get to them.</a:t>
            </a:r>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7532588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17124867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Master" Target="../slideMasters/slideMaster4.xml"/><Relationship Id="rId4" Type="http://schemas.openxmlformats.org/officeDocument/2006/relationships/image" Target="../media/image20.jpe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21.png"/><Relationship Id="rId1" Type="http://schemas.openxmlformats.org/officeDocument/2006/relationships/slideMaster" Target="../slideMasters/slideMaster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Master" Target="../slideMasters/slideMaster4.xml"/><Relationship Id="rId4" Type="http://schemas.openxmlformats.org/officeDocument/2006/relationships/image" Target="../media/image31.jpeg"/></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4.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5.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5.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5.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728665027"/>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userDrawn="1">
          <p15:clr>
            <a:srgbClr val="C35EA4"/>
          </p15:clr>
        </p15:guide>
        <p15:guide id="11" pos="2993">
          <p15:clr>
            <a:srgbClr val="5ACBF0"/>
          </p15:clr>
        </p15:guide>
        <p15:guide id="12" pos="3543" userDrawn="1">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689229390"/>
      </p:ext>
    </p:extLst>
  </p:cSld>
  <p:clrMapOvr>
    <a:masterClrMapping/>
  </p:clrMapOvr>
  <p:transition>
    <p:fade/>
  </p:transition>
  <p:extLst>
    <p:ext uri="{DCECCB84-F9BA-43D5-87BE-67443E8EF086}">
      <p15:sldGuideLst xmlns:p15="http://schemas.microsoft.com/office/powerpoint/2012/main">
        <p15:guide id="2" pos="3360" userDrawn="1">
          <p15:clr>
            <a:srgbClr val="FBAE40"/>
          </p15:clr>
        </p15:guide>
        <p15:guide id="5" orient="horz" pos="2160">
          <p15:clr>
            <a:srgbClr val="FBAE40"/>
          </p15:clr>
        </p15:guide>
        <p15:guide id="6" pos="2991">
          <p15:clr>
            <a:srgbClr val="5ACBF0"/>
          </p15:clr>
        </p15:guide>
        <p15:guide id="7" pos="3728" userDrawn="1">
          <p15:clr>
            <a:srgbClr val="C35EA4"/>
          </p15:clr>
        </p15:guide>
        <p15:guide id="8" pos="3544" userDrawn="1">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2429512451"/>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userDrawn="1">
          <p15:clr>
            <a:srgbClr val="C35EA4"/>
          </p15:clr>
        </p15:guide>
        <p15:guide id="5" pos="2993">
          <p15:clr>
            <a:srgbClr val="5ACBF0"/>
          </p15:clr>
        </p15:guide>
        <p15:guide id="6" pos="3547" userDrawn="1">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a:t>Speaker name</a:t>
            </a:r>
          </a:p>
        </p:txBody>
      </p:sp>
      <p:pic>
        <p:nvPicPr>
          <p:cNvPr id="9" name="Picture 8">
            <a:extLst>
              <a:ext uri="{FF2B5EF4-FFF2-40B4-BE49-F238E27FC236}">
                <a16:creationId xmlns:a16="http://schemas.microsoft.com/office/drawing/2014/main" id="{E631573B-58F8-43B4-8E3E-6F895442CB9B}"/>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8976025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pic>
        <p:nvPicPr>
          <p:cNvPr id="6" name="Picture 5">
            <a:extLst>
              <a:ext uri="{FF2B5EF4-FFF2-40B4-BE49-F238E27FC236}">
                <a16:creationId xmlns:a16="http://schemas.microsoft.com/office/drawing/2014/main" id="{C381C0FB-0396-463F-9527-BACCE968684E}"/>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5555108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userDrawn="1">
          <p15:clr>
            <a:srgbClr val="5ACBF0"/>
          </p15:clr>
        </p15:guide>
        <p15:guide id="3" orient="horz" pos="1914" userDrawn="1">
          <p15:clr>
            <a:srgbClr val="5ACBF0"/>
          </p15:clr>
        </p15:guide>
        <p15:guide id="4" orient="horz" pos="2505"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deo slide 2">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spTree>
    <p:extLst>
      <p:ext uri="{BB962C8B-B14F-4D97-AF65-F5344CB8AC3E}">
        <p14:creationId xmlns:p14="http://schemas.microsoft.com/office/powerpoint/2010/main" val="17211484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59104CAE-91B8-4A7E-9F8E-214C5F88093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1000664"/>
          </a:xfrm>
          <a:solidFill>
            <a:srgbClr val="0070C0"/>
          </a:solidFill>
        </p:spPr>
        <p:txBody>
          <a:bodyPr anchor="b"/>
          <a:lstStyle>
            <a:lvl1pPr algn="l">
              <a:defRPr sz="6000">
                <a:solidFill>
                  <a:schemeClr val="bg1"/>
                </a:solidFill>
              </a:defRPr>
            </a:lvl1pPr>
          </a:lstStyle>
          <a:p>
            <a:r>
              <a:rPr lang="en-US"/>
              <a:t> Click to edit Master title style</a:t>
            </a:r>
          </a:p>
        </p:txBody>
      </p:sp>
    </p:spTree>
    <p:extLst>
      <p:ext uri="{BB962C8B-B14F-4D97-AF65-F5344CB8AC3E}">
        <p14:creationId xmlns:p14="http://schemas.microsoft.com/office/powerpoint/2010/main" val="5348823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11527229-DBED-4F7D-9D9A-03EC2258F26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7" name="Picture 6">
            <a:extLst>
              <a:ext uri="{FF2B5EF4-FFF2-40B4-BE49-F238E27FC236}">
                <a16:creationId xmlns:a16="http://schemas.microsoft.com/office/drawing/2014/main" id="{77B5DF3C-6C8F-43BE-92C2-BE4537BFD6E7}"/>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411737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12" name="MS logo white - EMF" descr="Microsoft logo white text version">
            <a:extLst>
              <a:ext uri="{FF2B5EF4-FFF2-40B4-BE49-F238E27FC236}">
                <a16:creationId xmlns:a16="http://schemas.microsoft.com/office/drawing/2014/main" id="{788172BF-1F8C-429F-A472-2CEAB6929203}"/>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 name="Rectangle 7">
            <a:extLst>
              <a:ext uri="{FF2B5EF4-FFF2-40B4-BE49-F238E27FC236}">
                <a16:creationId xmlns:a16="http://schemas.microsoft.com/office/drawing/2014/main" id="{8C397809-3ACE-4D4E-AD46-9C3195293B59}"/>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240D"/>
              </a:solidFill>
              <a:ea typeface="Segoe UI" pitchFamily="34" charset="0"/>
              <a:cs typeface="Segoe UI" pitchFamily="34" charset="0"/>
            </a:endParaRPr>
          </a:p>
        </p:txBody>
      </p:sp>
      <p:pic>
        <p:nvPicPr>
          <p:cNvPr id="11" name="Picture 10">
            <a:extLst>
              <a:ext uri="{FF2B5EF4-FFF2-40B4-BE49-F238E27FC236}">
                <a16:creationId xmlns:a16="http://schemas.microsoft.com/office/drawing/2014/main" id="{589166D5-15A2-4B98-8331-AD06974AE2E8}"/>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4091489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10" name="MS logo white - EMF" descr="Microsoft logo white text version">
            <a:extLst>
              <a:ext uri="{FF2B5EF4-FFF2-40B4-BE49-F238E27FC236}">
                <a16:creationId xmlns:a16="http://schemas.microsoft.com/office/drawing/2014/main" id="{CA27734F-A502-4B5B-8EC7-6E115B31C6C6}"/>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8" name="Rectangle 7">
            <a:extLst>
              <a:ext uri="{FF2B5EF4-FFF2-40B4-BE49-F238E27FC236}">
                <a16:creationId xmlns:a16="http://schemas.microsoft.com/office/drawing/2014/main" id="{2D0C4B04-9C9F-465F-9951-6B4E6D55422A}"/>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BFBA0094-BABD-45E8-8EA6-9DA003B4CDB7}"/>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593613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10" name="MS logo white - EMF" descr="Microsoft logo white text version">
            <a:extLst>
              <a:ext uri="{FF2B5EF4-FFF2-40B4-BE49-F238E27FC236}">
                <a16:creationId xmlns:a16="http://schemas.microsoft.com/office/drawing/2014/main" id="{CC434C0E-1C79-42AF-9F32-26BBBFEF9023}"/>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68683694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4528113"/>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706078"/>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60773406"/>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35004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5885457"/>
      </p:ext>
    </p:extLst>
  </p:cSld>
  <p:clrMapOvr>
    <a:masterClrMapping/>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with gri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014188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93148141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025650"/>
            <a:ext cx="4161981" cy="1107996"/>
          </a:xfrm>
        </p:spPr>
        <p:txBody>
          <a:bodyPr wrap="square" rIns="0" anchor="b">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Title format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1"/>
            <a:ext cx="4162425" cy="307777"/>
          </a:xfrm>
        </p:spPr>
        <p:txBody>
          <a:bodyPr/>
          <a:lstStyle>
            <a:lvl1pPr marL="0" indent="0">
              <a:buNone/>
              <a:defRPr sz="20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Edit Master text styles</a:t>
            </a:r>
          </a:p>
        </p:txBody>
      </p:sp>
      <p:sp>
        <p:nvSpPr>
          <p:cNvPr id="5" name="Picture Placeholder">
            <a:extLst>
              <a:ext uri="{FF2B5EF4-FFF2-40B4-BE49-F238E27FC236}">
                <a16:creationId xmlns:a16="http://schemas.microsoft.com/office/drawing/2014/main" id="{6178F5D2-7CA2-4202-8FD2-95D8F7A2E98D}"/>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1952163360"/>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904">
          <p15:clr>
            <a:srgbClr val="5ACBF0"/>
          </p15:clr>
        </p15:guide>
        <p15:guide id="7" orient="horz" pos="1276">
          <p15:clr>
            <a:srgbClr val="5ACBF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025" y="2875002"/>
            <a:ext cx="4161981" cy="1107996"/>
          </a:xfrm>
        </p:spPr>
        <p:txBody>
          <a:bodyPr wrap="square" rIns="0" anchor="ctr" anchorCtr="0">
            <a:spAutoFit/>
          </a:bodyPr>
          <a:lstStyle>
            <a:lvl1pPr>
              <a:lnSpc>
                <a:spcPct val="100000"/>
              </a:lnSpc>
              <a:defRPr sz="3600" b="0" spc="-49"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Title  </a:t>
            </a:r>
          </a:p>
        </p:txBody>
      </p:sp>
      <p:sp>
        <p:nvSpPr>
          <p:cNvPr id="4" name="Picture Placeholder">
            <a:extLst>
              <a:ext uri="{FF2B5EF4-FFF2-40B4-BE49-F238E27FC236}">
                <a16:creationId xmlns:a16="http://schemas.microsoft.com/office/drawing/2014/main" id="{3956AAB8-C2DF-40F3-A72B-0FA6F47702E6}"/>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420898150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5" orient="horz" pos="2160">
          <p15:clr>
            <a:srgbClr val="FBAE40"/>
          </p15:clr>
        </p15:guide>
        <p15:guide id="6" pos="2991">
          <p15:clr>
            <a:srgbClr val="5ACBF0"/>
          </p15:clr>
        </p15:guide>
        <p15:guide id="7" pos="3728">
          <p15:clr>
            <a:srgbClr val="C35EA4"/>
          </p15:clr>
        </p15:guide>
        <p15:guide id="8" pos="3544">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4200" y="2981637"/>
            <a:ext cx="4160520" cy="861774"/>
          </a:xfrm>
        </p:spPr>
        <p:txBody>
          <a:bodyPr wrap="square" anchor="t">
            <a:spAutoFit/>
          </a:bodyPr>
          <a:lstStyle>
            <a:lvl1pPr>
              <a:lnSpc>
                <a:spcPct val="100000"/>
              </a:lnSpc>
              <a:defRPr sz="2800" b="0" spc="0" baseline="0">
                <a:gradFill>
                  <a:gsLst>
                    <a:gs pos="1250">
                      <a:schemeClr val="tx1"/>
                    </a:gs>
                    <a:gs pos="100000">
                      <a:schemeClr val="tx1"/>
                    </a:gs>
                  </a:gsLst>
                  <a:lin ang="5400000" scaled="0"/>
                </a:gradFill>
                <a:latin typeface="+mj-lt"/>
                <a:cs typeface="Segoe UI Semilight" panose="020B0402040204020203" pitchFamily="34" charset="0"/>
              </a:defRPr>
            </a:lvl1pPr>
          </a:lstStyle>
          <a:p>
            <a:r>
              <a:rPr lang="en-US"/>
              <a:t>Square photo layout with smaller text</a:t>
            </a:r>
          </a:p>
        </p:txBody>
      </p:sp>
      <p:sp>
        <p:nvSpPr>
          <p:cNvPr id="4" name="Picture Placeholder">
            <a:extLst>
              <a:ext uri="{FF2B5EF4-FFF2-40B4-BE49-F238E27FC236}">
                <a16:creationId xmlns:a16="http://schemas.microsoft.com/office/drawing/2014/main" id="{18102CFD-D7DD-461F-B675-FAE01404E555}"/>
              </a:ext>
            </a:extLst>
          </p:cNvPr>
          <p:cNvSpPr>
            <a:spLocks noGrp="1"/>
          </p:cNvSpPr>
          <p:nvPr>
            <p:ph type="pic" sz="quarter" idx="11" hasCustomPrompt="1"/>
          </p:nvPr>
        </p:nvSpPr>
        <p:spPr bwMode="gray">
          <a:xfrm>
            <a:off x="5334000" y="0"/>
            <a:ext cx="6858000" cy="6858000"/>
          </a:xfrm>
          <a:blipFill>
            <a:blip r:embed="rId2"/>
            <a:stretch>
              <a:fillRect/>
            </a:stretch>
          </a:blipFill>
        </p:spPr>
        <p:txBody>
          <a:bodyPr lIns="0" tIns="2011680" rIns="0" anchor="t" anchorCtr="0">
            <a:noAutofit/>
          </a:bodyPr>
          <a:lstStyle>
            <a:lvl1pPr marL="0" indent="0" algn="ctr">
              <a:lnSpc>
                <a:spcPct val="100000"/>
              </a:lnSpc>
              <a:buNone/>
              <a:defRPr sz="1600" b="1">
                <a:solidFill>
                  <a:srgbClr val="FFFFFF"/>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Tree>
    <p:extLst>
      <p:ext uri="{BB962C8B-B14F-4D97-AF65-F5344CB8AC3E}">
        <p14:creationId xmlns:p14="http://schemas.microsoft.com/office/powerpoint/2010/main" val="337308382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a:t>Speaker name</a:t>
            </a:r>
          </a:p>
        </p:txBody>
      </p:sp>
      <p:pic>
        <p:nvPicPr>
          <p:cNvPr id="7" name="Picture 6">
            <a:extLst>
              <a:ext uri="{FF2B5EF4-FFF2-40B4-BE49-F238E27FC236}">
                <a16:creationId xmlns:a16="http://schemas.microsoft.com/office/drawing/2014/main" id="{EBA4B0D9-E738-4241-851E-02087D63F02F}"/>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73998807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em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07777"/>
          </a:xfrm>
          <a:noFill/>
        </p:spPr>
        <p:txBody>
          <a:bodyPr lIns="0" tIns="0" rIns="0" bIns="0">
            <a:spAutoFit/>
          </a:bodyPr>
          <a:lstStyle>
            <a:lvl1pPr marL="0" indent="0">
              <a:spcBef>
                <a:spcPts val="0"/>
              </a:spcBef>
              <a:spcAft>
                <a:spcPts val="0"/>
              </a:spcAft>
              <a:buFont typeface="Arial" panose="020B0604020202020204" pitchFamily="34" charset="0"/>
              <a:buNone/>
              <a:defRPr sz="2000" spc="0" baseline="0">
                <a:gradFill>
                  <a:gsLst>
                    <a:gs pos="0">
                      <a:schemeClr val="tx1"/>
                    </a:gs>
                    <a:gs pos="100000">
                      <a:schemeClr val="tx1"/>
                    </a:gs>
                  </a:gsLst>
                  <a:lin ang="5400000" scaled="0"/>
                </a:gradFill>
                <a:latin typeface="+mn-lt"/>
              </a:defRPr>
            </a:lvl1pPr>
          </a:lstStyle>
          <a:p>
            <a:pPr lvl="0"/>
            <a:r>
              <a:rPr lang="en-US"/>
              <a:t>Speaker name</a:t>
            </a:r>
          </a:p>
        </p:txBody>
      </p:sp>
    </p:spTree>
    <p:extLst>
      <p:ext uri="{BB962C8B-B14F-4D97-AF65-F5344CB8AC3E}">
        <p14:creationId xmlns:p14="http://schemas.microsoft.com/office/powerpoint/2010/main" val="3688632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Vide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pic>
        <p:nvPicPr>
          <p:cNvPr id="6" name="Picture 5">
            <a:extLst>
              <a:ext uri="{FF2B5EF4-FFF2-40B4-BE49-F238E27FC236}">
                <a16:creationId xmlns:a16="http://schemas.microsoft.com/office/drawing/2014/main" id="{8E4B8222-5199-4513-8941-5675C42113A9}"/>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4613808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Video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Video</a:t>
            </a:r>
          </a:p>
        </p:txBody>
      </p:sp>
    </p:spTree>
    <p:extLst>
      <p:ext uri="{BB962C8B-B14F-4D97-AF65-F5344CB8AC3E}">
        <p14:creationId xmlns:p14="http://schemas.microsoft.com/office/powerpoint/2010/main" val="2417125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1">
          <p15:clr>
            <a:srgbClr val="5ACBF0"/>
          </p15:clr>
        </p15:guide>
        <p15:guide id="3" orient="horz" pos="1914">
          <p15:clr>
            <a:srgbClr val="5ACBF0"/>
          </p15:clr>
        </p15:guide>
        <p15:guide id="4" orient="horz" pos="2505">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5A27FA71-E6D6-496C-95C6-956CF28B81A5}"/>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16502756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71657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093403"/>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68010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p15:clr>
            <a:srgbClr val="5ACBF0"/>
          </p15:clr>
        </p15:guide>
        <p15:guide id="2" orient="horz" pos="1272">
          <p15:clr>
            <a:srgbClr val="5ACBF0"/>
          </p15:clr>
        </p15:guide>
        <p15:guide id="3" orient="horz" pos="288">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1256262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5">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6" name="MS logo gray - EMF" descr="Microsoft logo, gray text version">
            <a:extLst>
              <a:ext uri="{FF2B5EF4-FFF2-40B4-BE49-F238E27FC236}">
                <a16:creationId xmlns:a16="http://schemas.microsoft.com/office/drawing/2014/main" id="{6EB48F5B-FA46-418B-8BEE-9F0C23C84A5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24579271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833038121"/>
      </p:ext>
    </p:extLst>
  </p:cSld>
  <p:clrMapOvr>
    <a:masterClrMapping/>
  </p:clrMapOvr>
  <p:transition>
    <p:fade/>
  </p:transition>
  <p:extLst>
    <p:ext uri="{DCECCB84-F9BA-43D5-87BE-67443E8EF086}">
      <p15:sldGuideLst xmlns:p15="http://schemas.microsoft.com/office/powerpoint/2012/main">
        <p15:guide id="1" orient="horz" pos="904">
          <p15:clr>
            <a:srgbClr val="5ACBF0"/>
          </p15:clr>
        </p15:guide>
        <p15:guide id="2" orient="horz" pos="288">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mms &amp; Media 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15625"/>
          <a:stretch/>
        </p:blipFill>
        <p:spPr>
          <a:xfrm flipH="1">
            <a:off x="0" y="0"/>
            <a:ext cx="12192000" cy="6858000"/>
          </a:xfrm>
          <a:prstGeom prst="rect">
            <a:avLst/>
          </a:prstGeom>
        </p:spPr>
      </p:pic>
      <p:sp>
        <p:nvSpPr>
          <p:cNvPr id="6" name="Rectangle 5"/>
          <p:cNvSpPr/>
          <p:nvPr/>
        </p:nvSpPr>
        <p:spPr>
          <a:xfrm>
            <a:off x="0" y="0"/>
            <a:ext cx="5404104" cy="6858000"/>
          </a:xfrm>
          <a:prstGeom prst="rect">
            <a:avLst/>
          </a:prstGeom>
          <a:solidFill>
            <a:srgbClr val="000000">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p>
            <a:pPr algn="r"/>
            <a:endParaRPr lang="en-US" sz="1200" err="1"/>
          </a:p>
        </p:txBody>
      </p:sp>
      <p:sp>
        <p:nvSpPr>
          <p:cNvPr id="9" name="Title 1"/>
          <p:cNvSpPr>
            <a:spLocks noGrp="1"/>
          </p:cNvSpPr>
          <p:nvPr>
            <p:ph type="title" hasCustomPrompt="1"/>
          </p:nvPr>
        </p:nvSpPr>
        <p:spPr bwMode="ltGray">
          <a:xfrm>
            <a:off x="228599" y="275423"/>
            <a:ext cx="5175505" cy="3616381"/>
          </a:xfrm>
          <a:noFill/>
        </p:spPr>
        <p:txBody>
          <a:bodyPr vert="horz" lIns="137160" tIns="91440" rIns="137160" bIns="0" rtlCol="0" anchor="b" anchorCtr="0">
            <a:normAutofit/>
          </a:bodyPr>
          <a:lstStyle>
            <a:lvl1pPr algn="l">
              <a:defRPr lang="en-US" sz="4800" b="1" spc="-100" baseline="0" dirty="0">
                <a:solidFill>
                  <a:schemeClr val="bg1"/>
                </a:solidFill>
                <a:latin typeface="+mn-lt"/>
                <a:cs typeface="Segoe UI Semibold" panose="020B0702040204020203" pitchFamily="34" charset="0"/>
              </a:defRPr>
            </a:lvl1pPr>
          </a:lstStyle>
          <a:p>
            <a:pPr lvl="0"/>
            <a:r>
              <a:rPr lang="en-US"/>
              <a:t>Presentation title</a:t>
            </a:r>
          </a:p>
        </p:txBody>
      </p:sp>
      <p:sp>
        <p:nvSpPr>
          <p:cNvPr id="4" name="Text Placeholder 3"/>
          <p:cNvSpPr>
            <a:spLocks noGrp="1"/>
          </p:cNvSpPr>
          <p:nvPr>
            <p:ph type="body" sz="quarter" idx="10" hasCustomPrompt="1"/>
          </p:nvPr>
        </p:nvSpPr>
        <p:spPr>
          <a:xfrm>
            <a:off x="228600" y="5663820"/>
            <a:ext cx="3784600" cy="889380"/>
          </a:xfrm>
        </p:spPr>
        <p:txBody>
          <a:bodyPr lIns="137160" tIns="91440" rIns="137160" bIns="137160" anchor="b">
            <a:noAutofit/>
          </a:bodyPr>
          <a:lstStyle>
            <a:lvl1pPr marL="0" indent="0" algn="l">
              <a:spcBef>
                <a:spcPts val="0"/>
              </a:spcBef>
              <a:buNone/>
              <a:defRPr sz="1400">
                <a:solidFill>
                  <a:schemeClr val="bg1"/>
                </a:solidFill>
              </a:defRPr>
            </a:lvl1pPr>
            <a:lvl2pPr marL="281668" indent="0">
              <a:buNone/>
              <a:defRPr sz="2000">
                <a:solidFill>
                  <a:schemeClr val="bg1"/>
                </a:solidFill>
              </a:defRPr>
            </a:lvl2pPr>
            <a:lvl3pPr marL="588461" indent="0">
              <a:buNone/>
              <a:defRPr sz="2000">
                <a:solidFill>
                  <a:schemeClr val="bg1"/>
                </a:solidFill>
              </a:defRPr>
            </a:lvl3pPr>
            <a:lvl4pPr marL="870129" indent="0">
              <a:buNone/>
              <a:defRPr sz="2000">
                <a:solidFill>
                  <a:schemeClr val="bg1"/>
                </a:solidFill>
              </a:defRPr>
            </a:lvl4pPr>
            <a:lvl5pPr marL="1105512" indent="0">
              <a:buNone/>
              <a:defRPr sz="2000">
                <a:solidFill>
                  <a:schemeClr val="bg1"/>
                </a:solidFill>
              </a:defRPr>
            </a:lvl5pPr>
          </a:lstStyle>
          <a:p>
            <a:pPr lvl="0"/>
            <a:r>
              <a:rPr lang="en-US"/>
              <a:t>Speaker Name</a:t>
            </a:r>
          </a:p>
          <a:p>
            <a:pPr lvl="0"/>
            <a:r>
              <a:rPr lang="en-US"/>
              <a:t>Date</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46659" y="7903765"/>
            <a:ext cx="1740540" cy="640080"/>
          </a:xfrm>
          <a:prstGeom prst="rect">
            <a:avLst/>
          </a:prstGeom>
        </p:spPr>
      </p:pic>
      <p:sp>
        <p:nvSpPr>
          <p:cNvPr id="5" name="Text Placeholder 4"/>
          <p:cNvSpPr>
            <a:spLocks noGrp="1"/>
          </p:cNvSpPr>
          <p:nvPr>
            <p:ph type="body" sz="quarter" idx="11"/>
          </p:nvPr>
        </p:nvSpPr>
        <p:spPr>
          <a:xfrm>
            <a:off x="228600" y="3891805"/>
            <a:ext cx="3886200" cy="1658120"/>
          </a:xfrm>
        </p:spPr>
        <p:txBody>
          <a:bodyPr lIns="137160" tIns="0" rIns="137160" bIns="137160">
            <a:noAutofit/>
          </a:bodyPr>
          <a:lstStyle>
            <a:lvl1pPr>
              <a:defRPr sz="2400" spc="-80" baseline="0">
                <a:solidFill>
                  <a:schemeClr val="bg1"/>
                </a:solidFill>
              </a:defRPr>
            </a:lvl1pPr>
          </a:lstStyle>
          <a:p>
            <a:pPr lvl="0"/>
            <a:r>
              <a:rPr lang="en-US"/>
              <a:t>Edit Master text styles</a:t>
            </a:r>
          </a:p>
        </p:txBody>
      </p:sp>
      <p:pic>
        <p:nvPicPr>
          <p:cNvPr id="14" name="Picture 1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0246659" y="5993177"/>
            <a:ext cx="1737792" cy="639069"/>
          </a:xfrm>
          <a:prstGeom prst="rect">
            <a:avLst/>
          </a:prstGeom>
        </p:spPr>
      </p:pic>
    </p:spTree>
    <p:extLst>
      <p:ext uri="{BB962C8B-B14F-4D97-AF65-F5344CB8AC3E}">
        <p14:creationId xmlns:p14="http://schemas.microsoft.com/office/powerpoint/2010/main" val="1506524656"/>
      </p:ext>
    </p:extLst>
  </p:cSld>
  <p:clrMapOvr>
    <a:masterClrMapping/>
  </p:clrMapOvr>
  <p:transition>
    <p:fade/>
  </p:transition>
  <p:extLst>
    <p:ext uri="{DCECCB84-F9BA-43D5-87BE-67443E8EF086}">
      <p15:sldGuideLst xmlns:p15="http://schemas.microsoft.com/office/powerpoint/2012/main">
        <p15:guide id="1" pos="4127">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696700" cy="914400"/>
          </a:xfrm>
        </p:spPr>
        <p:txBody>
          <a:bodyPr lIns="91440" tIns="0" rIns="0" bIns="0" anchor="t">
            <a:noAutofit/>
          </a:bodyPr>
          <a:lstStyle>
            <a:lvl1pPr>
              <a:lnSpc>
                <a:spcPct val="100000"/>
              </a:lnSpc>
              <a:defRPr sz="4400"/>
            </a:lvl1pPr>
          </a:lstStyle>
          <a:p>
            <a:r>
              <a:rPr lang="en-US"/>
              <a:t>Click to edit Master title style</a:t>
            </a:r>
          </a:p>
        </p:txBody>
      </p:sp>
      <p:sp>
        <p:nvSpPr>
          <p:cNvPr id="16" name="Text Placeholder 15"/>
          <p:cNvSpPr>
            <a:spLocks noGrp="1"/>
          </p:cNvSpPr>
          <p:nvPr>
            <p:ph type="body" sz="quarter" idx="14"/>
          </p:nvPr>
        </p:nvSpPr>
        <p:spPr>
          <a:xfrm>
            <a:off x="228600" y="1600200"/>
            <a:ext cx="11812548" cy="4577051"/>
          </a:xfrm>
        </p:spPr>
        <p:txBody>
          <a:bodyPr lIns="137160" rIns="137160" bIns="13716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a:solidFill>
                <a:srgbClr val="505050"/>
              </a:solidFill>
            </a:endParaRPr>
          </a:p>
        </p:txBody>
      </p:sp>
      <p:sp>
        <p:nvSpPr>
          <p:cNvPr id="20" name="Footer Placeholder 19"/>
          <p:cNvSpPr>
            <a:spLocks noGrp="1"/>
          </p:cNvSpPr>
          <p:nvPr>
            <p:ph type="ftr" sz="quarter" idx="16"/>
          </p:nvPr>
        </p:nvSpPr>
        <p:spPr>
          <a:xfrm>
            <a:off x="228601" y="6553200"/>
            <a:ext cx="11201400" cy="304801"/>
          </a:xfrm>
        </p:spPr>
        <p:txBody>
          <a:bodyPr/>
          <a:lstStyle/>
          <a:p>
            <a:endParaRPr lang="en-US">
              <a:solidFill>
                <a:srgbClr val="505050"/>
              </a:solidFill>
            </a:endParaRPr>
          </a:p>
        </p:txBody>
      </p:sp>
    </p:spTree>
    <p:extLst>
      <p:ext uri="{BB962C8B-B14F-4D97-AF65-F5344CB8AC3E}">
        <p14:creationId xmlns:p14="http://schemas.microsoft.com/office/powerpoint/2010/main" val="121805399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1696700" cy="914400"/>
          </a:xfrm>
        </p:spPr>
        <p:txBody>
          <a:bodyPr lIns="91440" tIns="0" rIns="0" bIns="0" anchor="t">
            <a:noAutofit/>
          </a:bodyPr>
          <a:lstStyle>
            <a:lvl1pPr>
              <a:lnSpc>
                <a:spcPct val="100000"/>
              </a:lnSpc>
              <a:defRPr sz="4400"/>
            </a:lvl1pPr>
          </a:lstStyle>
          <a:p>
            <a:r>
              <a:rPr lang="en-US"/>
              <a:t>Click to edit Master title style</a:t>
            </a:r>
          </a:p>
        </p:txBody>
      </p:sp>
      <p:sp>
        <p:nvSpPr>
          <p:cNvPr id="19" name="Slide Number Placeholder 18"/>
          <p:cNvSpPr>
            <a:spLocks noGrp="1"/>
          </p:cNvSpPr>
          <p:nvPr>
            <p:ph type="sldNum" sz="quarter" idx="15"/>
          </p:nvPr>
        </p:nvSpPr>
        <p:spPr/>
        <p:txBody>
          <a:bodyPr/>
          <a:lstStyle/>
          <a:p>
            <a:fld id="{FAADACFB-7C71-4E89-89D2-7BBA40B7BFA9}" type="slidenum">
              <a:rPr lang="en-US" smtClean="0">
                <a:solidFill>
                  <a:srgbClr val="505050"/>
                </a:solidFill>
              </a:rPr>
              <a:pPr/>
              <a:t>‹#›</a:t>
            </a:fld>
            <a:endParaRPr lang="en-US">
              <a:solidFill>
                <a:srgbClr val="505050"/>
              </a:solidFill>
            </a:endParaRPr>
          </a:p>
        </p:txBody>
      </p:sp>
      <p:sp>
        <p:nvSpPr>
          <p:cNvPr id="20" name="Footer Placeholder 19"/>
          <p:cNvSpPr>
            <a:spLocks noGrp="1"/>
          </p:cNvSpPr>
          <p:nvPr>
            <p:ph type="ftr" sz="quarter" idx="16"/>
          </p:nvPr>
        </p:nvSpPr>
        <p:spPr>
          <a:xfrm>
            <a:off x="228601" y="6553200"/>
            <a:ext cx="11201400" cy="304801"/>
          </a:xfrm>
        </p:spPr>
        <p:txBody>
          <a:bodyPr/>
          <a:lstStyle/>
          <a:p>
            <a:endParaRPr lang="en-US">
              <a:solidFill>
                <a:srgbClr val="505050"/>
              </a:solidFill>
            </a:endParaRPr>
          </a:p>
        </p:txBody>
      </p:sp>
    </p:spTree>
    <p:extLst>
      <p:ext uri="{BB962C8B-B14F-4D97-AF65-F5344CB8AC3E}">
        <p14:creationId xmlns:p14="http://schemas.microsoft.com/office/powerpoint/2010/main" val="413449804"/>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5"/>
          </p:nvPr>
        </p:nvSpPr>
        <p:spPr>
          <a:xfrm>
            <a:off x="228601" y="6553200"/>
            <a:ext cx="11201400" cy="304801"/>
          </a:xfrm>
        </p:spPr>
        <p:txBody>
          <a:bodyPr/>
          <a:lstStyle/>
          <a:p>
            <a:endParaRPr lang="en-US">
              <a:solidFill>
                <a:srgbClr val="505050"/>
              </a:solidFill>
            </a:endParaRPr>
          </a:p>
        </p:txBody>
      </p:sp>
      <p:sp>
        <p:nvSpPr>
          <p:cNvPr id="3" name="Slide Number Placeholder 2"/>
          <p:cNvSpPr>
            <a:spLocks noGrp="1"/>
          </p:cNvSpPr>
          <p:nvPr>
            <p:ph type="sldNum" sz="quarter" idx="16"/>
          </p:nvPr>
        </p:nvSpPr>
        <p:spPr/>
        <p:txBody>
          <a:bodyPr/>
          <a:lstStyle/>
          <a:p>
            <a:fld id="{FAADACFB-7C71-4E89-89D2-7BBA40B7BFA9}" type="slidenum">
              <a:rPr lang="en-US" smtClean="0">
                <a:solidFill>
                  <a:srgbClr val="505050"/>
                </a:solidFill>
              </a:rPr>
              <a:pPr/>
              <a:t>‹#›</a:t>
            </a:fld>
            <a:endParaRPr lang="en-US">
              <a:solidFill>
                <a:srgbClr val="505050"/>
              </a:solidFill>
            </a:endParaRPr>
          </a:p>
        </p:txBody>
      </p:sp>
    </p:spTree>
    <p:extLst>
      <p:ext uri="{BB962C8B-B14F-4D97-AF65-F5344CB8AC3E}">
        <p14:creationId xmlns:p14="http://schemas.microsoft.com/office/powerpoint/2010/main" val="3281915920"/>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Microsoft logo">
    <p:bg>
      <p:bgPr>
        <a:solidFill>
          <a:srgbClr val="000000"/>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0" y="2717125"/>
            <a:ext cx="3176547" cy="1423751"/>
          </a:xfrm>
          <a:prstGeom prst="rect">
            <a:avLst/>
          </a:prstGeom>
        </p:spPr>
      </p:pic>
    </p:spTree>
    <p:extLst>
      <p:ext uri="{BB962C8B-B14F-4D97-AF65-F5344CB8AC3E}">
        <p14:creationId xmlns:p14="http://schemas.microsoft.com/office/powerpoint/2010/main" val="3054985059"/>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losing slide 1">
    <p:bg>
      <p:bgPr>
        <a:solidFill>
          <a:schemeClr val="tx2"/>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370E04-F3D7-44F1-9863-6604D12FE022}"/>
              </a:ext>
            </a:extLst>
          </p:cNvPr>
          <p:cNvSpPr>
            <a:spLocks noGrp="1"/>
          </p:cNvSpPr>
          <p:nvPr>
            <p:ph type="title" hasCustomPrompt="1"/>
          </p:nvPr>
        </p:nvSpPr>
        <p:spPr>
          <a:xfrm>
            <a:off x="455995" y="1845277"/>
            <a:ext cx="7454644" cy="1473396"/>
          </a:xfrm>
          <a:prstGeom prst="rect">
            <a:avLst/>
          </a:prstGeom>
          <a:noFill/>
        </p:spPr>
        <p:txBody>
          <a:bodyPr lIns="0" tIns="0" rIns="0" bIns="0" anchor="t" anchorCtr="0"/>
          <a:lstStyle>
            <a:lvl1pPr>
              <a:lnSpc>
                <a:spcPct val="100000"/>
              </a:lnSpc>
              <a:spcAft>
                <a:spcPts val="1274"/>
              </a:spcAft>
              <a:defRPr sz="2549" spc="-49" baseline="0">
                <a:solidFill>
                  <a:schemeClr val="bg1"/>
                </a:solidFill>
              </a:defRPr>
            </a:lvl1pPr>
          </a:lstStyle>
          <a:p>
            <a:r>
              <a:rPr lang="en-US"/>
              <a:t>Azure Technical Trainer Role Based Training</a:t>
            </a:r>
          </a:p>
        </p:txBody>
      </p:sp>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170" y="439310"/>
            <a:ext cx="1335673" cy="190278"/>
          </a:xfrm>
          <a:prstGeom prst="rect">
            <a:avLst/>
          </a:prstGeom>
        </p:spPr>
      </p:pic>
      <p:sp>
        <p:nvSpPr>
          <p:cNvPr id="6" name="Text Box 3">
            <a:extLst>
              <a:ext uri="{FF2B5EF4-FFF2-40B4-BE49-F238E27FC236}">
                <a16:creationId xmlns:a16="http://schemas.microsoft.com/office/drawing/2014/main" id="{4071864E-755E-AD40-A80D-10E454980F16}"/>
              </a:ext>
            </a:extLst>
          </p:cNvPr>
          <p:cNvSpPr txBox="1">
            <a:spLocks noChangeArrowheads="1"/>
          </p:cNvSpPr>
          <p:nvPr userDrawn="1"/>
        </p:nvSpPr>
        <p:spPr bwMode="blackWhite">
          <a:xfrm>
            <a:off x="454170" y="6451197"/>
            <a:ext cx="4482124" cy="105619"/>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bg1"/>
                </a:solidFill>
                <a:cs typeface="Segoe UI" pitchFamily="34" charset="0"/>
              </a:rPr>
              <a:t>© Copyright Microsoft Corporation. All rights reserved. </a:t>
            </a:r>
          </a:p>
        </p:txBody>
      </p:sp>
    </p:spTree>
    <p:extLst>
      <p:ext uri="{BB962C8B-B14F-4D97-AF65-F5344CB8AC3E}">
        <p14:creationId xmlns:p14="http://schemas.microsoft.com/office/powerpoint/2010/main" val="3691721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a:t>Azure presentation title </a:t>
            </a:r>
            <a:br>
              <a:rPr lang="en-US"/>
            </a:br>
            <a:r>
              <a:rPr lang="en-US"/>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14584010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a:t>Azure presentation title </a:t>
            </a:r>
            <a:br>
              <a:rPr lang="en-US"/>
            </a:br>
            <a:r>
              <a:rPr lang="en-US"/>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27632137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a:t>Azure presentation title </a:t>
            </a:r>
            <a:br>
              <a:rPr lang="en-US"/>
            </a:br>
            <a:r>
              <a:rPr lang="en-US"/>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177280000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419340-DB0C-B34E-84FE-2AA1A19A58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Tree>
    <p:extLst>
      <p:ext uri="{BB962C8B-B14F-4D97-AF65-F5344CB8AC3E}">
        <p14:creationId xmlns:p14="http://schemas.microsoft.com/office/powerpoint/2010/main" val="1393655620"/>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7" name="Picture 6">
            <a:extLst>
              <a:ext uri="{FF2B5EF4-FFF2-40B4-BE49-F238E27FC236}">
                <a16:creationId xmlns:a16="http://schemas.microsoft.com/office/drawing/2014/main" id="{F64BDF03-4137-9B4F-811A-B300BDF9B2A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86467" y="206105"/>
            <a:ext cx="5583404" cy="6409831"/>
          </a:xfrm>
          <a:prstGeom prst="rect">
            <a:avLst/>
          </a:prstGeom>
        </p:spPr>
      </p:pic>
    </p:spTree>
    <p:extLst>
      <p:ext uri="{BB962C8B-B14F-4D97-AF65-F5344CB8AC3E}">
        <p14:creationId xmlns:p14="http://schemas.microsoft.com/office/powerpoint/2010/main" val="1944358726"/>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6">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8" name="Picture 7">
            <a:extLst>
              <a:ext uri="{FF2B5EF4-FFF2-40B4-BE49-F238E27FC236}">
                <a16:creationId xmlns:a16="http://schemas.microsoft.com/office/drawing/2014/main" id="{67DB9C92-5B22-1645-98AA-DEA153351D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445182" y="321589"/>
            <a:ext cx="5413537" cy="6214821"/>
          </a:xfrm>
          <a:prstGeom prst="rect">
            <a:avLst/>
          </a:prstGeom>
        </p:spPr>
      </p:pic>
    </p:spTree>
    <p:extLst>
      <p:ext uri="{BB962C8B-B14F-4D97-AF65-F5344CB8AC3E}">
        <p14:creationId xmlns:p14="http://schemas.microsoft.com/office/powerpoint/2010/main" val="2283620286"/>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Slid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D76228DA-C78B-F44C-94F8-7128E0B2D7A7}"/>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942E84EF-6F95-A646-8F37-FD94FE90797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spTree>
    <p:extLst>
      <p:ext uri="{BB962C8B-B14F-4D97-AF65-F5344CB8AC3E}">
        <p14:creationId xmlns:p14="http://schemas.microsoft.com/office/powerpoint/2010/main" val="2178091282"/>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Slide 9">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Rectangle 6">
            <a:extLst>
              <a:ext uri="{FF2B5EF4-FFF2-40B4-BE49-F238E27FC236}">
                <a16:creationId xmlns:a16="http://schemas.microsoft.com/office/drawing/2014/main" id="{01443AB1-0CDE-B44D-8883-27DEB7B914EA}"/>
              </a:ext>
            </a:extLst>
          </p:cNvPr>
          <p:cNvSpPr/>
          <p:nvPr userDrawn="1"/>
        </p:nvSpPr>
        <p:spPr bwMode="auto">
          <a:xfrm>
            <a:off x="6111901" y="0"/>
            <a:ext cx="6080099" cy="6858000"/>
          </a:xfrm>
          <a:prstGeom prst="rect">
            <a:avLst/>
          </a:prstGeom>
          <a:solidFill>
            <a:srgbClr val="0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a:solidFill>
                <a:schemeClr val="tx1"/>
              </a:solidFill>
              <a:ea typeface="Segoe UI" pitchFamily="34" charset="0"/>
              <a:cs typeface="Segoe UI" pitchFamily="34" charset="0"/>
            </a:endParaRPr>
          </a:p>
        </p:txBody>
      </p:sp>
      <p:pic>
        <p:nvPicPr>
          <p:cNvPr id="8" name="Picture 7">
            <a:extLst>
              <a:ext uri="{FF2B5EF4-FFF2-40B4-BE49-F238E27FC236}">
                <a16:creationId xmlns:a16="http://schemas.microsoft.com/office/drawing/2014/main" id="{64E0159D-061E-A640-B0A5-C7A703E35A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65055" y="0"/>
            <a:ext cx="5973790" cy="6858000"/>
          </a:xfrm>
          <a:prstGeom prst="rect">
            <a:avLst/>
          </a:prstGeom>
        </p:spPr>
      </p:pic>
    </p:spTree>
    <p:extLst>
      <p:ext uri="{BB962C8B-B14F-4D97-AF65-F5344CB8AC3E}">
        <p14:creationId xmlns:p14="http://schemas.microsoft.com/office/powerpoint/2010/main" val="583632558"/>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1168943"/>
            <a:ext cx="3618381" cy="899665"/>
          </a:xfrm>
          <a:prstGeom prst="rect">
            <a:avLst/>
          </a:prstGeom>
        </p:spPr>
        <p:txBody>
          <a:bodyPr lIns="0" tIns="0" rIns="0" bIns="0"/>
          <a:lstStyle>
            <a:lvl1pPr>
              <a:defRPr sz="1765" spc="0" baseline="0">
                <a:solidFill>
                  <a:srgbClr val="000000"/>
                </a:solidFill>
              </a:defRPr>
            </a:lvl1pPr>
          </a:lstStyle>
          <a:p>
            <a:r>
              <a:rPr lang="en-US"/>
              <a:t>Contents</a:t>
            </a:r>
          </a:p>
        </p:txBody>
      </p:sp>
      <p:sp>
        <p:nvSpPr>
          <p:cNvPr id="4" name="Text Placeholder 3"/>
          <p:cNvSpPr>
            <a:spLocks noGrp="1"/>
          </p:cNvSpPr>
          <p:nvPr>
            <p:ph type="body" sz="quarter" idx="10" hasCustomPrompt="1"/>
          </p:nvPr>
        </p:nvSpPr>
        <p:spPr>
          <a:xfrm>
            <a:off x="6229843" y="1168943"/>
            <a:ext cx="547437" cy="3786998"/>
          </a:xfrm>
          <a:prstGeom prst="rect">
            <a:avLst/>
          </a:prstGeom>
        </p:spPr>
        <p:txBody>
          <a:bodyPr wrap="square" lIns="0" tIns="0" rIns="0" bIns="0">
            <a:noAutofit/>
          </a:bodyPr>
          <a:lstStyle>
            <a:lvl1pPr marL="0" indent="0" defTabSz="507330">
              <a:spcAft>
                <a:spcPts val="490"/>
              </a:spcAft>
              <a:buNone/>
              <a:defRPr sz="1765" spc="0" baseline="0">
                <a:solidFill>
                  <a:schemeClr val="tx2"/>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a:t>##</a:t>
            </a:r>
            <a:br>
              <a:rPr lang="en-US"/>
            </a:br>
            <a:r>
              <a:rPr lang="en-US"/>
              <a:t>##</a:t>
            </a:r>
            <a:br>
              <a:rPr lang="en-US"/>
            </a:br>
            <a:r>
              <a:rPr lang="en-US"/>
              <a:t>##</a:t>
            </a:r>
            <a:br>
              <a:rPr lang="en-US"/>
            </a:br>
            <a:r>
              <a:rPr lang="en-US"/>
              <a:t>##</a:t>
            </a:r>
            <a:br>
              <a:rPr lang="en-US"/>
            </a:br>
            <a:r>
              <a:rPr lang="en-US"/>
              <a:t>##</a:t>
            </a:r>
          </a:p>
        </p:txBody>
      </p:sp>
      <p:sp>
        <p:nvSpPr>
          <p:cNvPr id="11" name="Text Placeholder 3">
            <a:extLst>
              <a:ext uri="{FF2B5EF4-FFF2-40B4-BE49-F238E27FC236}">
                <a16:creationId xmlns:a16="http://schemas.microsoft.com/office/drawing/2014/main" id="{FF941B29-79EC-DD49-A767-757BAE16FCDB}"/>
              </a:ext>
            </a:extLst>
          </p:cNvPr>
          <p:cNvSpPr>
            <a:spLocks noGrp="1"/>
          </p:cNvSpPr>
          <p:nvPr>
            <p:ph type="body" sz="quarter" idx="11" hasCustomPrompt="1"/>
          </p:nvPr>
        </p:nvSpPr>
        <p:spPr>
          <a:xfrm>
            <a:off x="6777280" y="1168942"/>
            <a:ext cx="3290380" cy="3786998"/>
          </a:xfrm>
          <a:prstGeom prst="rect">
            <a:avLst/>
          </a:prstGeom>
        </p:spPr>
        <p:txBody>
          <a:bodyPr wrap="square" lIns="0" tIns="0" rIns="0" bIns="0">
            <a:noAutofit/>
          </a:bodyPr>
          <a:lstStyle>
            <a:lvl1pPr marL="0" indent="0" defTabSz="507330">
              <a:spcAft>
                <a:spcPts val="490"/>
              </a:spcAft>
              <a:buNone/>
              <a:defRPr sz="1765" spc="0" baseline="0">
                <a:solidFill>
                  <a:srgbClr val="000000"/>
                </a:solidFill>
              </a:defRPr>
            </a:lvl1pPr>
            <a:lvl2pPr marL="224097" indent="0">
              <a:buNone/>
              <a:defRPr sz="1765"/>
            </a:lvl2pPr>
            <a:lvl3pPr marL="448193" indent="0">
              <a:buNone/>
              <a:defRPr sz="1765"/>
            </a:lvl3pPr>
            <a:lvl4pPr marL="672290" indent="0">
              <a:buNone/>
              <a:defRPr sz="1765"/>
            </a:lvl4pPr>
            <a:lvl5pPr marL="896386" indent="0">
              <a:buNone/>
              <a:defRPr sz="1765"/>
            </a:lvl5pPr>
          </a:lstStyle>
          <a:p>
            <a:pPr lvl="0"/>
            <a:r>
              <a:rPr lang="en-US"/>
              <a:t>Section Title</a:t>
            </a:r>
            <a:br>
              <a:rPr lang="en-US"/>
            </a:br>
            <a:r>
              <a:rPr lang="en-US"/>
              <a:t>Section Title</a:t>
            </a:r>
            <a:br>
              <a:rPr lang="en-US"/>
            </a:br>
            <a:r>
              <a:rPr lang="en-US"/>
              <a:t>Section Title</a:t>
            </a:r>
            <a:br>
              <a:rPr lang="en-US"/>
            </a:br>
            <a:r>
              <a:rPr lang="en-US"/>
              <a:t>Section Title</a:t>
            </a:r>
            <a:br>
              <a:rPr lang="en-US"/>
            </a:br>
            <a:r>
              <a:rPr lang="en-US"/>
              <a:t>Section Title</a:t>
            </a:r>
          </a:p>
        </p:txBody>
      </p:sp>
      <p:sp>
        <p:nvSpPr>
          <p:cNvPr id="16" name="Text Box 3">
            <a:extLst>
              <a:ext uri="{FF2B5EF4-FFF2-40B4-BE49-F238E27FC236}">
                <a16:creationId xmlns:a16="http://schemas.microsoft.com/office/drawing/2014/main" id="{A2F7DAD6-99FA-B74A-87E5-BFA3CB237070}"/>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360548263"/>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4" name="Text Placeholder 3"/>
          <p:cNvSpPr>
            <a:spLocks noGrp="1"/>
          </p:cNvSpPr>
          <p:nvPr>
            <p:ph type="body" sz="quarter" idx="10" hasCustomPrompt="1"/>
          </p:nvPr>
        </p:nvSpPr>
        <p:spPr>
          <a:xfrm>
            <a:off x="455995" y="1922801"/>
            <a:ext cx="11306469" cy="287771"/>
          </a:xfrm>
          <a:prstGeom prst="rect">
            <a:avLst/>
          </a:prstGeom>
        </p:spPr>
        <p:txBody>
          <a:bodyPr wrap="square" lIns="0" tIns="0" rIns="0" bIns="0">
            <a:spAutoFit/>
          </a:bodyPr>
          <a:lstStyle>
            <a:lvl1pPr marL="0" indent="0">
              <a:lnSpc>
                <a:spcPts val="2353"/>
              </a:lnSpc>
              <a:buNone/>
              <a:defRPr sz="1961" b="0" i="0" spc="0">
                <a:solidFill>
                  <a:srgbClr val="000000"/>
                </a:solidFill>
                <a:latin typeface="+mj-lt"/>
              </a:defRPr>
            </a:lvl1pPr>
            <a:lvl2pPr marL="0" indent="0">
              <a:lnSpc>
                <a:spcPts val="2353"/>
              </a:lnSpc>
              <a:buNone/>
              <a:defRPr spc="0">
                <a:solidFill>
                  <a:srgbClr val="000000"/>
                </a:solidFill>
                <a:latin typeface="+mn-lt"/>
              </a:defRPr>
            </a:lvl2pPr>
            <a:lvl3pPr marL="448193" indent="0">
              <a:buNone/>
              <a:defRPr/>
            </a:lvl3pPr>
            <a:lvl4pPr marL="672290" indent="0">
              <a:buNone/>
              <a:defRPr/>
            </a:lvl4pPr>
            <a:lvl5pPr marL="896386" indent="0">
              <a:buNone/>
              <a:defRPr/>
            </a:lvl5pPr>
          </a:lstStyle>
          <a:p>
            <a:pPr lvl="1"/>
            <a:r>
              <a:rPr lang="en-US"/>
              <a:t>Large: subhead Segoe UI Regular 20/24</a:t>
            </a:r>
          </a:p>
        </p:txBody>
      </p:sp>
      <p:sp>
        <p:nvSpPr>
          <p:cNvPr id="5" name="Text Placeholder 4"/>
          <p:cNvSpPr>
            <a:spLocks noGrp="1"/>
          </p:cNvSpPr>
          <p:nvPr>
            <p:ph type="body" sz="quarter" idx="11" hasCustomPrompt="1"/>
          </p:nvPr>
        </p:nvSpPr>
        <p:spPr>
          <a:xfrm>
            <a:off x="455995" y="3015704"/>
            <a:ext cx="11306469" cy="216206"/>
          </a:xfrm>
          <a:prstGeom prst="rect">
            <a:avLst/>
          </a:prstGeom>
        </p:spPr>
        <p:txBody>
          <a:bodyPr lIns="0" tIns="0" rIns="0" bIns="0"/>
          <a:lstStyle>
            <a:lvl1pPr marL="0" indent="0">
              <a:lnSpc>
                <a:spcPts val="1765"/>
              </a:lnSpc>
              <a:spcBef>
                <a:spcPts val="0"/>
              </a:spcBef>
              <a:buNone/>
              <a:defRPr sz="1372" b="0" spc="0">
                <a:solidFill>
                  <a:schemeClr val="tx2"/>
                </a:solidFill>
                <a:latin typeface="+mj-lt"/>
              </a:defRPr>
            </a:lvl1pPr>
            <a:lvl2pPr marL="0" indent="0">
              <a:lnSpc>
                <a:spcPts val="1765"/>
              </a:lnSpc>
              <a:spcBef>
                <a:spcPts val="0"/>
              </a:spcBef>
              <a:buNone/>
              <a:defRPr sz="1372" spc="0">
                <a:solidFill>
                  <a:srgbClr val="000000"/>
                </a:solidFill>
              </a:defRPr>
            </a:lvl2pPr>
            <a:lvl3pPr marL="448193" indent="0">
              <a:buNone/>
              <a:defRPr/>
            </a:lvl3pPr>
            <a:lvl4pPr marL="672290" indent="0">
              <a:buNone/>
              <a:defRPr/>
            </a:lvl4pPr>
            <a:lvl5pPr marL="896386" indent="0">
              <a:buNone/>
              <a:defRPr/>
            </a:lvl5pPr>
          </a:lstStyle>
          <a:p>
            <a:pPr lvl="0"/>
            <a:r>
              <a:rPr lang="en-US"/>
              <a:t>Medium: paragraph heading Segoe UI </a:t>
            </a:r>
            <a:r>
              <a:rPr lang="en-US" err="1"/>
              <a:t>Semibold</a:t>
            </a:r>
            <a:r>
              <a:rPr lang="en-US"/>
              <a:t> 14/18</a:t>
            </a:r>
          </a:p>
        </p:txBody>
      </p:sp>
      <p:sp>
        <p:nvSpPr>
          <p:cNvPr id="10" name="Text Placeholder 6">
            <a:extLst>
              <a:ext uri="{FF2B5EF4-FFF2-40B4-BE49-F238E27FC236}">
                <a16:creationId xmlns:a16="http://schemas.microsoft.com/office/drawing/2014/main" id="{76E35749-090F-0542-9B4B-BF37EFC334BC}"/>
              </a:ext>
            </a:extLst>
          </p:cNvPr>
          <p:cNvSpPr>
            <a:spLocks noGrp="1"/>
          </p:cNvSpPr>
          <p:nvPr>
            <p:ph type="body" sz="quarter" idx="14" hasCustomPrompt="1"/>
          </p:nvPr>
        </p:nvSpPr>
        <p:spPr>
          <a:xfrm>
            <a:off x="455995" y="4503832"/>
            <a:ext cx="11306469" cy="150884"/>
          </a:xfrm>
          <a:prstGeom prst="rect">
            <a:avLst/>
          </a:prstGeom>
        </p:spPr>
        <p:txBody>
          <a:bodyPr lIns="0" tIns="0" rIns="0" bIns="0"/>
          <a:lstStyle>
            <a:lvl1pPr marL="0" indent="0">
              <a:lnSpc>
                <a:spcPts val="1176"/>
              </a:lnSpc>
              <a:spcBef>
                <a:spcPts val="0"/>
              </a:spcBef>
              <a:buNone/>
              <a:defRPr sz="980" spc="0">
                <a:solidFill>
                  <a:schemeClr val="tx1"/>
                </a:solidFill>
              </a:defRPr>
            </a:lvl1pPr>
            <a:lvl2pPr marL="0" indent="0">
              <a:lnSpc>
                <a:spcPct val="100000"/>
              </a:lnSpc>
              <a:spcBef>
                <a:spcPts val="0"/>
              </a:spcBef>
              <a:buNone/>
              <a:defRPr sz="980" spc="0">
                <a:solidFill>
                  <a:srgbClr val="000000"/>
                </a:solidFill>
              </a:defRPr>
            </a:lvl2pPr>
            <a:lvl3pPr marL="448193" indent="0">
              <a:buNone/>
              <a:defRPr/>
            </a:lvl3pPr>
            <a:lvl4pPr marL="672290" indent="0">
              <a:buNone/>
              <a:defRPr/>
            </a:lvl4pPr>
            <a:lvl5pPr marL="0" indent="0">
              <a:lnSpc>
                <a:spcPct val="100000"/>
              </a:lnSpc>
              <a:buNone/>
              <a:defRPr>
                <a:solidFill>
                  <a:srgbClr val="000000"/>
                </a:solidFill>
              </a:defRPr>
            </a:lvl5pPr>
          </a:lstStyle>
          <a:p>
            <a:pPr lvl="1"/>
            <a:r>
              <a:rPr lang="en-US"/>
              <a:t>Small: caption body copy Segoe Regular 10/12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9" name="Text Placeholder 3">
            <a:extLst>
              <a:ext uri="{FF2B5EF4-FFF2-40B4-BE49-F238E27FC236}">
                <a16:creationId xmlns:a16="http://schemas.microsoft.com/office/drawing/2014/main" id="{68F32AD9-0E33-284C-8468-E63BF69AF2EB}"/>
              </a:ext>
            </a:extLst>
          </p:cNvPr>
          <p:cNvSpPr>
            <a:spLocks noGrp="1"/>
          </p:cNvSpPr>
          <p:nvPr>
            <p:ph type="body" sz="quarter" idx="24" hasCustomPrompt="1"/>
          </p:nvPr>
        </p:nvSpPr>
        <p:spPr>
          <a:xfrm>
            <a:off x="454169" y="4299924"/>
            <a:ext cx="11306469" cy="243143"/>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Small: caption title Segoe UI Bold 10/12. </a:t>
            </a:r>
          </a:p>
        </p:txBody>
      </p:sp>
      <p:sp>
        <p:nvSpPr>
          <p:cNvPr id="21" name="Text Placeholder 4">
            <a:extLst>
              <a:ext uri="{FF2B5EF4-FFF2-40B4-BE49-F238E27FC236}">
                <a16:creationId xmlns:a16="http://schemas.microsoft.com/office/drawing/2014/main" id="{BA46FDB1-D336-7C45-BF92-D58B6C550364}"/>
              </a:ext>
            </a:extLst>
          </p:cNvPr>
          <p:cNvSpPr>
            <a:spLocks noGrp="1"/>
          </p:cNvSpPr>
          <p:nvPr>
            <p:ph type="body" sz="quarter" idx="18" hasCustomPrompt="1"/>
          </p:nvPr>
        </p:nvSpPr>
        <p:spPr>
          <a:xfrm>
            <a:off x="454169" y="3258992"/>
            <a:ext cx="11306469" cy="21614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Medium: body copy Segoe UI Regular 14/18</a:t>
            </a:r>
          </a:p>
        </p:txBody>
      </p:sp>
    </p:spTree>
    <p:extLst>
      <p:ext uri="{BB962C8B-B14F-4D97-AF65-F5344CB8AC3E}">
        <p14:creationId xmlns:p14="http://schemas.microsoft.com/office/powerpoint/2010/main" val="4080708144"/>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Heading Segoe UI </a:t>
            </a:r>
            <a:r>
              <a:rPr lang="en-US" err="1"/>
              <a:t>Semibold</a:t>
            </a:r>
            <a:r>
              <a:rPr lang="en-US"/>
              <a:t> 28/32</a:t>
            </a:r>
          </a:p>
        </p:txBody>
      </p:sp>
      <p:sp>
        <p:nvSpPr>
          <p:cNvPr id="18" name="Text Box 3">
            <a:extLst>
              <a:ext uri="{FF2B5EF4-FFF2-40B4-BE49-F238E27FC236}">
                <a16:creationId xmlns:a16="http://schemas.microsoft.com/office/drawing/2014/main" id="{19F02595-114B-2D46-ABDC-5E65D166807C}"/>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7" name="Text Placeholder 3">
            <a:extLst>
              <a:ext uri="{FF2B5EF4-FFF2-40B4-BE49-F238E27FC236}">
                <a16:creationId xmlns:a16="http://schemas.microsoft.com/office/drawing/2014/main" id="{FEE1E43F-C091-614B-AA20-F39D0AACAA1C}"/>
              </a:ext>
            </a:extLst>
          </p:cNvPr>
          <p:cNvSpPr>
            <a:spLocks noGrp="1"/>
          </p:cNvSpPr>
          <p:nvPr>
            <p:ph type="body" sz="quarter" idx="10" hasCustomPrompt="1"/>
          </p:nvPr>
        </p:nvSpPr>
        <p:spPr>
          <a:xfrm>
            <a:off x="455995" y="1922586"/>
            <a:ext cx="9384447" cy="3365537"/>
          </a:xfrm>
          <a:prstGeom prst="rect">
            <a:avLst/>
          </a:prstGeom>
        </p:spPr>
        <p:txBody>
          <a:bodyPr wrap="square" lIns="0" tIns="0" rIns="0" bIns="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br>
              <a:rPr lang="en-US"/>
            </a:br>
            <a:endParaRPr lang="en-US"/>
          </a:p>
          <a:p>
            <a:pPr marL="336145" marR="0" lvl="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a:pPr>
            <a:r>
              <a:rPr lang="en-US"/>
              <a:t>Bulleted list Segoe UI Regular 20/24. Dis </a:t>
            </a:r>
            <a:r>
              <a:rPr lang="en-US" err="1"/>
              <a:t>apid</a:t>
            </a:r>
            <a:r>
              <a:rPr lang="en-US"/>
              <a:t> es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vit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endParaRPr lang="en-US"/>
          </a:p>
          <a:p>
            <a:pPr lvl="0"/>
            <a:endParaRPr lang="en-US"/>
          </a:p>
          <a:p>
            <a:pPr lvl="0"/>
            <a:endParaRPr lang="en-US"/>
          </a:p>
          <a:p>
            <a:pPr lvl="0"/>
            <a:endParaRPr lang="en-US"/>
          </a:p>
        </p:txBody>
      </p:sp>
    </p:spTree>
    <p:extLst>
      <p:ext uri="{BB962C8B-B14F-4D97-AF65-F5344CB8AC3E}">
        <p14:creationId xmlns:p14="http://schemas.microsoft.com/office/powerpoint/2010/main" val="662724715"/>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1: three column bulleted list</a:t>
            </a:r>
          </a:p>
        </p:txBody>
      </p:sp>
      <p:sp>
        <p:nvSpPr>
          <p:cNvPr id="4" name="Text Placeholder 3"/>
          <p:cNvSpPr>
            <a:spLocks noGrp="1"/>
          </p:cNvSpPr>
          <p:nvPr>
            <p:ph type="body" sz="quarter" idx="10" hasCustomPrompt="1"/>
          </p:nvPr>
        </p:nvSpPr>
        <p:spPr>
          <a:xfrm>
            <a:off x="455995" y="1922587"/>
            <a:ext cx="9384447" cy="603538"/>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Regular 20/24. Dis </a:t>
            </a:r>
            <a:r>
              <a:rPr lang="en-US" err="1"/>
              <a:t>apid</a:t>
            </a:r>
            <a:r>
              <a:rPr lang="en-US"/>
              <a:t> </a:t>
            </a:r>
            <a:r>
              <a:rPr lang="en-US" err="1"/>
              <a:t>es</a:t>
            </a:r>
            <a:r>
              <a:rPr lang="en-US"/>
              <a:t> </a:t>
            </a:r>
            <a:r>
              <a:rPr lang="en-US" err="1"/>
              <a:t>simusanditis</a:t>
            </a:r>
            <a:r>
              <a:rPr lang="en-US"/>
              <a:t> </a:t>
            </a:r>
            <a:r>
              <a:rPr lang="en-US" err="1"/>
              <a:t>ea</a:t>
            </a:r>
            <a:r>
              <a:rPr lang="en-US"/>
              <a:t> ex et </a:t>
            </a:r>
            <a:r>
              <a:rPr lang="en-US" err="1"/>
              <a:t>illore</a:t>
            </a:r>
            <a:r>
              <a:rPr lang="en-US"/>
              <a:t>, </a:t>
            </a:r>
            <a:r>
              <a:rPr lang="en-US" err="1"/>
              <a:t>nectationet</a:t>
            </a:r>
            <a:r>
              <a:rPr lang="en-US"/>
              <a:t> </a:t>
            </a:r>
            <a:r>
              <a:rPr lang="en-US" err="1"/>
              <a:t>aut</a:t>
            </a:r>
            <a:r>
              <a:rPr lang="en-US"/>
              <a:t> </a:t>
            </a:r>
            <a:r>
              <a:rPr lang="en-US" err="1"/>
              <a:t>dic</a:t>
            </a:r>
            <a:r>
              <a:rPr lang="en-US"/>
              <a:t> </a:t>
            </a:r>
            <a:r>
              <a:rPr lang="en-US" err="1"/>
              <a:t>tem</a:t>
            </a:r>
            <a:r>
              <a:rPr lang="en-US"/>
              <a:t> </a:t>
            </a:r>
            <a:r>
              <a:rPr lang="en-US" err="1"/>
              <a:t>vit</a:t>
            </a:r>
            <a:r>
              <a:rPr lang="en-US"/>
              <a:t> </a:t>
            </a:r>
            <a:r>
              <a:rPr lang="en-US" err="1"/>
              <a:t>velestium</a:t>
            </a:r>
            <a:r>
              <a:rPr lang="en-US"/>
              <a:t> </a:t>
            </a:r>
            <a:r>
              <a:rPr lang="en-US" err="1"/>
              <a:t>reperro</a:t>
            </a:r>
            <a:r>
              <a:rPr lang="en-US"/>
              <a:t> </a:t>
            </a:r>
            <a:r>
              <a:rPr lang="en-US" err="1"/>
              <a:t>rroviduntion</a:t>
            </a:r>
            <a:r>
              <a:rPr lang="en-US"/>
              <a:t> </a:t>
            </a:r>
            <a:r>
              <a:rPr lang="en-US" err="1"/>
              <a:t>conem</a:t>
            </a:r>
            <a:r>
              <a:rPr lang="en-US"/>
              <a:t> </a:t>
            </a:r>
            <a:r>
              <a:rPr lang="en-US" err="1"/>
              <a:t>rehend</a:t>
            </a:r>
            <a:r>
              <a:rPr lang="en-US"/>
              <a:t>.</a:t>
            </a:r>
          </a:p>
        </p:txBody>
      </p:sp>
      <p:sp>
        <p:nvSpPr>
          <p:cNvPr id="5" name="Text Placeholder 4"/>
          <p:cNvSpPr>
            <a:spLocks noGrp="1"/>
          </p:cNvSpPr>
          <p:nvPr>
            <p:ph type="body" sz="quarter" idx="11" hasCustomPrompt="1"/>
          </p:nvPr>
        </p:nvSpPr>
        <p:spPr>
          <a:xfrm>
            <a:off x="455995"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1" name="Text Placeholder 4">
            <a:extLst>
              <a:ext uri="{FF2B5EF4-FFF2-40B4-BE49-F238E27FC236}">
                <a16:creationId xmlns:a16="http://schemas.microsoft.com/office/drawing/2014/main" id="{03383CEA-4FEB-4C9E-B7D6-3B36BC8EB75A}"/>
              </a:ext>
            </a:extLst>
          </p:cNvPr>
          <p:cNvSpPr>
            <a:spLocks noGrp="1"/>
          </p:cNvSpPr>
          <p:nvPr>
            <p:ph type="body" sz="quarter" idx="12" hasCustomPrompt="1"/>
          </p:nvPr>
        </p:nvSpPr>
        <p:spPr>
          <a:xfrm>
            <a:off x="4318449"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2" name="Text Placeholder 4">
            <a:extLst>
              <a:ext uri="{FF2B5EF4-FFF2-40B4-BE49-F238E27FC236}">
                <a16:creationId xmlns:a16="http://schemas.microsoft.com/office/drawing/2014/main" id="{35007055-7118-477F-B301-DB401591FA27}"/>
              </a:ext>
            </a:extLst>
          </p:cNvPr>
          <p:cNvSpPr>
            <a:spLocks noGrp="1"/>
          </p:cNvSpPr>
          <p:nvPr>
            <p:ph type="body" sz="quarter" idx="13" hasCustomPrompt="1"/>
          </p:nvPr>
        </p:nvSpPr>
        <p:spPr>
          <a:xfrm>
            <a:off x="8149960" y="3151388"/>
            <a:ext cx="3618381" cy="216206"/>
          </a:xfrm>
          <a:prstGeom prst="rect">
            <a:avLst/>
          </a:prstGeom>
        </p:spPr>
        <p:txBody>
          <a:bodyPr lIns="0" tIns="0" rIns="0" bIns="0"/>
          <a:lstStyle>
            <a:lvl1pPr marL="0" indent="0">
              <a:lnSpc>
                <a:spcPts val="1765"/>
              </a:lnSpc>
              <a:spcBef>
                <a:spcPts val="0"/>
              </a:spcBef>
              <a:spcAft>
                <a:spcPts val="588"/>
              </a:spcAft>
              <a:buNone/>
              <a:defRPr sz="1372" b="0" spc="0" baseline="0">
                <a:solidFill>
                  <a:schemeClr val="tx2"/>
                </a:solidFill>
                <a:latin typeface="+mj-lt"/>
              </a:defRPr>
            </a:lvl1pPr>
            <a:lvl2pPr marL="280121" marR="0" indent="-280121" algn="l" defTabSz="914367" rtl="0" eaLnBrk="1" fontAlgn="auto" latinLnBrk="0" hangingPunct="1">
              <a:lnSpc>
                <a:spcPts val="1765"/>
              </a:lnSpc>
              <a:spcBef>
                <a:spcPts val="0"/>
              </a:spcBef>
              <a:spcAft>
                <a:spcPts val="588"/>
              </a:spcAft>
              <a:buClrTx/>
              <a:buSzPct val="90000"/>
              <a:buFont typeface="Arial" panose="020B0604020202020204" pitchFamily="34" charset="0"/>
              <a:buChar char="•"/>
              <a:tabLst/>
              <a:defRPr lang="en-US" sz="1372" kern="1200" spc="0" baseline="0" dirty="0">
                <a:solidFill>
                  <a:srgbClr val="000000"/>
                </a:solidFill>
                <a:latin typeface="+mn-lt"/>
                <a:ea typeface="+mn-ea"/>
                <a:cs typeface="+mn-cs"/>
              </a:defRPr>
            </a:lvl2pPr>
            <a:lvl3pPr marL="448193" indent="0">
              <a:buNone/>
              <a:defRPr/>
            </a:lvl3pPr>
            <a:lvl4pPr marL="672290" indent="0">
              <a:buNone/>
              <a:defRPr/>
            </a:lvl4pPr>
            <a:lvl5pPr marL="896386" indent="0">
              <a:buNone/>
              <a:defRPr/>
            </a:lvl5pPr>
          </a:lstStyle>
          <a:p>
            <a:pPr lvl="0"/>
            <a:r>
              <a:rPr lang="en-US"/>
              <a:t>Paragraph title Segoe UI </a:t>
            </a:r>
            <a:r>
              <a:rPr lang="en-US" err="1"/>
              <a:t>Semibold</a:t>
            </a:r>
            <a:r>
              <a:rPr lang="en-US"/>
              <a:t> 14/18</a:t>
            </a:r>
          </a:p>
        </p:txBody>
      </p:sp>
      <p:sp>
        <p:nvSpPr>
          <p:cNvPr id="23" name="Text Box 3">
            <a:extLst>
              <a:ext uri="{FF2B5EF4-FFF2-40B4-BE49-F238E27FC236}">
                <a16:creationId xmlns:a16="http://schemas.microsoft.com/office/drawing/2014/main" id="{DD31BD93-DFDF-4C46-8FDE-B1B55850B6B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24" name="Text Placeholder 4">
            <a:extLst>
              <a:ext uri="{FF2B5EF4-FFF2-40B4-BE49-F238E27FC236}">
                <a16:creationId xmlns:a16="http://schemas.microsoft.com/office/drawing/2014/main" id="{2951A14E-1D63-9E44-9361-FD57A8BD812A}"/>
              </a:ext>
            </a:extLst>
          </p:cNvPr>
          <p:cNvSpPr>
            <a:spLocks noGrp="1"/>
          </p:cNvSpPr>
          <p:nvPr>
            <p:ph type="body" sz="quarter" idx="17" hasCustomPrompt="1"/>
          </p:nvPr>
        </p:nvSpPr>
        <p:spPr>
          <a:xfrm>
            <a:off x="45416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5" name="Text Placeholder 4">
            <a:extLst>
              <a:ext uri="{FF2B5EF4-FFF2-40B4-BE49-F238E27FC236}">
                <a16:creationId xmlns:a16="http://schemas.microsoft.com/office/drawing/2014/main" id="{1C3BF983-4009-1049-9AD7-C94BE3AA193C}"/>
              </a:ext>
            </a:extLst>
          </p:cNvPr>
          <p:cNvSpPr>
            <a:spLocks noGrp="1"/>
          </p:cNvSpPr>
          <p:nvPr>
            <p:ph type="body" sz="quarter" idx="18" hasCustomPrompt="1"/>
          </p:nvPr>
        </p:nvSpPr>
        <p:spPr>
          <a:xfrm>
            <a:off x="4318449"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6" name="Text Placeholder 4">
            <a:extLst>
              <a:ext uri="{FF2B5EF4-FFF2-40B4-BE49-F238E27FC236}">
                <a16:creationId xmlns:a16="http://schemas.microsoft.com/office/drawing/2014/main" id="{2361C016-E331-F44F-ACAE-52E4AE73469E}"/>
              </a:ext>
            </a:extLst>
          </p:cNvPr>
          <p:cNvSpPr>
            <a:spLocks noGrp="1"/>
          </p:cNvSpPr>
          <p:nvPr>
            <p:ph type="body" sz="quarter" idx="19" hasCustomPrompt="1"/>
          </p:nvPr>
        </p:nvSpPr>
        <p:spPr>
          <a:xfrm>
            <a:off x="8156766" y="3378439"/>
            <a:ext cx="3618381" cy="2059666"/>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1093589629"/>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368718174"/>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b="-1"/>
          <a:stretch/>
        </p:blipFill>
        <p:spPr>
          <a:xfrm>
            <a:off x="8144083" y="1599720"/>
            <a:ext cx="3609417" cy="3103720"/>
          </a:xfrm>
          <a:prstGeom prst="rect">
            <a:avLst/>
          </a:prstGeom>
        </p:spPr>
      </p:pic>
      <p:pic>
        <p:nvPicPr>
          <p:cNvPr id="6" name="Picture 5"/>
          <p:cNvPicPr>
            <a:picLocks noChangeAspect="1"/>
          </p:cNvPicPr>
          <p:nvPr userDrawn="1"/>
        </p:nvPicPr>
        <p:blipFill rotWithShape="1">
          <a:blip r:embed="rId3" cstate="print">
            <a:extLst>
              <a:ext uri="{28A0092B-C50C-407E-A947-70E740481C1C}">
                <a14:useLocalDpi xmlns:a14="http://schemas.microsoft.com/office/drawing/2010/main" val="0"/>
              </a:ext>
            </a:extLst>
          </a:blip>
          <a:srcRect b="-1"/>
          <a:stretch/>
        </p:blipFill>
        <p:spPr>
          <a:xfrm>
            <a:off x="4309002" y="1599721"/>
            <a:ext cx="3612531" cy="3099394"/>
          </a:xfrm>
          <a:prstGeom prst="rect">
            <a:avLst/>
          </a:prstGeom>
        </p:spPr>
      </p:pic>
      <p:pic>
        <p:nvPicPr>
          <p:cNvPr id="3" name="Picture 2"/>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64957" y="1599722"/>
            <a:ext cx="3609417" cy="3108047"/>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3: three columns images and text</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303151" y="49279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65332" y="2882153"/>
            <a:ext cx="3609043" cy="543185"/>
          </a:xfrm>
          <a:prstGeom prst="rect">
            <a:avLst/>
          </a:prstGeom>
        </p:spPr>
        <p:txBody>
          <a:bodyPr/>
          <a:lstStyle>
            <a:lvl1pPr algn="ctr">
              <a:defRPr>
                <a:solidFill>
                  <a:schemeClr val="bg1"/>
                </a:solidFill>
              </a:defRPr>
            </a:lvl1pPr>
          </a:lstStyle>
          <a:p>
            <a:r>
              <a:rPr lang="en-US"/>
              <a:t>Drop photo here</a:t>
            </a:r>
          </a:p>
        </p:txBody>
      </p:sp>
      <p:sp>
        <p:nvSpPr>
          <p:cNvPr id="11" name="Picture Placeholder 10">
            <a:extLst>
              <a:ext uri="{FF2B5EF4-FFF2-40B4-BE49-F238E27FC236}">
                <a16:creationId xmlns:a16="http://schemas.microsoft.com/office/drawing/2014/main" id="{5877AA6F-F5D0-8349-8D7F-7A036C53AFEC}"/>
              </a:ext>
            </a:extLst>
          </p:cNvPr>
          <p:cNvSpPr>
            <a:spLocks noGrp="1"/>
          </p:cNvSpPr>
          <p:nvPr>
            <p:ph type="pic" sz="quarter" idx="22" hasCustomPrompt="1"/>
          </p:nvPr>
        </p:nvSpPr>
        <p:spPr>
          <a:xfrm>
            <a:off x="4303151" y="2875700"/>
            <a:ext cx="3618381" cy="543185"/>
          </a:xfrm>
          <a:prstGeom prst="rect">
            <a:avLst/>
          </a:prstGeom>
        </p:spPr>
        <p:txBody>
          <a:bodyPr/>
          <a:lstStyle>
            <a:lvl1pPr algn="ctr">
              <a:defRPr>
                <a:solidFill>
                  <a:schemeClr val="bg1"/>
                </a:solidFill>
              </a:defRPr>
            </a:lvl1pPr>
          </a:lstStyle>
          <a:p>
            <a:r>
              <a:rPr lang="en-US"/>
              <a:t>Drop photo here</a:t>
            </a:r>
          </a:p>
        </p:txBody>
      </p:sp>
      <p:sp>
        <p:nvSpPr>
          <p:cNvPr id="14" name="Picture Placeholder 13">
            <a:extLst>
              <a:ext uri="{FF2B5EF4-FFF2-40B4-BE49-F238E27FC236}">
                <a16:creationId xmlns:a16="http://schemas.microsoft.com/office/drawing/2014/main" id="{983A4321-3796-F044-9126-51A6AA308B77}"/>
              </a:ext>
            </a:extLst>
          </p:cNvPr>
          <p:cNvSpPr>
            <a:spLocks noGrp="1"/>
          </p:cNvSpPr>
          <p:nvPr>
            <p:ph type="pic" sz="quarter" idx="23" hasCustomPrompt="1"/>
          </p:nvPr>
        </p:nvSpPr>
        <p:spPr>
          <a:xfrm>
            <a:off x="8144082" y="2888935"/>
            <a:ext cx="3609043" cy="543185"/>
          </a:xfrm>
          <a:prstGeom prst="rect">
            <a:avLst/>
          </a:prstGeom>
        </p:spPr>
        <p:txBody>
          <a:bodyPr/>
          <a:lstStyle>
            <a:lvl1pPr algn="ctr">
              <a:defRPr>
                <a:solidFill>
                  <a:schemeClr val="bg1"/>
                </a:solidFill>
              </a:defRPr>
            </a:lvl1pPr>
          </a:lstStyle>
          <a:p>
            <a:r>
              <a:rPr lang="en-US"/>
              <a:t>Drop photo here</a:t>
            </a:r>
          </a:p>
        </p:txBody>
      </p:sp>
      <p:sp>
        <p:nvSpPr>
          <p:cNvPr id="18" name="Text Box 3">
            <a:extLst>
              <a:ext uri="{FF2B5EF4-FFF2-40B4-BE49-F238E27FC236}">
                <a16:creationId xmlns:a16="http://schemas.microsoft.com/office/drawing/2014/main" id="{06DC0489-95B2-B74C-8FE4-80E75D67DE41}"/>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6495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306077"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157653"/>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2020902675"/>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58886"/>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Text option 4: Six columns (numbered list)</a:t>
            </a:r>
          </a:p>
        </p:txBody>
      </p:sp>
      <p:sp>
        <p:nvSpPr>
          <p:cNvPr id="5" name="Text Placeholder 4"/>
          <p:cNvSpPr>
            <a:spLocks noGrp="1"/>
          </p:cNvSpPr>
          <p:nvPr>
            <p:ph type="body" sz="quarter" idx="11" hasCustomPrompt="1"/>
          </p:nvPr>
        </p:nvSpPr>
        <p:spPr>
          <a:xfrm>
            <a:off x="455995" y="3167817"/>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4" name="Text Placeholder 4"/>
          <p:cNvSpPr>
            <a:spLocks noGrp="1"/>
          </p:cNvSpPr>
          <p:nvPr>
            <p:ph type="body" sz="quarter" idx="15" hasCustomPrompt="1"/>
          </p:nvPr>
        </p:nvSpPr>
        <p:spPr>
          <a:xfrm>
            <a:off x="2378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6" name="Text Placeholder 4"/>
          <p:cNvSpPr>
            <a:spLocks noGrp="1"/>
          </p:cNvSpPr>
          <p:nvPr>
            <p:ph type="body" sz="quarter" idx="17" hasCustomPrompt="1"/>
          </p:nvPr>
        </p:nvSpPr>
        <p:spPr>
          <a:xfrm>
            <a:off x="4300662"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18" name="Text Placeholder 4"/>
          <p:cNvSpPr>
            <a:spLocks noGrp="1"/>
          </p:cNvSpPr>
          <p:nvPr>
            <p:ph type="body" sz="quarter" idx="19" hasCustomPrompt="1"/>
          </p:nvPr>
        </p:nvSpPr>
        <p:spPr>
          <a:xfrm>
            <a:off x="6222995"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0" name="Text Placeholder 4"/>
          <p:cNvSpPr>
            <a:spLocks noGrp="1"/>
          </p:cNvSpPr>
          <p:nvPr>
            <p:ph type="body" sz="quarter" idx="21" hasCustomPrompt="1"/>
          </p:nvPr>
        </p:nvSpPr>
        <p:spPr>
          <a:xfrm>
            <a:off x="8145328"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2" name="Text Placeholder 4"/>
          <p:cNvSpPr>
            <a:spLocks noGrp="1"/>
          </p:cNvSpPr>
          <p:nvPr>
            <p:ph type="body" sz="quarter" idx="23" hasCustomPrompt="1"/>
          </p:nvPr>
        </p:nvSpPr>
        <p:spPr>
          <a:xfrm>
            <a:off x="10067660" y="3167817"/>
            <a:ext cx="1693247" cy="442532"/>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a:t>
            </a:r>
            <a:r>
              <a:rPr lang="en-US" err="1"/>
              <a:t>Semibold</a:t>
            </a:r>
            <a:r>
              <a:rPr lang="en-US"/>
              <a:t> 14</a:t>
            </a:r>
          </a:p>
        </p:txBody>
      </p:sp>
      <p:sp>
        <p:nvSpPr>
          <p:cNvPr id="25" name="Content Placeholder 15"/>
          <p:cNvSpPr>
            <a:spLocks noGrp="1"/>
          </p:cNvSpPr>
          <p:nvPr>
            <p:ph sz="quarter" idx="26" hasCustomPrompt="1"/>
          </p:nvPr>
        </p:nvSpPr>
        <p:spPr>
          <a:xfrm>
            <a:off x="2378328" y="2158886"/>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6" name="Content Placeholder 15"/>
          <p:cNvSpPr>
            <a:spLocks noGrp="1"/>
          </p:cNvSpPr>
          <p:nvPr>
            <p:ph sz="quarter" idx="27" hasCustomPrompt="1"/>
          </p:nvPr>
        </p:nvSpPr>
        <p:spPr>
          <a:xfrm>
            <a:off x="4300662" y="2158886"/>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7" name="Content Placeholder 15"/>
          <p:cNvSpPr>
            <a:spLocks noGrp="1"/>
          </p:cNvSpPr>
          <p:nvPr>
            <p:ph sz="quarter" idx="28" hasCustomPrompt="1"/>
          </p:nvPr>
        </p:nvSpPr>
        <p:spPr>
          <a:xfrm>
            <a:off x="6222995" y="2158886"/>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8" name="Content Placeholder 15"/>
          <p:cNvSpPr>
            <a:spLocks noGrp="1"/>
          </p:cNvSpPr>
          <p:nvPr>
            <p:ph sz="quarter" idx="29" hasCustomPrompt="1"/>
          </p:nvPr>
        </p:nvSpPr>
        <p:spPr>
          <a:xfrm>
            <a:off x="8145328" y="2158886"/>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29" name="Content Placeholder 15"/>
          <p:cNvSpPr>
            <a:spLocks noGrp="1"/>
          </p:cNvSpPr>
          <p:nvPr>
            <p:ph sz="quarter" idx="30" hasCustomPrompt="1"/>
          </p:nvPr>
        </p:nvSpPr>
        <p:spPr>
          <a:xfrm>
            <a:off x="10067660" y="2158886"/>
            <a:ext cx="1693247" cy="895855"/>
          </a:xfrm>
          <a:prstGeom prst="rect">
            <a:avLst/>
          </a:prstGeom>
        </p:spPr>
        <p:txBody>
          <a:bodyPr>
            <a:noAutofit/>
          </a:bodyPr>
          <a:lstStyle>
            <a:lvl1pPr marL="0" indent="0">
              <a:buNone/>
              <a:defRPr sz="1961">
                <a:solidFill>
                  <a:srgbClr val="000000"/>
                </a:solidFill>
              </a:defRPr>
            </a:lvl1pPr>
          </a:lstStyle>
          <a:p>
            <a:pPr lvl="0"/>
            <a:r>
              <a:rPr lang="en-US"/>
              <a:t>Picture</a:t>
            </a:r>
          </a:p>
        </p:txBody>
      </p:sp>
      <p:sp>
        <p:nvSpPr>
          <p:cNvPr id="4" name="Text Placeholder 3">
            <a:extLst>
              <a:ext uri="{FF2B5EF4-FFF2-40B4-BE49-F238E27FC236}">
                <a16:creationId xmlns:a16="http://schemas.microsoft.com/office/drawing/2014/main" id="{44FF16C0-0541-41AD-98F7-A469609E8DC6}"/>
              </a:ext>
            </a:extLst>
          </p:cNvPr>
          <p:cNvSpPr>
            <a:spLocks noGrp="1"/>
          </p:cNvSpPr>
          <p:nvPr>
            <p:ph type="body" sz="quarter" idx="31" hasCustomPrompt="1"/>
          </p:nvPr>
        </p:nvSpPr>
        <p:spPr>
          <a:xfrm>
            <a:off x="455995"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1.</a:t>
            </a:r>
          </a:p>
        </p:txBody>
      </p:sp>
      <p:sp>
        <p:nvSpPr>
          <p:cNvPr id="37" name="Text Placeholder 3">
            <a:extLst>
              <a:ext uri="{FF2B5EF4-FFF2-40B4-BE49-F238E27FC236}">
                <a16:creationId xmlns:a16="http://schemas.microsoft.com/office/drawing/2014/main" id="{95171A5B-905D-4832-B11A-13594619F33F}"/>
              </a:ext>
            </a:extLst>
          </p:cNvPr>
          <p:cNvSpPr>
            <a:spLocks noGrp="1"/>
          </p:cNvSpPr>
          <p:nvPr>
            <p:ph type="body" sz="quarter" idx="32" hasCustomPrompt="1"/>
          </p:nvPr>
        </p:nvSpPr>
        <p:spPr>
          <a:xfrm>
            <a:off x="237957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2.</a:t>
            </a:r>
          </a:p>
        </p:txBody>
      </p:sp>
      <p:sp>
        <p:nvSpPr>
          <p:cNvPr id="38" name="Text Placeholder 3">
            <a:extLst>
              <a:ext uri="{FF2B5EF4-FFF2-40B4-BE49-F238E27FC236}">
                <a16:creationId xmlns:a16="http://schemas.microsoft.com/office/drawing/2014/main" id="{DDBE933A-166C-4934-8425-2A89AAA211E9}"/>
              </a:ext>
            </a:extLst>
          </p:cNvPr>
          <p:cNvSpPr>
            <a:spLocks noGrp="1"/>
          </p:cNvSpPr>
          <p:nvPr>
            <p:ph type="body" sz="quarter" idx="33" hasCustomPrompt="1"/>
          </p:nvPr>
        </p:nvSpPr>
        <p:spPr>
          <a:xfrm>
            <a:off x="4303151"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3.</a:t>
            </a:r>
          </a:p>
        </p:txBody>
      </p:sp>
      <p:sp>
        <p:nvSpPr>
          <p:cNvPr id="39" name="Text Placeholder 3">
            <a:extLst>
              <a:ext uri="{FF2B5EF4-FFF2-40B4-BE49-F238E27FC236}">
                <a16:creationId xmlns:a16="http://schemas.microsoft.com/office/drawing/2014/main" id="{171069D2-CF68-4D89-9134-20A61AFA10DD}"/>
              </a:ext>
            </a:extLst>
          </p:cNvPr>
          <p:cNvSpPr>
            <a:spLocks noGrp="1"/>
          </p:cNvSpPr>
          <p:nvPr>
            <p:ph type="body" sz="quarter" idx="34" hasCustomPrompt="1"/>
          </p:nvPr>
        </p:nvSpPr>
        <p:spPr>
          <a:xfrm>
            <a:off x="6229842"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4.</a:t>
            </a:r>
          </a:p>
        </p:txBody>
      </p:sp>
      <p:sp>
        <p:nvSpPr>
          <p:cNvPr id="40" name="Text Placeholder 3">
            <a:extLst>
              <a:ext uri="{FF2B5EF4-FFF2-40B4-BE49-F238E27FC236}">
                <a16:creationId xmlns:a16="http://schemas.microsoft.com/office/drawing/2014/main" id="{77858A5B-7408-41FF-9369-C0F9B773A308}"/>
              </a:ext>
            </a:extLst>
          </p:cNvPr>
          <p:cNvSpPr>
            <a:spLocks noGrp="1"/>
          </p:cNvSpPr>
          <p:nvPr>
            <p:ph type="body" sz="quarter" idx="35" hasCustomPrompt="1"/>
          </p:nvPr>
        </p:nvSpPr>
        <p:spPr>
          <a:xfrm>
            <a:off x="8139413"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5.</a:t>
            </a:r>
          </a:p>
        </p:txBody>
      </p:sp>
      <p:sp>
        <p:nvSpPr>
          <p:cNvPr id="41" name="Text Placeholder 3">
            <a:extLst>
              <a:ext uri="{FF2B5EF4-FFF2-40B4-BE49-F238E27FC236}">
                <a16:creationId xmlns:a16="http://schemas.microsoft.com/office/drawing/2014/main" id="{AF637A76-D1E1-49A2-AF33-3521BBC721C4}"/>
              </a:ext>
            </a:extLst>
          </p:cNvPr>
          <p:cNvSpPr>
            <a:spLocks noGrp="1"/>
          </p:cNvSpPr>
          <p:nvPr>
            <p:ph type="body" sz="quarter" idx="36" hasCustomPrompt="1"/>
          </p:nvPr>
        </p:nvSpPr>
        <p:spPr>
          <a:xfrm>
            <a:off x="10067660" y="2025026"/>
            <a:ext cx="256787" cy="258381"/>
          </a:xfrm>
          <a:prstGeom prst="rect">
            <a:avLst/>
          </a:prstGeom>
        </p:spPr>
        <p:txBody>
          <a:bodyPr tIns="0" bIns="0"/>
          <a:lstStyle>
            <a:lvl1pPr marL="0" algn="l" defTabSz="914102" rtl="0" eaLnBrk="1" fontAlgn="base" latinLnBrk="0" hangingPunct="1">
              <a:lnSpc>
                <a:spcPts val="2353"/>
              </a:lnSpc>
              <a:spcBef>
                <a:spcPct val="0"/>
              </a:spcBef>
              <a:spcAft>
                <a:spcPct val="0"/>
              </a:spcAft>
              <a:defRPr lang="en-US" sz="980" kern="1200" dirty="0" smtClean="0">
                <a:solidFill>
                  <a:srgbClr val="000000"/>
                </a:solidFill>
                <a:latin typeface="+mj-lt"/>
                <a:ea typeface="Segoe UI" pitchFamily="34" charset="0"/>
                <a:cs typeface="Segoe UI" pitchFamily="34" charset="0"/>
              </a:defRPr>
            </a:lvl1pPr>
            <a:lvl2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2pPr>
            <a:lvl3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3pPr>
            <a:lvl4pPr marL="0" algn="l" defTabSz="914102" rtl="0" eaLnBrk="1" fontAlgn="base" latinLnBrk="0" hangingPunct="1">
              <a:lnSpc>
                <a:spcPts val="2353"/>
              </a:lnSpc>
              <a:spcBef>
                <a:spcPct val="0"/>
              </a:spcBef>
              <a:spcAft>
                <a:spcPct val="0"/>
              </a:spcAft>
              <a:defRPr lang="en-US" sz="980" kern="1200" dirty="0" smtClean="0">
                <a:solidFill>
                  <a:schemeClr val="tx1"/>
                </a:solidFill>
                <a:latin typeface="+mj-lt"/>
                <a:ea typeface="Segoe UI" pitchFamily="34" charset="0"/>
                <a:cs typeface="Segoe UI" pitchFamily="34" charset="0"/>
              </a:defRPr>
            </a:lvl4pPr>
            <a:lvl5pPr marL="0" algn="l" defTabSz="914102" rtl="0" eaLnBrk="1" fontAlgn="base" latinLnBrk="0" hangingPunct="1">
              <a:lnSpc>
                <a:spcPts val="2353"/>
              </a:lnSpc>
              <a:spcBef>
                <a:spcPct val="0"/>
              </a:spcBef>
              <a:spcAft>
                <a:spcPct val="0"/>
              </a:spcAft>
              <a:defRPr lang="en-US" sz="980" kern="1200" dirty="0">
                <a:solidFill>
                  <a:schemeClr val="tx1"/>
                </a:solidFill>
                <a:latin typeface="+mj-lt"/>
                <a:ea typeface="Segoe UI" pitchFamily="34" charset="0"/>
                <a:cs typeface="Segoe UI" pitchFamily="34" charset="0"/>
              </a:defRPr>
            </a:lvl5pPr>
          </a:lstStyle>
          <a:p>
            <a:pPr lvl="0"/>
            <a:r>
              <a:rPr lang="en-US"/>
              <a:t>6.</a:t>
            </a:r>
          </a:p>
        </p:txBody>
      </p:sp>
      <p:sp>
        <p:nvSpPr>
          <p:cNvPr id="33" name="Text Box 3">
            <a:extLst>
              <a:ext uri="{FF2B5EF4-FFF2-40B4-BE49-F238E27FC236}">
                <a16:creationId xmlns:a16="http://schemas.microsoft.com/office/drawing/2014/main" id="{75395D73-9049-014E-BEF9-A35587DB4139}"/>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34" name="Text Placeholder 4">
            <a:extLst>
              <a:ext uri="{FF2B5EF4-FFF2-40B4-BE49-F238E27FC236}">
                <a16:creationId xmlns:a16="http://schemas.microsoft.com/office/drawing/2014/main" id="{3CC09D91-3BB7-5C4A-98CF-F87FD6AACD86}"/>
              </a:ext>
            </a:extLst>
          </p:cNvPr>
          <p:cNvSpPr>
            <a:spLocks noGrp="1"/>
          </p:cNvSpPr>
          <p:nvPr>
            <p:ph type="body" sz="quarter" idx="24" hasCustomPrompt="1"/>
          </p:nvPr>
        </p:nvSpPr>
        <p:spPr>
          <a:xfrm>
            <a:off x="45416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5" name="Text Placeholder 4">
            <a:extLst>
              <a:ext uri="{FF2B5EF4-FFF2-40B4-BE49-F238E27FC236}">
                <a16:creationId xmlns:a16="http://schemas.microsoft.com/office/drawing/2014/main" id="{90A489FF-470D-734F-9769-61F47A78897E}"/>
              </a:ext>
            </a:extLst>
          </p:cNvPr>
          <p:cNvSpPr>
            <a:spLocks noGrp="1"/>
          </p:cNvSpPr>
          <p:nvPr>
            <p:ph type="body" sz="quarter" idx="37" hasCustomPrompt="1"/>
          </p:nvPr>
        </p:nvSpPr>
        <p:spPr>
          <a:xfrm>
            <a:off x="2378329"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36" name="Text Placeholder 4">
            <a:extLst>
              <a:ext uri="{FF2B5EF4-FFF2-40B4-BE49-F238E27FC236}">
                <a16:creationId xmlns:a16="http://schemas.microsoft.com/office/drawing/2014/main" id="{6F43AC1C-4836-034C-B18E-A886EB0A0954}"/>
              </a:ext>
            </a:extLst>
          </p:cNvPr>
          <p:cNvSpPr>
            <a:spLocks noGrp="1"/>
          </p:cNvSpPr>
          <p:nvPr>
            <p:ph type="body" sz="quarter" idx="38" hasCustomPrompt="1"/>
          </p:nvPr>
        </p:nvSpPr>
        <p:spPr>
          <a:xfrm>
            <a:off x="430066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2" name="Text Placeholder 4">
            <a:extLst>
              <a:ext uri="{FF2B5EF4-FFF2-40B4-BE49-F238E27FC236}">
                <a16:creationId xmlns:a16="http://schemas.microsoft.com/office/drawing/2014/main" id="{9221C77D-8F08-6C49-9011-B244AD138F0B}"/>
              </a:ext>
            </a:extLst>
          </p:cNvPr>
          <p:cNvSpPr>
            <a:spLocks noGrp="1"/>
          </p:cNvSpPr>
          <p:nvPr>
            <p:ph type="body" sz="quarter" idx="39" hasCustomPrompt="1"/>
          </p:nvPr>
        </p:nvSpPr>
        <p:spPr>
          <a:xfrm>
            <a:off x="6229842"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3" name="Text Placeholder 4">
            <a:extLst>
              <a:ext uri="{FF2B5EF4-FFF2-40B4-BE49-F238E27FC236}">
                <a16:creationId xmlns:a16="http://schemas.microsoft.com/office/drawing/2014/main" id="{F3776908-857F-F24D-9AF6-14CF938B5693}"/>
              </a:ext>
            </a:extLst>
          </p:cNvPr>
          <p:cNvSpPr>
            <a:spLocks noGrp="1"/>
          </p:cNvSpPr>
          <p:nvPr>
            <p:ph type="body" sz="quarter" idx="40" hasCustomPrompt="1"/>
          </p:nvPr>
        </p:nvSpPr>
        <p:spPr>
          <a:xfrm>
            <a:off x="8139413"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44" name="Text Placeholder 4">
            <a:extLst>
              <a:ext uri="{FF2B5EF4-FFF2-40B4-BE49-F238E27FC236}">
                <a16:creationId xmlns:a16="http://schemas.microsoft.com/office/drawing/2014/main" id="{EFB7F2E6-D12A-0A47-939B-737BAD817601}"/>
              </a:ext>
            </a:extLst>
          </p:cNvPr>
          <p:cNvSpPr>
            <a:spLocks noGrp="1"/>
          </p:cNvSpPr>
          <p:nvPr>
            <p:ph type="body" sz="quarter" idx="41" hasCustomPrompt="1"/>
          </p:nvPr>
        </p:nvSpPr>
        <p:spPr>
          <a:xfrm>
            <a:off x="10044584" y="3622292"/>
            <a:ext cx="1693248"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pic>
        <p:nvPicPr>
          <p:cNvPr id="46" name="Picture 45">
            <a:extLst>
              <a:ext uri="{FF2B5EF4-FFF2-40B4-BE49-F238E27FC236}">
                <a16:creationId xmlns:a16="http://schemas.microsoft.com/office/drawing/2014/main" id="{15EF402B-0A39-4444-AF7E-380A1C25739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882637" y="2301518"/>
            <a:ext cx="647418" cy="647510"/>
          </a:xfrm>
          <a:prstGeom prst="rect">
            <a:avLst/>
          </a:prstGeom>
        </p:spPr>
      </p:pic>
      <p:pic>
        <p:nvPicPr>
          <p:cNvPr id="47" name="Picture 46">
            <a:extLst>
              <a:ext uri="{FF2B5EF4-FFF2-40B4-BE49-F238E27FC236}">
                <a16:creationId xmlns:a16="http://schemas.microsoft.com/office/drawing/2014/main" id="{3E2F996C-B451-5D43-A1A7-18659348D8D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67498" y="2301518"/>
            <a:ext cx="647418" cy="647510"/>
          </a:xfrm>
          <a:prstGeom prst="rect">
            <a:avLst/>
          </a:prstGeom>
        </p:spPr>
      </p:pic>
      <p:pic>
        <p:nvPicPr>
          <p:cNvPr id="48" name="Picture 47">
            <a:extLst>
              <a:ext uri="{FF2B5EF4-FFF2-40B4-BE49-F238E27FC236}">
                <a16:creationId xmlns:a16="http://schemas.microsoft.com/office/drawing/2014/main" id="{2164D954-D4BE-604E-A1FA-5D4A16CC776D}"/>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686028" y="2301518"/>
            <a:ext cx="647418" cy="647510"/>
          </a:xfrm>
          <a:prstGeom prst="rect">
            <a:avLst/>
          </a:prstGeom>
        </p:spPr>
      </p:pic>
      <p:pic>
        <p:nvPicPr>
          <p:cNvPr id="49" name="Picture 48">
            <a:extLst>
              <a:ext uri="{FF2B5EF4-FFF2-40B4-BE49-F238E27FC236}">
                <a16:creationId xmlns:a16="http://schemas.microsoft.com/office/drawing/2014/main" id="{5FC96516-B0E2-964A-9976-F62D8A3CA035}"/>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6752756" y="2301518"/>
            <a:ext cx="647418" cy="647510"/>
          </a:xfrm>
          <a:prstGeom prst="rect">
            <a:avLst/>
          </a:prstGeom>
        </p:spPr>
      </p:pic>
      <p:pic>
        <p:nvPicPr>
          <p:cNvPr id="50" name="Picture 49">
            <a:extLst>
              <a:ext uri="{FF2B5EF4-FFF2-40B4-BE49-F238E27FC236}">
                <a16:creationId xmlns:a16="http://schemas.microsoft.com/office/drawing/2014/main" id="{C42970E5-3D59-6D4C-802D-2A054118D50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802988" y="2301518"/>
            <a:ext cx="647418" cy="647510"/>
          </a:xfrm>
          <a:prstGeom prst="rect">
            <a:avLst/>
          </a:prstGeom>
        </p:spPr>
      </p:pic>
      <p:pic>
        <p:nvPicPr>
          <p:cNvPr id="51" name="Picture 50">
            <a:extLst>
              <a:ext uri="{FF2B5EF4-FFF2-40B4-BE49-F238E27FC236}">
                <a16:creationId xmlns:a16="http://schemas.microsoft.com/office/drawing/2014/main" id="{32F713FA-C34D-0546-BEC6-2429F7B462C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02611" y="2301518"/>
            <a:ext cx="647418" cy="647510"/>
          </a:xfrm>
          <a:prstGeom prst="rect">
            <a:avLst/>
          </a:prstGeom>
        </p:spPr>
      </p:pic>
    </p:spTree>
    <p:extLst>
      <p:ext uri="{BB962C8B-B14F-4D97-AF65-F5344CB8AC3E}">
        <p14:creationId xmlns:p14="http://schemas.microsoft.com/office/powerpoint/2010/main" val="2531998892"/>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8" name="Text Box 3">
            <a:extLst>
              <a:ext uri="{FF2B5EF4-FFF2-40B4-BE49-F238E27FC236}">
                <a16:creationId xmlns:a16="http://schemas.microsoft.com/office/drawing/2014/main" id="{3F1DAFF6-F27C-B74D-96EC-43A1B70AA06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056349497"/>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a:t>Section title</a:t>
            </a:r>
          </a:p>
        </p:txBody>
      </p:sp>
    </p:spTree>
    <p:extLst>
      <p:ext uri="{BB962C8B-B14F-4D97-AF65-F5344CB8AC3E}">
        <p14:creationId xmlns:p14="http://schemas.microsoft.com/office/powerpoint/2010/main" val="421938457"/>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FFFFFF"/>
                </a:solidFill>
              </a:defRPr>
            </a:lvl1pPr>
          </a:lstStyle>
          <a:p>
            <a:pPr marL="0" lvl="0">
              <a:lnSpc>
                <a:spcPts val="5490"/>
              </a:lnSpc>
            </a:pPr>
            <a:r>
              <a:rPr lang="en-US"/>
              <a:t>Section title</a:t>
            </a:r>
          </a:p>
        </p:txBody>
      </p:sp>
    </p:spTree>
    <p:extLst>
      <p:ext uri="{BB962C8B-B14F-4D97-AF65-F5344CB8AC3E}">
        <p14:creationId xmlns:p14="http://schemas.microsoft.com/office/powerpoint/2010/main" val="224503598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rgbClr val="FFFFFF"/>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5" name="Title 35">
            <a:extLst>
              <a:ext uri="{FF2B5EF4-FFF2-40B4-BE49-F238E27FC236}">
                <a16:creationId xmlns:a16="http://schemas.microsoft.com/office/drawing/2014/main" id="{60388DA1-8C2D-4FFD-88BD-DE4D7CEFD0D2}"/>
              </a:ext>
            </a:extLst>
          </p:cNvPr>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chemeClr val="tx1"/>
                </a:solidFill>
              </a:defRPr>
            </a:lvl1pPr>
          </a:lstStyle>
          <a:p>
            <a:pPr marL="0" lvl="0">
              <a:lnSpc>
                <a:spcPts val="5490"/>
              </a:lnSpc>
            </a:pPr>
            <a:r>
              <a:rPr lang="en-US"/>
              <a:t>Section title</a:t>
            </a:r>
          </a:p>
        </p:txBody>
      </p:sp>
    </p:spTree>
    <p:extLst>
      <p:ext uri="{BB962C8B-B14F-4D97-AF65-F5344CB8AC3E}">
        <p14:creationId xmlns:p14="http://schemas.microsoft.com/office/powerpoint/2010/main" val="277553972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229841" y="0"/>
            <a:ext cx="5973790" cy="6858000"/>
          </a:xfrm>
          <a:prstGeom prst="rect">
            <a:avLst/>
          </a:prstGeom>
        </p:spPr>
      </p:pic>
      <p:sp>
        <p:nvSpPr>
          <p:cNvPr id="2" name="Title 1"/>
          <p:cNvSpPr>
            <a:spLocks noGrp="1"/>
          </p:cNvSpPr>
          <p:nvPr>
            <p:ph type="title" hasCustomPrompt="1"/>
          </p:nvPr>
        </p:nvSpPr>
        <p:spPr>
          <a:xfrm>
            <a:off x="455995" y="620428"/>
            <a:ext cx="5541959" cy="403137"/>
          </a:xfrm>
          <a:prstGeom prst="rect">
            <a:avLst/>
          </a:prstGeom>
        </p:spPr>
        <p:txBody>
          <a:bodyPr wrap="square" lIns="0" tIns="0" rIns="0" bIns="0">
            <a:spAutoFit/>
          </a:bodyPr>
          <a:lstStyle>
            <a:lvl1pPr>
              <a:lnSpc>
                <a:spcPts val="3137"/>
              </a:lnSpc>
              <a:defRPr sz="2745" baseline="0">
                <a:solidFill>
                  <a:srgbClr val="000000"/>
                </a:solidFill>
              </a:defRPr>
            </a:lvl1pPr>
          </a:lstStyle>
          <a:p>
            <a:r>
              <a:rPr lang="en-US"/>
              <a:t>Photo layout 1</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55994" y="2363622"/>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55995" y="1922587"/>
            <a:ext cx="4822951" cy="287771"/>
          </a:xfrm>
          <a:prstGeom prst="rect">
            <a:avLst/>
          </a:prstGeom>
        </p:spPr>
        <p:txBody>
          <a:bodyPr wrap="square" lIns="0" tIns="0" rIns="0" bIns="0">
            <a:spAutoFit/>
          </a:bodyPr>
          <a:lstStyle>
            <a:lvl1pPr marL="0" indent="0">
              <a:lnSpc>
                <a:spcPts val="2353"/>
              </a:lnSpc>
              <a:buNone/>
              <a:defRPr lang="en-US" sz="1961" kern="1200" spc="0" baseline="0" dirty="0">
                <a:solidFill>
                  <a:srgbClr val="000000"/>
                </a:solidFill>
                <a:latin typeface="+mn-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Regular 20/24.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3121485"/>
            <a:ext cx="5973053" cy="543185"/>
          </a:xfrm>
          <a:prstGeom prst="rect">
            <a:avLst/>
          </a:prstGeom>
        </p:spPr>
        <p:txBody>
          <a:bodyPr/>
          <a:lstStyle>
            <a:lvl1pPr algn="ctr">
              <a:defRPr>
                <a:solidFill>
                  <a:schemeClr val="bg1"/>
                </a:solidFill>
              </a:defRPr>
            </a:lvl1pPr>
          </a:lstStyle>
          <a:p>
            <a:r>
              <a:rPr lang="en-US"/>
              <a:t>Drop photo here</a:t>
            </a:r>
          </a:p>
        </p:txBody>
      </p:sp>
      <p:sp>
        <p:nvSpPr>
          <p:cNvPr id="13" name="Text Box 3">
            <a:extLst>
              <a:ext uri="{FF2B5EF4-FFF2-40B4-BE49-F238E27FC236}">
                <a16:creationId xmlns:a16="http://schemas.microsoft.com/office/drawing/2014/main" id="{9B6CD1B2-B033-3544-BC3C-77A135C65972}"/>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55995" y="2576675"/>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55993" y="3428999"/>
            <a:ext cx="4822952" cy="49513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a:p>
            <a:pPr lvl="1"/>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55994" y="3639464"/>
            <a:ext cx="4822951" cy="674672"/>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610153674"/>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Photo layout 2</a:t>
            </a:r>
          </a:p>
        </p:txBody>
      </p:sp>
      <p:sp>
        <p:nvSpPr>
          <p:cNvPr id="5" name="Text Placeholder 4"/>
          <p:cNvSpPr>
            <a:spLocks noGrp="1"/>
          </p:cNvSpPr>
          <p:nvPr>
            <p:ph type="body" sz="quarter" idx="11" hasCustomPrompt="1"/>
          </p:nvPr>
        </p:nvSpPr>
        <p:spPr>
          <a:xfrm>
            <a:off x="455995"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0" kern="1200" spc="0" baseline="0" dirty="0" smtClean="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9" name="Text Placeholder 4"/>
          <p:cNvSpPr>
            <a:spLocks noGrp="1"/>
          </p:cNvSpPr>
          <p:nvPr>
            <p:ph type="body" sz="quarter" idx="12" hasCustomPrompt="1"/>
          </p:nvPr>
        </p:nvSpPr>
        <p:spPr>
          <a:xfrm>
            <a:off x="4300039"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sp>
        <p:nvSpPr>
          <p:cNvPr id="10" name="Text Placeholder 4"/>
          <p:cNvSpPr>
            <a:spLocks noGrp="1"/>
          </p:cNvSpPr>
          <p:nvPr>
            <p:ph type="body" sz="quarter" idx="13" hasCustomPrompt="1"/>
          </p:nvPr>
        </p:nvSpPr>
        <p:spPr>
          <a:xfrm>
            <a:off x="8144083" y="4927922"/>
            <a:ext cx="3618381" cy="216206"/>
          </a:xfrm>
          <a:prstGeom prst="rect">
            <a:avLst/>
          </a:prstGeo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sz="1372">
                <a:solidFill>
                  <a:schemeClr val="tx2"/>
                </a:solidFill>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r>
              <a:rPr lang="en-US"/>
              <a:t> 14</a:t>
            </a: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r="-1"/>
          <a:stretch/>
        </p:blipFill>
        <p:spPr>
          <a:xfrm>
            <a:off x="8150360" y="2152783"/>
            <a:ext cx="3623053" cy="2589915"/>
          </a:xfrm>
          <a:prstGeom prst="rect">
            <a:avLst/>
          </a:prstGeom>
        </p:spPr>
      </p:pic>
      <p:pic>
        <p:nvPicPr>
          <p:cNvPr id="16" name="Picture 15"/>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25647" y="2152783"/>
            <a:ext cx="3648727" cy="2589915"/>
          </a:xfrm>
          <a:prstGeom prst="rect">
            <a:avLst/>
          </a:prstGeom>
        </p:spPr>
      </p:pic>
      <p:pic>
        <p:nvPicPr>
          <p:cNvPr id="17" name="Picture 16"/>
          <p:cNvPicPr>
            <a:picLocks noChangeAspect="1"/>
          </p:cNvPicPr>
          <p:nvPr userDrawn="1"/>
        </p:nvPicPr>
        <p:blipFill rotWithShape="1">
          <a:blip r:embed="rId4" cstate="print">
            <a:extLst>
              <a:ext uri="{28A0092B-C50C-407E-A947-70E740481C1C}">
                <a14:useLocalDpi xmlns:a14="http://schemas.microsoft.com/office/drawing/2010/main" val="0"/>
              </a:ext>
            </a:extLst>
          </a:blip>
          <a:srcRect/>
          <a:stretch/>
        </p:blipFill>
        <p:spPr>
          <a:xfrm>
            <a:off x="4295368" y="2152781"/>
            <a:ext cx="3623052" cy="2589916"/>
          </a:xfrm>
          <a:prstGeom prst="rect">
            <a:avLst/>
          </a:prstGeom>
        </p:spPr>
      </p:pic>
      <p:sp>
        <p:nvSpPr>
          <p:cNvPr id="4" name="Picture Placeholder 3">
            <a:extLst>
              <a:ext uri="{FF2B5EF4-FFF2-40B4-BE49-F238E27FC236}">
                <a16:creationId xmlns:a16="http://schemas.microsoft.com/office/drawing/2014/main" id="{2717A0C5-B07A-A34B-9DBC-AEA2B456E25A}"/>
              </a:ext>
            </a:extLst>
          </p:cNvPr>
          <p:cNvSpPr>
            <a:spLocks noGrp="1"/>
          </p:cNvSpPr>
          <p:nvPr>
            <p:ph type="pic" sz="quarter" idx="14" hasCustomPrompt="1"/>
          </p:nvPr>
        </p:nvSpPr>
        <p:spPr>
          <a:xfrm>
            <a:off x="426424" y="3193694"/>
            <a:ext cx="3647951" cy="543185"/>
          </a:xfrm>
          <a:prstGeom prst="rect">
            <a:avLst/>
          </a:prstGeom>
        </p:spPr>
        <p:txBody>
          <a:bodyPr/>
          <a:lstStyle>
            <a:lvl1pPr algn="ctr">
              <a:defRPr>
                <a:solidFill>
                  <a:schemeClr val="bg1"/>
                </a:solidFill>
              </a:defRPr>
            </a:lvl1pPr>
          </a:lstStyle>
          <a:p>
            <a:r>
              <a:rPr lang="en-US"/>
              <a:t>Drop photo here</a:t>
            </a:r>
          </a:p>
        </p:txBody>
      </p:sp>
      <p:sp>
        <p:nvSpPr>
          <p:cNvPr id="7" name="Picture Placeholder 6">
            <a:extLst>
              <a:ext uri="{FF2B5EF4-FFF2-40B4-BE49-F238E27FC236}">
                <a16:creationId xmlns:a16="http://schemas.microsoft.com/office/drawing/2014/main" id="{F5287B92-3963-B94C-821F-3908B3544A42}"/>
              </a:ext>
            </a:extLst>
          </p:cNvPr>
          <p:cNvSpPr>
            <a:spLocks noGrp="1"/>
          </p:cNvSpPr>
          <p:nvPr>
            <p:ph type="pic" sz="quarter" idx="15" hasCustomPrompt="1"/>
          </p:nvPr>
        </p:nvSpPr>
        <p:spPr>
          <a:xfrm>
            <a:off x="4300039" y="3186832"/>
            <a:ext cx="3618381" cy="543185"/>
          </a:xfrm>
          <a:prstGeom prst="rect">
            <a:avLst/>
          </a:prstGeom>
        </p:spPr>
        <p:txBody>
          <a:bodyPr/>
          <a:lstStyle>
            <a:lvl1pPr algn="ctr">
              <a:defRPr>
                <a:solidFill>
                  <a:schemeClr val="bg1"/>
                </a:solidFill>
              </a:defRPr>
            </a:lvl1pPr>
          </a:lstStyle>
          <a:p>
            <a:r>
              <a:rPr lang="en-US"/>
              <a:t>Drop photo here</a:t>
            </a:r>
          </a:p>
        </p:txBody>
      </p:sp>
      <p:sp>
        <p:nvSpPr>
          <p:cNvPr id="11" name="Picture Placeholder 10">
            <a:extLst>
              <a:ext uri="{FF2B5EF4-FFF2-40B4-BE49-F238E27FC236}">
                <a16:creationId xmlns:a16="http://schemas.microsoft.com/office/drawing/2014/main" id="{1DC31788-B7D8-9D46-BE0A-6B7EED7110B6}"/>
              </a:ext>
            </a:extLst>
          </p:cNvPr>
          <p:cNvSpPr>
            <a:spLocks noGrp="1"/>
          </p:cNvSpPr>
          <p:nvPr>
            <p:ph type="pic" sz="quarter" idx="16" hasCustomPrompt="1"/>
          </p:nvPr>
        </p:nvSpPr>
        <p:spPr>
          <a:xfrm>
            <a:off x="8150308" y="3186832"/>
            <a:ext cx="3612156" cy="543185"/>
          </a:xfrm>
          <a:prstGeom prst="rect">
            <a:avLst/>
          </a:prstGeom>
        </p:spPr>
        <p:txBody>
          <a:bodyPr/>
          <a:lstStyle>
            <a:lvl1pPr algn="ctr">
              <a:defRPr>
                <a:solidFill>
                  <a:schemeClr val="bg1"/>
                </a:solidFill>
              </a:defRPr>
            </a:lvl1pPr>
          </a:lstStyle>
          <a:p>
            <a:r>
              <a:rPr lang="en-US"/>
              <a:t>Drop photo here</a:t>
            </a:r>
          </a:p>
        </p:txBody>
      </p:sp>
      <p:sp>
        <p:nvSpPr>
          <p:cNvPr id="20" name="Text Box 3">
            <a:extLst>
              <a:ext uri="{FF2B5EF4-FFF2-40B4-BE49-F238E27FC236}">
                <a16:creationId xmlns:a16="http://schemas.microsoft.com/office/drawing/2014/main" id="{F848FF14-9025-D34E-A47B-6D1957DCA63E}"/>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22" name="Text Placeholder 4">
            <a:extLst>
              <a:ext uri="{FF2B5EF4-FFF2-40B4-BE49-F238E27FC236}">
                <a16:creationId xmlns:a16="http://schemas.microsoft.com/office/drawing/2014/main" id="{B97163EF-E7E8-4446-98C1-DF17E29E7379}"/>
              </a:ext>
            </a:extLst>
          </p:cNvPr>
          <p:cNvSpPr>
            <a:spLocks noGrp="1"/>
          </p:cNvSpPr>
          <p:nvPr>
            <p:ph type="body" sz="quarter" idx="42" hasCustomPrompt="1"/>
          </p:nvPr>
        </p:nvSpPr>
        <p:spPr>
          <a:xfrm>
            <a:off x="454169"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3" name="Text Placeholder 4">
            <a:extLst>
              <a:ext uri="{FF2B5EF4-FFF2-40B4-BE49-F238E27FC236}">
                <a16:creationId xmlns:a16="http://schemas.microsoft.com/office/drawing/2014/main" id="{8E57B78A-F25C-4D46-917C-E53FD3A557E0}"/>
              </a:ext>
            </a:extLst>
          </p:cNvPr>
          <p:cNvSpPr>
            <a:spLocks noGrp="1"/>
          </p:cNvSpPr>
          <p:nvPr>
            <p:ph type="body" sz="quarter" idx="43" hasCustomPrompt="1"/>
          </p:nvPr>
        </p:nvSpPr>
        <p:spPr>
          <a:xfrm>
            <a:off x="4302175" y="5158174"/>
            <a:ext cx="3616245"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
        <p:nvSpPr>
          <p:cNvPr id="24" name="Text Placeholder 4">
            <a:extLst>
              <a:ext uri="{FF2B5EF4-FFF2-40B4-BE49-F238E27FC236}">
                <a16:creationId xmlns:a16="http://schemas.microsoft.com/office/drawing/2014/main" id="{A1AA5291-B66D-8249-B809-BA15DD1EEA3E}"/>
              </a:ext>
            </a:extLst>
          </p:cNvPr>
          <p:cNvSpPr>
            <a:spLocks noGrp="1"/>
          </p:cNvSpPr>
          <p:nvPr>
            <p:ph type="body" sz="quarter" idx="44" hasCustomPrompt="1"/>
          </p:nvPr>
        </p:nvSpPr>
        <p:spPr>
          <a:xfrm>
            <a:off x="8150308" y="5158174"/>
            <a:ext cx="3618381" cy="905504"/>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p>
        </p:txBody>
      </p:sp>
    </p:spTree>
    <p:extLst>
      <p:ext uri="{BB962C8B-B14F-4D97-AF65-F5344CB8AC3E}">
        <p14:creationId xmlns:p14="http://schemas.microsoft.com/office/powerpoint/2010/main" val="2452479327"/>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1: one column</a:t>
            </a:r>
          </a:p>
        </p:txBody>
      </p:sp>
      <p:sp>
        <p:nvSpPr>
          <p:cNvPr id="4" name="Text Placeholder 3"/>
          <p:cNvSpPr>
            <a:spLocks noGrp="1"/>
          </p:cNvSpPr>
          <p:nvPr>
            <p:ph type="body" sz="quarter" idx="10" hasCustomPrompt="1"/>
          </p:nvPr>
        </p:nvSpPr>
        <p:spPr>
          <a:xfrm>
            <a:off x="455995" y="1922802"/>
            <a:ext cx="4758211" cy="603538"/>
          </a:xfrm>
          <a:prstGeom prst="rect">
            <a:avLst/>
          </a:prstGeom>
        </p:spPr>
        <p:txBody>
          <a:bodyPr wrap="square" lIns="0" tIns="0" rIns="0" bIns="0">
            <a:spAutoFit/>
          </a:bodyPr>
          <a:lstStyle>
            <a:lvl1pPr marL="0" indent="0">
              <a:lnSpc>
                <a:spcPts val="2353"/>
              </a:lnSpc>
              <a:buNone/>
              <a:defRPr sz="1961" b="0" i="0">
                <a:solidFill>
                  <a:srgbClr val="000000"/>
                </a:solidFill>
                <a:latin typeface="+mn-lt"/>
              </a:defRPr>
            </a:lvl1pPr>
            <a:lvl2pPr marL="224097" indent="0">
              <a:buNone/>
              <a:defRPr/>
            </a:lvl2pPr>
            <a:lvl3pPr marL="448193" indent="0">
              <a:buNone/>
              <a:defRPr/>
            </a:lvl3pPr>
            <a:lvl4pPr marL="672290" indent="0">
              <a:buNone/>
              <a:defRPr/>
            </a:lvl4pPr>
            <a:lvl5pPr marL="896386" indent="0">
              <a:buNone/>
              <a:defRPr/>
            </a:lvl5pPr>
          </a:lstStyle>
          <a:p>
            <a:pPr lvl="0"/>
            <a:r>
              <a:rPr lang="pt-BR"/>
              <a:t>Large subhead Segoe UI Regular 20/24. Em volor resequaectur.</a:t>
            </a:r>
            <a:endParaRPr lang="en-US"/>
          </a:p>
        </p:txBody>
      </p:sp>
      <p:sp>
        <p:nvSpPr>
          <p:cNvPr id="5" name="Text Placeholder 4"/>
          <p:cNvSpPr>
            <a:spLocks noGrp="1"/>
          </p:cNvSpPr>
          <p:nvPr>
            <p:ph type="body" sz="quarter" idx="11" hasCustomPrompt="1"/>
          </p:nvPr>
        </p:nvSpPr>
        <p:spPr>
          <a:xfrm>
            <a:off x="455995" y="2707597"/>
            <a:ext cx="4758210" cy="2521331"/>
          </a:xfrm>
          <a:prstGeom prst="rect">
            <a:avLst/>
          </a:prstGeom>
        </p:spPr>
        <p:txBody>
          <a:bodyPr lIns="0" tIns="0" rIns="0" bIns="0"/>
          <a:lstStyle>
            <a:lvl1pPr marL="280121" indent="-280121">
              <a:lnSpc>
                <a:spcPts val="1765"/>
              </a:lnSpc>
              <a:spcBef>
                <a:spcPts val="0"/>
              </a:spcBef>
              <a:buFont typeface="Arial" panose="020B0604020202020204" pitchFamily="34" charset="0"/>
              <a:buChar char="•"/>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a:p>
            <a:pPr lvl="0"/>
            <a:endParaRPr lang="en-US"/>
          </a:p>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a:t>
            </a:r>
          </a:p>
        </p:txBody>
      </p:sp>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a:t>Click icon to add picture</a:t>
            </a:r>
          </a:p>
        </p:txBody>
      </p:sp>
      <p:sp>
        <p:nvSpPr>
          <p:cNvPr id="14" name="Text Box 3">
            <a:extLst>
              <a:ext uri="{FF2B5EF4-FFF2-40B4-BE49-F238E27FC236}">
                <a16:creationId xmlns:a16="http://schemas.microsoft.com/office/drawing/2014/main" id="{9732C163-B0E6-5B41-A1A7-C570F404A2C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3132509279"/>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99DE98C-91A8-4163-A280-8BB561692C8E}"/>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4444774" y="418150"/>
            <a:ext cx="7747227" cy="6439851"/>
          </a:xfrm>
          <a:prstGeom prst="rect">
            <a:avLst/>
          </a:prstGeom>
        </p:spPr>
      </p:pic>
      <p:sp>
        <p:nvSpPr>
          <p:cNvPr id="9" name="Picture Placeholder 11">
            <a:extLst>
              <a:ext uri="{FF2B5EF4-FFF2-40B4-BE49-F238E27FC236}">
                <a16:creationId xmlns:a16="http://schemas.microsoft.com/office/drawing/2014/main" id="{784CA30E-A92E-4E40-944A-73B1CF9EEE0A}"/>
              </a:ext>
            </a:extLst>
          </p:cNvPr>
          <p:cNvSpPr>
            <a:spLocks noGrp="1"/>
          </p:cNvSpPr>
          <p:nvPr>
            <p:ph type="pic" sz="quarter" idx="12"/>
          </p:nvPr>
        </p:nvSpPr>
        <p:spPr>
          <a:xfrm>
            <a:off x="6357959" y="3422793"/>
            <a:ext cx="5834041" cy="543185"/>
          </a:xfrm>
          <a:prstGeom prst="rect">
            <a:avLst/>
          </a:prstGeom>
        </p:spPr>
        <p:txBody>
          <a:bodyPr anchor="ctr" anchorCtr="0"/>
          <a:lstStyle>
            <a:lvl1pPr algn="ctr">
              <a:defRPr>
                <a:solidFill>
                  <a:srgbClr val="000000"/>
                </a:solidFill>
              </a:defRPr>
            </a:lvl1pPr>
          </a:lstStyle>
          <a:p>
            <a:r>
              <a:rPr lang="en-US"/>
              <a:t>Click icon to add picture</a:t>
            </a:r>
          </a:p>
        </p:txBody>
      </p:sp>
      <p:sp>
        <p:nvSpPr>
          <p:cNvPr id="13" name="Text Placeholder 4">
            <a:extLst>
              <a:ext uri="{FF2B5EF4-FFF2-40B4-BE49-F238E27FC236}">
                <a16:creationId xmlns:a16="http://schemas.microsoft.com/office/drawing/2014/main" id="{8D17D4B4-B6B9-4273-ACCB-7A5ED46F35A8}"/>
              </a:ext>
            </a:extLst>
          </p:cNvPr>
          <p:cNvSpPr>
            <a:spLocks noGrp="1"/>
          </p:cNvSpPr>
          <p:nvPr>
            <p:ph type="body" sz="quarter" idx="11" hasCustomPrompt="1"/>
          </p:nvPr>
        </p:nvSpPr>
        <p:spPr>
          <a:xfrm>
            <a:off x="457672"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4" name="Text Placeholder 4">
            <a:extLst>
              <a:ext uri="{FF2B5EF4-FFF2-40B4-BE49-F238E27FC236}">
                <a16:creationId xmlns:a16="http://schemas.microsoft.com/office/drawing/2014/main" id="{FB204BE2-B985-4315-8D5B-9C54B1074DD6}"/>
              </a:ext>
            </a:extLst>
          </p:cNvPr>
          <p:cNvSpPr>
            <a:spLocks noGrp="1"/>
          </p:cNvSpPr>
          <p:nvPr>
            <p:ph type="body" sz="quarter" idx="13" hasCustomPrompt="1"/>
          </p:nvPr>
        </p:nvSpPr>
        <p:spPr>
          <a:xfrm>
            <a:off x="2385798" y="2000739"/>
            <a:ext cx="1693247" cy="442532"/>
          </a:xfrm>
          <a:prstGeom prst="rect">
            <a:avLst/>
          </a:prstGeom>
        </p:spPr>
        <p:txBody>
          <a:bodyPr lIns="0" tIns="0" rIns="0" bIns="0"/>
          <a:lstStyle>
            <a:lvl1pPr marL="0" indent="0">
              <a:lnSpc>
                <a:spcPts val="1765"/>
              </a:lnSpc>
              <a:spcBef>
                <a:spcPts val="882"/>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a:t>
            </a:r>
            <a:r>
              <a:rPr lang="en-US" err="1"/>
              <a:t>Semibold</a:t>
            </a:r>
            <a:endParaRPr lang="en-US"/>
          </a:p>
        </p:txBody>
      </p:sp>
      <p:sp>
        <p:nvSpPr>
          <p:cNvPr id="15" name="Title 1">
            <a:extLst>
              <a:ext uri="{FF2B5EF4-FFF2-40B4-BE49-F238E27FC236}">
                <a16:creationId xmlns:a16="http://schemas.microsoft.com/office/drawing/2014/main" id="{889045D2-7C49-4F5C-A376-228A5A2B015B}"/>
              </a:ext>
            </a:extLst>
          </p:cNvPr>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2: two columns</a:t>
            </a:r>
          </a:p>
        </p:txBody>
      </p:sp>
      <p:sp>
        <p:nvSpPr>
          <p:cNvPr id="17" name="Text Box 3">
            <a:extLst>
              <a:ext uri="{FF2B5EF4-FFF2-40B4-BE49-F238E27FC236}">
                <a16:creationId xmlns:a16="http://schemas.microsoft.com/office/drawing/2014/main" id="{E9958694-2D93-5A49-BF9C-C2FD1753BAA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02963930-27DC-A146-BED0-307A0CE5F43A}"/>
              </a:ext>
            </a:extLst>
          </p:cNvPr>
          <p:cNvSpPr>
            <a:spLocks noGrp="1"/>
          </p:cNvSpPr>
          <p:nvPr>
            <p:ph type="body" sz="quarter" idx="42" hasCustomPrompt="1"/>
          </p:nvPr>
        </p:nvSpPr>
        <p:spPr>
          <a:xfrm>
            <a:off x="45417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
        <p:nvSpPr>
          <p:cNvPr id="19" name="Text Placeholder 4">
            <a:extLst>
              <a:ext uri="{FF2B5EF4-FFF2-40B4-BE49-F238E27FC236}">
                <a16:creationId xmlns:a16="http://schemas.microsoft.com/office/drawing/2014/main" id="{8EE99189-A4FF-8C44-809C-285F33AF913B}"/>
              </a:ext>
            </a:extLst>
          </p:cNvPr>
          <p:cNvSpPr>
            <a:spLocks noGrp="1"/>
          </p:cNvSpPr>
          <p:nvPr>
            <p:ph type="body" sz="quarter" idx="43" hasCustomPrompt="1"/>
          </p:nvPr>
        </p:nvSpPr>
        <p:spPr>
          <a:xfrm>
            <a:off x="2385530" y="2452758"/>
            <a:ext cx="1693247" cy="2290499"/>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14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omnimusdae</a:t>
            </a:r>
            <a:r>
              <a:rPr lang="en-US"/>
              <a:t>. </a:t>
            </a:r>
            <a:r>
              <a:rPr lang="en-US" err="1"/>
              <a:t>Icaecatur</a:t>
            </a:r>
            <a:r>
              <a:rPr lang="en-US"/>
              <a:t>. </a:t>
            </a:r>
            <a:r>
              <a:rPr lang="en-US" err="1"/>
              <a:t>Boribus</a:t>
            </a:r>
            <a:r>
              <a:rPr lang="en-US"/>
              <a:t> </a:t>
            </a:r>
            <a:r>
              <a:rPr lang="en-US" err="1"/>
              <a:t>sinctius</a:t>
            </a:r>
            <a:r>
              <a:rPr lang="en-US"/>
              <a:t> </a:t>
            </a:r>
            <a:r>
              <a:rPr lang="en-US" err="1"/>
              <a:t>nimaxime</a:t>
            </a:r>
            <a:r>
              <a:rPr lang="en-US"/>
              <a:t> </a:t>
            </a:r>
            <a:r>
              <a:rPr lang="en-US" err="1"/>
              <a:t>nonsequibus</a:t>
            </a:r>
            <a:r>
              <a:rPr lang="en-US"/>
              <a:t> </a:t>
            </a:r>
            <a:r>
              <a:rPr lang="en-US" err="1"/>
              <a:t>dollendis</a:t>
            </a:r>
            <a:r>
              <a:rPr lang="en-US"/>
              <a:t> as </a:t>
            </a:r>
            <a:r>
              <a:rPr lang="en-US" err="1"/>
              <a:t>autestiatur</a:t>
            </a:r>
            <a:r>
              <a:rPr lang="en-US"/>
              <a:t>. </a:t>
            </a:r>
          </a:p>
        </p:txBody>
      </p:sp>
    </p:spTree>
    <p:extLst>
      <p:ext uri="{BB962C8B-B14F-4D97-AF65-F5344CB8AC3E}">
        <p14:creationId xmlns:p14="http://schemas.microsoft.com/office/powerpoint/2010/main" val="3952628337"/>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384249" y="486947"/>
            <a:ext cx="10869930" cy="6371053"/>
          </a:xfrm>
          <a:prstGeom prst="rect">
            <a:avLst/>
          </a:prstGeom>
        </p:spPr>
      </p:pic>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Device layout 3</a:t>
            </a:r>
          </a:p>
        </p:txBody>
      </p:sp>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p:nvPr>
        </p:nvSpPr>
        <p:spPr>
          <a:xfrm>
            <a:off x="2293976" y="3490037"/>
            <a:ext cx="7678751" cy="543185"/>
          </a:xfrm>
          <a:prstGeom prst="rect">
            <a:avLst/>
          </a:prstGeom>
        </p:spPr>
        <p:txBody>
          <a:bodyPr anchor="ctr" anchorCtr="0"/>
          <a:lstStyle>
            <a:lvl1pPr algn="ctr">
              <a:defRPr>
                <a:solidFill>
                  <a:srgbClr val="000000"/>
                </a:solidFill>
              </a:defRPr>
            </a:lvl1pPr>
          </a:lstStyle>
          <a:p>
            <a:r>
              <a:rPr lang="en-US"/>
              <a:t>Click icon to add picture</a:t>
            </a:r>
          </a:p>
        </p:txBody>
      </p:sp>
      <p:sp>
        <p:nvSpPr>
          <p:cNvPr id="12" name="Text Box 3">
            <a:extLst>
              <a:ext uri="{FF2B5EF4-FFF2-40B4-BE49-F238E27FC236}">
                <a16:creationId xmlns:a16="http://schemas.microsoft.com/office/drawing/2014/main" id="{A8F5F40B-56C9-1D43-9521-8583515F1C5D}"/>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159334155"/>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9" name="Text Placeholder 4"/>
          <p:cNvSpPr>
            <a:spLocks noGrp="1"/>
          </p:cNvSpPr>
          <p:nvPr>
            <p:ph type="body" sz="quarter" idx="12" hasCustomPrompt="1"/>
          </p:nvPr>
        </p:nvSpPr>
        <p:spPr>
          <a:xfrm>
            <a:off x="455992" y="5857162"/>
            <a:ext cx="3618381" cy="301770"/>
          </a:xfrm>
          <a:prstGeom prst="rect">
            <a:avLst/>
          </a:prstGeom>
        </p:spPr>
        <p:txBody>
          <a:bodyPr lIns="0" tIns="0" rIns="0" bIns="0"/>
          <a:lstStyle>
            <a:lvl1pPr marL="0" indent="0">
              <a:lnSpc>
                <a:spcPts val="1176"/>
              </a:lnSpc>
              <a:spcBef>
                <a:spcPts val="882"/>
              </a:spcBef>
              <a:buFont typeface="Arial" panose="020B0604020202020204" pitchFamily="34" charset="0"/>
              <a:buNone/>
              <a:defRPr sz="98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7" name="Text Placeholder 4"/>
          <p:cNvSpPr>
            <a:spLocks noGrp="1"/>
          </p:cNvSpPr>
          <p:nvPr>
            <p:ph type="body" sz="quarter" idx="18" hasCustomPrompt="1"/>
          </p:nvPr>
        </p:nvSpPr>
        <p:spPr>
          <a:xfrm>
            <a:off x="4303152"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41415"/>
          </a:xfrm>
          <a:prstGeom prst="rect">
            <a:avLst/>
          </a:prstGeom>
        </p:spPr>
        <p:txBody>
          <a:bodyPr tIns="0"/>
          <a:lstStyle>
            <a:lvl1pPr>
              <a:defRPr lang="en-US" sz="980" b="1" kern="1200" spc="0" dirty="0" smtClean="0">
                <a:solidFill>
                  <a:srgbClr val="000000"/>
                </a:solidFill>
                <a:latin typeface="+mn-lt"/>
                <a:ea typeface="+mn-ea"/>
                <a:cs typeface="+mn-cs"/>
              </a:defRPr>
            </a:lvl1pPr>
          </a:lstStyle>
          <a:p>
            <a:pPr lvl="0"/>
            <a:r>
              <a:rPr lang="en-US"/>
              <a:t>Caption title Segoe bold 10/12. </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857162"/>
            <a:ext cx="3607487" cy="301770"/>
          </a:xfrm>
          <a:prstGeom prst="rect">
            <a:avLst/>
          </a:prstGeom>
        </p:spPr>
        <p:txBody>
          <a:bodyPr vert="horz" wrap="square" lIns="0" tIns="0" rIns="0" bIns="0" rtlCol="0">
            <a:spAutoFit/>
          </a:bodyPr>
          <a:lstStyle>
            <a:lvl1pPr>
              <a:tabLst/>
              <a:defRPr lang="en-US" sz="980" b="0" i="0" spc="0" dirty="0" smtClean="0">
                <a:solidFill>
                  <a:srgbClr val="000000"/>
                </a:solidFill>
                <a:latin typeface="+mn-lt"/>
              </a:defRPr>
            </a:lvl1pPr>
          </a:lstStyle>
          <a:p>
            <a:pPr marL="0" lvl="0" indent="0">
              <a:lnSpc>
                <a:spcPts val="1176"/>
              </a:lnSpc>
              <a:spcBef>
                <a:spcPts val="882"/>
              </a:spcBef>
              <a:buFont typeface="Arial" panose="020B0604020202020204" pitchFamily="34" charset="0"/>
              <a:buNone/>
            </a:pPr>
            <a:r>
              <a:rPr lang="en-US"/>
              <a:t>Caption body copy Segoe Regular 10/12. </a:t>
            </a:r>
            <a:r>
              <a:rPr lang="en-US" err="1"/>
              <a:t>Cavorest</a:t>
            </a:r>
            <a:r>
              <a:rPr lang="en-US"/>
              <a:t> a </a:t>
            </a:r>
            <a:r>
              <a:rPr lang="en-US" err="1"/>
              <a:t>aut</a:t>
            </a:r>
            <a:r>
              <a:rPr lang="en-US"/>
              <a:t> arum </a:t>
            </a:r>
            <a:r>
              <a:rPr lang="en-US" err="1"/>
              <a:t>quam</a:t>
            </a:r>
            <a:r>
              <a:rPr lang="en-US"/>
              <a:t> id eat.</a:t>
            </a:r>
          </a:p>
        </p:txBody>
      </p:sp>
      <p:sp>
        <p:nvSpPr>
          <p:cNvPr id="19" name="Text Box 3">
            <a:extLst>
              <a:ext uri="{FF2B5EF4-FFF2-40B4-BE49-F238E27FC236}">
                <a16:creationId xmlns:a16="http://schemas.microsoft.com/office/drawing/2014/main" id="{DD3304D6-24AF-6742-A22C-8D78DC39B073}"/>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2406188227"/>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Table styling</a:t>
            </a:r>
          </a:p>
        </p:txBody>
      </p:sp>
      <p:sp>
        <p:nvSpPr>
          <p:cNvPr id="4" name="Table Placeholder 3"/>
          <p:cNvSpPr>
            <a:spLocks noGrp="1"/>
          </p:cNvSpPr>
          <p:nvPr>
            <p:ph type="tbl" sz="quarter" idx="10"/>
          </p:nvPr>
        </p:nvSpPr>
        <p:spPr>
          <a:xfrm>
            <a:off x="455995" y="3924852"/>
            <a:ext cx="11306469" cy="546753"/>
          </a:xfrm>
          <a:prstGeom prst="rect">
            <a:avLst/>
          </a:prstGeom>
        </p:spPr>
        <p:txBody>
          <a:bodyPr anchor="ctr" anchorCtr="0"/>
          <a:lstStyle>
            <a:lvl1pPr algn="ctr">
              <a:defRPr/>
            </a:lvl1pPr>
          </a:lstStyle>
          <a:p>
            <a:r>
              <a:rPr lang="en-US"/>
              <a:t>Click icon to add table</a:t>
            </a:r>
          </a:p>
        </p:txBody>
      </p:sp>
      <p:sp>
        <p:nvSpPr>
          <p:cNvPr id="10" name="Text Box 3">
            <a:extLst>
              <a:ext uri="{FF2B5EF4-FFF2-40B4-BE49-F238E27FC236}">
                <a16:creationId xmlns:a16="http://schemas.microsoft.com/office/drawing/2014/main" id="{AD9F5927-827C-2E4D-8781-07CF39C27494}"/>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a:solidFill>
                  <a:schemeClr val="accent6">
                    <a:lumMod val="75000"/>
                  </a:schemeClr>
                </a:solidFill>
                <a:cs typeface="Segoe UI" pitchFamily="34" charset="0"/>
              </a:rPr>
              <a:t>©Microsoft Corporation									                                                                                                                                             Azure </a:t>
            </a:r>
          </a:p>
        </p:txBody>
      </p:sp>
    </p:spTree>
    <p:extLst>
      <p:ext uri="{BB962C8B-B14F-4D97-AF65-F5344CB8AC3E}">
        <p14:creationId xmlns:p14="http://schemas.microsoft.com/office/powerpoint/2010/main" val="4192199612"/>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Software code slide">
    <p:bg>
      <p:bgPr>
        <a:solidFill>
          <a:schemeClr val="bg2"/>
        </a:solidFill>
        <a:effectLst/>
      </p:bgPr>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CEE2ED2-76B4-9F41-8074-736FC3EE60AE}"/>
              </a:ext>
            </a:extLst>
          </p:cNvPr>
          <p:cNvSpPr>
            <a:spLocks noGrp="1"/>
          </p:cNvSpPr>
          <p:nvPr>
            <p:ph type="title" hasCustomPrompt="1"/>
          </p:nvPr>
        </p:nvSpPr>
        <p:spPr>
          <a:xfrm>
            <a:off x="455994" y="556381"/>
            <a:ext cx="11303917" cy="813819"/>
          </a:xfrm>
          <a:prstGeom prst="rect">
            <a:avLst/>
          </a:prstGeom>
        </p:spPr>
        <p:txBody>
          <a:bodyPr vert="horz" wrap="square" lIns="0" tIns="91440" rIns="146304" bIns="91440" rtlCol="0" anchor="t">
            <a:noAutofit/>
          </a:bodyPr>
          <a:lstStyle/>
          <a:p>
            <a:r>
              <a:rPr lang="en-US"/>
              <a:t>Software code slide</a:t>
            </a:r>
          </a:p>
        </p:txBody>
      </p:sp>
    </p:spTree>
    <p:extLst>
      <p:ext uri="{BB962C8B-B14F-4D97-AF65-F5344CB8AC3E}">
        <p14:creationId xmlns:p14="http://schemas.microsoft.com/office/powerpoint/2010/main" val="41359760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55995" y="2136155"/>
            <a:ext cx="1693247" cy="1021696"/>
          </a:xfrm>
        </p:spPr>
        <p:txBody>
          <a:bodyPr>
            <a:noAutofit/>
          </a:bodyPr>
          <a:lstStyle>
            <a:lvl1pPr marL="0" indent="0">
              <a:buNone/>
              <a:defRPr sz="1961"/>
            </a:lvl1pPr>
          </a:lstStyle>
          <a:p>
            <a:pPr lvl="0"/>
            <a:r>
              <a:rPr lang="en-US"/>
              <a:t>Picture</a:t>
            </a:r>
          </a:p>
        </p:txBody>
      </p:sp>
      <p:sp>
        <p:nvSpPr>
          <p:cNvPr id="2" name="Title 1"/>
          <p:cNvSpPr>
            <a:spLocks noGrp="1"/>
          </p:cNvSpPr>
          <p:nvPr>
            <p:ph type="title" hasCustomPrompt="1"/>
          </p:nvPr>
        </p:nvSpPr>
        <p:spPr>
          <a:xfrm>
            <a:off x="455995" y="620428"/>
            <a:ext cx="11306469" cy="403137"/>
          </a:xfrm>
        </p:spPr>
        <p:txBody>
          <a:bodyPr wrap="square" lIns="0" tIns="0" rIns="0" bIns="0">
            <a:spAutoFit/>
          </a:bodyPr>
          <a:lstStyle>
            <a:lvl1pPr>
              <a:lnSpc>
                <a:spcPts val="3137"/>
              </a:lnSpc>
              <a:defRPr sz="2745">
                <a:solidFill>
                  <a:srgbClr val="2F2F2F"/>
                </a:solidFill>
              </a:defRPr>
            </a:lvl1pPr>
          </a:lstStyle>
          <a:p>
            <a:r>
              <a:rPr lang="en-US"/>
              <a:t>Text option 4: six columns (numbered list)</a:t>
            </a:r>
          </a:p>
        </p:txBody>
      </p:sp>
      <p:sp>
        <p:nvSpPr>
          <p:cNvPr id="5" name="Text Placeholder 4"/>
          <p:cNvSpPr>
            <a:spLocks noGrp="1"/>
          </p:cNvSpPr>
          <p:nvPr>
            <p:ph type="body" sz="quarter" idx="11" hasCustomPrompt="1"/>
          </p:nvPr>
        </p:nvSpPr>
        <p:spPr>
          <a:xfrm>
            <a:off x="455995" y="3167818"/>
            <a:ext cx="1693247" cy="277879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bold 14</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Unt</a:t>
            </a:r>
            <a:r>
              <a:rPr lang="en-US"/>
              <a:t> faces et </a:t>
            </a:r>
            <a:r>
              <a:rPr lang="en-US" err="1"/>
              <a:t>labore</a:t>
            </a:r>
            <a:r>
              <a:rPr lang="en-US"/>
              <a:t> </a:t>
            </a:r>
            <a:r>
              <a:rPr lang="en-US" err="1"/>
              <a:t>ium</a:t>
            </a:r>
            <a:r>
              <a:rPr lang="en-US"/>
              <a:t> el id et re od </a:t>
            </a:r>
            <a:r>
              <a:rPr lang="en-US" err="1"/>
              <a:t>utem</a:t>
            </a:r>
            <a:r>
              <a:rPr lang="en-US"/>
              <a:t> que </a:t>
            </a:r>
            <a:r>
              <a:rPr lang="en-US" err="1"/>
              <a:t>nist</a:t>
            </a:r>
            <a:r>
              <a:rPr lang="en-US"/>
              <a:t> et </a:t>
            </a:r>
            <a:r>
              <a:rPr lang="en-US" err="1"/>
              <a:t>ped</a:t>
            </a:r>
            <a:r>
              <a:rPr lang="en-US"/>
              <a:t> </a:t>
            </a:r>
            <a:r>
              <a:rPr lang="en-US" err="1"/>
              <a:t>quia</a:t>
            </a:r>
            <a:r>
              <a:rPr lang="en-US"/>
              <a:t> </a:t>
            </a:r>
            <a:r>
              <a:rPr lang="en-US" err="1"/>
              <a:t>dolore</a:t>
            </a:r>
            <a:r>
              <a:rPr lang="en-US"/>
              <a:t> is et lam, </a:t>
            </a:r>
            <a:r>
              <a:rPr lang="en-US" err="1"/>
              <a:t>vendunt</a:t>
            </a:r>
            <a:r>
              <a:rPr lang="en-US"/>
              <a:t> </a:t>
            </a:r>
            <a:r>
              <a:rPr lang="en-US" err="1"/>
              <a:t>voluptatur</a:t>
            </a:r>
            <a:r>
              <a:rPr lang="en-US"/>
              <a:t>. </a:t>
            </a:r>
          </a:p>
        </p:txBody>
      </p:sp>
      <p:sp>
        <p:nvSpPr>
          <p:cNvPr id="14" name="Text Placeholder 4"/>
          <p:cNvSpPr>
            <a:spLocks noGrp="1"/>
          </p:cNvSpPr>
          <p:nvPr>
            <p:ph type="body" sz="quarter" idx="15" hasCustomPrompt="1"/>
          </p:nvPr>
        </p:nvSpPr>
        <p:spPr>
          <a:xfrm>
            <a:off x="2378328" y="3167818"/>
            <a:ext cx="1693247" cy="2803460"/>
          </a:xfrm>
        </p:spPr>
        <p:txBody>
          <a:bodyPr lIns="0" tIns="0" rIns="0" bIns="0"/>
          <a:lstStyle>
            <a:lvl1pPr marL="0" indent="0">
              <a:lnSpc>
                <a:spcPts val="1765"/>
              </a:lnSpc>
              <a:spcBef>
                <a:spcPts val="882"/>
              </a:spcBef>
              <a:buNone/>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Unt</a:t>
            </a:r>
            <a:r>
              <a:rPr lang="en-US"/>
              <a:t> faces et </a:t>
            </a:r>
            <a:r>
              <a:rPr lang="en-US" err="1"/>
              <a:t>labore</a:t>
            </a:r>
            <a:r>
              <a:rPr lang="en-US"/>
              <a:t> </a:t>
            </a:r>
            <a:r>
              <a:rPr lang="en-US" err="1"/>
              <a:t>ium</a:t>
            </a:r>
            <a:r>
              <a:rPr lang="en-US"/>
              <a:t> el id et re od </a:t>
            </a:r>
            <a:r>
              <a:rPr lang="en-US" err="1"/>
              <a:t>utem</a:t>
            </a:r>
            <a:r>
              <a:rPr lang="en-US"/>
              <a:t> que </a:t>
            </a:r>
            <a:r>
              <a:rPr lang="en-US" err="1"/>
              <a:t>nist</a:t>
            </a:r>
            <a:r>
              <a:rPr lang="en-US"/>
              <a:t> et </a:t>
            </a:r>
            <a:r>
              <a:rPr lang="en-US" err="1"/>
              <a:t>ped</a:t>
            </a:r>
            <a:r>
              <a:rPr lang="en-US"/>
              <a:t> </a:t>
            </a:r>
            <a:r>
              <a:rPr lang="en-US" err="1"/>
              <a:t>quia</a:t>
            </a:r>
            <a:r>
              <a:rPr lang="en-US"/>
              <a:t> </a:t>
            </a:r>
            <a:r>
              <a:rPr lang="en-US" err="1"/>
              <a:t>dolore</a:t>
            </a:r>
            <a:r>
              <a:rPr lang="en-US"/>
              <a:t> is et lam, </a:t>
            </a:r>
            <a:r>
              <a:rPr lang="en-US" err="1"/>
              <a:t>vendunt</a:t>
            </a:r>
            <a:r>
              <a:rPr lang="en-US"/>
              <a:t> </a:t>
            </a:r>
            <a:r>
              <a:rPr lang="en-US" err="1"/>
              <a:t>voluptatur</a:t>
            </a:r>
            <a:r>
              <a:rPr lang="en-US"/>
              <a:t>. </a:t>
            </a:r>
          </a:p>
        </p:txBody>
      </p:sp>
      <p:sp>
        <p:nvSpPr>
          <p:cNvPr id="16" name="Text Placeholder 4"/>
          <p:cNvSpPr>
            <a:spLocks noGrp="1"/>
          </p:cNvSpPr>
          <p:nvPr>
            <p:ph type="body" sz="quarter" idx="17" hasCustomPrompt="1"/>
          </p:nvPr>
        </p:nvSpPr>
        <p:spPr>
          <a:xfrm>
            <a:off x="4300662"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bold 14</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Unt</a:t>
            </a:r>
            <a:r>
              <a:rPr lang="en-US"/>
              <a:t> faces et </a:t>
            </a:r>
            <a:r>
              <a:rPr lang="en-US" err="1"/>
              <a:t>labore</a:t>
            </a:r>
            <a:r>
              <a:rPr lang="en-US"/>
              <a:t> </a:t>
            </a:r>
            <a:r>
              <a:rPr lang="en-US" err="1"/>
              <a:t>ium</a:t>
            </a:r>
            <a:r>
              <a:rPr lang="en-US"/>
              <a:t> el id et re od </a:t>
            </a:r>
            <a:r>
              <a:rPr lang="en-US" err="1"/>
              <a:t>utem</a:t>
            </a:r>
            <a:r>
              <a:rPr lang="en-US"/>
              <a:t> que </a:t>
            </a:r>
            <a:r>
              <a:rPr lang="en-US" err="1"/>
              <a:t>nist</a:t>
            </a:r>
            <a:r>
              <a:rPr lang="en-US"/>
              <a:t> et </a:t>
            </a:r>
            <a:r>
              <a:rPr lang="en-US" err="1"/>
              <a:t>ped</a:t>
            </a:r>
            <a:r>
              <a:rPr lang="en-US"/>
              <a:t> </a:t>
            </a:r>
            <a:r>
              <a:rPr lang="en-US" err="1"/>
              <a:t>quia</a:t>
            </a:r>
            <a:r>
              <a:rPr lang="en-US"/>
              <a:t> </a:t>
            </a:r>
            <a:r>
              <a:rPr lang="en-US" err="1"/>
              <a:t>dolore</a:t>
            </a:r>
            <a:r>
              <a:rPr lang="en-US"/>
              <a:t> is et lam, </a:t>
            </a:r>
            <a:r>
              <a:rPr lang="en-US" err="1"/>
              <a:t>vendunt</a:t>
            </a:r>
            <a:r>
              <a:rPr lang="en-US"/>
              <a:t> </a:t>
            </a:r>
            <a:r>
              <a:rPr lang="en-US" err="1"/>
              <a:t>voluptatur</a:t>
            </a:r>
            <a:r>
              <a:rPr lang="en-US"/>
              <a:t>. </a:t>
            </a:r>
          </a:p>
        </p:txBody>
      </p:sp>
      <p:sp>
        <p:nvSpPr>
          <p:cNvPr id="18" name="Text Placeholder 4"/>
          <p:cNvSpPr>
            <a:spLocks noGrp="1"/>
          </p:cNvSpPr>
          <p:nvPr>
            <p:ph type="body" sz="quarter" idx="19" hasCustomPrompt="1"/>
          </p:nvPr>
        </p:nvSpPr>
        <p:spPr>
          <a:xfrm>
            <a:off x="6222995"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bold 14</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Unt</a:t>
            </a:r>
            <a:r>
              <a:rPr lang="en-US"/>
              <a:t> faces et </a:t>
            </a:r>
            <a:r>
              <a:rPr lang="en-US" err="1"/>
              <a:t>labore</a:t>
            </a:r>
            <a:r>
              <a:rPr lang="en-US"/>
              <a:t> </a:t>
            </a:r>
            <a:r>
              <a:rPr lang="en-US" err="1"/>
              <a:t>ium</a:t>
            </a:r>
            <a:r>
              <a:rPr lang="en-US"/>
              <a:t> el id et re od </a:t>
            </a:r>
            <a:r>
              <a:rPr lang="en-US" err="1"/>
              <a:t>utem</a:t>
            </a:r>
            <a:r>
              <a:rPr lang="en-US"/>
              <a:t> que </a:t>
            </a:r>
            <a:r>
              <a:rPr lang="en-US" err="1"/>
              <a:t>nist</a:t>
            </a:r>
            <a:r>
              <a:rPr lang="en-US"/>
              <a:t> et </a:t>
            </a:r>
            <a:r>
              <a:rPr lang="en-US" err="1"/>
              <a:t>ped</a:t>
            </a:r>
            <a:r>
              <a:rPr lang="en-US"/>
              <a:t> </a:t>
            </a:r>
            <a:r>
              <a:rPr lang="en-US" err="1"/>
              <a:t>quia</a:t>
            </a:r>
            <a:r>
              <a:rPr lang="en-US"/>
              <a:t> </a:t>
            </a:r>
            <a:r>
              <a:rPr lang="en-US" err="1"/>
              <a:t>dolore</a:t>
            </a:r>
            <a:r>
              <a:rPr lang="en-US"/>
              <a:t> is et lam, </a:t>
            </a:r>
            <a:r>
              <a:rPr lang="en-US" err="1"/>
              <a:t>vendunt</a:t>
            </a:r>
            <a:r>
              <a:rPr lang="en-US"/>
              <a:t> </a:t>
            </a:r>
            <a:r>
              <a:rPr lang="en-US" err="1"/>
              <a:t>voluptatur</a:t>
            </a:r>
            <a:r>
              <a:rPr lang="en-US"/>
              <a:t>. </a:t>
            </a:r>
          </a:p>
        </p:txBody>
      </p:sp>
      <p:sp>
        <p:nvSpPr>
          <p:cNvPr id="20" name="Text Placeholder 4"/>
          <p:cNvSpPr>
            <a:spLocks noGrp="1"/>
          </p:cNvSpPr>
          <p:nvPr>
            <p:ph type="body" sz="quarter" idx="21" hasCustomPrompt="1"/>
          </p:nvPr>
        </p:nvSpPr>
        <p:spPr>
          <a:xfrm>
            <a:off x="8145328"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bold 14</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Unt</a:t>
            </a:r>
            <a:r>
              <a:rPr lang="en-US"/>
              <a:t> faces et </a:t>
            </a:r>
            <a:r>
              <a:rPr lang="en-US" err="1"/>
              <a:t>labore</a:t>
            </a:r>
            <a:r>
              <a:rPr lang="en-US"/>
              <a:t> </a:t>
            </a:r>
            <a:r>
              <a:rPr lang="en-US" err="1"/>
              <a:t>ium</a:t>
            </a:r>
            <a:r>
              <a:rPr lang="en-US"/>
              <a:t> el id et re od </a:t>
            </a:r>
            <a:r>
              <a:rPr lang="en-US" err="1"/>
              <a:t>utem</a:t>
            </a:r>
            <a:r>
              <a:rPr lang="en-US"/>
              <a:t> que </a:t>
            </a:r>
            <a:r>
              <a:rPr lang="en-US" err="1"/>
              <a:t>nist</a:t>
            </a:r>
            <a:r>
              <a:rPr lang="en-US"/>
              <a:t> et </a:t>
            </a:r>
            <a:r>
              <a:rPr lang="en-US" err="1"/>
              <a:t>ped</a:t>
            </a:r>
            <a:r>
              <a:rPr lang="en-US"/>
              <a:t> </a:t>
            </a:r>
            <a:r>
              <a:rPr lang="en-US" err="1"/>
              <a:t>quia</a:t>
            </a:r>
            <a:r>
              <a:rPr lang="en-US"/>
              <a:t> </a:t>
            </a:r>
            <a:r>
              <a:rPr lang="en-US" err="1"/>
              <a:t>dolore</a:t>
            </a:r>
            <a:r>
              <a:rPr lang="en-US"/>
              <a:t> is et lam, </a:t>
            </a:r>
            <a:r>
              <a:rPr lang="en-US" err="1"/>
              <a:t>vendunt</a:t>
            </a:r>
            <a:r>
              <a:rPr lang="en-US"/>
              <a:t> </a:t>
            </a:r>
            <a:r>
              <a:rPr lang="en-US" err="1"/>
              <a:t>voluptatur</a:t>
            </a:r>
            <a:r>
              <a:rPr lang="en-US"/>
              <a:t>. </a:t>
            </a:r>
          </a:p>
        </p:txBody>
      </p:sp>
      <p:sp>
        <p:nvSpPr>
          <p:cNvPr id="22" name="Text Placeholder 4"/>
          <p:cNvSpPr>
            <a:spLocks noGrp="1"/>
          </p:cNvSpPr>
          <p:nvPr>
            <p:ph type="body" sz="quarter" idx="23" hasCustomPrompt="1"/>
          </p:nvPr>
        </p:nvSpPr>
        <p:spPr>
          <a:xfrm>
            <a:off x="10067660" y="3167818"/>
            <a:ext cx="1693247" cy="2803460"/>
          </a:xfrm>
        </p:spPr>
        <p:txBody>
          <a:bodyPr lIns="0" tIns="0" rIns="0" bIns="0"/>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372" b="1" kern="1200" spc="0" baseline="0" dirty="0">
                <a:solidFill>
                  <a:schemeClr val="accent1"/>
                </a:solidFill>
                <a:latin typeface="+mn-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chemeClr val="tx1"/>
                </a:solidFill>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pPr>
            <a:r>
              <a:rPr lang="en-US"/>
              <a:t>Paragraph title Segoe UI bold 14</a:t>
            </a:r>
          </a:p>
          <a:p>
            <a:pPr lvl="1"/>
            <a:r>
              <a:rPr lang="en-US"/>
              <a:t>Body copy Segoe Regular 14/18. </a:t>
            </a:r>
            <a:r>
              <a:rPr lang="en-US" err="1"/>
              <a:t>Cavorest</a:t>
            </a:r>
            <a:r>
              <a:rPr lang="en-US"/>
              <a:t> a </a:t>
            </a:r>
            <a:r>
              <a:rPr lang="en-US" err="1"/>
              <a:t>aut</a:t>
            </a:r>
            <a:r>
              <a:rPr lang="en-US"/>
              <a:t> arum </a:t>
            </a:r>
            <a:r>
              <a:rPr lang="en-US" err="1"/>
              <a:t>quam</a:t>
            </a:r>
            <a:r>
              <a:rPr lang="en-US"/>
              <a:t> id eat ape </a:t>
            </a:r>
            <a:r>
              <a:rPr lang="en-US" err="1"/>
              <a:t>est</a:t>
            </a:r>
            <a:r>
              <a:rPr lang="en-US"/>
              <a:t>, qui </a:t>
            </a:r>
            <a:r>
              <a:rPr lang="en-US" err="1"/>
              <a:t>sincit</a:t>
            </a:r>
            <a:r>
              <a:rPr lang="en-US"/>
              <a:t>. </a:t>
            </a:r>
            <a:r>
              <a:rPr lang="en-US" err="1"/>
              <a:t>Unt</a:t>
            </a:r>
            <a:r>
              <a:rPr lang="en-US"/>
              <a:t> faces et </a:t>
            </a:r>
            <a:r>
              <a:rPr lang="en-US" err="1"/>
              <a:t>labore</a:t>
            </a:r>
            <a:r>
              <a:rPr lang="en-US"/>
              <a:t> </a:t>
            </a:r>
            <a:r>
              <a:rPr lang="en-US" err="1"/>
              <a:t>ium</a:t>
            </a:r>
            <a:r>
              <a:rPr lang="en-US"/>
              <a:t> el id et re od </a:t>
            </a:r>
            <a:r>
              <a:rPr lang="en-US" err="1"/>
              <a:t>utem</a:t>
            </a:r>
            <a:r>
              <a:rPr lang="en-US"/>
              <a:t> que </a:t>
            </a:r>
            <a:r>
              <a:rPr lang="en-US" err="1"/>
              <a:t>nist</a:t>
            </a:r>
            <a:r>
              <a:rPr lang="en-US"/>
              <a:t> et </a:t>
            </a:r>
            <a:r>
              <a:rPr lang="en-US" err="1"/>
              <a:t>ped</a:t>
            </a:r>
            <a:r>
              <a:rPr lang="en-US"/>
              <a:t> </a:t>
            </a:r>
            <a:r>
              <a:rPr lang="en-US" err="1"/>
              <a:t>quia</a:t>
            </a:r>
            <a:r>
              <a:rPr lang="en-US"/>
              <a:t> </a:t>
            </a:r>
            <a:r>
              <a:rPr lang="en-US" err="1"/>
              <a:t>dolore</a:t>
            </a:r>
            <a:r>
              <a:rPr lang="en-US"/>
              <a:t> is et lam, </a:t>
            </a:r>
            <a:r>
              <a:rPr lang="en-US" err="1"/>
              <a:t>vendunt</a:t>
            </a:r>
            <a:r>
              <a:rPr lang="en-US"/>
              <a:t> </a:t>
            </a:r>
            <a:r>
              <a:rPr lang="en-US" err="1"/>
              <a:t>voluptatur</a:t>
            </a:r>
            <a:r>
              <a:rPr lang="en-US"/>
              <a:t>. </a:t>
            </a:r>
          </a:p>
        </p:txBody>
      </p:sp>
      <p:sp>
        <p:nvSpPr>
          <p:cNvPr id="25" name="Content Placeholder 15"/>
          <p:cNvSpPr>
            <a:spLocks noGrp="1"/>
          </p:cNvSpPr>
          <p:nvPr>
            <p:ph sz="quarter" idx="26" hasCustomPrompt="1"/>
          </p:nvPr>
        </p:nvSpPr>
        <p:spPr>
          <a:xfrm>
            <a:off x="2378328" y="2136155"/>
            <a:ext cx="1693247" cy="1021696"/>
          </a:xfrm>
        </p:spPr>
        <p:txBody>
          <a:bodyPr>
            <a:noAutofit/>
          </a:bodyPr>
          <a:lstStyle>
            <a:lvl1pPr marL="0" indent="0">
              <a:buNone/>
              <a:defRPr sz="1961"/>
            </a:lvl1pPr>
          </a:lstStyle>
          <a:p>
            <a:pPr lvl="0"/>
            <a:r>
              <a:rPr lang="en-US"/>
              <a:t>Picture</a:t>
            </a:r>
          </a:p>
        </p:txBody>
      </p:sp>
      <p:sp>
        <p:nvSpPr>
          <p:cNvPr id="26" name="Content Placeholder 15"/>
          <p:cNvSpPr>
            <a:spLocks noGrp="1"/>
          </p:cNvSpPr>
          <p:nvPr>
            <p:ph sz="quarter" idx="27" hasCustomPrompt="1"/>
          </p:nvPr>
        </p:nvSpPr>
        <p:spPr>
          <a:xfrm>
            <a:off x="4300662" y="2136155"/>
            <a:ext cx="1693247" cy="1021696"/>
          </a:xfrm>
        </p:spPr>
        <p:txBody>
          <a:bodyPr>
            <a:noAutofit/>
          </a:bodyPr>
          <a:lstStyle>
            <a:lvl1pPr marL="0" indent="0">
              <a:buNone/>
              <a:defRPr sz="1961"/>
            </a:lvl1pPr>
          </a:lstStyle>
          <a:p>
            <a:pPr lvl="0"/>
            <a:r>
              <a:rPr lang="en-US"/>
              <a:t>Picture</a:t>
            </a:r>
          </a:p>
        </p:txBody>
      </p:sp>
      <p:sp>
        <p:nvSpPr>
          <p:cNvPr id="27" name="Content Placeholder 15"/>
          <p:cNvSpPr>
            <a:spLocks noGrp="1"/>
          </p:cNvSpPr>
          <p:nvPr>
            <p:ph sz="quarter" idx="28" hasCustomPrompt="1"/>
          </p:nvPr>
        </p:nvSpPr>
        <p:spPr>
          <a:xfrm>
            <a:off x="6222995" y="2136155"/>
            <a:ext cx="1693247" cy="1021696"/>
          </a:xfrm>
        </p:spPr>
        <p:txBody>
          <a:bodyPr>
            <a:noAutofit/>
          </a:bodyPr>
          <a:lstStyle>
            <a:lvl1pPr marL="0" indent="0">
              <a:buNone/>
              <a:defRPr sz="1961"/>
            </a:lvl1pPr>
          </a:lstStyle>
          <a:p>
            <a:pPr lvl="0"/>
            <a:r>
              <a:rPr lang="en-US"/>
              <a:t>Picture</a:t>
            </a:r>
          </a:p>
        </p:txBody>
      </p:sp>
      <p:sp>
        <p:nvSpPr>
          <p:cNvPr id="28" name="Content Placeholder 15"/>
          <p:cNvSpPr>
            <a:spLocks noGrp="1"/>
          </p:cNvSpPr>
          <p:nvPr>
            <p:ph sz="quarter" idx="29" hasCustomPrompt="1"/>
          </p:nvPr>
        </p:nvSpPr>
        <p:spPr>
          <a:xfrm>
            <a:off x="8145328" y="2136155"/>
            <a:ext cx="1693247" cy="1021696"/>
          </a:xfrm>
        </p:spPr>
        <p:txBody>
          <a:bodyPr>
            <a:noAutofit/>
          </a:bodyPr>
          <a:lstStyle>
            <a:lvl1pPr marL="0" indent="0">
              <a:buNone/>
              <a:defRPr sz="1961"/>
            </a:lvl1pPr>
          </a:lstStyle>
          <a:p>
            <a:pPr lvl="0"/>
            <a:r>
              <a:rPr lang="en-US"/>
              <a:t>Picture</a:t>
            </a:r>
          </a:p>
        </p:txBody>
      </p:sp>
      <p:sp>
        <p:nvSpPr>
          <p:cNvPr id="29" name="Content Placeholder 15"/>
          <p:cNvSpPr>
            <a:spLocks noGrp="1"/>
          </p:cNvSpPr>
          <p:nvPr>
            <p:ph sz="quarter" idx="30" hasCustomPrompt="1"/>
          </p:nvPr>
        </p:nvSpPr>
        <p:spPr>
          <a:xfrm>
            <a:off x="10067660" y="2136155"/>
            <a:ext cx="1693247" cy="1021696"/>
          </a:xfrm>
        </p:spPr>
        <p:txBody>
          <a:bodyPr>
            <a:noAutofit/>
          </a:bodyPr>
          <a:lstStyle>
            <a:lvl1pPr marL="0" indent="0">
              <a:buNone/>
              <a:defRPr sz="1961"/>
            </a:lvl1pPr>
          </a:lstStyle>
          <a:p>
            <a:pPr lvl="0"/>
            <a:r>
              <a:rPr lang="en-US"/>
              <a:t>Picture</a:t>
            </a:r>
          </a:p>
        </p:txBody>
      </p:sp>
    </p:spTree>
    <p:extLst>
      <p:ext uri="{BB962C8B-B14F-4D97-AF65-F5344CB8AC3E}">
        <p14:creationId xmlns:p14="http://schemas.microsoft.com/office/powerpoint/2010/main" val="3809934369"/>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tx2"/>
                </a:solidFill>
              </a:defRPr>
            </a:lvl1pPr>
          </a:lstStyle>
          <a:p>
            <a:r>
              <a:rPr lang="en-US">
                <a:solidFill>
                  <a:schemeClr val="tx1"/>
                </a:solidFill>
              </a:rPr>
              <a:t>Microsoft Azure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F8B43D0D-A719-438E-B092-F8DB6E9C956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D668B8DE-8869-4679-AEE9-FFC840F28501}"/>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9037607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3600" strike="noStrike" spc="-49" baseline="0">
                <a:solidFill>
                  <a:schemeClr val="bg2"/>
                </a:solidFill>
              </a:defRPr>
            </a:lvl1pPr>
          </a:lstStyle>
          <a:p>
            <a:r>
              <a:rPr lang="en-US"/>
              <a:t>Microsoft Azure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2"/>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3" name="Footer Placeholder 1">
            <a:extLst>
              <a:ext uri="{FF2B5EF4-FFF2-40B4-BE49-F238E27FC236}">
                <a16:creationId xmlns:a16="http://schemas.microsoft.com/office/drawing/2014/main" id="{0AA712FF-FC9D-46B5-A459-E64B25CB6DF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2" name="Picture 1" descr="Microsoft Azure logo">
            <a:extLst>
              <a:ext uri="{FF2B5EF4-FFF2-40B4-BE49-F238E27FC236}">
                <a16:creationId xmlns:a16="http://schemas.microsoft.com/office/drawing/2014/main" id="{02DCC0E7-1C9C-415C-8C35-2CC155580D77}"/>
              </a:ext>
            </a:extLst>
          </p:cNvPr>
          <p:cNvPicPr>
            <a:picLocks noChangeAspect="1"/>
          </p:cNvPicPr>
          <p:nvPr userDrawn="1"/>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22936248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slide 3 with picture">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rgbClr val="000000"/>
                </a:solidFill>
              </a:defRPr>
            </a:lvl1pPr>
          </a:lstStyle>
          <a:p>
            <a:r>
              <a:rPr lang="en-US"/>
              <a:t>Microsoft Azure title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Microsoft Azure logo">
            <a:extLst>
              <a:ext uri="{FF2B5EF4-FFF2-40B4-BE49-F238E27FC236}">
                <a16:creationId xmlns:a16="http://schemas.microsoft.com/office/drawing/2014/main" id="{CF49581D-D3CF-40EF-B525-95539EB7C2D1}"/>
              </a:ext>
            </a:extLst>
          </p:cNvPr>
          <p:cNvPicPr>
            <a:picLocks noChangeAspect="1"/>
          </p:cNvPicPr>
          <p:nvPr userDrawn="1"/>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98CDC23F-FCF7-47E1-B4DA-D74A0C28B55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842161821"/>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4" name="Footer Placeholder 1">
            <a:extLst>
              <a:ext uri="{FF2B5EF4-FFF2-40B4-BE49-F238E27FC236}">
                <a16:creationId xmlns:a16="http://schemas.microsoft.com/office/drawing/2014/main" id="{54FD6A87-9742-4B26-A085-EB77376E3B5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grpSp>
        <p:nvGrpSpPr>
          <p:cNvPr id="11" name="Group 10">
            <a:extLst>
              <a:ext uri="{FF2B5EF4-FFF2-40B4-BE49-F238E27FC236}">
                <a16:creationId xmlns:a16="http://schemas.microsoft.com/office/drawing/2014/main" id="{DBCFDBAA-F2E9-4E84-AF9D-6B3ABCD9121B}"/>
              </a:ext>
            </a:extLst>
          </p:cNvPr>
          <p:cNvGrpSpPr/>
          <p:nvPr userDrawn="1"/>
        </p:nvGrpSpPr>
        <p:grpSpPr>
          <a:xfrm>
            <a:off x="6383137" y="589416"/>
            <a:ext cx="5671978" cy="5679168"/>
            <a:chOff x="6383137" y="589416"/>
            <a:chExt cx="5671978" cy="5679168"/>
          </a:xfrm>
        </p:grpSpPr>
        <p:sp>
          <p:nvSpPr>
            <p:cNvPr id="12" name="Oval 11">
              <a:extLst>
                <a:ext uri="{FF2B5EF4-FFF2-40B4-BE49-F238E27FC236}">
                  <a16:creationId xmlns:a16="http://schemas.microsoft.com/office/drawing/2014/main" id="{7F4A7F08-7570-4702-A949-4835CCE9B03E}"/>
                </a:ext>
                <a:ext uri="{C183D7F6-B498-43B3-948B-1728B52AA6E4}">
                  <adec:decorative xmlns:adec="http://schemas.microsoft.com/office/drawing/2017/decorative" val="1"/>
                </a:ext>
              </a:extLst>
            </p:cNvPr>
            <p:cNvSpPr/>
            <p:nvPr userDrawn="1"/>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grpSp>
          <p:nvGrpSpPr>
            <p:cNvPr id="13" name="Group 12">
              <a:extLst>
                <a:ext uri="{FF2B5EF4-FFF2-40B4-BE49-F238E27FC236}">
                  <a16:creationId xmlns:a16="http://schemas.microsoft.com/office/drawing/2014/main" id="{9E06BEA2-ABC1-4CD4-B9FC-F45A71AC9859}"/>
                </a:ext>
              </a:extLst>
            </p:cNvPr>
            <p:cNvGrpSpPr/>
            <p:nvPr userDrawn="1"/>
          </p:nvGrpSpPr>
          <p:grpSpPr>
            <a:xfrm>
              <a:off x="6600946" y="859776"/>
              <a:ext cx="5148588" cy="5138447"/>
              <a:chOff x="6600946" y="859776"/>
              <a:chExt cx="5148588" cy="5138447"/>
            </a:xfrm>
          </p:grpSpPr>
          <p:grpSp>
            <p:nvGrpSpPr>
              <p:cNvPr id="14" name="Graphic 1">
                <a:extLst>
                  <a:ext uri="{FF2B5EF4-FFF2-40B4-BE49-F238E27FC236}">
                    <a16:creationId xmlns:a16="http://schemas.microsoft.com/office/drawing/2014/main" id="{F9BAC21C-F989-4EBD-81C6-7EE9418B8FA2}"/>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26" name="Freeform: Shape 25">
                  <a:extLst>
                    <a:ext uri="{FF2B5EF4-FFF2-40B4-BE49-F238E27FC236}">
                      <a16:creationId xmlns:a16="http://schemas.microsoft.com/office/drawing/2014/main" id="{D8DED2E4-1305-4F89-A5A3-E9F04ED34E0F}"/>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27" name="Freeform: Shape 26">
                  <a:extLst>
                    <a:ext uri="{FF2B5EF4-FFF2-40B4-BE49-F238E27FC236}">
                      <a16:creationId xmlns:a16="http://schemas.microsoft.com/office/drawing/2014/main" id="{8B8FDFD2-6DC2-46C3-BEBA-C3C38CB0E8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28" name="Freeform: Shape 27">
                  <a:extLst>
                    <a:ext uri="{FF2B5EF4-FFF2-40B4-BE49-F238E27FC236}">
                      <a16:creationId xmlns:a16="http://schemas.microsoft.com/office/drawing/2014/main" id="{6E4C7E11-B3E1-4D45-B156-5EC4DE2F6D98}"/>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29" name="Freeform: Shape 28">
                  <a:extLst>
                    <a:ext uri="{FF2B5EF4-FFF2-40B4-BE49-F238E27FC236}">
                      <a16:creationId xmlns:a16="http://schemas.microsoft.com/office/drawing/2014/main" id="{539C0DAE-0A7B-47B1-9D94-46CF71201782}"/>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30" name="Freeform: Shape 29">
                  <a:extLst>
                    <a:ext uri="{FF2B5EF4-FFF2-40B4-BE49-F238E27FC236}">
                      <a16:creationId xmlns:a16="http://schemas.microsoft.com/office/drawing/2014/main" id="{9ED92269-8257-43A2-A5A6-A5D8531C86D9}"/>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31" name="Freeform: Shape 30">
                  <a:extLst>
                    <a:ext uri="{FF2B5EF4-FFF2-40B4-BE49-F238E27FC236}">
                      <a16:creationId xmlns:a16="http://schemas.microsoft.com/office/drawing/2014/main" id="{210A87AF-2A78-4E38-9F04-A90BA7EFCCF9}"/>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32" name="Freeform: Shape 31">
                  <a:extLst>
                    <a:ext uri="{FF2B5EF4-FFF2-40B4-BE49-F238E27FC236}">
                      <a16:creationId xmlns:a16="http://schemas.microsoft.com/office/drawing/2014/main" id="{68AB032E-C55A-479E-967C-DDD3EBD31ACC}"/>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33" name="Freeform: Shape 32">
                  <a:extLst>
                    <a:ext uri="{FF2B5EF4-FFF2-40B4-BE49-F238E27FC236}">
                      <a16:creationId xmlns:a16="http://schemas.microsoft.com/office/drawing/2014/main" id="{0E920397-911B-4B13-9B54-DE6B738DA0C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34" name="Freeform: Shape 33">
                  <a:extLst>
                    <a:ext uri="{FF2B5EF4-FFF2-40B4-BE49-F238E27FC236}">
                      <a16:creationId xmlns:a16="http://schemas.microsoft.com/office/drawing/2014/main" id="{96906B36-03C9-4D78-9F2B-7404A5256EC0}"/>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35" name="Freeform: Shape 34">
                  <a:extLst>
                    <a:ext uri="{FF2B5EF4-FFF2-40B4-BE49-F238E27FC236}">
                      <a16:creationId xmlns:a16="http://schemas.microsoft.com/office/drawing/2014/main" id="{45B1856C-F96B-402D-875F-EFB4AD53D798}"/>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36" name="Freeform: Shape 35">
                  <a:extLst>
                    <a:ext uri="{FF2B5EF4-FFF2-40B4-BE49-F238E27FC236}">
                      <a16:creationId xmlns:a16="http://schemas.microsoft.com/office/drawing/2014/main" id="{527EA758-0E18-46FC-B237-13A9D2CFBA88}"/>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37" name="Freeform: Shape 36">
                  <a:extLst>
                    <a:ext uri="{FF2B5EF4-FFF2-40B4-BE49-F238E27FC236}">
                      <a16:creationId xmlns:a16="http://schemas.microsoft.com/office/drawing/2014/main" id="{908C230E-B5F2-4289-94E6-3AA7884E2C18}"/>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38" name="Freeform: Shape 37">
                  <a:extLst>
                    <a:ext uri="{FF2B5EF4-FFF2-40B4-BE49-F238E27FC236}">
                      <a16:creationId xmlns:a16="http://schemas.microsoft.com/office/drawing/2014/main" id="{E4EA9F46-94E7-46E0-BE8E-F6DCFF2545C1}"/>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39" name="Freeform: Shape 38">
                  <a:extLst>
                    <a:ext uri="{FF2B5EF4-FFF2-40B4-BE49-F238E27FC236}">
                      <a16:creationId xmlns:a16="http://schemas.microsoft.com/office/drawing/2014/main" id="{39AEC4BE-26B9-48DE-994D-6F2CF0101081}"/>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40" name="Freeform: Shape 39">
                  <a:extLst>
                    <a:ext uri="{FF2B5EF4-FFF2-40B4-BE49-F238E27FC236}">
                      <a16:creationId xmlns:a16="http://schemas.microsoft.com/office/drawing/2014/main" id="{F0BD796C-8AF4-40D5-BB9A-908F59971CD7}"/>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41" name="Freeform: Shape 40">
                  <a:extLst>
                    <a:ext uri="{FF2B5EF4-FFF2-40B4-BE49-F238E27FC236}">
                      <a16:creationId xmlns:a16="http://schemas.microsoft.com/office/drawing/2014/main" id="{448D5FB5-0EA7-4531-99EE-40DBB5DB06B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42" name="Freeform: Shape 41">
                  <a:extLst>
                    <a:ext uri="{FF2B5EF4-FFF2-40B4-BE49-F238E27FC236}">
                      <a16:creationId xmlns:a16="http://schemas.microsoft.com/office/drawing/2014/main" id="{0C1669B7-9FDA-4884-A519-157D40BC91A3}"/>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43" name="Freeform: Shape 42">
                  <a:extLst>
                    <a:ext uri="{FF2B5EF4-FFF2-40B4-BE49-F238E27FC236}">
                      <a16:creationId xmlns:a16="http://schemas.microsoft.com/office/drawing/2014/main" id="{DDF47D3A-C39D-447A-A0B5-A64D6B0BB3A7}"/>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44" name="Freeform: Shape 43">
                  <a:extLst>
                    <a:ext uri="{FF2B5EF4-FFF2-40B4-BE49-F238E27FC236}">
                      <a16:creationId xmlns:a16="http://schemas.microsoft.com/office/drawing/2014/main" id="{DBAD286D-44FA-469A-951B-64F495B9A811}"/>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45" name="Freeform: Shape 44">
                  <a:extLst>
                    <a:ext uri="{FF2B5EF4-FFF2-40B4-BE49-F238E27FC236}">
                      <a16:creationId xmlns:a16="http://schemas.microsoft.com/office/drawing/2014/main" id="{2E176131-CAD3-45CC-BEDF-6B6611AB620E}"/>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46" name="Freeform: Shape 45">
                  <a:extLst>
                    <a:ext uri="{FF2B5EF4-FFF2-40B4-BE49-F238E27FC236}">
                      <a16:creationId xmlns:a16="http://schemas.microsoft.com/office/drawing/2014/main" id="{4F78C6ED-873A-4154-B15B-2BC408976511}"/>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47" name="Freeform: Shape 46">
                  <a:extLst>
                    <a:ext uri="{FF2B5EF4-FFF2-40B4-BE49-F238E27FC236}">
                      <a16:creationId xmlns:a16="http://schemas.microsoft.com/office/drawing/2014/main" id="{04A7B95B-7472-40B2-854E-027E7157863B}"/>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48" name="Freeform: Shape 47">
                  <a:extLst>
                    <a:ext uri="{FF2B5EF4-FFF2-40B4-BE49-F238E27FC236}">
                      <a16:creationId xmlns:a16="http://schemas.microsoft.com/office/drawing/2014/main" id="{D1E0D023-04AB-4EA7-86EB-5DC683506A93}"/>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49" name="Freeform: Shape 48">
                  <a:extLst>
                    <a:ext uri="{FF2B5EF4-FFF2-40B4-BE49-F238E27FC236}">
                      <a16:creationId xmlns:a16="http://schemas.microsoft.com/office/drawing/2014/main" id="{133E4CB6-70DA-48B3-919F-934A01EAB393}"/>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15" name="Oval 14">
                <a:extLst>
                  <a:ext uri="{FF2B5EF4-FFF2-40B4-BE49-F238E27FC236}">
                    <a16:creationId xmlns:a16="http://schemas.microsoft.com/office/drawing/2014/main" id="{EBEFECB7-4083-436F-9B0E-F4A5179D71CD}"/>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6" name="Oval 15">
                <a:extLst>
                  <a:ext uri="{FF2B5EF4-FFF2-40B4-BE49-F238E27FC236}">
                    <a16:creationId xmlns:a16="http://schemas.microsoft.com/office/drawing/2014/main" id="{BEB8C8F2-2DD9-4204-9366-0C9D26A0AD87}"/>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7" name="Oval 16">
                <a:extLst>
                  <a:ext uri="{FF2B5EF4-FFF2-40B4-BE49-F238E27FC236}">
                    <a16:creationId xmlns:a16="http://schemas.microsoft.com/office/drawing/2014/main" id="{65AFF4B0-EBFA-4304-9DEC-A9026312408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8" name="Oval 17">
                <a:extLst>
                  <a:ext uri="{FF2B5EF4-FFF2-40B4-BE49-F238E27FC236}">
                    <a16:creationId xmlns:a16="http://schemas.microsoft.com/office/drawing/2014/main" id="{D73375B9-2A69-4279-BA8B-9EC491045BEE}"/>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Oval 18">
                <a:extLst>
                  <a:ext uri="{FF2B5EF4-FFF2-40B4-BE49-F238E27FC236}">
                    <a16:creationId xmlns:a16="http://schemas.microsoft.com/office/drawing/2014/main" id="{D8A2E957-C140-4B29-99D3-6FD7746A180A}"/>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0" name="Oval 19">
                <a:extLst>
                  <a:ext uri="{FF2B5EF4-FFF2-40B4-BE49-F238E27FC236}">
                    <a16:creationId xmlns:a16="http://schemas.microsoft.com/office/drawing/2014/main" id="{16300C53-36AA-4E7E-AD14-AC9AE750D286}"/>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1" name="Oval 20">
                <a:extLst>
                  <a:ext uri="{FF2B5EF4-FFF2-40B4-BE49-F238E27FC236}">
                    <a16:creationId xmlns:a16="http://schemas.microsoft.com/office/drawing/2014/main" id="{88B58FA7-A703-425C-9BB9-EBB81A1881A8}"/>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2" name="Oval 21">
                <a:extLst>
                  <a:ext uri="{FF2B5EF4-FFF2-40B4-BE49-F238E27FC236}">
                    <a16:creationId xmlns:a16="http://schemas.microsoft.com/office/drawing/2014/main" id="{D546F9A5-1FE0-4E97-B232-0045AB1672E9}"/>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23" name="Oval 22">
                <a:extLst>
                  <a:ext uri="{FF2B5EF4-FFF2-40B4-BE49-F238E27FC236}">
                    <a16:creationId xmlns:a16="http://schemas.microsoft.com/office/drawing/2014/main" id="{DA46D431-056B-4B33-A543-EB40F0760605}"/>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grpSp>
      </p:grpSp>
    </p:spTree>
    <p:extLst>
      <p:ext uri="{BB962C8B-B14F-4D97-AF65-F5344CB8AC3E}">
        <p14:creationId xmlns:p14="http://schemas.microsoft.com/office/powerpoint/2010/main" val="466574218"/>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Title slide 4 with graphic">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3600" strike="noStrike" spc="-49" baseline="0">
                <a:solidFill>
                  <a:schemeClr val="tx1"/>
                </a:solidFill>
              </a:defRPr>
            </a:lvl1pPr>
          </a:lstStyle>
          <a:p>
            <a:r>
              <a:rPr lang="en-US"/>
              <a:t>Microsoft Azure title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pic>
        <p:nvPicPr>
          <p:cNvPr id="2" name="Picture 1" descr="Microsoft Azure logo">
            <a:extLst>
              <a:ext uri="{FF2B5EF4-FFF2-40B4-BE49-F238E27FC236}">
                <a16:creationId xmlns:a16="http://schemas.microsoft.com/office/drawing/2014/main" id="{FA6DB1E0-DB27-42BC-BA66-1A760537ACFA}"/>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0" name="Rectangle 49">
            <a:extLst>
              <a:ext uri="{FF2B5EF4-FFF2-40B4-BE49-F238E27FC236}">
                <a16:creationId xmlns:a16="http://schemas.microsoft.com/office/drawing/2014/main" id="{37A90BB7-A791-4B6C-91BF-8EF300476D7D}"/>
              </a:ext>
            </a:extLst>
          </p:cNvPr>
          <p:cNvSpPr/>
          <p:nvPr userDrawn="1"/>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pic>
        <p:nvPicPr>
          <p:cNvPr id="51" name="Picture 50">
            <a:extLst>
              <a:ext uri="{FF2B5EF4-FFF2-40B4-BE49-F238E27FC236}">
                <a16:creationId xmlns:a16="http://schemas.microsoft.com/office/drawing/2014/main" id="{C19A079F-8B9D-449D-B420-F4EF7A1D5E94}"/>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52" name="Graphic 1">
            <a:extLst>
              <a:ext uri="{FF2B5EF4-FFF2-40B4-BE49-F238E27FC236}">
                <a16:creationId xmlns:a16="http://schemas.microsoft.com/office/drawing/2014/main" id="{5A01E4FF-5A22-4C56-92F1-ED8F3BCB3235}"/>
              </a:ext>
            </a:extLst>
          </p:cNvPr>
          <p:cNvGrpSpPr/>
          <p:nvPr userDrawn="1"/>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53" name="Freeform: Shape 52">
              <a:extLst>
                <a:ext uri="{FF2B5EF4-FFF2-40B4-BE49-F238E27FC236}">
                  <a16:creationId xmlns:a16="http://schemas.microsoft.com/office/drawing/2014/main" id="{C711E0EF-4FC5-4891-9FB4-432207A728CB}"/>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dirty="0"/>
            </a:p>
          </p:txBody>
        </p:sp>
        <p:sp>
          <p:nvSpPr>
            <p:cNvPr id="54" name="Freeform: Shape 53">
              <a:extLst>
                <a:ext uri="{FF2B5EF4-FFF2-40B4-BE49-F238E27FC236}">
                  <a16:creationId xmlns:a16="http://schemas.microsoft.com/office/drawing/2014/main" id="{EE57641A-AF3E-400C-8AA7-F20209F92A70}"/>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dirty="0"/>
            </a:p>
          </p:txBody>
        </p:sp>
        <p:sp>
          <p:nvSpPr>
            <p:cNvPr id="55" name="Freeform: Shape 54">
              <a:extLst>
                <a:ext uri="{FF2B5EF4-FFF2-40B4-BE49-F238E27FC236}">
                  <a16:creationId xmlns:a16="http://schemas.microsoft.com/office/drawing/2014/main" id="{512C9A55-F38D-4E3B-9DE0-DD7DDD71FA33}"/>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dirty="0"/>
            </a:p>
          </p:txBody>
        </p:sp>
        <p:sp>
          <p:nvSpPr>
            <p:cNvPr id="56" name="Freeform: Shape 55">
              <a:extLst>
                <a:ext uri="{FF2B5EF4-FFF2-40B4-BE49-F238E27FC236}">
                  <a16:creationId xmlns:a16="http://schemas.microsoft.com/office/drawing/2014/main" id="{7E03F946-CF4F-4204-BF2F-E0902150AD1D}"/>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dirty="0"/>
            </a:p>
          </p:txBody>
        </p:sp>
        <p:sp>
          <p:nvSpPr>
            <p:cNvPr id="57" name="Freeform: Shape 56">
              <a:extLst>
                <a:ext uri="{FF2B5EF4-FFF2-40B4-BE49-F238E27FC236}">
                  <a16:creationId xmlns:a16="http://schemas.microsoft.com/office/drawing/2014/main" id="{49B09F87-946A-433D-9992-D7E3FD05FD8E}"/>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dirty="0"/>
            </a:p>
          </p:txBody>
        </p:sp>
        <p:sp>
          <p:nvSpPr>
            <p:cNvPr id="58" name="Freeform: Shape 57">
              <a:extLst>
                <a:ext uri="{FF2B5EF4-FFF2-40B4-BE49-F238E27FC236}">
                  <a16:creationId xmlns:a16="http://schemas.microsoft.com/office/drawing/2014/main" id="{C1337210-8357-4989-A7CC-EB827443CBC2}"/>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dirty="0"/>
            </a:p>
          </p:txBody>
        </p:sp>
        <p:sp>
          <p:nvSpPr>
            <p:cNvPr id="59" name="Freeform: Shape 58">
              <a:extLst>
                <a:ext uri="{FF2B5EF4-FFF2-40B4-BE49-F238E27FC236}">
                  <a16:creationId xmlns:a16="http://schemas.microsoft.com/office/drawing/2014/main" id="{154D1046-5571-428F-B448-271030D0E9A0}"/>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dirty="0"/>
            </a:p>
          </p:txBody>
        </p:sp>
        <p:sp>
          <p:nvSpPr>
            <p:cNvPr id="60" name="Freeform: Shape 59">
              <a:extLst>
                <a:ext uri="{FF2B5EF4-FFF2-40B4-BE49-F238E27FC236}">
                  <a16:creationId xmlns:a16="http://schemas.microsoft.com/office/drawing/2014/main" id="{819848F5-A2B8-443D-AF22-97FB2DF4876B}"/>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dirty="0"/>
            </a:p>
          </p:txBody>
        </p:sp>
        <p:sp>
          <p:nvSpPr>
            <p:cNvPr id="61" name="Freeform: Shape 60">
              <a:extLst>
                <a:ext uri="{FF2B5EF4-FFF2-40B4-BE49-F238E27FC236}">
                  <a16:creationId xmlns:a16="http://schemas.microsoft.com/office/drawing/2014/main" id="{F986B27C-1D7B-46FA-94A0-188DCF22FF5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dirty="0"/>
            </a:p>
          </p:txBody>
        </p:sp>
        <p:sp>
          <p:nvSpPr>
            <p:cNvPr id="62" name="Freeform: Shape 61">
              <a:extLst>
                <a:ext uri="{FF2B5EF4-FFF2-40B4-BE49-F238E27FC236}">
                  <a16:creationId xmlns:a16="http://schemas.microsoft.com/office/drawing/2014/main" id="{88941C66-D972-4E5A-B7CD-58766B53DD2B}"/>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dirty="0"/>
            </a:p>
          </p:txBody>
        </p:sp>
        <p:sp>
          <p:nvSpPr>
            <p:cNvPr id="63" name="Freeform: Shape 62">
              <a:extLst>
                <a:ext uri="{FF2B5EF4-FFF2-40B4-BE49-F238E27FC236}">
                  <a16:creationId xmlns:a16="http://schemas.microsoft.com/office/drawing/2014/main" id="{CC2E0FF5-A5BB-4D0F-8410-10DCCFA64505}"/>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dirty="0"/>
            </a:p>
          </p:txBody>
        </p:sp>
        <p:sp>
          <p:nvSpPr>
            <p:cNvPr id="64" name="Freeform: Shape 63">
              <a:extLst>
                <a:ext uri="{FF2B5EF4-FFF2-40B4-BE49-F238E27FC236}">
                  <a16:creationId xmlns:a16="http://schemas.microsoft.com/office/drawing/2014/main" id="{0A798B21-078E-4812-94B9-30093D70246A}"/>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dirty="0"/>
            </a:p>
          </p:txBody>
        </p:sp>
        <p:sp>
          <p:nvSpPr>
            <p:cNvPr id="65" name="Freeform: Shape 64">
              <a:extLst>
                <a:ext uri="{FF2B5EF4-FFF2-40B4-BE49-F238E27FC236}">
                  <a16:creationId xmlns:a16="http://schemas.microsoft.com/office/drawing/2014/main" id="{AC19297F-DA07-4516-9BBF-8659DF752EE0}"/>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dirty="0"/>
            </a:p>
          </p:txBody>
        </p:sp>
        <p:sp>
          <p:nvSpPr>
            <p:cNvPr id="66" name="Freeform: Shape 65">
              <a:extLst>
                <a:ext uri="{FF2B5EF4-FFF2-40B4-BE49-F238E27FC236}">
                  <a16:creationId xmlns:a16="http://schemas.microsoft.com/office/drawing/2014/main" id="{A3AE18E5-A02F-40DE-8341-C45B4B2DA52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dirty="0"/>
            </a:p>
          </p:txBody>
        </p:sp>
        <p:sp>
          <p:nvSpPr>
            <p:cNvPr id="67" name="Freeform: Shape 66">
              <a:extLst>
                <a:ext uri="{FF2B5EF4-FFF2-40B4-BE49-F238E27FC236}">
                  <a16:creationId xmlns:a16="http://schemas.microsoft.com/office/drawing/2014/main" id="{54B1BE0D-C50F-42D3-A3BE-D285180D9CB2}"/>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dirty="0"/>
            </a:p>
          </p:txBody>
        </p:sp>
        <p:sp>
          <p:nvSpPr>
            <p:cNvPr id="68" name="Freeform: Shape 67">
              <a:extLst>
                <a:ext uri="{FF2B5EF4-FFF2-40B4-BE49-F238E27FC236}">
                  <a16:creationId xmlns:a16="http://schemas.microsoft.com/office/drawing/2014/main" id="{4AC3DEFB-97DD-4FF8-B76B-919126D6964B}"/>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dirty="0"/>
            </a:p>
          </p:txBody>
        </p:sp>
        <p:sp>
          <p:nvSpPr>
            <p:cNvPr id="69" name="Freeform: Shape 68">
              <a:extLst>
                <a:ext uri="{FF2B5EF4-FFF2-40B4-BE49-F238E27FC236}">
                  <a16:creationId xmlns:a16="http://schemas.microsoft.com/office/drawing/2014/main" id="{F623C448-0661-484F-B7A8-47CBF1594BD4}"/>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dirty="0"/>
            </a:p>
          </p:txBody>
        </p:sp>
        <p:sp>
          <p:nvSpPr>
            <p:cNvPr id="70" name="Freeform: Shape 69">
              <a:extLst>
                <a:ext uri="{FF2B5EF4-FFF2-40B4-BE49-F238E27FC236}">
                  <a16:creationId xmlns:a16="http://schemas.microsoft.com/office/drawing/2014/main" id="{188BFF0F-1D22-4EED-8860-C0B3607D7819}"/>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dirty="0"/>
            </a:p>
          </p:txBody>
        </p:sp>
        <p:sp>
          <p:nvSpPr>
            <p:cNvPr id="71" name="Freeform: Shape 70">
              <a:extLst>
                <a:ext uri="{FF2B5EF4-FFF2-40B4-BE49-F238E27FC236}">
                  <a16:creationId xmlns:a16="http://schemas.microsoft.com/office/drawing/2014/main" id="{DB04FF8B-5663-4D9F-8998-56DE013503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dirty="0"/>
            </a:p>
          </p:txBody>
        </p:sp>
        <p:sp>
          <p:nvSpPr>
            <p:cNvPr id="72" name="Freeform: Shape 71">
              <a:extLst>
                <a:ext uri="{FF2B5EF4-FFF2-40B4-BE49-F238E27FC236}">
                  <a16:creationId xmlns:a16="http://schemas.microsoft.com/office/drawing/2014/main" id="{C0D23933-3442-4AC6-93FA-7696EEE1947F}"/>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dirty="0"/>
            </a:p>
          </p:txBody>
        </p:sp>
        <p:sp>
          <p:nvSpPr>
            <p:cNvPr id="73" name="Freeform: Shape 72">
              <a:extLst>
                <a:ext uri="{FF2B5EF4-FFF2-40B4-BE49-F238E27FC236}">
                  <a16:creationId xmlns:a16="http://schemas.microsoft.com/office/drawing/2014/main" id="{DC167EC8-E930-4642-820D-FDD0E733567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dirty="0"/>
            </a:p>
          </p:txBody>
        </p:sp>
        <p:sp>
          <p:nvSpPr>
            <p:cNvPr id="74" name="Freeform: Shape 73">
              <a:extLst>
                <a:ext uri="{FF2B5EF4-FFF2-40B4-BE49-F238E27FC236}">
                  <a16:creationId xmlns:a16="http://schemas.microsoft.com/office/drawing/2014/main" id="{84E621B6-517E-4FA3-B245-DCC6EF568FBA}"/>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dirty="0"/>
            </a:p>
          </p:txBody>
        </p:sp>
        <p:sp>
          <p:nvSpPr>
            <p:cNvPr id="75" name="Freeform: Shape 74">
              <a:extLst>
                <a:ext uri="{FF2B5EF4-FFF2-40B4-BE49-F238E27FC236}">
                  <a16:creationId xmlns:a16="http://schemas.microsoft.com/office/drawing/2014/main" id="{9BC4E032-2A0F-4F5F-80CC-02979FEE603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dirty="0"/>
            </a:p>
          </p:txBody>
        </p:sp>
        <p:sp>
          <p:nvSpPr>
            <p:cNvPr id="76" name="Freeform: Shape 75">
              <a:extLst>
                <a:ext uri="{FF2B5EF4-FFF2-40B4-BE49-F238E27FC236}">
                  <a16:creationId xmlns:a16="http://schemas.microsoft.com/office/drawing/2014/main" id="{66E38735-30F9-43CF-A0FB-835E4191BCA9}"/>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dirty="0"/>
            </a:p>
          </p:txBody>
        </p:sp>
      </p:grpSp>
      <p:sp>
        <p:nvSpPr>
          <p:cNvPr id="3" name="Footer Placeholder 1">
            <a:extLst>
              <a:ext uri="{FF2B5EF4-FFF2-40B4-BE49-F238E27FC236}">
                <a16:creationId xmlns:a16="http://schemas.microsoft.com/office/drawing/2014/main" id="{8B88EB9B-5426-4E42-BCAA-53723B726B44}"/>
              </a:ext>
            </a:extLst>
          </p:cNvPr>
          <p:cNvSpPr txBox="1">
            <a:spLocks/>
          </p:cNvSpPr>
          <p:nvPr userDrawn="1"/>
        </p:nvSpPr>
        <p:spPr>
          <a:xfrm>
            <a:off x="442466"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spTree>
    <p:extLst>
      <p:ext uri="{BB962C8B-B14F-4D97-AF65-F5344CB8AC3E}">
        <p14:creationId xmlns:p14="http://schemas.microsoft.com/office/powerpoint/2010/main" val="3650107847"/>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5" name="Footer Placeholder 1">
            <a:extLst>
              <a:ext uri="{FF2B5EF4-FFF2-40B4-BE49-F238E27FC236}">
                <a16:creationId xmlns:a16="http://schemas.microsoft.com/office/drawing/2014/main" id="{EC2D8BCE-5DFE-4182-9B53-DC1422F668B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07187434"/>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ED00628-11CE-4014-89C6-CD5E5AF5AAF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912531730"/>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accent4"/>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F1375FA3-68AA-4B3B-BB83-932D76211D4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5301356"/>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14D7AC5C-A0C4-4850-8CA1-CF211FDC36CF}"/>
              </a:ext>
            </a:extLst>
          </p:cNvPr>
          <p:cNvSpPr>
            <a:spLocks noGrp="1"/>
          </p:cNvSpPr>
          <p:nvPr>
            <p:ph type="body" sz="quarter" idx="10"/>
          </p:nvPr>
        </p:nvSpPr>
        <p:spPr>
          <a:xfrm>
            <a:off x="419100" y="1457326"/>
            <a:ext cx="11341100" cy="1808637"/>
          </a:xfrm>
          <a:prstGeom prst="rect">
            <a:avLst/>
          </a:prstGeo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1">
            <a:extLst>
              <a:ext uri="{FF2B5EF4-FFF2-40B4-BE49-F238E27FC236}">
                <a16:creationId xmlns:a16="http://schemas.microsoft.com/office/drawing/2014/main" id="{38846C7A-1465-453E-954F-398A9C85132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83953445"/>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8" name="Text Placeholder 7">
            <a:extLst>
              <a:ext uri="{FF2B5EF4-FFF2-40B4-BE49-F238E27FC236}">
                <a16:creationId xmlns:a16="http://schemas.microsoft.com/office/drawing/2014/main" id="{48CAB561-C133-479D-8083-6FF5A870672B}"/>
              </a:ext>
            </a:extLst>
          </p:cNvPr>
          <p:cNvSpPr>
            <a:spLocks noGrp="1"/>
          </p:cNvSpPr>
          <p:nvPr>
            <p:ph type="body" sz="quarter" idx="12"/>
          </p:nvPr>
        </p:nvSpPr>
        <p:spPr>
          <a:xfrm>
            <a:off x="418643" y="1457325"/>
            <a:ext cx="11354257" cy="1808637"/>
          </a:xfrm>
          <a:prstGeom prst="rect">
            <a:avLst/>
          </a:prstGeom>
        </p:spPr>
        <p:txBody>
          <a:bodyPr lIns="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991100"/>
            <a:ext cx="12192000" cy="5334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057746"/>
            <a:ext cx="11341268" cy="400110"/>
          </a:xfrm>
          <a:prstGeom prst="rect">
            <a:avLst/>
          </a:prstGeom>
        </p:spPr>
        <p:txBody>
          <a:bodyPr lIns="0" rIns="0" anchor="ctr"/>
          <a:lstStyle>
            <a:lvl1pPr>
              <a:defRPr sz="2000"/>
            </a:lvl1pPr>
          </a:lstStyle>
          <a:p>
            <a:pPr lvl="0"/>
            <a:r>
              <a:rPr lang="en-US"/>
              <a:t>Click to edit Master text styles</a:t>
            </a:r>
          </a:p>
        </p:txBody>
      </p:sp>
      <p:sp>
        <p:nvSpPr>
          <p:cNvPr id="10" name="Footer Placeholder 1">
            <a:extLst>
              <a:ext uri="{FF2B5EF4-FFF2-40B4-BE49-F238E27FC236}">
                <a16:creationId xmlns:a16="http://schemas.microsoft.com/office/drawing/2014/main" id="{D2D727ED-2407-4339-9A8E-2F5298EDCC0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3737691"/>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94212483"/>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207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5778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207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65057001"/>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97018092"/>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81908791"/>
      </p:ext>
    </p:extLst>
  </p:cSld>
  <p:clrMapOvr>
    <a:masterClrMapping/>
  </p:clrMapOvr>
  <p:transition>
    <p:fade/>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Software C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Software code</a:t>
            </a:r>
          </a:p>
        </p:txBody>
      </p:sp>
      <p:sp>
        <p:nvSpPr>
          <p:cNvPr id="10" name="Text Placeholder 9">
            <a:extLst>
              <a:ext uri="{FF2B5EF4-FFF2-40B4-BE49-F238E27FC236}">
                <a16:creationId xmlns:a16="http://schemas.microsoft.com/office/drawing/2014/main" id="{F8047BC8-CD6A-41DD-B8E0-4737DD93BABF}"/>
              </a:ext>
            </a:extLst>
          </p:cNvPr>
          <p:cNvSpPr>
            <a:spLocks noGrp="1"/>
          </p:cNvSpPr>
          <p:nvPr>
            <p:ph type="body" sz="quarter" idx="10" hasCustomPrompt="1"/>
          </p:nvPr>
        </p:nvSpPr>
        <p:spPr>
          <a:xfrm>
            <a:off x="418643" y="1457325"/>
            <a:ext cx="11354257" cy="2339102"/>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a:t>
            </a:r>
          </a:p>
        </p:txBody>
      </p:sp>
      <p:sp>
        <p:nvSpPr>
          <p:cNvPr id="4" name="Footer Placeholder 1">
            <a:extLst>
              <a:ext uri="{FF2B5EF4-FFF2-40B4-BE49-F238E27FC236}">
                <a16:creationId xmlns:a16="http://schemas.microsoft.com/office/drawing/2014/main" id="{D1EEFE0E-1172-4AF0-9FFA-3C7C1783C53A}"/>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09482430"/>
      </p:ext>
    </p:extLst>
  </p:cSld>
  <p:clrMapOvr>
    <a:masterClrMapping/>
  </p:clrMapOvr>
  <p:transition>
    <p:fade/>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7" name="Text Placeholder 6">
            <a:extLst>
              <a:ext uri="{FF2B5EF4-FFF2-40B4-BE49-F238E27FC236}">
                <a16:creationId xmlns:a16="http://schemas.microsoft.com/office/drawing/2014/main" id="{C40C1B65-53AE-4559-BCFE-31C83CB9F548}"/>
              </a:ext>
            </a:extLst>
          </p:cNvPr>
          <p:cNvSpPr>
            <a:spLocks noGrp="1"/>
          </p:cNvSpPr>
          <p:nvPr>
            <p:ph type="body" sz="quarter" idx="21" hasCustomPrompt="1"/>
          </p:nvPr>
        </p:nvSpPr>
        <p:spPr>
          <a:xfrm>
            <a:off x="4078287" y="1358899"/>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0" name="Text Placeholder 6">
            <a:extLst>
              <a:ext uri="{FF2B5EF4-FFF2-40B4-BE49-F238E27FC236}">
                <a16:creationId xmlns:a16="http://schemas.microsoft.com/office/drawing/2014/main" id="{5928BA4F-8E21-4EC4-B084-5A923473F5E3}"/>
              </a:ext>
            </a:extLst>
          </p:cNvPr>
          <p:cNvSpPr>
            <a:spLocks noGrp="1"/>
          </p:cNvSpPr>
          <p:nvPr>
            <p:ph type="body" sz="quarter" idx="22" hasCustomPrompt="1"/>
          </p:nvPr>
        </p:nvSpPr>
        <p:spPr>
          <a:xfrm>
            <a:off x="4078287" y="2829482"/>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11" name="Text Placeholder 6">
            <a:extLst>
              <a:ext uri="{FF2B5EF4-FFF2-40B4-BE49-F238E27FC236}">
                <a16:creationId xmlns:a16="http://schemas.microsoft.com/office/drawing/2014/main" id="{C91E4A05-D2EB-4AB5-879E-7AC83F36E133}"/>
              </a:ext>
            </a:extLst>
          </p:cNvPr>
          <p:cNvSpPr>
            <a:spLocks noGrp="1"/>
          </p:cNvSpPr>
          <p:nvPr>
            <p:ph type="body" sz="quarter" idx="23" hasCustomPrompt="1"/>
          </p:nvPr>
        </p:nvSpPr>
        <p:spPr>
          <a:xfrm>
            <a:off x="4078287" y="4300064"/>
            <a:ext cx="7695069" cy="1224436"/>
          </a:xfrm>
          <a:prstGeom prst="rect">
            <a:avLst/>
          </a:prstGeom>
        </p:spPr>
        <p:txBody>
          <a:bodyPr vert="horz" wrap="square" lIns="0" tIns="0" rIns="0" bIns="0" rtlCol="0" anchor="ctr">
            <a:noAutofit/>
          </a:bodyPr>
          <a:lstStyle>
            <a:lvl1pPr>
              <a:defRPr lang="en-US" sz="1600" b="0" spc="0" dirty="0">
                <a:solidFill>
                  <a:schemeClr val="tx1"/>
                </a:solidFill>
                <a:latin typeface="+mn-lt"/>
              </a:defRPr>
            </a:lvl1pPr>
          </a:lstStyle>
          <a:p>
            <a:pPr lvl="0">
              <a:lnSpc>
                <a:spcPts val="1765"/>
              </a:lnSpc>
              <a:spcBef>
                <a:spcPts val="882"/>
              </a:spcBef>
            </a:pPr>
            <a:r>
              <a:rPr lang="en-US"/>
              <a:t>Body copy Segoe UI Regular 14/18. The quick brown fox jumps over the lazy dog. The quick brown fox jumps over the lazy dog. </a:t>
            </a:r>
          </a:p>
        </p:txBody>
      </p:sp>
      <p:sp>
        <p:nvSpPr>
          <p:cNvPr id="5" name="Footer Placeholder 1">
            <a:extLst>
              <a:ext uri="{FF2B5EF4-FFF2-40B4-BE49-F238E27FC236}">
                <a16:creationId xmlns:a16="http://schemas.microsoft.com/office/drawing/2014/main" id="{36632599-4450-4B26-B416-F73BFDC6D15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5242"/>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2329271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457424"/>
            <a:ext cx="7695070" cy="741783"/>
          </a:xfrm>
          <a:prstGeom prst="rect">
            <a:avLst/>
          </a:prstGeo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322483"/>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187542"/>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052601"/>
            <a:ext cx="7695070" cy="741783"/>
          </a:xfrm>
          <a:prstGeom prst="rect">
            <a:avLst/>
          </a:prstGeo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3917660"/>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782717"/>
            <a:ext cx="7695070" cy="741783"/>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FFCA3FBD-1532-48BD-BD00-2733D2FFA23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13280100"/>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2" userDrawn="1">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373795168"/>
      </p:ext>
    </p:extLst>
  </p:cSld>
  <p:clrMapOvr>
    <a:masterClrMapping/>
  </p:clrMapOvr>
  <p:transition>
    <p:fade/>
  </p:transition>
  <p:extLst>
    <p:ext uri="{DCECCB84-F9BA-43D5-87BE-67443E8EF086}">
      <p15:sldGuideLst xmlns:p15="http://schemas.microsoft.com/office/powerpoint/2012/main">
        <p15:guide id="1" pos="1728" userDrawn="1">
          <p15:clr>
            <a:srgbClr val="FBAE40"/>
          </p15:clr>
        </p15:guide>
        <p15:guide id="2" pos="2354" userDrawn="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378075"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619500" y="458411"/>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2262"/>
            <a:ext cx="3330574"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46113"/>
            <a:ext cx="3330574"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89964"/>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3815"/>
            <a:ext cx="3330574"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58411"/>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2262"/>
            <a:ext cx="3442157" cy="675889"/>
          </a:xfrm>
          <a:prstGeom prst="rect">
            <a:avLst/>
          </a:prstGeo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46113"/>
            <a:ext cx="3442157" cy="675889"/>
          </a:xfrm>
          <a:prstGeom prst="rect">
            <a:avLst/>
          </a:prstGeo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89964"/>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3815"/>
            <a:ext cx="3442157" cy="675889"/>
          </a:xfrm>
          <a:prstGeom prst="rect">
            <a:avLst/>
          </a:prstGeo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6" name="Footer Placeholder 1">
            <a:extLst>
              <a:ext uri="{FF2B5EF4-FFF2-40B4-BE49-F238E27FC236}">
                <a16:creationId xmlns:a16="http://schemas.microsoft.com/office/drawing/2014/main" id="{20AEC5E9-15FA-4088-BD82-723F6A9F15A1}"/>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97870291"/>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userDrawn="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468134"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4889029"/>
            <a:ext cx="365293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4308909"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8159021" y="1456896"/>
            <a:ext cx="3603442" cy="304366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0579"/>
            <a:ext cx="3354191" cy="2836300"/>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4889029"/>
            <a:ext cx="3618381" cy="523220"/>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a:t>
            </a:r>
          </a:p>
        </p:txBody>
      </p:sp>
      <p:sp>
        <p:nvSpPr>
          <p:cNvPr id="18" name="Text Placeholder 4">
            <a:extLst>
              <a:ext uri="{FF2B5EF4-FFF2-40B4-BE49-F238E27FC236}">
                <a16:creationId xmlns:a16="http://schemas.microsoft.com/office/drawing/2014/main" id="{6B0E7A2A-440B-4386-BA99-0E3495B2C78A}"/>
              </a:ext>
            </a:extLst>
          </p:cNvPr>
          <p:cNvSpPr>
            <a:spLocks noGrp="1"/>
          </p:cNvSpPr>
          <p:nvPr>
            <p:ph type="body" sz="quarter" idx="28" hasCustomPrompt="1"/>
          </p:nvPr>
        </p:nvSpPr>
        <p:spPr>
          <a:xfrm>
            <a:off x="418643" y="4582416"/>
            <a:ext cx="365293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0" name="Text Placeholder 4">
            <a:extLst>
              <a:ext uri="{FF2B5EF4-FFF2-40B4-BE49-F238E27FC236}">
                <a16:creationId xmlns:a16="http://schemas.microsoft.com/office/drawing/2014/main" id="{84B94875-0E5C-4E1B-9009-179D2480580A}"/>
              </a:ext>
            </a:extLst>
          </p:cNvPr>
          <p:cNvSpPr>
            <a:spLocks noGrp="1"/>
          </p:cNvSpPr>
          <p:nvPr>
            <p:ph type="body" sz="quarter" idx="29" hasCustomPrompt="1"/>
          </p:nvPr>
        </p:nvSpPr>
        <p:spPr>
          <a:xfrm>
            <a:off x="4293969"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23" name="Text Placeholder 4">
            <a:extLst>
              <a:ext uri="{FF2B5EF4-FFF2-40B4-BE49-F238E27FC236}">
                <a16:creationId xmlns:a16="http://schemas.microsoft.com/office/drawing/2014/main" id="{122C2A87-F659-470C-9A84-C24B6596BF30}"/>
              </a:ext>
            </a:extLst>
          </p:cNvPr>
          <p:cNvSpPr>
            <a:spLocks noGrp="1"/>
          </p:cNvSpPr>
          <p:nvPr>
            <p:ph type="body" sz="quarter" idx="30" hasCustomPrompt="1"/>
          </p:nvPr>
        </p:nvSpPr>
        <p:spPr>
          <a:xfrm>
            <a:off x="8144083" y="4582416"/>
            <a:ext cx="3618381"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2"/>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4" name="Footer Placeholder 1">
            <a:extLst>
              <a:ext uri="{FF2B5EF4-FFF2-40B4-BE49-F238E27FC236}">
                <a16:creationId xmlns:a16="http://schemas.microsoft.com/office/drawing/2014/main" id="{078D6B2E-04FF-44FF-92BF-A50AB63F5A8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69954851"/>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9697686" y="2526646"/>
            <a:ext cx="2082603" cy="1784048"/>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a:prstGeom prst="rect">
            <a:avLst/>
          </a:prstGeom>
        </p:spPr>
        <p:txBody>
          <a:bodyPr anchor="ctr">
            <a:noAutofit/>
          </a:bodyPr>
          <a:lstStyle>
            <a:lvl1pPr algn="ctr">
              <a:defRPr/>
            </a:lvl1pPr>
          </a:lstStyle>
          <a:p>
            <a:endParaRPr lang="en-US" dirty="0"/>
          </a:p>
        </p:txBody>
      </p:sp>
      <p:sp>
        <p:nvSpPr>
          <p:cNvPr id="5" name="Footer Placeholder 1">
            <a:extLst>
              <a:ext uri="{FF2B5EF4-FFF2-40B4-BE49-F238E27FC236}">
                <a16:creationId xmlns:a16="http://schemas.microsoft.com/office/drawing/2014/main" id="{53F6734B-2BB9-44E4-A8BF-B0683C3D0A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64039343"/>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0" name="Text Placeholder 4">
            <a:extLst>
              <a:ext uri="{FF2B5EF4-FFF2-40B4-BE49-F238E27FC236}">
                <a16:creationId xmlns:a16="http://schemas.microsoft.com/office/drawing/2014/main" id="{2274B3EB-A97B-4219-A55A-84453528FE77}"/>
              </a:ext>
            </a:extLst>
          </p:cNvPr>
          <p:cNvSpPr>
            <a:spLocks noGrp="1"/>
          </p:cNvSpPr>
          <p:nvPr>
            <p:ph type="body" sz="quarter" idx="45" hasCustomPrompt="1"/>
          </p:nvPr>
        </p:nvSpPr>
        <p:spPr>
          <a:xfrm>
            <a:off x="418643" y="2161629"/>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6B19B2E5-E29A-4169-8CDD-80FC79D1C862}"/>
              </a:ext>
            </a:extLst>
          </p:cNvPr>
          <p:cNvSpPr>
            <a:spLocks noGrp="1"/>
          </p:cNvSpPr>
          <p:nvPr>
            <p:ph type="body" sz="quarter" idx="46" hasCustomPrompt="1"/>
          </p:nvPr>
        </p:nvSpPr>
        <p:spPr>
          <a:xfrm>
            <a:off x="418643" y="3628878"/>
            <a:ext cx="5579309" cy="338554"/>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accent4"/>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Paragraph title Segoe UI </a:t>
            </a:r>
            <a:r>
              <a:rPr lang="en-US" err="1"/>
              <a:t>Semibold</a:t>
            </a:r>
            <a:r>
              <a:rPr lang="en-US"/>
              <a:t> 14/18</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440494"/>
            <a:ext cx="5973053" cy="5084006"/>
          </a:xfrm>
          <a:prstGeom prst="rect">
            <a:avLst/>
          </a:prstGeom>
          <a:blipFill>
            <a:blip r:embed="rId2"/>
            <a:stretch>
              <a:fillRect t="-12412" b="-12412"/>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C06943B8-583F-41EC-BDD0-C4B2F2271C0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18741288"/>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418644" y="300634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158965"/>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418644" y="3896362"/>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048984"/>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418644" y="478638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4939001"/>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6229842" y="1456897"/>
            <a:ext cx="5543514" cy="4066880"/>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71850"/>
            <a:ext cx="5303845" cy="3836974"/>
          </a:xfrm>
          <a:prstGeom prst="rect">
            <a:avLst/>
          </a:prstGeom>
          <a:blipFill dpi="0" rotWithShape="1">
            <a:blip r:embed="rId2"/>
            <a:srcRect/>
            <a:stretch>
              <a:fillRect t="-12167" b="-1152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41DA22E1-F19A-4866-9903-D39B8BC0754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80632262"/>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43835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422400" y="3147005"/>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70884"/>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422400" y="39795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103417"/>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422400" y="4812071"/>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4935948"/>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457324"/>
            <a:ext cx="5973053" cy="4063399"/>
          </a:xfrm>
          <a:prstGeom prst="rect">
            <a:avLst/>
          </a:prstGeom>
          <a:blipFill>
            <a:blip r:embed="rId2"/>
            <a:stretch>
              <a:fillRect t="-33991" b="-34785"/>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userDrawn="1"/>
        </p:nvSpPr>
        <p:spPr>
          <a:xfrm>
            <a:off x="418644"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76341919"/>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3" name="Text Placeholder 4">
            <a:extLst>
              <a:ext uri="{FF2B5EF4-FFF2-40B4-BE49-F238E27FC236}">
                <a16:creationId xmlns:a16="http://schemas.microsoft.com/office/drawing/2014/main" id="{22D1B7D7-06FD-4F28-9BBD-A26349C88491}"/>
              </a:ext>
            </a:extLst>
          </p:cNvPr>
          <p:cNvSpPr>
            <a:spLocks noGrp="1"/>
          </p:cNvSpPr>
          <p:nvPr>
            <p:ph type="body" sz="quarter" idx="47" hasCustomPrompt="1"/>
          </p:nvPr>
        </p:nvSpPr>
        <p:spPr>
          <a:xfrm>
            <a:off x="418644" y="1389750"/>
            <a:ext cx="5579310" cy="361539"/>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2000" b="0" i="0" spc="0">
                <a:solidFill>
                  <a:schemeClr val="tx1"/>
                </a:solidFill>
                <a:latin typeface="+mj-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a:t>
            </a:r>
            <a:r>
              <a:rPr lang="en-US" err="1"/>
              <a:t>Semibold</a:t>
            </a:r>
            <a:r>
              <a:rPr lang="en-US"/>
              <a:t> 18/20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885051"/>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418644" y="2723597"/>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865519"/>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418644" y="37040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84598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418644" y="4684533"/>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826457"/>
            <a:ext cx="5579310" cy="696624"/>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8" b="-11778"/>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8DC7018-F39B-4B6A-8195-1144FFF36B8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7028065"/>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511910"/>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3566923"/>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4621937"/>
            <a:ext cx="5579310" cy="902563"/>
          </a:xfrm>
          <a:prstGeom prst="rect">
            <a:avLst/>
          </a:prstGeom>
          <a:solidFill>
            <a:schemeClr val="bg2"/>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917" b="-11779"/>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C56D26C9-E199-4EBA-8CF2-616AA349D95C}"/>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25728705"/>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6229842" y="1456897"/>
            <a:ext cx="5543514"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3836973"/>
          </a:xfrm>
          <a:prstGeom prst="rect">
            <a:avLst/>
          </a:prstGeom>
          <a:blipFill dpi="0" rotWithShape="1">
            <a:blip r:embed="rId2"/>
            <a:srcRect/>
            <a:stretch>
              <a:fillRect t="-11669" b="-12027"/>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EF6BF2FC-D0DF-43FB-898E-872D6CBB08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8859248"/>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Photo layout with single gray filled text box 2/3">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3659644" cy="4067603"/>
          </a:xfrm>
          <a:prstGeom prst="rect">
            <a:avLst/>
          </a:prstGeom>
          <a:solidFill>
            <a:schemeClr val="bg2"/>
          </a:solidFill>
        </p:spPr>
        <p:txBody>
          <a:bodyPr lIns="137160" tIns="91440" rIns="137160" bIns="91440" anchor="t">
            <a:noAutofit/>
          </a:bodyPr>
          <a:lstStyle>
            <a:lvl1pPr marL="0" indent="0">
              <a:lnSpc>
                <a:spcPct val="100000"/>
              </a:lnSpc>
              <a:spcBef>
                <a:spcPts val="0"/>
              </a:spcBef>
              <a:spcAft>
                <a:spcPts val="1200"/>
              </a:spcAft>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a:p>
            <a:pPr marL="0" marR="0" lvl="0" indent="0" algn="l" defTabSz="914367" rtl="0" eaLnBrk="1" fontAlgn="auto" latinLnBrk="0" hangingPunct="1">
              <a:lnSpc>
                <a:spcPct val="100000"/>
              </a:lnSpc>
              <a:spcBef>
                <a:spcPts val="0"/>
              </a:spcBef>
              <a:spcAft>
                <a:spcPts val="0"/>
              </a:spcAft>
              <a:buClrTx/>
              <a:buSzPct val="90000"/>
              <a:buFont typeface="Arial" panose="020B0604020202020204" pitchFamily="34" charset="0"/>
              <a:buNone/>
              <a:tabLst/>
              <a:defRPr/>
            </a:pPr>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303713" y="1456897"/>
            <a:ext cx="7469643" cy="4067604"/>
          </a:xfrm>
          <a:prstGeom prst="rect">
            <a:avLst/>
          </a:prstGeom>
          <a:noFill/>
          <a:ln w="19050">
            <a:solidFill>
              <a:schemeClr val="accent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432300" y="1564130"/>
            <a:ext cx="7221223" cy="3836974"/>
          </a:xfrm>
          <a:prstGeom prst="rect">
            <a:avLst/>
          </a:prstGeom>
          <a:blipFill dpi="0" rotWithShape="1">
            <a:blip r:embed="rId2"/>
            <a:srcRect/>
            <a:stretch>
              <a:fillRect t="-34423" b="-33990"/>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55197CAA-02CC-4CFA-8726-E127D7D4F56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81882396"/>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Photo layout with text in vertical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9"/>
            <a:ext cx="11354712" cy="702102"/>
          </a:xfrm>
          <a:prstGeom prst="rect">
            <a:avLst/>
          </a:prstGeom>
          <a:noFill/>
        </p:spPr>
        <p:txBody>
          <a:bodyPr lIns="0" tIns="91440" rIns="0" bIns="91440" anchor="t">
            <a:noAutofit/>
          </a:bodyPr>
          <a:lstStyle>
            <a:lvl1pPr marL="0" indent="0">
              <a:lnSpc>
                <a:spcPct val="100000"/>
              </a:lnSpc>
              <a:spcBef>
                <a:spcPts val="0"/>
              </a:spcBef>
              <a:buFont typeface="Arial" panose="020B0604020202020204" pitchFamily="34" charset="0"/>
              <a:buNone/>
              <a:defRPr sz="18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18642" y="2354883"/>
            <a:ext cx="11354714" cy="3169617"/>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554987" y="2494391"/>
            <a:ext cx="11082024" cy="2890599"/>
          </a:xfrm>
          <a:prstGeom prst="rect">
            <a:avLst/>
          </a:prstGeom>
          <a:blipFill dpi="0" rotWithShape="1">
            <a:blip r:embed="rId2"/>
            <a:srcRect/>
            <a:stretch>
              <a:fillRect t="-11979" b="-9425"/>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5" name="Footer Placeholder 1">
            <a:extLst>
              <a:ext uri="{FF2B5EF4-FFF2-40B4-BE49-F238E27FC236}">
                <a16:creationId xmlns:a16="http://schemas.microsoft.com/office/drawing/2014/main" id="{F058022C-C488-4C60-8FED-6334EDFD868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0994270"/>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Demo slide with text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6410781" cy="307777"/>
          </a:xfrm>
          <a:prstGeom prst="rect">
            <a:avLst/>
          </a:prstGeom>
        </p:spPr>
        <p:txBody>
          <a:bodyPr wrap="square" lIns="0" tIns="0" rIns="0" bIns="0">
            <a:spAutoFit/>
          </a:bodyPr>
          <a:lstStyle>
            <a:lvl1pPr marL="0" indent="0">
              <a:lnSpc>
                <a:spcPts val="2353"/>
              </a:lnSpc>
              <a:buNone/>
              <a:defRPr sz="20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18/20</a:t>
            </a:r>
            <a:endParaRPr lang="en-US"/>
          </a:p>
        </p:txBody>
      </p:sp>
      <p:sp>
        <p:nvSpPr>
          <p:cNvPr id="5" name="Text Placeholder 4"/>
          <p:cNvSpPr>
            <a:spLocks noGrp="1"/>
          </p:cNvSpPr>
          <p:nvPr>
            <p:ph type="body" sz="quarter" idx="11" hasCustomPrompt="1"/>
          </p:nvPr>
        </p:nvSpPr>
        <p:spPr>
          <a:xfrm>
            <a:off x="418643" y="1820432"/>
            <a:ext cx="6410782" cy="3704068"/>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21206" t="13438" b="10994"/>
          <a:stretch/>
        </p:blipFill>
        <p:spPr>
          <a:xfrm>
            <a:off x="7048500" y="1452563"/>
            <a:ext cx="5143501" cy="407193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7277100" y="1663700"/>
            <a:ext cx="4914900" cy="3603625"/>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6" name="Footer Placeholder 1">
            <a:extLst>
              <a:ext uri="{FF2B5EF4-FFF2-40B4-BE49-F238E27FC236}">
                <a16:creationId xmlns:a16="http://schemas.microsoft.com/office/drawing/2014/main" id="{9DD1EFE7-3AE2-4E6F-A2DA-B6AD63EAB12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42522328"/>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15023" t="13668" r="9098" b="10044"/>
          <a:stretch/>
        </p:blipFill>
        <p:spPr>
          <a:xfrm>
            <a:off x="2399822" y="1168401"/>
            <a:ext cx="7392356" cy="4356100"/>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660650" y="1388269"/>
            <a:ext cx="6870700" cy="3869531"/>
          </a:xfrm>
          <a:prstGeom prst="rect">
            <a:avLst/>
          </a:prstGeom>
        </p:spPr>
        <p:txBody>
          <a:bodyPr anchor="ctr" anchorCtr="0">
            <a:noAutofit/>
          </a:bodyPr>
          <a:lstStyle>
            <a:lvl1pPr algn="ctr">
              <a:defRPr sz="3529">
                <a:solidFill>
                  <a:srgbClr val="000000"/>
                </a:solidFill>
              </a:defRPr>
            </a:lvl1pPr>
          </a:lstStyle>
          <a:p>
            <a:r>
              <a:rPr lang="en-US" dirty="0"/>
              <a:t>DEMO</a:t>
            </a:r>
          </a:p>
        </p:txBody>
      </p:sp>
      <p:sp>
        <p:nvSpPr>
          <p:cNvPr id="4" name="Footer Placeholder 1">
            <a:extLst>
              <a:ext uri="{FF2B5EF4-FFF2-40B4-BE49-F238E27FC236}">
                <a16:creationId xmlns:a16="http://schemas.microsoft.com/office/drawing/2014/main" id="{59B4A147-D1B7-4B10-BC9F-A628EC66D4A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0943647"/>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a:t>Chart examples</a:t>
            </a:r>
          </a:p>
        </p:txBody>
      </p:sp>
      <p:sp>
        <p:nvSpPr>
          <p:cNvPr id="7" name="Chart Placeholder 6"/>
          <p:cNvSpPr>
            <a:spLocks noGrp="1"/>
          </p:cNvSpPr>
          <p:nvPr>
            <p:ph type="chart" sz="quarter" idx="21"/>
          </p:nvPr>
        </p:nvSpPr>
        <p:spPr>
          <a:xfrm>
            <a:off x="419100" y="1950781"/>
            <a:ext cx="3655273"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9099" y="4794081"/>
            <a:ext cx="3666169"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9" name="Text Placeholder 4"/>
          <p:cNvSpPr>
            <a:spLocks noGrp="1"/>
          </p:cNvSpPr>
          <p:nvPr>
            <p:ph type="body" sz="quarter" idx="12" hasCustomPrompt="1"/>
          </p:nvPr>
        </p:nvSpPr>
        <p:spPr>
          <a:xfrm>
            <a:off x="419100" y="5071080"/>
            <a:ext cx="3655273"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1"/>
            <a:ext cx="3607487"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4794081"/>
            <a:ext cx="3596595"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17" name="Text Placeholder 4"/>
          <p:cNvSpPr>
            <a:spLocks noGrp="1"/>
          </p:cNvSpPr>
          <p:nvPr>
            <p:ph type="body" sz="quarter" idx="18" hasCustomPrompt="1"/>
          </p:nvPr>
        </p:nvSpPr>
        <p:spPr>
          <a:xfrm>
            <a:off x="4303152" y="50710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1"/>
            <a:ext cx="3623051" cy="2748220"/>
          </a:xfrm>
          <a:prstGeom prst="rect">
            <a:avLst/>
          </a:prstGeom>
        </p:spPr>
        <p:txBody>
          <a:bodyPr anchor="ctr">
            <a:noAutofit/>
          </a:bodyPr>
          <a:lstStyle>
            <a:lvl1pPr marL="0" indent="0" algn="ctr">
              <a:buNone/>
              <a:defRPr sz="2353">
                <a:solidFill>
                  <a:srgbClr val="000000"/>
                </a:solidFill>
              </a:defRPr>
            </a:lvl1pPr>
          </a:lstStyle>
          <a:p>
            <a:r>
              <a:rPr lang="en-US" dirty="0"/>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071080"/>
            <a:ext cx="3633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4794081"/>
            <a:ext cx="3629278" cy="230832"/>
          </a:xfrm>
          <a:prstGeom prst="rect">
            <a:avLst/>
          </a:prstGeom>
        </p:spPr>
        <p:txBody>
          <a:bodyPr lIns="0" tIns="0" r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UI bold 10/12. </a:t>
            </a:r>
          </a:p>
        </p:txBody>
      </p:sp>
      <p:sp>
        <p:nvSpPr>
          <p:cNvPr id="5" name="Footer Placeholder 1">
            <a:extLst>
              <a:ext uri="{FF2B5EF4-FFF2-40B4-BE49-F238E27FC236}">
                <a16:creationId xmlns:a16="http://schemas.microsoft.com/office/drawing/2014/main" id="{453ADA6D-9E40-4A03-8A63-73B6DFA34FE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5316642"/>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5"/>
            <a:ext cx="11343820" cy="4067176"/>
          </a:xfrm>
          <a:prstGeom prst="rect">
            <a:avLst/>
          </a:prstGeom>
        </p:spPr>
        <p:txBody>
          <a:bodyPr anchor="ctr" anchorCtr="0"/>
          <a:lstStyle>
            <a:lvl1pPr algn="ctr">
              <a:defRPr sz="2400"/>
            </a:lvl1pPr>
          </a:lstStyle>
          <a:p>
            <a:r>
              <a:rPr lang="en-US" dirty="0"/>
              <a:t>Click icon to add table</a:t>
            </a:r>
          </a:p>
        </p:txBody>
      </p:sp>
      <p:sp>
        <p:nvSpPr>
          <p:cNvPr id="6" name="Footer Placeholder 1">
            <a:extLst>
              <a:ext uri="{FF2B5EF4-FFF2-40B4-BE49-F238E27FC236}">
                <a16:creationId xmlns:a16="http://schemas.microsoft.com/office/drawing/2014/main" id="{6A78ED9F-8DCD-4BC7-9021-4DDB0C8C43C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7641596"/>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6" name="Footer Placeholder 1">
            <a:extLst>
              <a:ext uri="{FF2B5EF4-FFF2-40B4-BE49-F238E27FC236}">
                <a16:creationId xmlns:a16="http://schemas.microsoft.com/office/drawing/2014/main" id="{68B75876-CF77-420E-95A4-0C529E40885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68951825"/>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B5425D6F-5786-43B6-A96D-5D9F5E69378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46948918"/>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18643" y="1456896"/>
            <a:ext cx="11341268" cy="537176"/>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846598"/>
            <a:ext cx="3650357" cy="1685753"/>
          </a:xfrm>
          <a:prstGeom prst="rect">
            <a:avLst/>
          </a:prstGeom>
          <a:ln w="19050">
            <a:solidFill>
              <a:schemeClr val="accent4"/>
            </a:solidFill>
          </a:ln>
        </p:spPr>
        <p:txBody>
          <a:bodyPr lIns="182880" tIns="137160" rIns="182880">
            <a:noAutofit/>
          </a:bodyPr>
          <a:lstStyle>
            <a:lvl1pPr>
              <a:defRPr sz="2000">
                <a:solidFill>
                  <a:schemeClr val="accent4"/>
                </a:solidFill>
              </a:defRPr>
            </a:lvl1pPr>
            <a:lvl2pPr>
              <a:defRPr sz="1800"/>
            </a:lvl2pPr>
          </a:lstStyle>
          <a:p>
            <a:pPr lvl="0"/>
            <a:r>
              <a:rPr lang="en-US"/>
              <a:t>Click to edit Master text styles</a:t>
            </a:r>
          </a:p>
          <a:p>
            <a:pPr lvl="1"/>
            <a:r>
              <a:rPr lang="en-US"/>
              <a:t>Second level</a:t>
            </a:r>
          </a:p>
        </p:txBody>
      </p:sp>
      <p:sp>
        <p:nvSpPr>
          <p:cNvPr id="5" name="Footer Placeholder 1">
            <a:extLst>
              <a:ext uri="{FF2B5EF4-FFF2-40B4-BE49-F238E27FC236}">
                <a16:creationId xmlns:a16="http://schemas.microsoft.com/office/drawing/2014/main" id="{F2E41971-C1D5-428F-BAD7-1B3A7C763E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0788655"/>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xt layout with 5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454471"/>
            <a:ext cx="11328812" cy="369332"/>
          </a:xfrm>
          <a:prstGeom prst="rect">
            <a:avLst/>
          </a:prstGeom>
        </p:spPr>
        <p:txBody>
          <a:bodyPr vert="horz" lIns="0" tIns="0" rIns="0" bIns="0" rtlCol="0">
            <a:spAutoFit/>
          </a:bodyPr>
          <a:lstStyle>
            <a:lvl1pPr>
              <a:defRPr lang="en-US" sz="2400" dirty="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6" y="2160416"/>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2729786" y="2159000"/>
            <a:ext cx="2134053" cy="2456809"/>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502847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7327166"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9625854" y="2159000"/>
            <a:ext cx="2134053" cy="2456809"/>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BE795F1-CEE6-456B-ABC9-7B95E386339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453116902"/>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xt layout with 3 columns &amp; 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6" name="Text Placeholder 5">
            <a:extLst>
              <a:ext uri="{FF2B5EF4-FFF2-40B4-BE49-F238E27FC236}">
                <a16:creationId xmlns:a16="http://schemas.microsoft.com/office/drawing/2014/main" id="{D9DBD290-484B-46DF-8655-98465D6EA681}"/>
              </a:ext>
            </a:extLst>
          </p:cNvPr>
          <p:cNvSpPr>
            <a:spLocks noGrp="1"/>
          </p:cNvSpPr>
          <p:nvPr>
            <p:ph type="body" sz="quarter" idx="20" hasCustomPrompt="1"/>
          </p:nvPr>
        </p:nvSpPr>
        <p:spPr>
          <a:xfrm>
            <a:off x="418643" y="1183948"/>
            <a:ext cx="11328812" cy="369332"/>
          </a:xfrm>
          <a:prstGeom prst="rect">
            <a:avLst/>
          </a:prstGeom>
        </p:spPr>
        <p:txBody>
          <a:bodyPr lIns="0" tIns="0" rIns="0" bIns="0"/>
          <a:lstStyle>
            <a:lvl1pPr>
              <a:defRPr sz="2400"/>
            </a:lvl1pPr>
          </a:lstStyle>
          <a:p>
            <a:pPr lvl="0"/>
            <a:r>
              <a:rPr lang="en-US"/>
              <a:t>Body copy Segoe UI </a:t>
            </a:r>
            <a:r>
              <a:rPr lang="en-US" err="1"/>
              <a:t>Semibold</a:t>
            </a:r>
            <a:r>
              <a:rPr lang="en-US"/>
              <a:t> 20/24.</a:t>
            </a:r>
          </a:p>
        </p:txBody>
      </p:sp>
      <p:sp>
        <p:nvSpPr>
          <p:cNvPr id="5" name="Text Placeholder 4"/>
          <p:cNvSpPr>
            <a:spLocks noGrp="1"/>
          </p:cNvSpPr>
          <p:nvPr>
            <p:ph type="body" sz="quarter" idx="11" hasCustomPrompt="1"/>
          </p:nvPr>
        </p:nvSpPr>
        <p:spPr>
          <a:xfrm>
            <a:off x="431095" y="216041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16726" y="215900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3" name="Text Placeholder 4">
            <a:extLst>
              <a:ext uri="{FF2B5EF4-FFF2-40B4-BE49-F238E27FC236}">
                <a16:creationId xmlns:a16="http://schemas.microsoft.com/office/drawing/2014/main" id="{D4B800CD-E20F-4ADE-A8FB-C72028E17AA0}"/>
              </a:ext>
            </a:extLst>
          </p:cNvPr>
          <p:cNvSpPr>
            <a:spLocks noGrp="1"/>
          </p:cNvSpPr>
          <p:nvPr>
            <p:ph type="body" sz="quarter" idx="21" hasCustomPrompt="1"/>
          </p:nvPr>
        </p:nvSpPr>
        <p:spPr>
          <a:xfrm>
            <a:off x="8139113" y="215900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5479F1E5-8DBD-42CA-8DB4-7162193F8C0A}"/>
              </a:ext>
            </a:extLst>
          </p:cNvPr>
          <p:cNvSpPr>
            <a:spLocks noGrp="1"/>
          </p:cNvSpPr>
          <p:nvPr>
            <p:ph type="body" sz="quarter" idx="22" hasCustomPrompt="1"/>
          </p:nvPr>
        </p:nvSpPr>
        <p:spPr>
          <a:xfrm>
            <a:off x="431095" y="3919367"/>
            <a:ext cx="363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1" name="Text Placeholder 4">
            <a:extLst>
              <a:ext uri="{FF2B5EF4-FFF2-40B4-BE49-F238E27FC236}">
                <a16:creationId xmlns:a16="http://schemas.microsoft.com/office/drawing/2014/main" id="{430DC868-B118-4581-BA96-109541166BC7}"/>
              </a:ext>
            </a:extLst>
          </p:cNvPr>
          <p:cNvSpPr>
            <a:spLocks noGrp="1"/>
          </p:cNvSpPr>
          <p:nvPr>
            <p:ph type="body" sz="quarter" idx="23" hasCustomPrompt="1"/>
          </p:nvPr>
        </p:nvSpPr>
        <p:spPr>
          <a:xfrm>
            <a:off x="4316726" y="3917951"/>
            <a:ext cx="3593787" cy="1605133"/>
          </a:xfrm>
          <a:prstGeom prst="rect">
            <a:avLst/>
          </a:prstGeom>
          <a:solidFill>
            <a:schemeClr val="bg1">
              <a:lumMod val="95000"/>
            </a:schemeClr>
          </a:solidFill>
        </p:spPr>
        <p:txBody>
          <a:bodyPr lIns="91440" tIns="91440" rIns="91440" bIns="9144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0E392D1A-3E35-41BC-B1EF-3D6540738A56}"/>
              </a:ext>
            </a:extLst>
          </p:cNvPr>
          <p:cNvSpPr>
            <a:spLocks noGrp="1"/>
          </p:cNvSpPr>
          <p:nvPr>
            <p:ph type="body" sz="quarter" idx="24" hasCustomPrompt="1"/>
          </p:nvPr>
        </p:nvSpPr>
        <p:spPr>
          <a:xfrm>
            <a:off x="8139113" y="3917951"/>
            <a:ext cx="3633786" cy="1605133"/>
          </a:xfrm>
          <a:prstGeom prst="rect">
            <a:avLst/>
          </a:prstGeom>
          <a:solidFill>
            <a:schemeClr val="bg1">
              <a:lumMod val="95000"/>
            </a:schemeClr>
          </a:solidFill>
        </p:spPr>
        <p:txBody>
          <a:bodyPr lIns="91440" tIns="91440" rIns="91440" bIns="9144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28EE5F4A-1B04-4820-BD3C-7D490911B9A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45921200"/>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ext option_1 row">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FFD518D6-99EB-4710-922A-114B4B8AE24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5697331"/>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8" name="Text Placeholder 4">
            <a:extLst>
              <a:ext uri="{FF2B5EF4-FFF2-40B4-BE49-F238E27FC236}">
                <a16:creationId xmlns:a16="http://schemas.microsoft.com/office/drawing/2014/main" id="{E0D97F89-BA86-43A7-A7B3-2CF8545F30C6}"/>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49921517-D7BF-470F-8192-8993860D6A21}"/>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F445D872-5C62-4C26-AD2B-01EB7B98341B}"/>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Footer Placeholder 1">
            <a:extLst>
              <a:ext uri="{FF2B5EF4-FFF2-40B4-BE49-F238E27FC236}">
                <a16:creationId xmlns:a16="http://schemas.microsoft.com/office/drawing/2014/main" id="{1B54719B-2572-45A7-ABB5-97669FD1C54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509295684"/>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ED3D99F1-12B5-4EF9-8BE8-147D2E7B2576}"/>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98187A1F-B2AD-4B43-A8E1-57229F13A30C}"/>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6" name="Footer Placeholder 1">
            <a:extLst>
              <a:ext uri="{FF2B5EF4-FFF2-40B4-BE49-F238E27FC236}">
                <a16:creationId xmlns:a16="http://schemas.microsoft.com/office/drawing/2014/main" id="{0E0DC65D-E249-41EE-9D86-9F9E7C5CF6D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96779267"/>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389459" y="1456896"/>
            <a:ext cx="10383899" cy="77724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userDrawn="1"/>
        </p:nvCxnSpPr>
        <p:spPr>
          <a:xfrm>
            <a:off x="1389695" y="236662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389459" y="2499114"/>
            <a:ext cx="10383899" cy="78118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userDrawn="1"/>
        </p:nvCxnSpPr>
        <p:spPr>
          <a:xfrm>
            <a:off x="1389695" y="341278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389459" y="3545276"/>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userDrawn="1"/>
        </p:nvCxnSpPr>
        <p:spPr>
          <a:xfrm>
            <a:off x="1389695" y="445894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389459" y="4591438"/>
            <a:ext cx="10383899" cy="781184"/>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7" name="Footer Placeholder 1">
            <a:extLst>
              <a:ext uri="{FF2B5EF4-FFF2-40B4-BE49-F238E27FC236}">
                <a16:creationId xmlns:a16="http://schemas.microsoft.com/office/drawing/2014/main" id="{F47DE134-5243-4F01-808B-AB1879BD793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11641937"/>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389459" y="1456896"/>
            <a:ext cx="10383899" cy="645624"/>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userDrawn="1"/>
        </p:nvCxnSpPr>
        <p:spPr>
          <a:xfrm>
            <a:off x="1389695" y="2205973"/>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9426"/>
            <a:ext cx="10383899" cy="648900"/>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userDrawn="1"/>
        </p:nvCxnSpPr>
        <p:spPr>
          <a:xfrm>
            <a:off x="1389695" y="306177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65232"/>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userDrawn="1"/>
        </p:nvCxnSpPr>
        <p:spPr>
          <a:xfrm>
            <a:off x="1389695" y="3917585"/>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21038"/>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773391"/>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76845"/>
            <a:ext cx="10383899" cy="648900"/>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9" name="Footer Placeholder 1">
            <a:extLst>
              <a:ext uri="{FF2B5EF4-FFF2-40B4-BE49-F238E27FC236}">
                <a16:creationId xmlns:a16="http://schemas.microsoft.com/office/drawing/2014/main" id="{CFB65DA9-1720-4FF6-B1EF-542DF58141A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1103671"/>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78610175"/>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389459" y="1456896"/>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90327" y="2745493"/>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49547"/>
            <a:ext cx="4608115"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90327" y="4238144"/>
            <a:ext cx="45858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442200"/>
            <a:ext cx="4608115"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64782" y="274549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949547"/>
            <a:ext cx="4608576" cy="108454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64782" y="423814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4442200"/>
            <a:ext cx="4608576" cy="108454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7" name="Footer Placeholder 1">
            <a:extLst>
              <a:ext uri="{FF2B5EF4-FFF2-40B4-BE49-F238E27FC236}">
                <a16:creationId xmlns:a16="http://schemas.microsoft.com/office/drawing/2014/main" id="{C7F30D2F-8DA3-4CC5-9423-292C558FE3F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97310490"/>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389459"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64782" y="1456896"/>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164782" y="222048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64782" y="2303868"/>
            <a:ext cx="4608576" cy="68019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164782" y="3067452"/>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64782" y="3150840"/>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164782" y="3914424"/>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164782" y="3997812"/>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164782" y="4761396"/>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164782" y="4844781"/>
            <a:ext cx="4608576" cy="68019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99F3FB3-BA05-48E6-AD17-EFFD842061F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041673985"/>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 option_2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6" name="Text Placeholder 5">
            <a:extLst>
              <a:ext uri="{FF2B5EF4-FFF2-40B4-BE49-F238E27FC236}">
                <a16:creationId xmlns:a16="http://schemas.microsoft.com/office/drawing/2014/main" id="{EB98E8DE-0491-4598-AAA1-CD35695840E7}"/>
              </a:ext>
            </a:extLst>
          </p:cNvPr>
          <p:cNvSpPr>
            <a:spLocks noGrp="1"/>
          </p:cNvSpPr>
          <p:nvPr>
            <p:ph type="body" sz="quarter" idx="17"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9EBE6B1A-FAB8-401E-9D5D-DF0AEF8510BC}"/>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9" name="Text Placeholder 4">
            <a:extLst>
              <a:ext uri="{FF2B5EF4-FFF2-40B4-BE49-F238E27FC236}">
                <a16:creationId xmlns:a16="http://schemas.microsoft.com/office/drawing/2014/main" id="{3C7167C2-B8AD-42C6-B0C0-09AF8C1B00B5}"/>
              </a:ext>
            </a:extLst>
          </p:cNvPr>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CB3A300F-58D1-4152-B258-F80AED027D7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94579868"/>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option_3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1" name="Text Placeholder 5">
            <a:extLst>
              <a:ext uri="{FF2B5EF4-FFF2-40B4-BE49-F238E27FC236}">
                <a16:creationId xmlns:a16="http://schemas.microsoft.com/office/drawing/2014/main" id="{F7BF94CC-2D76-4590-8D23-583370E56601}"/>
              </a:ext>
            </a:extLst>
          </p:cNvPr>
          <p:cNvSpPr>
            <a:spLocks noGrp="1"/>
          </p:cNvSpPr>
          <p:nvPr>
            <p:ph type="body" sz="quarter" idx="18"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603E4A63-916B-46C0-8814-35F99E0A4F7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18688402"/>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4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four rows</a:t>
            </a:r>
          </a:p>
        </p:txBody>
      </p:sp>
      <p:sp>
        <p:nvSpPr>
          <p:cNvPr id="15" name="Text Placeholder 5">
            <a:extLst>
              <a:ext uri="{FF2B5EF4-FFF2-40B4-BE49-F238E27FC236}">
                <a16:creationId xmlns:a16="http://schemas.microsoft.com/office/drawing/2014/main" id="{C26D22CE-EFD0-4FAA-95AC-F37D3BED6618}"/>
              </a:ext>
            </a:extLst>
          </p:cNvPr>
          <p:cNvSpPr>
            <a:spLocks noGrp="1"/>
          </p:cNvSpPr>
          <p:nvPr>
            <p:ph type="body" sz="quarter" idx="20"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389695" y="2763870"/>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908050"/>
            <a:ext cx="10383899"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389695" y="371059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854778"/>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userDrawn="1"/>
        </p:nvCxnSpPr>
        <p:spPr>
          <a:xfrm>
            <a:off x="1389695" y="46573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801506"/>
            <a:ext cx="10383899"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4" name="Footer Placeholder 1">
            <a:extLst>
              <a:ext uri="{FF2B5EF4-FFF2-40B4-BE49-F238E27FC236}">
                <a16:creationId xmlns:a16="http://schemas.microsoft.com/office/drawing/2014/main" id="{5F35E7E5-1784-40DE-92EF-E9874E810C34}"/>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164850"/>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5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a:t>
            </a:r>
          </a:p>
        </p:txBody>
      </p:sp>
      <p:sp>
        <p:nvSpPr>
          <p:cNvPr id="17" name="Text Placeholder 5">
            <a:extLst>
              <a:ext uri="{FF2B5EF4-FFF2-40B4-BE49-F238E27FC236}">
                <a16:creationId xmlns:a16="http://schemas.microsoft.com/office/drawing/2014/main" id="{9615BA4B-6D68-4728-AF5E-96CF426BDBDE}"/>
              </a:ext>
            </a:extLst>
          </p:cNvPr>
          <p:cNvSpPr>
            <a:spLocks noGrp="1"/>
          </p:cNvSpPr>
          <p:nvPr>
            <p:ph type="body" sz="quarter" idx="22"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2"/>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389695" y="2601426"/>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722313"/>
            <a:ext cx="10383899" cy="519217"/>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389695" y="3362417"/>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483304"/>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389695" y="4123408"/>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244295"/>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389695" y="4884399"/>
            <a:ext cx="1037021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5005283"/>
            <a:ext cx="10383899" cy="519217"/>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ED9039A-1F5F-4C3E-8088-C5C6AC71B3E2}"/>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08164305"/>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6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six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1389459" y="1961323"/>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48823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588661"/>
            <a:ext cx="10383899"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31155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215999"/>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74291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843337"/>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37024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470675"/>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997587"/>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98014"/>
            <a:ext cx="10383899"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46CCDEFC-B6DB-4055-A5EC-0C75CF24B53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26843873"/>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7 row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seven rows</a:t>
            </a:r>
          </a:p>
        </p:txBody>
      </p:sp>
      <p:sp>
        <p:nvSpPr>
          <p:cNvPr id="21" name="Text Placeholder 5">
            <a:extLst>
              <a:ext uri="{FF2B5EF4-FFF2-40B4-BE49-F238E27FC236}">
                <a16:creationId xmlns:a16="http://schemas.microsoft.com/office/drawing/2014/main" id="{52987478-529C-46E1-AA3F-32BE6FD91D75}"/>
              </a:ext>
            </a:extLst>
          </p:cNvPr>
          <p:cNvSpPr>
            <a:spLocks noGrp="1"/>
          </p:cNvSpPr>
          <p:nvPr>
            <p:ph type="body" sz="quarter" idx="31" hasCustomPrompt="1"/>
          </p:nvPr>
        </p:nvSpPr>
        <p:spPr>
          <a:xfrm>
            <a:off x="418643" y="1168400"/>
            <a:ext cx="11341267" cy="307777"/>
          </a:xfrm>
          <a:prstGeom prst="rect">
            <a:avLst/>
          </a:prstGeom>
        </p:spPr>
        <p:txBody>
          <a:bodyPr vert="horz" lIns="0" tIns="0" rIns="0" bIns="0" rtlCol="0">
            <a:spAutoFit/>
          </a:bodyPr>
          <a:lstStyle>
            <a:lvl1pPr>
              <a:defRPr lang="en-US" sz="2000" dirty="0"/>
            </a:lvl1pPr>
          </a:lstStyle>
          <a:p>
            <a:pPr lvl="0"/>
            <a:r>
              <a:rPr lang="en-US"/>
              <a:t>Add text here</a:t>
            </a:r>
          </a:p>
        </p:txBody>
      </p:sp>
      <p:sp>
        <p:nvSpPr>
          <p:cNvPr id="5" name="Text Placeholder 4"/>
          <p:cNvSpPr>
            <a:spLocks noGrp="1"/>
          </p:cNvSpPr>
          <p:nvPr>
            <p:ph type="body" sz="quarter" idx="11" hasCustomPrompt="1"/>
          </p:nvPr>
        </p:nvSpPr>
        <p:spPr>
          <a:xfrm>
            <a:off x="418643" y="1961323"/>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434818" y="243560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418643" y="2483405"/>
            <a:ext cx="11354715" cy="426486"/>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434818" y="2957689"/>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418643" y="3005487"/>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434818" y="3479771"/>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418643" y="3527569"/>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434818" y="4001853"/>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418643" y="4049651"/>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434818" y="5046017"/>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418643" y="4571733"/>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E463BEA0-0EFD-486F-81C5-596C2AEEBC26}"/>
              </a:ext>
              <a:ext uri="{C183D7F6-B498-43B3-948B-1728B52AA6E4}">
                <adec:decorative xmlns:adec="http://schemas.microsoft.com/office/drawing/2017/decorative" val="1"/>
              </a:ext>
            </a:extLst>
          </p:cNvPr>
          <p:cNvCxnSpPr>
            <a:cxnSpLocks/>
          </p:cNvCxnSpPr>
          <p:nvPr userDrawn="1"/>
        </p:nvCxnSpPr>
        <p:spPr>
          <a:xfrm>
            <a:off x="434818" y="4523935"/>
            <a:ext cx="1132509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935E9A39-1ACF-4C89-9498-11C0EFB1E38A}"/>
              </a:ext>
            </a:extLst>
          </p:cNvPr>
          <p:cNvSpPr>
            <a:spLocks noGrp="1"/>
          </p:cNvSpPr>
          <p:nvPr>
            <p:ph type="body" sz="quarter" idx="32" hasCustomPrompt="1"/>
          </p:nvPr>
        </p:nvSpPr>
        <p:spPr>
          <a:xfrm>
            <a:off x="418643" y="5093812"/>
            <a:ext cx="11354715" cy="426486"/>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C3EEA8B3-EE5E-4360-9233-7B76A3C14833}"/>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8274517"/>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three rows &amp; two columns</a:t>
            </a:r>
          </a:p>
        </p:txBody>
      </p:sp>
      <p:sp>
        <p:nvSpPr>
          <p:cNvPr id="22" name="Text Placeholder 5">
            <a:extLst>
              <a:ext uri="{FF2B5EF4-FFF2-40B4-BE49-F238E27FC236}">
                <a16:creationId xmlns:a16="http://schemas.microsoft.com/office/drawing/2014/main" id="{FDDCE837-1494-4915-B6F7-9703BBD92279}"/>
              </a:ext>
            </a:extLst>
          </p:cNvPr>
          <p:cNvSpPr>
            <a:spLocks noGrp="1"/>
          </p:cNvSpPr>
          <p:nvPr>
            <p:ph type="body" sz="quarter" idx="34"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389458"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389458"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151335" y="1961322"/>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7151335" y="3181990"/>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151335" y="3311765"/>
            <a:ext cx="4608576" cy="1090893"/>
          </a:xfrm>
          <a:prstGeom prst="rect">
            <a:avLst/>
          </a:prstGeo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7151335" y="4532433"/>
            <a:ext cx="46085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151335" y="4662207"/>
            <a:ext cx="4608576" cy="1090893"/>
          </a:xfrm>
          <a:prstGeom prst="rect">
            <a:avLst/>
          </a:prstGeo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2C11A81E-5507-4620-971A-1D6A21B461F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33791627"/>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with subheadin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440494"/>
            <a:ext cx="11341268" cy="680196"/>
          </a:xfrm>
        </p:spPr>
        <p:txBody>
          <a:bodyPr/>
          <a:lstStyle>
            <a:lvl1pPr>
              <a:defRPr/>
            </a:lvl1pPr>
          </a:lstStyle>
          <a:p>
            <a:r>
              <a:rPr lang="en-US"/>
              <a:t>Text layout: five rows &amp; two columns</a:t>
            </a:r>
          </a:p>
        </p:txBody>
      </p:sp>
      <p:sp>
        <p:nvSpPr>
          <p:cNvPr id="27" name="Text Placeholder 5">
            <a:extLst>
              <a:ext uri="{FF2B5EF4-FFF2-40B4-BE49-F238E27FC236}">
                <a16:creationId xmlns:a16="http://schemas.microsoft.com/office/drawing/2014/main" id="{CC7F1F9F-BDA7-4D48-A208-64EE1E48039F}"/>
              </a:ext>
            </a:extLst>
          </p:cNvPr>
          <p:cNvSpPr>
            <a:spLocks noGrp="1"/>
          </p:cNvSpPr>
          <p:nvPr>
            <p:ph type="body" sz="quarter" idx="36" hasCustomPrompt="1"/>
          </p:nvPr>
        </p:nvSpPr>
        <p:spPr>
          <a:xfrm>
            <a:off x="418643" y="1168400"/>
            <a:ext cx="11341267" cy="307777"/>
          </a:xfrm>
          <a:prstGeom prst="rect">
            <a:avLst/>
          </a:prstGeom>
        </p:spPr>
        <p:txBody>
          <a:bodyPr lIns="0" tIns="0" rIns="0" bIns="0"/>
          <a:lstStyle>
            <a:lvl1pPr>
              <a:defRPr sz="2000"/>
            </a:lvl1pPr>
          </a:lstStyle>
          <a:p>
            <a:pPr lvl="0"/>
            <a:r>
              <a:rPr lang="en-US"/>
              <a:t>Add text here</a:t>
            </a:r>
          </a:p>
        </p:txBody>
      </p:sp>
      <p:sp>
        <p:nvSpPr>
          <p:cNvPr id="5" name="Text Placeholder 4"/>
          <p:cNvSpPr>
            <a:spLocks noGrp="1"/>
          </p:cNvSpPr>
          <p:nvPr>
            <p:ph type="body" sz="quarter" idx="11" hasCustomPrompt="1"/>
          </p:nvPr>
        </p:nvSpPr>
        <p:spPr>
          <a:xfrm>
            <a:off x="1389459"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389459"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389459"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389459"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389459"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51841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7379943" y="226339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350009"/>
            <a:ext cx="4393416" cy="658368"/>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7379943" y="309498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18159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7379943" y="392657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013189"/>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7379943" y="475816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4844781"/>
            <a:ext cx="4393416" cy="658368"/>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66CECB44-B887-48A3-8002-B5226DEF3E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0771854"/>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418643" y="440494"/>
            <a:ext cx="11341268" cy="680196"/>
          </a:xfrm>
        </p:spPr>
        <p:txBody>
          <a:bodyPr/>
          <a:lstStyle/>
          <a:p>
            <a:r>
              <a:rPr lang="en-US"/>
              <a:t>Click to edit Master title style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5"/>
            <a:ext cx="5578933"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9099" y="2628195"/>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9099" y="3664462"/>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9099" y="4700731"/>
            <a:ext cx="5578475"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229350" y="1457325"/>
            <a:ext cx="5539341" cy="1047599"/>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3F9A6BFB-B229-4081-846A-99BCC21608D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90811474"/>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with subheadin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Two columns layout</a:t>
            </a:r>
          </a:p>
        </p:txBody>
      </p:sp>
      <p:sp>
        <p:nvSpPr>
          <p:cNvPr id="17" name="Text Placeholder 5">
            <a:extLst>
              <a:ext uri="{FF2B5EF4-FFF2-40B4-BE49-F238E27FC236}">
                <a16:creationId xmlns:a16="http://schemas.microsoft.com/office/drawing/2014/main" id="{55780EB8-2D5B-4DBB-BC6B-E570FB51FFD3}"/>
              </a:ext>
            </a:extLst>
          </p:cNvPr>
          <p:cNvSpPr>
            <a:spLocks noGrp="1"/>
          </p:cNvSpPr>
          <p:nvPr>
            <p:ph type="body" sz="quarter" idx="17" hasCustomPrompt="1"/>
          </p:nvPr>
        </p:nvSpPr>
        <p:spPr>
          <a:xfrm>
            <a:off x="432088" y="1168400"/>
            <a:ext cx="11341267" cy="307777"/>
          </a:xfrm>
          <a:prstGeom prst="rect">
            <a:avLst/>
          </a:prstGeom>
        </p:spPr>
        <p:txBody>
          <a:bodyPr lIns="0" tIns="0" rIns="0" bIns="0"/>
          <a:lstStyle>
            <a:lvl1pPr>
              <a:defRPr sz="2000"/>
            </a:lvl1pPr>
          </a:lstStyle>
          <a:p>
            <a:pPr lvl="0"/>
            <a:r>
              <a:rPr lang="en-US"/>
              <a:t>Add text here</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929257"/>
            <a:ext cx="5578933"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82527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729776"/>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861538"/>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766043"/>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897807"/>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929257"/>
            <a:ext cx="5572801" cy="852444"/>
          </a:xfrm>
          <a:prstGeom prst="rect">
            <a:avLst/>
          </a:prstGeom>
          <a:solidFill>
            <a:schemeClr val="accent1"/>
          </a:solidFill>
        </p:spPr>
        <p:txBody>
          <a:bodyPr lIns="91440" tIns="91440" rIns="91440" anchor="ctr">
            <a:noAutofit/>
          </a:bodyPr>
          <a:lstStyle>
            <a:lvl1pPr>
              <a:lnSpc>
                <a:spcPct val="100000"/>
              </a:lnSpc>
              <a:spcBef>
                <a:spcPts val="0"/>
              </a:spcBef>
              <a:spcAft>
                <a:spcPts val="0"/>
              </a:spcAft>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82527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229350" y="3729776"/>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861539"/>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229350" y="4766043"/>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897807"/>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DAA1992-5E0F-40A3-8DB6-210B74582E0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644906336"/>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06E9C-EDA2-4EE8-A4D5-886B6F42AFF8}"/>
              </a:ext>
            </a:extLst>
          </p:cNvPr>
          <p:cNvSpPr>
            <a:spLocks noGrp="1"/>
          </p:cNvSpPr>
          <p:nvPr userDrawn="1">
            <p:ph type="title" hasCustomPrompt="1"/>
          </p:nvPr>
        </p:nvSpPr>
        <p:spPr>
          <a:xfrm>
            <a:off x="418643" y="440494"/>
            <a:ext cx="11341268" cy="680196"/>
          </a:xfrm>
        </p:spPr>
        <p:txBody>
          <a:bodyPr/>
          <a:lstStyle>
            <a:lvl1pPr>
              <a:defRPr/>
            </a:lvl1pPr>
          </a:lstStyle>
          <a:p>
            <a:r>
              <a:rPr lang="en-US"/>
              <a:t>Three columns layout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chemeClr val="accent1"/>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3" name="Footer Placeholder 1">
            <a:extLst>
              <a:ext uri="{FF2B5EF4-FFF2-40B4-BE49-F238E27FC236}">
                <a16:creationId xmlns:a16="http://schemas.microsoft.com/office/drawing/2014/main" id="{5A8C1FEA-45D6-476A-8044-2C9E87D3782E}"/>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129139165"/>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8" name="Footer Placeholder 1">
            <a:extLst>
              <a:ext uri="{FF2B5EF4-FFF2-40B4-BE49-F238E27FC236}">
                <a16:creationId xmlns:a16="http://schemas.microsoft.com/office/drawing/2014/main" id="{7F38B04C-51F1-4590-84FC-A2A65AD60A07}"/>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656078719"/>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chemeClr val="accent1"/>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10" name="Footer Placeholder 1">
            <a:extLst>
              <a:ext uri="{FF2B5EF4-FFF2-40B4-BE49-F238E27FC236}">
                <a16:creationId xmlns:a16="http://schemas.microsoft.com/office/drawing/2014/main" id="{557B6B4B-EEB3-4D96-BE6F-33AB2C52662B}"/>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27982749"/>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Subway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B1E50-1996-483F-BDD0-DE09A68472A4}"/>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4" name="Content Placeholder 3">
            <a:extLst>
              <a:ext uri="{FF2B5EF4-FFF2-40B4-BE49-F238E27FC236}">
                <a16:creationId xmlns:a16="http://schemas.microsoft.com/office/drawing/2014/main" id="{D788E95C-185C-4F8A-8DE9-0DDAEC21C04E}"/>
              </a:ext>
            </a:extLst>
          </p:cNvPr>
          <p:cNvSpPr>
            <a:spLocks noGrp="1"/>
          </p:cNvSpPr>
          <p:nvPr>
            <p:ph sz="quarter" idx="10"/>
          </p:nvPr>
        </p:nvSpPr>
        <p:spPr>
          <a:xfrm>
            <a:off x="418642" y="1457325"/>
            <a:ext cx="11354257" cy="1779974"/>
          </a:xfrm>
          <a:prstGeom prst="rect">
            <a:avLst/>
          </a:prstGeom>
        </p:spPr>
        <p:txBody>
          <a:bodyPr lIns="0" rIns="0"/>
          <a:lstStyle>
            <a:lvl1pPr>
              <a:defRPr/>
            </a:lvl1pPr>
            <a:lvl2pPr>
              <a:defRPr lang="en-US" sz="2000" kern="1200" spc="0" baseline="0" dirty="0" smtClean="0">
                <a:solidFill>
                  <a:schemeClr val="tx1"/>
                </a:solidFill>
                <a:latin typeface="+mn-lt"/>
                <a:ea typeface="+mn-ea"/>
                <a:cs typeface="+mn-cs"/>
              </a:defRPr>
            </a:lvl2pPr>
          </a:lstStyle>
          <a:p>
            <a:pPr marL="0" marR="0" lvl="1" indent="0" algn="l" defTabSz="914367" rtl="0" eaLnBrk="1" fontAlgn="auto" latinLnBrk="0" hangingPunct="1">
              <a:lnSpc>
                <a:spcPct val="100000"/>
              </a:lnSpc>
              <a:spcBef>
                <a:spcPts val="392"/>
              </a:spcBef>
              <a:spcAft>
                <a:spcPts val="588"/>
              </a:spcAft>
              <a:buClrTx/>
              <a:buSzPct val="90000"/>
              <a:buFontTx/>
              <a:buNone/>
              <a:tabLst/>
            </a:pPr>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
            <a:extLst>
              <a:ext uri="{FF2B5EF4-FFF2-40B4-BE49-F238E27FC236}">
                <a16:creationId xmlns:a16="http://schemas.microsoft.com/office/drawing/2014/main" id="{D46DE548-3285-4C4B-BE98-A5590C16A7E6}"/>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6910312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ubway_Software Co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00C6D-8926-49F1-8719-6EA600510E41}"/>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6B7993F-2CF5-4383-8448-366538173E81}"/>
              </a:ext>
            </a:extLst>
          </p:cNvPr>
          <p:cNvSpPr>
            <a:spLocks noGrp="1"/>
          </p:cNvSpPr>
          <p:nvPr>
            <p:ph type="body" sz="quarter" idx="10" hasCustomPrompt="1"/>
          </p:nvPr>
        </p:nvSpPr>
        <p:spPr>
          <a:xfrm>
            <a:off x="418643" y="1457325"/>
            <a:ext cx="11354257" cy="1723549"/>
          </a:xfrm>
          <a:prstGeom prst="rect">
            <a:avLst/>
          </a:prstGeom>
          <a:ln w="19050">
            <a:solidFill>
              <a:schemeClr val="accent4"/>
            </a:solidFill>
          </a:ln>
        </p:spPr>
        <p:txBody>
          <a:bodyPr lIns="137160" tIns="91440" rIns="137160"/>
          <a:lstStyle>
            <a:lvl1pPr>
              <a:defRPr sz="2000">
                <a:latin typeface="Consolas" panose="020B0609020204030204" pitchFamily="49" charset="0"/>
              </a:defRPr>
            </a:lvl1pPr>
          </a:lstStyle>
          <a:p>
            <a:pPr lvl="0"/>
            <a:r>
              <a:rPr lang="en-US"/>
              <a:t>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 The quick brown fox jumps over the lazy dog.</a:t>
            </a:r>
          </a:p>
        </p:txBody>
      </p:sp>
      <p:sp>
        <p:nvSpPr>
          <p:cNvPr id="3" name="Footer Placeholder 1">
            <a:extLst>
              <a:ext uri="{FF2B5EF4-FFF2-40B4-BE49-F238E27FC236}">
                <a16:creationId xmlns:a16="http://schemas.microsoft.com/office/drawing/2014/main" id="{CC29DFB0-EA8D-4603-A484-D9FB4215E01F}"/>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52988049"/>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Subway_Title and 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27730-B186-4E09-8CC9-E0BAF08258EE}"/>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A50C3FC3-08E1-4ECD-93F7-BEA589366B98}"/>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08952400"/>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Subway_Title and 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1">
            <a:extLst>
              <a:ext uri="{FF2B5EF4-FFF2-40B4-BE49-F238E27FC236}">
                <a16:creationId xmlns:a16="http://schemas.microsoft.com/office/drawing/2014/main" id="{762476EC-9914-4A4C-8D42-063DEFA3369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61821782"/>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Subway_Title and 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78F8-A242-4E29-962E-0728AB843B8D}"/>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3" name="Footer Placeholder 1">
            <a:extLst>
              <a:ext uri="{FF2B5EF4-FFF2-40B4-BE49-F238E27FC236}">
                <a16:creationId xmlns:a16="http://schemas.microsoft.com/office/drawing/2014/main" id="{EE367760-C9B3-4BF6-9116-4A4C9C42333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29753346"/>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Subway_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7" name="Text Placeholder 6">
            <a:extLst>
              <a:ext uri="{FF2B5EF4-FFF2-40B4-BE49-F238E27FC236}">
                <a16:creationId xmlns:a16="http://schemas.microsoft.com/office/drawing/2014/main" id="{D2BCC9BD-7254-4C63-A841-78F2C1DF0347}"/>
              </a:ext>
            </a:extLst>
          </p:cNvPr>
          <p:cNvSpPr>
            <a:spLocks noGrp="1"/>
          </p:cNvSpPr>
          <p:nvPr>
            <p:ph type="body" sz="quarter" idx="12"/>
          </p:nvPr>
        </p:nvSpPr>
        <p:spPr>
          <a:xfrm>
            <a:off x="418643" y="1456896"/>
            <a:ext cx="5578932"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45104354-AF0E-4A96-9534-75C5707022FA}"/>
              </a:ext>
            </a:extLst>
          </p:cNvPr>
          <p:cNvSpPr>
            <a:spLocks noGrp="1"/>
          </p:cNvSpPr>
          <p:nvPr>
            <p:ph type="body" sz="quarter" idx="13"/>
          </p:nvPr>
        </p:nvSpPr>
        <p:spPr>
          <a:xfrm>
            <a:off x="6229350" y="1456896"/>
            <a:ext cx="5543550" cy="1631216"/>
          </a:xfrm>
          <a:prstGeom prst="rect">
            <a:avLst/>
          </a:prstGeom>
          <a:solidFill>
            <a:schemeClr val="bg1">
              <a:lumMod val="95000"/>
            </a:schemeClr>
          </a:solidFill>
        </p:spPr>
        <p:txBody>
          <a:bodyPr lIns="137160" tIns="91440" rIns="137160"/>
          <a:lstStyle>
            <a:lvl1pPr>
              <a:defRPr sz="2000"/>
            </a:lvl1pPr>
            <a:lvl2pPr>
              <a:defRPr sz="1800"/>
            </a:lvl2pPr>
            <a:lvl3pPr>
              <a:defRPr sz="1400"/>
            </a:lvl3pPr>
            <a:lvl4pPr>
              <a:defRPr sz="14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1">
            <a:extLst>
              <a:ext uri="{FF2B5EF4-FFF2-40B4-BE49-F238E27FC236}">
                <a16:creationId xmlns:a16="http://schemas.microsoft.com/office/drawing/2014/main" id="{D7B20489-E10E-436F-9A55-5179A38A07C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4271131"/>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Subway_Title and body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4CDF7-E9D2-499B-957A-1F2A32ECACFC}"/>
              </a:ext>
            </a:extLst>
          </p:cNvPr>
          <p:cNvSpPr>
            <a:spLocks noGrp="1"/>
          </p:cNvSpPr>
          <p:nvPr>
            <p:ph type="title" hasCustomPrompt="1"/>
          </p:nvPr>
        </p:nvSpPr>
        <p:spPr/>
        <p:txBody>
          <a:bodyPr/>
          <a:lstStyle/>
          <a:p>
            <a:r>
              <a:rPr lang="en-US"/>
              <a:t>Heading Segoe UI </a:t>
            </a:r>
            <a:r>
              <a:rPr lang="en-US" err="1"/>
              <a:t>Semibold</a:t>
            </a:r>
            <a:r>
              <a:rPr lang="en-US"/>
              <a:t> 32</a:t>
            </a:r>
          </a:p>
        </p:txBody>
      </p:sp>
      <p:sp>
        <p:nvSpPr>
          <p:cNvPr id="6" name="Text Placeholder 5">
            <a:extLst>
              <a:ext uri="{FF2B5EF4-FFF2-40B4-BE49-F238E27FC236}">
                <a16:creationId xmlns:a16="http://schemas.microsoft.com/office/drawing/2014/main" id="{8459F5A8-FE59-485F-B66B-B588C6FC5A12}"/>
              </a:ext>
            </a:extLst>
          </p:cNvPr>
          <p:cNvSpPr>
            <a:spLocks noGrp="1"/>
          </p:cNvSpPr>
          <p:nvPr>
            <p:ph type="body" sz="quarter" idx="10"/>
          </p:nvPr>
        </p:nvSpPr>
        <p:spPr>
          <a:xfrm>
            <a:off x="418643" y="1457325"/>
            <a:ext cx="11354257" cy="1808637"/>
          </a:xfrm>
          <a:prstGeom prst="rect">
            <a:avLst/>
          </a:prstGeom>
        </p:spPr>
        <p:txBody>
          <a:bodyPr lIns="0" tIns="45720" r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1">
            <a:extLst>
              <a:ext uri="{FF2B5EF4-FFF2-40B4-BE49-F238E27FC236}">
                <a16:creationId xmlns:a16="http://schemas.microsoft.com/office/drawing/2014/main" id="{4AB14B75-E6F5-49E7-9565-CB0BD8C80FC5}"/>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0050874"/>
      </p:ext>
    </p:extLst>
  </p:cSld>
  <p:clrMapOvr>
    <a:masterClrMapping/>
  </p:clrMapOvr>
  <p:transition>
    <p:fade/>
  </p:transition>
  <p:extLst>
    <p:ext uri="{DCECCB84-F9BA-43D5-87BE-67443E8EF086}">
      <p15:sldGuideLst xmlns:p15="http://schemas.microsoft.com/office/powerpoint/2012/main">
        <p15:guide id="1" orient="horz" pos="3432" userDrawn="1">
          <p15:clr>
            <a:srgbClr val="FBAE40"/>
          </p15:clr>
        </p15:guide>
        <p15:guide id="2" orient="horz" pos="3572" userDrawn="1">
          <p15:clr>
            <a:srgbClr val="FBAE40"/>
          </p15:clr>
        </p15:guide>
        <p15:guide id="3" orient="horz" pos="3288" userDrawn="1">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Subway - Title and subhea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18643" y="1083334"/>
            <a:ext cx="11341268" cy="400110"/>
          </a:xfrm>
          <a:prstGeom prst="rect">
            <a:avLst/>
          </a:prstGeom>
        </p:spPr>
        <p:txBody>
          <a:bodyPr lIns="0"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3" name="Footer Placeholder 1">
            <a:extLst>
              <a:ext uri="{FF2B5EF4-FFF2-40B4-BE49-F238E27FC236}">
                <a16:creationId xmlns:a16="http://schemas.microsoft.com/office/drawing/2014/main" id="{8C54D713-4A25-4AF4-BCFA-A4890754311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58173702"/>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2_Bulleted Text Layout_two colum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11B26042-856B-4C9B-AE67-D8165C9BFEDC}"/>
              </a:ext>
            </a:extLst>
          </p:cNvPr>
          <p:cNvSpPr>
            <a:spLocks noGrp="1"/>
          </p:cNvSpPr>
          <p:nvPr>
            <p:ph type="body" sz="quarter" idx="15"/>
          </p:nvPr>
        </p:nvSpPr>
        <p:spPr>
          <a:xfrm>
            <a:off x="418643" y="1456896"/>
            <a:ext cx="5578932" cy="1246495"/>
          </a:xfrm>
          <a:prstGeom prst="rect">
            <a:avLst/>
          </a:prstGeom>
          <a:solidFill>
            <a:schemeClr val="bg1">
              <a:lumMod val="95000"/>
            </a:schemeClr>
          </a:solidFill>
        </p:spPr>
        <p:txBody>
          <a:bodyPr wrap="square" tIns="91440">
            <a:spAutoFit/>
          </a:bodyPr>
          <a:lstStyle>
            <a:lvl1pPr>
              <a:defRPr sz="2400"/>
            </a:lvl1pPr>
            <a:lvl3pPr marL="342900" indent="-228600">
              <a:buFont typeface="Arial" panose="020B0604020202020204" pitchFamily="34" charset="0"/>
              <a:buChar char="•"/>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p:txBody>
      </p:sp>
      <p:sp>
        <p:nvSpPr>
          <p:cNvPr id="11" name="Text Placeholder 9">
            <a:extLst>
              <a:ext uri="{FF2B5EF4-FFF2-40B4-BE49-F238E27FC236}">
                <a16:creationId xmlns:a16="http://schemas.microsoft.com/office/drawing/2014/main" id="{9A37ADC6-B611-40D4-8A03-51AD20762D13}"/>
              </a:ext>
            </a:extLst>
          </p:cNvPr>
          <p:cNvSpPr>
            <a:spLocks noGrp="1"/>
          </p:cNvSpPr>
          <p:nvPr>
            <p:ph type="body" sz="quarter" idx="16"/>
          </p:nvPr>
        </p:nvSpPr>
        <p:spPr>
          <a:xfrm>
            <a:off x="6216920" y="1456896"/>
            <a:ext cx="5544007" cy="1272143"/>
          </a:xfrm>
          <a:prstGeom prst="rect">
            <a:avLst/>
          </a:prstGeom>
          <a:solidFill>
            <a:schemeClr val="bg1">
              <a:lumMod val="95000"/>
            </a:schemeClr>
          </a:solidFill>
        </p:spPr>
        <p:txBody>
          <a:bodyPr tIns="91440">
            <a:spAutoFit/>
          </a:bodyPr>
          <a:lstStyle>
            <a:lvl1pPr>
              <a:defRPr sz="2400"/>
            </a:lvl1pPr>
            <a:lvl3pPr marL="342900" indent="-228600">
              <a:buFont typeface="Arial" panose="020B0604020202020204" pitchFamily="34" charset="0"/>
              <a:buChar char="•"/>
              <a:defRPr lang="en-US" sz="1800" kern="1200" spc="0" baseline="0" dirty="0" smtClean="0">
                <a:solidFill>
                  <a:schemeClr val="tx1"/>
                </a:solidFill>
                <a:latin typeface="+mn-lt"/>
                <a:ea typeface="+mn-ea"/>
                <a:cs typeface="+mn-cs"/>
              </a:defRPr>
            </a:lvl3pPr>
            <a:lvl4pPr marL="342900" indent="-228600">
              <a:buFont typeface="Arial" panose="020B0604020202020204" pitchFamily="34" charset="0"/>
              <a:buChar char="•"/>
              <a:defRPr/>
            </a:lvl4pPr>
            <a:lvl5pPr marL="342900" indent="-228600">
              <a:buFont typeface="Arial" panose="020B0604020202020204" pitchFamily="34" charset="0"/>
              <a:buChar char="•"/>
              <a:defRPr/>
            </a:lvl5pPr>
          </a:lstStyle>
          <a:p>
            <a:pPr lvl="0"/>
            <a:r>
              <a:rPr lang="en-US"/>
              <a:t>Click to edit Master text styles</a:t>
            </a:r>
          </a:p>
          <a:p>
            <a:pPr lvl="1"/>
            <a:r>
              <a:rPr lang="en-US"/>
              <a:t>Second level</a:t>
            </a:r>
          </a:p>
          <a:p>
            <a:pPr marL="342900" marR="0" lvl="2" indent="-22860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4D18DD19-84C1-423C-9061-7A04BBDE37A9}"/>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13046590"/>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half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8" name="Text Placeholder 7">
            <a:extLst>
              <a:ext uri="{FF2B5EF4-FFF2-40B4-BE49-F238E27FC236}">
                <a16:creationId xmlns:a16="http://schemas.microsoft.com/office/drawing/2014/main" id="{588AB4B6-D71A-4E7E-A4DC-4E0DAEB462DE}"/>
              </a:ext>
            </a:extLst>
          </p:cNvPr>
          <p:cNvSpPr>
            <a:spLocks noGrp="1"/>
          </p:cNvSpPr>
          <p:nvPr>
            <p:ph type="body" sz="quarter" idx="13"/>
          </p:nvPr>
        </p:nvSpPr>
        <p:spPr>
          <a:xfrm>
            <a:off x="418466"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lang="en-US" sz="2000" kern="1200" spc="0" baseline="0" dirty="0">
                <a:solidFill>
                  <a:schemeClr val="tx1"/>
                </a:solidFill>
                <a:latin typeface="+mn-lt"/>
                <a:ea typeface="+mn-ea"/>
                <a:cs typeface="+mn-cs"/>
              </a:defRPr>
            </a:lvl2pPr>
            <a:lvl3pPr marL="571500" indent="-228600">
              <a:buFont typeface="Arial" panose="020B0604020202020204" pitchFamily="34" charset="0"/>
              <a:buChar char="‒"/>
              <a:defRPr/>
            </a:lvl3pPr>
            <a:lvl4pPr marL="228600" indent="0">
              <a:defRPr/>
            </a:lvl4pPr>
            <a:lvl5pPr marL="228600" indent="0">
              <a:defRPr/>
            </a:lvl5pPr>
          </a:lstStyle>
          <a:p>
            <a:pPr lvl="0"/>
            <a:r>
              <a:rPr lang="en-US"/>
              <a:t>Click to edit Master text styles</a:t>
            </a:r>
          </a:p>
          <a:p>
            <a:pPr lvl="1"/>
            <a:r>
              <a:rPr lang="en-US"/>
              <a:t>Second level</a:t>
            </a:r>
          </a:p>
          <a:p>
            <a:pPr lvl="2"/>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Text Placeholder 7">
            <a:extLst>
              <a:ext uri="{FF2B5EF4-FFF2-40B4-BE49-F238E27FC236}">
                <a16:creationId xmlns:a16="http://schemas.microsoft.com/office/drawing/2014/main" id="{D559A0EC-5ADC-4A1D-99D3-F1FD1CB25EFC}"/>
              </a:ext>
            </a:extLst>
          </p:cNvPr>
          <p:cNvSpPr>
            <a:spLocks noGrp="1"/>
          </p:cNvSpPr>
          <p:nvPr>
            <p:ph type="body" sz="quarter" idx="14"/>
          </p:nvPr>
        </p:nvSpPr>
        <p:spPr>
          <a:xfrm>
            <a:off x="6364951" y="1456897"/>
            <a:ext cx="5394960" cy="1246495"/>
          </a:xfrm>
          <a:prstGeom prst="rect">
            <a:avLst/>
          </a:prstGeom>
        </p:spPr>
        <p:txBody>
          <a:bodyPr lIns="0" tIns="91440" rIns="0">
            <a:spAutoFit/>
          </a:bodyPr>
          <a:lstStyle>
            <a:lvl1pPr>
              <a:defRPr sz="2400"/>
            </a:lvl1pPr>
            <a:lvl2pPr marL="228600" indent="-228600">
              <a:buFont typeface="Arial" panose="020B0604020202020204" pitchFamily="34" charset="0"/>
              <a:buChar char="•"/>
              <a:defRPr sz="2000"/>
            </a:lvl2pPr>
            <a:lvl3pPr marL="628650" indent="-285750">
              <a:defRPr lang="en-US" sz="1800" kern="1200" spc="0" baseline="0" dirty="0">
                <a:solidFill>
                  <a:schemeClr val="tx1"/>
                </a:solidFill>
                <a:latin typeface="+mn-lt"/>
                <a:ea typeface="+mn-ea"/>
                <a:cs typeface="+mn-cs"/>
              </a:defRPr>
            </a:lvl3pPr>
            <a:lvl4pPr marL="228600" indent="0">
              <a:defRPr/>
            </a:lvl4pPr>
            <a:lvl5pPr marL="228600" indent="0">
              <a:defRPr/>
            </a:lvl5pPr>
          </a:lstStyle>
          <a:p>
            <a:pPr lvl="0"/>
            <a:r>
              <a:rPr lang="en-US"/>
              <a:t>Click to edit Master text styles</a:t>
            </a:r>
          </a:p>
          <a:p>
            <a:pPr lvl="1"/>
            <a:r>
              <a:rPr lang="en-US"/>
              <a:t>Second level</a:t>
            </a:r>
          </a:p>
          <a:p>
            <a:pPr marL="571500" marR="0" lvl="2"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pPr>
            <a:r>
              <a:rPr lang="en-US"/>
              <a:t>Third level</a:t>
            </a:r>
          </a:p>
        </p:txBody>
      </p:sp>
      <p:sp>
        <p:nvSpPr>
          <p:cNvPr id="4" name="Footer Placeholder 1">
            <a:extLst>
              <a:ext uri="{FF2B5EF4-FFF2-40B4-BE49-F238E27FC236}">
                <a16:creationId xmlns:a16="http://schemas.microsoft.com/office/drawing/2014/main" id="{33B916B7-8152-49FF-A164-7DD23659B560}"/>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0012147"/>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Subway_Bulleted Text Layout_two columns_ful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A943840-546C-404E-809E-352FCE17B65F}"/>
              </a:ext>
            </a:extLst>
          </p:cNvPr>
          <p:cNvSpPr>
            <a:spLocks noGrp="1"/>
          </p:cNvSpPr>
          <p:nvPr>
            <p:ph type="body" sz="quarter" idx="13"/>
          </p:nvPr>
        </p:nvSpPr>
        <p:spPr>
          <a:xfrm>
            <a:off x="418466" y="1456897"/>
            <a:ext cx="5394960" cy="1318310"/>
          </a:xfrm>
          <a:prstGeom prst="rect">
            <a:avLst/>
          </a:prstGeom>
        </p:spPr>
        <p:txBody>
          <a:bodyPr lIns="0" tIns="91440" rIns="0"/>
          <a:lstStyle>
            <a:lvl1pPr>
              <a:defRPr sz="2400"/>
            </a:lvl1pPr>
            <a:lvl2pPr>
              <a:defRPr sz="2000"/>
            </a:lvl2pPr>
            <a:lvl3pPr marL="406400" indent="-285750">
              <a:defRPr lang="en-US" sz="1800" kern="1200" spc="0" baseline="0" dirty="0" smtClean="0">
                <a:solidFill>
                  <a:schemeClr val="tx1"/>
                </a:solidFill>
                <a:latin typeface="+mn-lt"/>
                <a:ea typeface="+mn-ea"/>
                <a:cs typeface="+mn-cs"/>
              </a:defRPr>
            </a:lvl3pPr>
          </a:lstStyle>
          <a:p>
            <a:pPr lvl="0"/>
            <a:r>
              <a:rPr lang="en-US"/>
              <a:t>Click to edit Master text styles</a:t>
            </a:r>
          </a:p>
          <a:p>
            <a:pPr lvl="1"/>
            <a:r>
              <a:rPr lang="en-US"/>
              <a:t>Second level</a:t>
            </a:r>
          </a:p>
          <a:p>
            <a:pPr marL="342900" marR="0" lvl="2" indent="-222250" algn="l" defTabSz="914367" rtl="0" eaLnBrk="1" fontAlgn="auto" latinLnBrk="0" hangingPunct="1">
              <a:lnSpc>
                <a:spcPct val="100000"/>
              </a:lnSpc>
              <a:spcBef>
                <a:spcPts val="392"/>
              </a:spcBef>
              <a:spcAft>
                <a:spcPts val="588"/>
              </a:spcAft>
              <a:buClrTx/>
              <a:buSzPct val="90000"/>
              <a:buFont typeface="Arial" panose="020B0604020202020204" pitchFamily="34" charset="0"/>
              <a:buChar char="•"/>
              <a:tabLst/>
            </a:pPr>
            <a:r>
              <a:rPr lang="en-US"/>
              <a:t>Third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6089276" y="1611250"/>
            <a:ext cx="0" cy="392277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9">
            <a:extLst>
              <a:ext uri="{FF2B5EF4-FFF2-40B4-BE49-F238E27FC236}">
                <a16:creationId xmlns:a16="http://schemas.microsoft.com/office/drawing/2014/main" id="{DA872E0C-8851-4885-B5B2-7B1AB1EFE27F}"/>
              </a:ext>
            </a:extLst>
          </p:cNvPr>
          <p:cNvSpPr>
            <a:spLocks noGrp="1"/>
          </p:cNvSpPr>
          <p:nvPr>
            <p:ph type="body" sz="quarter" idx="14"/>
          </p:nvPr>
        </p:nvSpPr>
        <p:spPr>
          <a:xfrm>
            <a:off x="6365127" y="1456897"/>
            <a:ext cx="5408231" cy="1246495"/>
          </a:xfrm>
          <a:prstGeom prst="rect">
            <a:avLst/>
          </a:prstGeom>
        </p:spPr>
        <p:txBody>
          <a:bodyPr lIns="0" tIns="91440" rIns="0"/>
          <a:lstStyle>
            <a:lvl1pPr>
              <a:defRPr sz="2400"/>
            </a:lvl1pPr>
            <a:lvl2pPr>
              <a:defRPr sz="2000"/>
            </a:lvl2pPr>
            <a:lvl3pPr marL="342900" indent="-222250">
              <a:buFont typeface="Arial" panose="020B0604020202020204" pitchFamily="34" charset="0"/>
              <a:buChar char="•"/>
              <a:defRPr/>
            </a:lvl3pPr>
          </a:lstStyle>
          <a:p>
            <a:pPr lvl="0"/>
            <a:r>
              <a:rPr lang="en-US"/>
              <a:t>Click to edit Master text styles</a:t>
            </a:r>
          </a:p>
          <a:p>
            <a:pPr lvl="1"/>
            <a:r>
              <a:rPr lang="en-US"/>
              <a:t>Second level</a:t>
            </a:r>
          </a:p>
          <a:p>
            <a:pPr lvl="2"/>
            <a:r>
              <a:rPr lang="en-US"/>
              <a:t>Third level</a:t>
            </a:r>
          </a:p>
        </p:txBody>
      </p:sp>
      <p:sp>
        <p:nvSpPr>
          <p:cNvPr id="4" name="Footer Placeholder 1">
            <a:extLst>
              <a:ext uri="{FF2B5EF4-FFF2-40B4-BE49-F238E27FC236}">
                <a16:creationId xmlns:a16="http://schemas.microsoft.com/office/drawing/2014/main" id="{9E636679-D287-455E-9B40-9D596B9809A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53153291"/>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3" name="Picture 2" descr="Microsoft Azure logo">
            <a:extLst>
              <a:ext uri="{FF2B5EF4-FFF2-40B4-BE49-F238E27FC236}">
                <a16:creationId xmlns:a16="http://schemas.microsoft.com/office/drawing/2014/main" id="{7D35A676-8612-4160-B090-74025308FC28}"/>
              </a:ext>
            </a:extLst>
          </p:cNvPr>
          <p:cNvPicPr>
            <a:picLocks noChangeAspect="1"/>
          </p:cNvPicPr>
          <p:nvPr userDrawn="1"/>
        </p:nvPicPr>
        <p:blipFill>
          <a:blip r:embed="rId2"/>
          <a:stretch>
            <a:fillRect/>
          </a:stretch>
        </p:blipFill>
        <p:spPr>
          <a:xfrm>
            <a:off x="136885" y="159691"/>
            <a:ext cx="2635247" cy="871753"/>
          </a:xfrm>
          <a:prstGeom prst="rect">
            <a:avLst/>
          </a:prstGeom>
        </p:spPr>
      </p:pic>
      <p:sp>
        <p:nvSpPr>
          <p:cNvPr id="5" name="Footer Placeholder 1">
            <a:extLst>
              <a:ext uri="{FF2B5EF4-FFF2-40B4-BE49-F238E27FC236}">
                <a16:creationId xmlns:a16="http://schemas.microsoft.com/office/drawing/2014/main" id="{451E7629-9F50-4C81-A65E-863E258CE75D}"/>
              </a:ext>
            </a:extLst>
          </p:cNvPr>
          <p:cNvSpPr txBox="1">
            <a:spLocks/>
          </p:cNvSpPr>
          <p:nvPr userDrawn="1"/>
        </p:nvSpPr>
        <p:spPr>
          <a:xfrm>
            <a:off x="40386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230629913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theme" Target="../theme/theme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image" Target="../media/image4.emf"/></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54.xml"/><Relationship Id="rId7" Type="http://schemas.openxmlformats.org/officeDocument/2006/relationships/image" Target="../media/image6.png"/><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theme" Target="../theme/theme3.xml"/><Relationship Id="rId5" Type="http://schemas.openxmlformats.org/officeDocument/2006/relationships/slideLayout" Target="../slideLayouts/slideLayout56.xml"/><Relationship Id="rId4" Type="http://schemas.openxmlformats.org/officeDocument/2006/relationships/slideLayout" Target="../slideLayouts/slideLayout5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slideLayout" Target="../slideLayouts/slideLayout85.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31" Type="http://schemas.openxmlformats.org/officeDocument/2006/relationships/image" Target="../media/image11.png"/><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26" Type="http://schemas.openxmlformats.org/officeDocument/2006/relationships/slideLayout" Target="../slideLayouts/slideLayout111.xml"/><Relationship Id="rId21" Type="http://schemas.openxmlformats.org/officeDocument/2006/relationships/slideLayout" Target="../slideLayouts/slideLayout106.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63" Type="http://schemas.openxmlformats.org/officeDocument/2006/relationships/slideLayout" Target="../slideLayouts/slideLayout148.xml"/><Relationship Id="rId68" Type="http://schemas.openxmlformats.org/officeDocument/2006/relationships/slideLayout" Target="../slideLayouts/slideLayout153.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9" Type="http://schemas.openxmlformats.org/officeDocument/2006/relationships/slideLayout" Target="../slideLayouts/slideLayout114.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53" Type="http://schemas.openxmlformats.org/officeDocument/2006/relationships/slideLayout" Target="../slideLayouts/slideLayout138.xml"/><Relationship Id="rId58" Type="http://schemas.openxmlformats.org/officeDocument/2006/relationships/slideLayout" Target="../slideLayouts/slideLayout143.xml"/><Relationship Id="rId66" Type="http://schemas.openxmlformats.org/officeDocument/2006/relationships/slideLayout" Target="../slideLayouts/slideLayout151.xml"/><Relationship Id="rId5" Type="http://schemas.openxmlformats.org/officeDocument/2006/relationships/slideLayout" Target="../slideLayouts/slideLayout90.xml"/><Relationship Id="rId61" Type="http://schemas.openxmlformats.org/officeDocument/2006/relationships/slideLayout" Target="../slideLayouts/slideLayout146.xml"/><Relationship Id="rId19" Type="http://schemas.openxmlformats.org/officeDocument/2006/relationships/slideLayout" Target="../slideLayouts/slideLayout10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56" Type="http://schemas.openxmlformats.org/officeDocument/2006/relationships/slideLayout" Target="../slideLayouts/slideLayout141.xml"/><Relationship Id="rId64" Type="http://schemas.openxmlformats.org/officeDocument/2006/relationships/slideLayout" Target="../slideLayouts/slideLayout149.xml"/><Relationship Id="rId69" Type="http://schemas.openxmlformats.org/officeDocument/2006/relationships/slideLayout" Target="../slideLayouts/slideLayout154.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72" Type="http://schemas.openxmlformats.org/officeDocument/2006/relationships/slideLayout" Target="../slideLayouts/slideLayout157.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59" Type="http://schemas.openxmlformats.org/officeDocument/2006/relationships/slideLayout" Target="../slideLayouts/slideLayout144.xml"/><Relationship Id="rId67" Type="http://schemas.openxmlformats.org/officeDocument/2006/relationships/slideLayout" Target="../slideLayouts/slideLayout152.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62" Type="http://schemas.openxmlformats.org/officeDocument/2006/relationships/slideLayout" Target="../slideLayouts/slideLayout147.xml"/><Relationship Id="rId70" Type="http://schemas.openxmlformats.org/officeDocument/2006/relationships/slideLayout" Target="../slideLayouts/slideLayout155.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 Id="rId57" Type="http://schemas.openxmlformats.org/officeDocument/2006/relationships/slideLayout" Target="../slideLayouts/slideLayout142.xml"/><Relationship Id="rId10" Type="http://schemas.openxmlformats.org/officeDocument/2006/relationships/slideLayout" Target="../slideLayouts/slideLayout95.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60" Type="http://schemas.openxmlformats.org/officeDocument/2006/relationships/slideLayout" Target="../slideLayouts/slideLayout145.xml"/><Relationship Id="rId65" Type="http://schemas.openxmlformats.org/officeDocument/2006/relationships/slideLayout" Target="../slideLayouts/slideLayout150.xml"/><Relationship Id="rId73" Type="http://schemas.openxmlformats.org/officeDocument/2006/relationships/theme" Target="../theme/theme5.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3" Type="http://schemas.openxmlformats.org/officeDocument/2006/relationships/slideLayout" Target="../slideLayouts/slideLayout98.xml"/><Relationship Id="rId18" Type="http://schemas.openxmlformats.org/officeDocument/2006/relationships/slideLayout" Target="../slideLayouts/slideLayout103.xml"/><Relationship Id="rId39" Type="http://schemas.openxmlformats.org/officeDocument/2006/relationships/slideLayout" Target="../slideLayouts/slideLayout124.xml"/><Relationship Id="rId34" Type="http://schemas.openxmlformats.org/officeDocument/2006/relationships/slideLayout" Target="../slideLayouts/slideLayout119.xml"/><Relationship Id="rId50" Type="http://schemas.openxmlformats.org/officeDocument/2006/relationships/slideLayout" Target="../slideLayouts/slideLayout135.xml"/><Relationship Id="rId55" Type="http://schemas.openxmlformats.org/officeDocument/2006/relationships/slideLayout" Target="../slideLayouts/slideLayout140.xml"/><Relationship Id="rId7" Type="http://schemas.openxmlformats.org/officeDocument/2006/relationships/slideLayout" Target="../slideLayouts/slideLayout92.xml"/><Relationship Id="rId71" Type="http://schemas.openxmlformats.org/officeDocument/2006/relationships/slideLayout" Target="../slideLayouts/slideLayout15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782" r:id="rId1"/>
    <p:sldLayoutId id="2147484784" r:id="rId2"/>
    <p:sldLayoutId id="2147484609" r:id="rId3"/>
    <p:sldLayoutId id="2147484741" r:id="rId4"/>
    <p:sldLayoutId id="2147484240" r:id="rId5"/>
    <p:sldLayoutId id="2147484241" r:id="rId6"/>
    <p:sldLayoutId id="2147484474" r:id="rId7"/>
    <p:sldLayoutId id="2147484245" r:id="rId8"/>
    <p:sldLayoutId id="2147484247" r:id="rId9"/>
    <p:sldLayoutId id="2147484639" r:id="rId10"/>
    <p:sldLayoutId id="2147484603" r:id="rId11"/>
    <p:sldLayoutId id="2147484787" r:id="rId12"/>
    <p:sldLayoutId id="2147484786" r:id="rId13"/>
    <p:sldLayoutId id="2147484785" r:id="rId14"/>
    <p:sldLayoutId id="2147484249" r:id="rId15"/>
    <p:sldLayoutId id="2147484640" r:id="rId16"/>
    <p:sldLayoutId id="2147484582" r:id="rId17"/>
    <p:sldLayoutId id="2147484641" r:id="rId18"/>
    <p:sldLayoutId id="2147484584" r:id="rId19"/>
    <p:sldLayoutId id="2147484780" r:id="rId20"/>
    <p:sldLayoutId id="2147484256" r:id="rId21"/>
    <p:sldLayoutId id="2147484257" r:id="rId22"/>
    <p:sldLayoutId id="2147484585" r:id="rId23"/>
    <p:sldLayoutId id="2147484299" r:id="rId24"/>
    <p:sldLayoutId id="2147484263" r:id="rId25"/>
    <p:sldLayoutId id="2147484742" r:id="rId26"/>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49" name="NEW Brand Colors 2018">
            <a:extLst>
              <a:ext uri="{FF2B5EF4-FFF2-40B4-BE49-F238E27FC236}">
                <a16:creationId xmlns:a16="http://schemas.microsoft.com/office/drawing/2014/main" id="{9D5783B5-1069-4509-929A-C02C0B0887F7}"/>
              </a:ext>
            </a:extLst>
          </p:cNvPr>
          <p:cNvPicPr>
            <a:picLocks noChangeAspect="1"/>
          </p:cNvPicPr>
          <p:nvPr userDrawn="1"/>
        </p:nvPicPr>
        <p:blipFill>
          <a:blip r:embed="rId27"/>
          <a:stretch>
            <a:fillRect/>
          </a:stretch>
        </p:blipFill>
        <p:spPr>
          <a:xfrm rot="5400000">
            <a:off x="9288988" y="2942644"/>
            <a:ext cx="6858000" cy="972712"/>
          </a:xfrm>
          <a:prstGeom prst="rect">
            <a:avLst/>
          </a:prstGeom>
        </p:spPr>
      </p:pic>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89957686"/>
      </p:ext>
    </p:extLst>
  </p:cSld>
  <p:clrMap bg1="dk1" tx1="lt1" bg2="dk2" tx2="lt2" accent1="accent1" accent2="accent2" accent3="accent3" accent4="accent4" accent5="accent5" accent6="accent6" hlink="hlink" folHlink="folHlink"/>
  <p:sldLayoutIdLst>
    <p:sldLayoutId id="2147484645" r:id="rId1"/>
    <p:sldLayoutId id="2147484643" r:id="rId2"/>
    <p:sldLayoutId id="2147484644" r:id="rId3"/>
    <p:sldLayoutId id="2147484646" r:id="rId4"/>
    <p:sldLayoutId id="2147484650" r:id="rId5"/>
    <p:sldLayoutId id="2147484651" r:id="rId6"/>
    <p:sldLayoutId id="2147484652" r:id="rId7"/>
    <p:sldLayoutId id="2147484653" r:id="rId8"/>
    <p:sldLayoutId id="2147484654" r:id="rId9"/>
    <p:sldLayoutId id="2147484655" r:id="rId10"/>
    <p:sldLayoutId id="2147484656" r:id="rId11"/>
    <p:sldLayoutId id="2147484738" r:id="rId12"/>
    <p:sldLayoutId id="2147484739" r:id="rId13"/>
    <p:sldLayoutId id="2147484740" r:id="rId14"/>
    <p:sldLayoutId id="2147484660" r:id="rId15"/>
    <p:sldLayoutId id="2147484661" r:id="rId16"/>
    <p:sldLayoutId id="2147484662" r:id="rId17"/>
    <p:sldLayoutId id="2147484663" r:id="rId18"/>
    <p:sldLayoutId id="2147484664" r:id="rId19"/>
    <p:sldLayoutId id="2147484665" r:id="rId20"/>
    <p:sldLayoutId id="2147484666" r:id="rId21"/>
    <p:sldLayoutId id="2147484667" r:id="rId22"/>
    <p:sldLayoutId id="2147484668" r:id="rId23"/>
    <p:sldLayoutId id="2147484781" r:id="rId24"/>
    <p:sldLayoutId id="2147484783" r:id="rId2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293988"/>
            <a:ext cx="11696700" cy="914400"/>
          </a:xfrm>
          <a:prstGeom prst="rect">
            <a:avLst/>
          </a:prstGeom>
        </p:spPr>
        <p:txBody>
          <a:bodyPr vert="horz" lIns="137160" tIns="91440" rIns="137160" bIns="91440" rtlCol="0" anchor="ctr" anchorCtr="0">
            <a:noAutofit/>
          </a:bodyPr>
          <a:lstStyle/>
          <a:p>
            <a:endParaRPr lang="en-US"/>
          </a:p>
        </p:txBody>
      </p:sp>
      <p:sp>
        <p:nvSpPr>
          <p:cNvPr id="7" name="Footer Placeholder 6"/>
          <p:cNvSpPr>
            <a:spLocks noGrp="1"/>
          </p:cNvSpPr>
          <p:nvPr>
            <p:ph type="ftr" sz="quarter" idx="3"/>
          </p:nvPr>
        </p:nvSpPr>
        <p:spPr>
          <a:xfrm>
            <a:off x="228600" y="6553200"/>
            <a:ext cx="11201400" cy="304801"/>
          </a:xfrm>
          <a:prstGeom prst="rect">
            <a:avLst/>
          </a:prstGeom>
        </p:spPr>
        <p:txBody>
          <a:bodyPr vert="horz" lIns="182880" tIns="38089" rIns="76179" bIns="38089" rtlCol="0" anchor="ctr"/>
          <a:lstStyle>
            <a:lvl1pPr algn="l">
              <a:defRPr sz="800">
                <a:solidFill>
                  <a:schemeClr val="tx1"/>
                </a:solidFill>
                <a:latin typeface="Segoe UI" pitchFamily="34" charset="0"/>
                <a:ea typeface="Segoe UI" pitchFamily="34" charset="0"/>
                <a:cs typeface="Segoe UI" pitchFamily="34" charset="0"/>
              </a:defRPr>
            </a:lvl1pPr>
          </a:lstStyle>
          <a:p>
            <a:pPr defTabSz="1088078"/>
            <a:endParaRPr lang="en-US">
              <a:solidFill>
                <a:srgbClr val="505050"/>
              </a:solidFill>
            </a:endParaRPr>
          </a:p>
        </p:txBody>
      </p:sp>
      <p:sp>
        <p:nvSpPr>
          <p:cNvPr id="15" name="Text Placeholder 14"/>
          <p:cNvSpPr>
            <a:spLocks noGrp="1"/>
          </p:cNvSpPr>
          <p:nvPr>
            <p:ph type="body" idx="1"/>
          </p:nvPr>
        </p:nvSpPr>
        <p:spPr>
          <a:xfrm>
            <a:off x="228600" y="1600201"/>
            <a:ext cx="11696700" cy="4559531"/>
          </a:xfrm>
          <a:prstGeom prst="rect">
            <a:avLst/>
          </a:prstGeom>
        </p:spPr>
        <p:txBody>
          <a:bodyPr vert="horz" lIns="137160" tIns="91440" rIns="137160" bIns="13716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Slide Number Placeholder 18"/>
          <p:cNvSpPr>
            <a:spLocks noGrp="1"/>
          </p:cNvSpPr>
          <p:nvPr>
            <p:ph type="sldNum" sz="quarter" idx="4"/>
          </p:nvPr>
        </p:nvSpPr>
        <p:spPr>
          <a:xfrm>
            <a:off x="11430002" y="6553200"/>
            <a:ext cx="761999" cy="304801"/>
          </a:xfrm>
          <a:prstGeom prst="rect">
            <a:avLst/>
          </a:prstGeom>
        </p:spPr>
        <p:txBody>
          <a:bodyPr vert="horz" lIns="91440" tIns="45720" rIns="91440" bIns="45720" rtlCol="0" anchor="ctr"/>
          <a:lstStyle>
            <a:lvl1pPr algn="r">
              <a:defRPr sz="800">
                <a:solidFill>
                  <a:schemeClr val="tx1"/>
                </a:solidFill>
                <a:latin typeface="Segoe UI" pitchFamily="34" charset="0"/>
                <a:ea typeface="Segoe UI" pitchFamily="34" charset="0"/>
                <a:cs typeface="Segoe UI" pitchFamily="34" charset="0"/>
              </a:defRPr>
            </a:lvl1pPr>
          </a:lstStyle>
          <a:p>
            <a:pPr defTabSz="1088078"/>
            <a:fld id="{FAADACFB-7C71-4E89-89D2-7BBA40B7BFA9}" type="slidenum">
              <a:rPr lang="en-US" smtClean="0">
                <a:solidFill>
                  <a:srgbClr val="505050"/>
                </a:solidFill>
              </a:rPr>
              <a:pPr defTabSz="1088078"/>
              <a:t>‹#›</a:t>
            </a:fld>
            <a:endParaRPr lang="en-US">
              <a:solidFill>
                <a:srgbClr val="505050"/>
              </a:solidFill>
            </a:endParaRPr>
          </a:p>
        </p:txBody>
      </p:sp>
      <p:pic>
        <p:nvPicPr>
          <p:cNvPr id="6" name="Picture 5"/>
          <p:cNvPicPr>
            <a:picLocks noChangeAspect="1"/>
          </p:cNvPicPr>
          <p:nvPr/>
        </p:nvPicPr>
        <p:blipFill>
          <a:blip r:embed="rId7"/>
          <a:stretch>
            <a:fillRect/>
          </a:stretch>
        </p:blipFill>
        <p:spPr>
          <a:xfrm rot="5400000">
            <a:off x="9393899" y="3050513"/>
            <a:ext cx="6995160" cy="894134"/>
          </a:xfrm>
          <a:prstGeom prst="rect">
            <a:avLst/>
          </a:prstGeom>
        </p:spPr>
      </p:pic>
    </p:spTree>
    <p:extLst>
      <p:ext uri="{BB962C8B-B14F-4D97-AF65-F5344CB8AC3E}">
        <p14:creationId xmlns:p14="http://schemas.microsoft.com/office/powerpoint/2010/main" val="469569924"/>
      </p:ext>
    </p:extLst>
  </p:cSld>
  <p:clrMap bg1="lt1" tx1="dk1" bg2="lt2" tx2="dk2" accent1="accent1" accent2="accent2" accent3="accent3" accent4="accent4" accent5="accent5" accent6="accent6" hlink="hlink" folHlink="folHlink"/>
  <p:sldLayoutIdLst>
    <p:sldLayoutId id="2147484744" r:id="rId1"/>
    <p:sldLayoutId id="2147484745" r:id="rId2"/>
    <p:sldLayoutId id="2147484746" r:id="rId3"/>
    <p:sldLayoutId id="2147484747" r:id="rId4"/>
    <p:sldLayoutId id="2147484748" r:id="rId5"/>
  </p:sldLayoutIdLst>
  <p:transition>
    <p:fade/>
  </p:transition>
  <p:hf hdr="0" ftr="0" dt="0"/>
  <p:txStyles>
    <p:titleStyle>
      <a:lvl1pPr marL="0" algn="l" defTabSz="1088078" rtl="0" eaLnBrk="1" latinLnBrk="0" hangingPunct="1">
        <a:lnSpc>
          <a:spcPct val="90000"/>
        </a:lnSpc>
        <a:spcBef>
          <a:spcPct val="0"/>
        </a:spcBef>
        <a:buNone/>
        <a:defRPr lang="en-US" sz="4400" kern="1200" spc="-100" baseline="0" dirty="0">
          <a:solidFill>
            <a:schemeClr val="tx1"/>
          </a:solidFill>
          <a:latin typeface="+mj-lt"/>
          <a:ea typeface="Segoe UI Semibold" panose="020B0702040204020203" pitchFamily="34" charset="0"/>
          <a:cs typeface="Segoe UI Semibold" panose="020B0702040204020203" pitchFamily="34" charset="0"/>
        </a:defRPr>
      </a:lvl1pPr>
    </p:titleStyle>
    <p:bodyStyle>
      <a:lvl1pPr marL="0" indent="0" algn="l" defTabSz="1088078" rtl="0" eaLnBrk="1" latinLnBrk="0" hangingPunct="1">
        <a:spcBef>
          <a:spcPts val="1800"/>
        </a:spcBef>
        <a:buClr>
          <a:srgbClr val="0072C6"/>
        </a:buClr>
        <a:buSzPct val="100000"/>
        <a:buFont typeface="Wingdings" pitchFamily="2" charset="2"/>
        <a:buNone/>
        <a:defRPr sz="2400" kern="1200">
          <a:solidFill>
            <a:schemeClr val="tx1"/>
          </a:solidFill>
          <a:latin typeface="Segoe UI" pitchFamily="34" charset="0"/>
          <a:ea typeface="Segoe UI" pitchFamily="34" charset="0"/>
          <a:cs typeface="Segoe UI" pitchFamily="34" charset="0"/>
        </a:defRPr>
      </a:lvl1pPr>
      <a:lvl2pPr marL="476059" indent="-194391" algn="l" defTabSz="1088078" rtl="0" eaLnBrk="1" latinLnBrk="0" hangingPunct="1">
        <a:spcBef>
          <a:spcPct val="20000"/>
        </a:spcBef>
        <a:buFont typeface="Arial" pitchFamily="34" charset="0"/>
        <a:buChar char="•"/>
        <a:defRPr sz="1800" kern="1200">
          <a:solidFill>
            <a:schemeClr val="tx1"/>
          </a:solidFill>
          <a:latin typeface="Segoe UI" pitchFamily="34" charset="0"/>
          <a:ea typeface="Segoe UI" pitchFamily="34" charset="0"/>
          <a:cs typeface="Segoe UI" pitchFamily="34" charset="0"/>
        </a:defRPr>
      </a:lvl2pPr>
      <a:lvl3pPr marL="761693" indent="-173232" algn="l" defTabSz="1088078" rtl="0" eaLnBrk="1" latinLnBrk="0" hangingPunct="1">
        <a:spcBef>
          <a:spcPct val="20000"/>
        </a:spcBef>
        <a:buFont typeface="Arial" pitchFamily="34" charset="0"/>
        <a:buChar char="•"/>
        <a:defRPr sz="1600" kern="1200">
          <a:solidFill>
            <a:schemeClr val="tx1"/>
          </a:solidFill>
          <a:latin typeface="Segoe UI" pitchFamily="34" charset="0"/>
          <a:ea typeface="Segoe UI" pitchFamily="34" charset="0"/>
          <a:cs typeface="Segoe UI" pitchFamily="34" charset="0"/>
        </a:defRPr>
      </a:lvl3pPr>
      <a:lvl4pPr marL="1047328" indent="-177200" algn="l" defTabSz="1088078"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4pPr>
      <a:lvl5pPr marL="1285357" indent="-179845" algn="l" defTabSz="1088078" rtl="0" eaLnBrk="1" latinLnBrk="0" hangingPunct="1">
        <a:spcBef>
          <a:spcPct val="20000"/>
        </a:spcBef>
        <a:buFont typeface="Arial" pitchFamily="34" charset="0"/>
        <a:buChar char="»"/>
        <a:defRPr sz="1400" kern="1200">
          <a:solidFill>
            <a:schemeClr val="tx1"/>
          </a:solidFill>
          <a:latin typeface="Segoe UI" pitchFamily="34" charset="0"/>
          <a:ea typeface="Segoe UI" pitchFamily="34" charset="0"/>
          <a:cs typeface="Segoe UI" pitchFamily="34" charset="0"/>
        </a:defRPr>
      </a:lvl5pPr>
      <a:lvl6pPr marL="2992216"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536254"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080294"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624332" indent="-272020" algn="l" defTabSz="1088078"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088078" rtl="0" eaLnBrk="1" latinLnBrk="0" hangingPunct="1">
        <a:defRPr sz="2200" kern="1200">
          <a:solidFill>
            <a:schemeClr val="tx1"/>
          </a:solidFill>
          <a:latin typeface="+mn-lt"/>
          <a:ea typeface="+mn-ea"/>
          <a:cs typeface="+mn-cs"/>
        </a:defRPr>
      </a:lvl1pPr>
      <a:lvl2pPr marL="544040" algn="l" defTabSz="1088078" rtl="0" eaLnBrk="1" latinLnBrk="0" hangingPunct="1">
        <a:defRPr sz="2200" kern="1200">
          <a:solidFill>
            <a:schemeClr val="tx1"/>
          </a:solidFill>
          <a:latin typeface="+mn-lt"/>
          <a:ea typeface="+mn-ea"/>
          <a:cs typeface="+mn-cs"/>
        </a:defRPr>
      </a:lvl2pPr>
      <a:lvl3pPr marL="1088078" algn="l" defTabSz="1088078" rtl="0" eaLnBrk="1" latinLnBrk="0" hangingPunct="1">
        <a:defRPr sz="2200" kern="1200">
          <a:solidFill>
            <a:schemeClr val="tx1"/>
          </a:solidFill>
          <a:latin typeface="+mn-lt"/>
          <a:ea typeface="+mn-ea"/>
          <a:cs typeface="+mn-cs"/>
        </a:defRPr>
      </a:lvl3pPr>
      <a:lvl4pPr marL="1632118" algn="l" defTabSz="1088078" rtl="0" eaLnBrk="1" latinLnBrk="0" hangingPunct="1">
        <a:defRPr sz="2200" kern="1200">
          <a:solidFill>
            <a:schemeClr val="tx1"/>
          </a:solidFill>
          <a:latin typeface="+mn-lt"/>
          <a:ea typeface="+mn-ea"/>
          <a:cs typeface="+mn-cs"/>
        </a:defRPr>
      </a:lvl4pPr>
      <a:lvl5pPr marL="2176156" algn="l" defTabSz="1088078" rtl="0" eaLnBrk="1" latinLnBrk="0" hangingPunct="1">
        <a:defRPr sz="2200" kern="1200">
          <a:solidFill>
            <a:schemeClr val="tx1"/>
          </a:solidFill>
          <a:latin typeface="+mn-lt"/>
          <a:ea typeface="+mn-ea"/>
          <a:cs typeface="+mn-cs"/>
        </a:defRPr>
      </a:lvl5pPr>
      <a:lvl6pPr marL="2720196" algn="l" defTabSz="1088078" rtl="0" eaLnBrk="1" latinLnBrk="0" hangingPunct="1">
        <a:defRPr sz="2200" kern="1200">
          <a:solidFill>
            <a:schemeClr val="tx1"/>
          </a:solidFill>
          <a:latin typeface="+mn-lt"/>
          <a:ea typeface="+mn-ea"/>
          <a:cs typeface="+mn-cs"/>
        </a:defRPr>
      </a:lvl6pPr>
      <a:lvl7pPr marL="3264234" algn="l" defTabSz="1088078" rtl="0" eaLnBrk="1" latinLnBrk="0" hangingPunct="1">
        <a:defRPr sz="2200" kern="1200">
          <a:solidFill>
            <a:schemeClr val="tx1"/>
          </a:solidFill>
          <a:latin typeface="+mn-lt"/>
          <a:ea typeface="+mn-ea"/>
          <a:cs typeface="+mn-cs"/>
        </a:defRPr>
      </a:lvl7pPr>
      <a:lvl8pPr marL="3808274" algn="l" defTabSz="1088078" rtl="0" eaLnBrk="1" latinLnBrk="0" hangingPunct="1">
        <a:defRPr sz="2200" kern="1200">
          <a:solidFill>
            <a:schemeClr val="tx1"/>
          </a:solidFill>
          <a:latin typeface="+mn-lt"/>
          <a:ea typeface="+mn-ea"/>
          <a:cs typeface="+mn-cs"/>
        </a:defRPr>
      </a:lvl8pPr>
      <a:lvl9pPr marL="4352314" algn="l" defTabSz="1088078" rtl="0" eaLnBrk="1" latinLnBrk="0" hangingPunct="1">
        <a:defRPr sz="2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551">
          <p15:clr>
            <a:srgbClr val="5ACBF0"/>
          </p15:clr>
        </p15:guide>
        <p15:guide id="2" pos="4127">
          <p15:clr>
            <a:srgbClr val="5ACBF0"/>
          </p15:clr>
        </p15:guide>
        <p15:guide id="3" orient="horz" pos="1872">
          <p15:clr>
            <a:srgbClr val="5ACBF0"/>
          </p15:clr>
        </p15:guide>
        <p15:guide id="4" orient="horz" pos="2448">
          <p15:clr>
            <a:srgbClr val="5ACBF0"/>
          </p15:clr>
        </p15:guide>
        <p15:guide id="5" pos="3839">
          <p15:clr>
            <a:srgbClr val="F26B43"/>
          </p15:clr>
        </p15:guide>
        <p15:guide id="6" orient="horz" pos="2160">
          <p15:clr>
            <a:srgbClr val="F26B43"/>
          </p15:clr>
        </p15:guide>
        <p15:guide id="7" orient="horz" pos="816">
          <p15:clr>
            <a:srgbClr val="F26B43"/>
          </p15:clr>
        </p15:guide>
        <p15:guide id="8" orient="horz" pos="1008">
          <p15:clr>
            <a:srgbClr val="F26B43"/>
          </p15:clr>
        </p15:guide>
        <p15:guide id="52" pos="2976">
          <p15:clr>
            <a:srgbClr val="5ACBF0"/>
          </p15:clr>
        </p15:guide>
        <p15:guide id="53" pos="2424">
          <p15:clr>
            <a:srgbClr val="5ACBF0"/>
          </p15:clr>
        </p15:guide>
        <p15:guide id="54" pos="1848">
          <p15:clr>
            <a:srgbClr val="5ACBF0"/>
          </p15:clr>
        </p15:guide>
        <p15:guide id="55" pos="1296">
          <p15:clr>
            <a:srgbClr val="5ACBF0"/>
          </p15:clr>
        </p15:guide>
        <p15:guide id="56" pos="720">
          <p15:clr>
            <a:srgbClr val="5ACBF0"/>
          </p15:clr>
        </p15:guide>
        <p15:guide id="57" pos="144">
          <p15:clr>
            <a:srgbClr val="5ACBF0"/>
          </p15:clr>
        </p15:guide>
        <p15:guide id="58" pos="4680">
          <p15:clr>
            <a:srgbClr val="5ACBF0"/>
          </p15:clr>
        </p15:guide>
        <p15:guide id="59" pos="5256">
          <p15:clr>
            <a:srgbClr val="5ACBF0"/>
          </p15:clr>
        </p15:guide>
        <p15:guide id="60" pos="5808">
          <p15:clr>
            <a:srgbClr val="5ACBF0"/>
          </p15:clr>
        </p15:guide>
        <p15:guide id="61" pos="6384">
          <p15:clr>
            <a:srgbClr val="5ACBF0"/>
          </p15:clr>
        </p15:guide>
        <p15:guide id="62" pos="6936">
          <p15:clr>
            <a:srgbClr val="5ACBF0"/>
          </p15:clr>
        </p15:guide>
        <p15:guide id="63" pos="7512">
          <p15:clr>
            <a:srgbClr val="5ACBF0"/>
          </p15:clr>
        </p15:guide>
        <p15:guide id="64" orient="horz" pos="168">
          <p15:clr>
            <a:srgbClr val="5ACBF0"/>
          </p15:clr>
        </p15:guide>
        <p15:guide id="65" orient="horz" pos="744">
          <p15:clr>
            <a:srgbClr val="5ACBF0"/>
          </p15:clr>
        </p15:guide>
        <p15:guide id="66" orient="horz" pos="1320">
          <p15:clr>
            <a:srgbClr val="5ACBF0"/>
          </p15:clr>
        </p15:guide>
        <p15:guide id="67" orient="horz" pos="3000">
          <p15:clr>
            <a:srgbClr val="5ACBF0"/>
          </p15:clr>
        </p15:guide>
        <p15:guide id="68" orient="horz" pos="3576">
          <p15:clr>
            <a:srgbClr val="5ACBF0"/>
          </p15:clr>
        </p15:guide>
        <p15:guide id="69" orient="horz" pos="4128">
          <p15:clr>
            <a:srgbClr val="5ACBF0"/>
          </p15:clr>
        </p15:guide>
        <p15:guide id="70" pos="240">
          <p15:clr>
            <a:srgbClr val="F26B43"/>
          </p15:clr>
        </p15:guide>
        <p15:guide id="71" pos="7440">
          <p15:clr>
            <a:srgbClr val="F26B43"/>
          </p15:clr>
        </p15:guide>
        <p15:guide id="72" orient="horz" pos="264">
          <p15:clr>
            <a:srgbClr val="F26B43"/>
          </p15:clr>
        </p15:guide>
        <p15:guide id="73" orient="horz" pos="4032">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55994" y="1817560"/>
            <a:ext cx="11231768" cy="202185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pic>
        <p:nvPicPr>
          <p:cNvPr id="7" name="Picture 6"/>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1814231408"/>
      </p:ext>
    </p:extLst>
  </p:cSld>
  <p:clrMap bg1="lt1" tx1="dk1" bg2="lt2" tx2="dk2" accent1="accent1" accent2="accent2" accent3="accent3" accent4="accent4" accent5="accent5" accent6="accent6" hlink="hlink" folHlink="folHlink"/>
  <p:sldLayoutIdLst>
    <p:sldLayoutId id="2147484750" r:id="rId1"/>
    <p:sldLayoutId id="2147484752" r:id="rId2"/>
    <p:sldLayoutId id="2147484753" r:id="rId3"/>
    <p:sldLayoutId id="2147484754" r:id="rId4"/>
    <p:sldLayoutId id="2147484755" r:id="rId5"/>
    <p:sldLayoutId id="2147484756" r:id="rId6"/>
    <p:sldLayoutId id="2147484757" r:id="rId7"/>
    <p:sldLayoutId id="2147484758" r:id="rId8"/>
    <p:sldLayoutId id="2147484759" r:id="rId9"/>
    <p:sldLayoutId id="2147484760" r:id="rId10"/>
    <p:sldLayoutId id="2147484761" r:id="rId11"/>
    <p:sldLayoutId id="2147484762" r:id="rId12"/>
    <p:sldLayoutId id="2147484763" r:id="rId13"/>
    <p:sldLayoutId id="2147484764" r:id="rId14"/>
    <p:sldLayoutId id="2147484765" r:id="rId15"/>
    <p:sldLayoutId id="2147484766" r:id="rId16"/>
    <p:sldLayoutId id="2147484767" r:id="rId17"/>
    <p:sldLayoutId id="2147484768" r:id="rId18"/>
    <p:sldLayoutId id="2147484769" r:id="rId19"/>
    <p:sldLayoutId id="2147484770" r:id="rId20"/>
    <p:sldLayoutId id="2147484771" r:id="rId21"/>
    <p:sldLayoutId id="2147484772" r:id="rId22"/>
    <p:sldLayoutId id="2147484773" r:id="rId23"/>
    <p:sldLayoutId id="2147484774" r:id="rId24"/>
    <p:sldLayoutId id="2147484775" r:id="rId25"/>
    <p:sldLayoutId id="2147484776" r:id="rId26"/>
    <p:sldLayoutId id="2147484777" r:id="rId27"/>
    <p:sldLayoutId id="2147484778" r:id="rId28"/>
    <p:sldLayoutId id="2147484779" r:id="rId29"/>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1881724970"/>
      </p:ext>
    </p:extLst>
  </p:cSld>
  <p:clrMap bg1="lt1" tx1="dk1" bg2="lt2" tx2="dk2" accent1="accent1" accent2="accent2" accent3="accent3" accent4="accent4" accent5="accent5" accent6="accent6" hlink="hlink" folHlink="folHlink"/>
  <p:sldLayoutIdLst>
    <p:sldLayoutId id="2147484552" r:id="rId1"/>
    <p:sldLayoutId id="2147484553" r:id="rId2"/>
    <p:sldLayoutId id="2147484583" r:id="rId3"/>
    <p:sldLayoutId id="2147484669" r:id="rId4"/>
    <p:sldLayoutId id="2147484734" r:id="rId5"/>
    <p:sldLayoutId id="2147484562" r:id="rId6"/>
    <p:sldLayoutId id="2147484728" r:id="rId7"/>
    <p:sldLayoutId id="2147484680" r:id="rId8"/>
    <p:sldLayoutId id="2147484610" r:id="rId9"/>
    <p:sldLayoutId id="2147484684" r:id="rId10"/>
    <p:sldLayoutId id="2147484670" r:id="rId11"/>
    <p:sldLayoutId id="2147484671" r:id="rId12"/>
    <p:sldLayoutId id="2147484682" r:id="rId13"/>
    <p:sldLayoutId id="2147484677" r:id="rId14"/>
    <p:sldLayoutId id="2147484727" r:id="rId15"/>
    <p:sldLayoutId id="2147484691" r:id="rId16"/>
    <p:sldLayoutId id="2147484692" r:id="rId17"/>
    <p:sldLayoutId id="2147484693" r:id="rId18"/>
    <p:sldLayoutId id="2147484694" r:id="rId19"/>
    <p:sldLayoutId id="2147484695" r:id="rId20"/>
    <p:sldLayoutId id="2147484560" r:id="rId21"/>
    <p:sldLayoutId id="2147484580" r:id="rId22"/>
    <p:sldLayoutId id="2147484566" r:id="rId23"/>
    <p:sldLayoutId id="2147484696" r:id="rId24"/>
    <p:sldLayoutId id="2147484697" r:id="rId25"/>
    <p:sldLayoutId id="2147484675" r:id="rId26"/>
    <p:sldLayoutId id="2147484676" r:id="rId27"/>
    <p:sldLayoutId id="2147484711" r:id="rId28"/>
    <p:sldLayoutId id="2147484721" r:id="rId29"/>
    <p:sldLayoutId id="2147484720" r:id="rId30"/>
    <p:sldLayoutId id="2147484726" r:id="rId31"/>
    <p:sldLayoutId id="2147484570" r:id="rId32"/>
    <p:sldLayoutId id="2147484571" r:id="rId33"/>
    <p:sldLayoutId id="2147484572" r:id="rId34"/>
    <p:sldLayoutId id="2147484688" r:id="rId35"/>
    <p:sldLayoutId id="2147484689" r:id="rId36"/>
    <p:sldLayoutId id="2147484690" r:id="rId37"/>
    <p:sldLayoutId id="2147484724" r:id="rId38"/>
    <p:sldLayoutId id="2147484725" r:id="rId39"/>
    <p:sldLayoutId id="2147484722" r:id="rId40"/>
    <p:sldLayoutId id="2147484683" r:id="rId41"/>
    <p:sldLayoutId id="2147484685" r:id="rId42"/>
    <p:sldLayoutId id="2147484673" r:id="rId43"/>
    <p:sldLayoutId id="2147484678" r:id="rId44"/>
    <p:sldLayoutId id="2147484679" r:id="rId45"/>
    <p:sldLayoutId id="2147484717" r:id="rId46"/>
    <p:sldLayoutId id="2147484718" r:id="rId47"/>
    <p:sldLayoutId id="2147484712" r:id="rId48"/>
    <p:sldLayoutId id="2147484713" r:id="rId49"/>
    <p:sldLayoutId id="2147484714" r:id="rId50"/>
    <p:sldLayoutId id="2147484715" r:id="rId51"/>
    <p:sldLayoutId id="2147484716" r:id="rId52"/>
    <p:sldLayoutId id="2147484723" r:id="rId53"/>
    <p:sldLayoutId id="2147484686" r:id="rId54"/>
    <p:sldLayoutId id="2147484674" r:id="rId55"/>
    <p:sldLayoutId id="2147484702" r:id="rId56"/>
    <p:sldLayoutId id="2147484719" r:id="rId57"/>
    <p:sldLayoutId id="2147484701" r:id="rId58"/>
    <p:sldLayoutId id="2147484699" r:id="rId59"/>
    <p:sldLayoutId id="2147484700" r:id="rId60"/>
    <p:sldLayoutId id="2147484703" r:id="rId61"/>
    <p:sldLayoutId id="2147484704" r:id="rId62"/>
    <p:sldLayoutId id="2147484705" r:id="rId63"/>
    <p:sldLayoutId id="2147484706" r:id="rId64"/>
    <p:sldLayoutId id="2147484707" r:id="rId65"/>
    <p:sldLayoutId id="2147484730" r:id="rId66"/>
    <p:sldLayoutId id="2147484710" r:id="rId67"/>
    <p:sldLayoutId id="2147484729" r:id="rId68"/>
    <p:sldLayoutId id="2147484731" r:id="rId69"/>
    <p:sldLayoutId id="2147484732" r:id="rId70"/>
    <p:sldLayoutId id="2147484733" r:id="rId71"/>
    <p:sldLayoutId id="2147484698" r:id="rId72"/>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userDrawn="1">
          <p15:clr>
            <a:srgbClr val="C35EA4"/>
          </p15:clr>
        </p15:guide>
        <p15:guide id="32" pos="1498" userDrawn="1">
          <p15:clr>
            <a:srgbClr val="C35EA4"/>
          </p15:clr>
        </p15:guide>
        <p15:guide id="33" pos="2569" userDrawn="1">
          <p15:clr>
            <a:srgbClr val="C35EA4"/>
          </p15:clr>
        </p15:guide>
        <p15:guide id="34" pos="2711" userDrawn="1">
          <p15:clr>
            <a:srgbClr val="C35EA4"/>
          </p15:clr>
        </p15:guide>
        <p15:guide id="35" pos="3778" userDrawn="1">
          <p15:clr>
            <a:srgbClr val="C35EA4"/>
          </p15:clr>
        </p15:guide>
        <p15:guide id="36" pos="3924" userDrawn="1">
          <p15:clr>
            <a:srgbClr val="C35EA4"/>
          </p15:clr>
        </p15:guide>
        <p15:guide id="37" pos="4983" userDrawn="1">
          <p15:clr>
            <a:srgbClr val="C35EA4"/>
          </p15:clr>
        </p15:guide>
        <p15:guide id="38" pos="5127" userDrawn="1">
          <p15:clr>
            <a:srgbClr val="C35EA4"/>
          </p15:clr>
        </p15:guide>
        <p15:guide id="39" pos="6199" userDrawn="1">
          <p15:clr>
            <a:srgbClr val="C35EA4"/>
          </p15:clr>
        </p15:guide>
        <p15:guide id="40" pos="6342" userDrawn="1">
          <p15:clr>
            <a:srgbClr val="C35EA4"/>
          </p15:clr>
        </p15:guide>
        <p15:guide id="41" pos="264" userDrawn="1">
          <p15:clr>
            <a:srgbClr val="F26B43"/>
          </p15:clr>
        </p15:guide>
        <p15:guide id="42" pos="7416" userDrawn="1">
          <p15:clr>
            <a:srgbClr val="F26B43"/>
          </p15:clr>
        </p15:guide>
        <p15:guide id="43" orient="horz" pos="736" userDrawn="1">
          <p15:clr>
            <a:srgbClr val="5ACBF0"/>
          </p15:clr>
        </p15:guide>
        <p15:guide id="44" orient="horz" pos="1360" userDrawn="1">
          <p15:clr>
            <a:srgbClr val="5ACBF0"/>
          </p15:clr>
        </p15:guide>
        <p15:guide id="45" orient="horz" pos="593" userDrawn="1">
          <p15:clr>
            <a:srgbClr val="5ACBF0"/>
          </p15:clr>
        </p15:guide>
        <p15:guide id="46" orient="horz" pos="1484" userDrawn="1">
          <p15:clr>
            <a:srgbClr val="5ACBF0"/>
          </p15:clr>
        </p15:guide>
        <p15:guide id="47" orient="horz" pos="2088" userDrawn="1">
          <p15:clr>
            <a:srgbClr val="5ACBF0"/>
          </p15:clr>
        </p15:guide>
        <p15:guide id="48" orient="horz" pos="2254" userDrawn="1">
          <p15:clr>
            <a:srgbClr val="5ACBF0"/>
          </p15:clr>
        </p15:guide>
        <p15:guide id="49" orient="horz" pos="277" userDrawn="1">
          <p15:clr>
            <a:srgbClr val="F26B43"/>
          </p15:clr>
        </p15:guide>
        <p15:guide id="50" orient="horz" pos="4043" userDrawn="1">
          <p15:clr>
            <a:srgbClr val="F26B43"/>
          </p15:clr>
        </p15:guide>
        <p15:guide id="51" orient="horz" pos="2835" userDrawn="1">
          <p15:clr>
            <a:srgbClr val="5ACBF0"/>
          </p15:clr>
        </p15:guide>
        <p15:guide id="52" orient="horz" pos="2960" userDrawn="1">
          <p15:clr>
            <a:srgbClr val="5ACBF0"/>
          </p15:clr>
        </p15:guide>
        <p15:guide id="54" orient="horz" pos="3690" userDrawn="1">
          <p15:clr>
            <a:srgbClr val="5ACBF0"/>
          </p15:clr>
        </p15:guide>
        <p15:guide id="55" orient="horz" pos="918" userDrawn="1">
          <p15:clr>
            <a:srgbClr val="F26B43"/>
          </p15:clr>
        </p15:guide>
        <p15:guide id="56" orient="horz" pos="3480" userDrawn="1">
          <p15:clr>
            <a:srgbClr val="F26B43"/>
          </p15:clr>
        </p15:guide>
        <p15:guide id="57" orient="horz" pos="3572" userDrawn="1">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61.xml"/></Relationships>
</file>

<file path=ppt/slides/_rels/slide2.xml.rels><?xml version="1.0" encoding="UTF-8" standalone="yes"?>
<Relationships xmlns="http://schemas.openxmlformats.org/package/2006/relationships"><Relationship Id="rId3" Type="http://schemas.openxmlformats.org/officeDocument/2006/relationships/hyperlink" Target="https://docs.microsoft.com/learn/certifications/azure-ai-fundamentals" TargetMode="External"/><Relationship Id="rId7" Type="http://schemas.openxmlformats.org/officeDocument/2006/relationships/image" Target="../media/image46.svg"/><Relationship Id="rId2" Type="http://schemas.openxmlformats.org/officeDocument/2006/relationships/notesSlide" Target="../notesSlides/notesSlide2.xml"/><Relationship Id="rId1" Type="http://schemas.openxmlformats.org/officeDocument/2006/relationships/slideLayout" Target="../slideLayouts/slideLayout101.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1.xml"/></Relationships>
</file>

<file path=ppt/slides/_rels/slide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91.xml"/><Relationship Id="rId6" Type="http://schemas.openxmlformats.org/officeDocument/2006/relationships/image" Target="../media/image50.svg"/><Relationship Id="rId5" Type="http://schemas.openxmlformats.org/officeDocument/2006/relationships/image" Target="../media/image49.png"/><Relationship Id="rId4" Type="http://schemas.openxmlformats.org/officeDocument/2006/relationships/image" Target="../media/image48.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8" y="487"/>
            <a:ext cx="5973790" cy="6857027"/>
          </a:xfrm>
          <a:prstGeom prst="rect">
            <a:avLst/>
          </a:prstGeom>
        </p:spPr>
      </p:pic>
      <p:sp>
        <p:nvSpPr>
          <p:cNvPr id="4" name="Title 3">
            <a:extLst>
              <a:ext uri="{FF2B5EF4-FFF2-40B4-BE49-F238E27FC236}">
                <a16:creationId xmlns:a16="http://schemas.microsoft.com/office/drawing/2014/main" id="{841CB59B-EF9E-4E47-BF33-B8075EB6C7A1}"/>
              </a:ext>
            </a:extLst>
          </p:cNvPr>
          <p:cNvSpPr>
            <a:spLocks noGrp="1"/>
          </p:cNvSpPr>
          <p:nvPr>
            <p:ph type="title"/>
          </p:nvPr>
        </p:nvSpPr>
        <p:spPr>
          <a:xfrm>
            <a:off x="428682" y="2141946"/>
            <a:ext cx="5873058" cy="2183479"/>
          </a:xfrm>
        </p:spPr>
        <p:txBody>
          <a:bodyPr/>
          <a:lstStyle/>
          <a:p>
            <a:r>
              <a:rPr lang="en-US"/>
              <a:t>AI-900</a:t>
            </a:r>
            <a:br>
              <a:rPr lang="en-US"/>
            </a:br>
            <a:r>
              <a:rPr lang="en-US"/>
              <a:t>Azure AI Fundamentals</a:t>
            </a:r>
          </a:p>
        </p:txBody>
      </p:sp>
    </p:spTree>
    <p:extLst>
      <p:ext uri="{BB962C8B-B14F-4D97-AF65-F5344CB8AC3E}">
        <p14:creationId xmlns:p14="http://schemas.microsoft.com/office/powerpoint/2010/main" val="3018641981"/>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2" y="3088902"/>
            <a:ext cx="2324557" cy="680196"/>
          </a:xfrm>
        </p:spPr>
        <p:txBody>
          <a:bodyPr/>
          <a:lstStyle/>
          <a:p>
            <a:r>
              <a:rPr lang="en-US" dirty="0"/>
              <a:t>About</a:t>
            </a:r>
            <a:br>
              <a:rPr lang="en-US" dirty="0"/>
            </a:br>
            <a:r>
              <a:rPr lang="en-US" dirty="0"/>
              <a:t>this course</a:t>
            </a:r>
          </a:p>
        </p:txBody>
      </p:sp>
      <p:sp>
        <p:nvSpPr>
          <p:cNvPr id="81" name="Text Placeholder 67">
            <a:extLst>
              <a:ext uri="{FF2B5EF4-FFF2-40B4-BE49-F238E27FC236}">
                <a16:creationId xmlns:a16="http://schemas.microsoft.com/office/drawing/2014/main" id="{2FF08900-FF99-47D3-A646-031DF35E24B7}"/>
              </a:ext>
            </a:extLst>
          </p:cNvPr>
          <p:cNvSpPr>
            <a:spLocks noGrp="1"/>
          </p:cNvSpPr>
          <p:nvPr>
            <p:ph type="body" sz="quarter" idx="21"/>
          </p:nvPr>
        </p:nvSpPr>
        <p:spPr>
          <a:xfrm>
            <a:off x="4004684" y="1451955"/>
            <a:ext cx="7820333" cy="1446550"/>
          </a:xfrm>
        </p:spPr>
        <p:txBody>
          <a:bodyPr wrap="square" lIns="0" tIns="0" rIns="0" bIns="0" anchor="t">
            <a:spAutoFit/>
          </a:bodyPr>
          <a:lstStyle/>
          <a:p>
            <a:r>
              <a:rPr lang="en-US" sz="2400" spc="-49" dirty="0">
                <a:latin typeface="+mj-lt"/>
              </a:rPr>
              <a:t>Course format:</a:t>
            </a:r>
          </a:p>
          <a:p>
            <a:pPr lvl="1"/>
            <a:r>
              <a:rPr lang="en-US" dirty="0"/>
              <a:t>One-day instructor-led with hands-on exercises</a:t>
            </a:r>
          </a:p>
          <a:p>
            <a:pPr lvl="1"/>
            <a:r>
              <a:rPr lang="en-US" dirty="0"/>
              <a:t>Supplemented by online training at </a:t>
            </a:r>
            <a:r>
              <a:rPr lang="en-US" dirty="0">
                <a:hlinkClick r:id="rId3"/>
              </a:rPr>
              <a:t>https://docs.microsoft.com/learn/certifications/azure-ai-fundamentals</a:t>
            </a:r>
            <a:endParaRPr lang="en-US" dirty="0">
              <a:solidFill>
                <a:schemeClr val="tx2"/>
              </a:solidFill>
              <a:highlight>
                <a:srgbClr val="FFFF00"/>
              </a:highlight>
            </a:endParaRPr>
          </a:p>
        </p:txBody>
      </p:sp>
      <p:sp>
        <p:nvSpPr>
          <p:cNvPr id="84" name="Text Placeholder 5">
            <a:extLst>
              <a:ext uri="{FF2B5EF4-FFF2-40B4-BE49-F238E27FC236}">
                <a16:creationId xmlns:a16="http://schemas.microsoft.com/office/drawing/2014/main" id="{51766477-F96C-45B0-86FA-86743E97F36F}"/>
              </a:ext>
            </a:extLst>
          </p:cNvPr>
          <p:cNvSpPr txBox="1">
            <a:spLocks/>
          </p:cNvSpPr>
          <p:nvPr/>
        </p:nvSpPr>
        <p:spPr>
          <a:xfrm>
            <a:off x="4004685" y="3347524"/>
            <a:ext cx="7820333" cy="2205732"/>
          </a:xfrm>
          <a:prstGeom prst="rect">
            <a:avLst/>
          </a:prstGeom>
        </p:spPr>
        <p:txBody>
          <a:bodyPr vert="horz" wrap="square" lIns="0" tIns="0" rIns="0" bIns="0" rtlCol="0" anchor="t">
            <a:spAutoFit/>
          </a:bodyPr>
          <a:lst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lang="en-US" sz="1600"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r>
              <a:rPr lang="en-US" sz="2400" spc="-49" dirty="0">
                <a:latin typeface="+mj-lt"/>
              </a:rPr>
              <a:t>Course objectives:</a:t>
            </a:r>
          </a:p>
          <a:p>
            <a:pPr lvl="1">
              <a:spcBef>
                <a:spcPct val="20000"/>
              </a:spcBef>
              <a:spcAft>
                <a:spcPts val="0"/>
              </a:spcAft>
            </a:pPr>
            <a:r>
              <a:rPr lang="en-US" dirty="0">
                <a:ea typeface="+mn-lt"/>
                <a:cs typeface="+mn-lt"/>
              </a:rPr>
              <a:t>Describe Artificial Intelligence workloads and considerations </a:t>
            </a:r>
          </a:p>
          <a:p>
            <a:pPr lvl="1">
              <a:spcBef>
                <a:spcPct val="20000"/>
              </a:spcBef>
              <a:spcAft>
                <a:spcPts val="0"/>
              </a:spcAft>
            </a:pPr>
            <a:r>
              <a:rPr lang="en-US" dirty="0">
                <a:ea typeface="+mn-lt"/>
                <a:cs typeface="+mn-lt"/>
              </a:rPr>
              <a:t>Describe fundamental principles of machine learning on Azure </a:t>
            </a:r>
          </a:p>
          <a:p>
            <a:pPr lvl="1">
              <a:spcBef>
                <a:spcPct val="20000"/>
              </a:spcBef>
              <a:spcAft>
                <a:spcPts val="0"/>
              </a:spcAft>
            </a:pPr>
            <a:r>
              <a:rPr lang="en-US" dirty="0">
                <a:ea typeface="+mn-lt"/>
                <a:cs typeface="+mn-lt"/>
              </a:rPr>
              <a:t>Describe features of computer vision workloads on Azure </a:t>
            </a:r>
          </a:p>
          <a:p>
            <a:pPr lvl="1">
              <a:spcBef>
                <a:spcPct val="20000"/>
              </a:spcBef>
              <a:spcAft>
                <a:spcPts val="0"/>
              </a:spcAft>
            </a:pPr>
            <a:r>
              <a:rPr lang="en-US" dirty="0">
                <a:ea typeface="+mn-lt"/>
                <a:cs typeface="+mn-lt"/>
              </a:rPr>
              <a:t>Describe features of Natural Language Processing (NLP) workloads on Azure </a:t>
            </a:r>
          </a:p>
        </p:txBody>
      </p:sp>
      <p:grpSp>
        <p:nvGrpSpPr>
          <p:cNvPr id="6" name="Group 5">
            <a:extLst>
              <a:ext uri="{FF2B5EF4-FFF2-40B4-BE49-F238E27FC236}">
                <a16:creationId xmlns:a16="http://schemas.microsoft.com/office/drawing/2014/main" id="{694EE26A-1C7D-4A1F-BAD8-EC36646A1234}"/>
              </a:ext>
              <a:ext uri="{C183D7F6-B498-43B3-948B-1728B52AA6E4}">
                <adec:decorative xmlns:adec="http://schemas.microsoft.com/office/drawing/2017/decorative" val="1"/>
              </a:ext>
            </a:extLst>
          </p:cNvPr>
          <p:cNvGrpSpPr/>
          <p:nvPr/>
        </p:nvGrpSpPr>
        <p:grpSpPr>
          <a:xfrm>
            <a:off x="3226642" y="1401448"/>
            <a:ext cx="629904" cy="629904"/>
            <a:chOff x="6951819" y="472834"/>
            <a:chExt cx="629904" cy="629904"/>
          </a:xfrm>
        </p:grpSpPr>
        <p:sp>
          <p:nvSpPr>
            <p:cNvPr id="12" name="Oval 11">
              <a:extLst>
                <a:ext uri="{FF2B5EF4-FFF2-40B4-BE49-F238E27FC236}">
                  <a16:creationId xmlns:a16="http://schemas.microsoft.com/office/drawing/2014/main" id="{CE830954-9770-4996-A954-4D0AD2543D7D}"/>
                </a:ext>
              </a:extLst>
            </p:cNvPr>
            <p:cNvSpPr/>
            <p:nvPr/>
          </p:nvSpPr>
          <p:spPr bwMode="auto">
            <a:xfrm>
              <a:off x="6951819" y="472834"/>
              <a:ext cx="629904" cy="629904"/>
            </a:xfrm>
            <a:prstGeom prst="ellipse">
              <a:avLst/>
            </a:prstGeom>
            <a:gradFill flip="none" rotWithShape="1">
              <a:gsLst>
                <a:gs pos="0">
                  <a:schemeClr val="tx2">
                    <a:lumMod val="40000"/>
                    <a:lumOff val="60000"/>
                    <a:shade val="30000"/>
                    <a:satMod val="115000"/>
                  </a:schemeClr>
                </a:gs>
                <a:gs pos="50000">
                  <a:schemeClr val="tx2">
                    <a:lumMod val="40000"/>
                    <a:lumOff val="60000"/>
                    <a:shade val="67500"/>
                    <a:satMod val="115000"/>
                  </a:schemeClr>
                </a:gs>
                <a:gs pos="100000">
                  <a:schemeClr val="tx2">
                    <a:lumMod val="40000"/>
                    <a:lumOff val="60000"/>
                    <a:shade val="100000"/>
                    <a:satMod val="115000"/>
                  </a:schemeClr>
                </a:gs>
              </a:gsLst>
              <a:path path="circle">
                <a:fillToRect t="100000" r="100000"/>
              </a:path>
              <a:tileRect l="-100000" b="-100000"/>
            </a:gradFill>
            <a:ln w="38100">
              <a:solidFill>
                <a:srgbClr val="59B4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Graphic 4" descr="Classroom with solid fill">
              <a:extLst>
                <a:ext uri="{FF2B5EF4-FFF2-40B4-BE49-F238E27FC236}">
                  <a16:creationId xmlns:a16="http://schemas.microsoft.com/office/drawing/2014/main" id="{E2E562BD-8A9D-49CE-AC90-8D6A2B05C17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4288" y="523341"/>
              <a:ext cx="484965" cy="484965"/>
            </a:xfrm>
            <a:prstGeom prst="rect">
              <a:avLst/>
            </a:prstGeom>
          </p:spPr>
        </p:pic>
      </p:grpSp>
      <p:grpSp>
        <p:nvGrpSpPr>
          <p:cNvPr id="7" name="Group 6">
            <a:extLst>
              <a:ext uri="{FF2B5EF4-FFF2-40B4-BE49-F238E27FC236}">
                <a16:creationId xmlns:a16="http://schemas.microsoft.com/office/drawing/2014/main" id="{B9CE9330-C488-4239-B109-0E4E507052DD}"/>
              </a:ext>
              <a:ext uri="{C183D7F6-B498-43B3-948B-1728B52AA6E4}">
                <adec:decorative xmlns:adec="http://schemas.microsoft.com/office/drawing/2017/decorative" val="1"/>
              </a:ext>
            </a:extLst>
          </p:cNvPr>
          <p:cNvGrpSpPr/>
          <p:nvPr/>
        </p:nvGrpSpPr>
        <p:grpSpPr>
          <a:xfrm>
            <a:off x="3226642" y="3270971"/>
            <a:ext cx="629904" cy="629904"/>
            <a:chOff x="9956389" y="2456065"/>
            <a:chExt cx="629904" cy="629904"/>
          </a:xfrm>
        </p:grpSpPr>
        <p:sp>
          <p:nvSpPr>
            <p:cNvPr id="16" name="Oval 15">
              <a:extLst>
                <a:ext uri="{FF2B5EF4-FFF2-40B4-BE49-F238E27FC236}">
                  <a16:creationId xmlns:a16="http://schemas.microsoft.com/office/drawing/2014/main" id="{05896024-809E-4D35-AD7A-F560458A13D8}"/>
                </a:ext>
              </a:extLst>
            </p:cNvPr>
            <p:cNvSpPr/>
            <p:nvPr/>
          </p:nvSpPr>
          <p:spPr bwMode="auto">
            <a:xfrm>
              <a:off x="9956389" y="2456065"/>
              <a:ext cx="629904" cy="629904"/>
            </a:xfrm>
            <a:prstGeom prst="ellipse">
              <a:avLst/>
            </a:prstGeom>
            <a:gradFill flip="none" rotWithShape="1">
              <a:gsLst>
                <a:gs pos="0">
                  <a:schemeClr val="tx2">
                    <a:lumMod val="40000"/>
                    <a:lumOff val="60000"/>
                    <a:shade val="30000"/>
                    <a:satMod val="115000"/>
                  </a:schemeClr>
                </a:gs>
                <a:gs pos="50000">
                  <a:schemeClr val="tx2">
                    <a:lumMod val="40000"/>
                    <a:lumOff val="60000"/>
                    <a:shade val="67500"/>
                    <a:satMod val="115000"/>
                  </a:schemeClr>
                </a:gs>
                <a:gs pos="100000">
                  <a:schemeClr val="tx2">
                    <a:lumMod val="40000"/>
                    <a:lumOff val="60000"/>
                    <a:shade val="100000"/>
                    <a:satMod val="115000"/>
                  </a:schemeClr>
                </a:gs>
              </a:gsLst>
              <a:path path="circle">
                <a:fillToRect t="100000" r="100000"/>
              </a:path>
              <a:tileRect l="-100000" b="-100000"/>
            </a:gradFill>
            <a:ln w="38100">
              <a:solidFill>
                <a:srgbClr val="59B4D9"/>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3" name="Graphic 2" descr="Checklist with solid fill">
              <a:extLst>
                <a:ext uri="{FF2B5EF4-FFF2-40B4-BE49-F238E27FC236}">
                  <a16:creationId xmlns:a16="http://schemas.microsoft.com/office/drawing/2014/main" id="{4AD391D6-6F73-4D35-A5A2-E193A94781C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25567" y="2525243"/>
              <a:ext cx="491548" cy="491548"/>
            </a:xfrm>
            <a:prstGeom prst="rect">
              <a:avLst/>
            </a:prstGeom>
          </p:spPr>
        </p:pic>
      </p:grpSp>
    </p:spTree>
    <p:extLst>
      <p:ext uri="{BB962C8B-B14F-4D97-AF65-F5344CB8AC3E}">
        <p14:creationId xmlns:p14="http://schemas.microsoft.com/office/powerpoint/2010/main" val="178546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D42F8-775E-4FB3-A574-BED9904D2907}"/>
              </a:ext>
            </a:extLst>
          </p:cNvPr>
          <p:cNvSpPr>
            <a:spLocks noGrp="1"/>
          </p:cNvSpPr>
          <p:nvPr>
            <p:ph type="title"/>
          </p:nvPr>
        </p:nvSpPr>
        <p:spPr/>
        <p:txBody>
          <a:bodyPr/>
          <a:lstStyle/>
          <a:p>
            <a:r>
              <a:rPr lang="en-US" dirty="0"/>
              <a:t>Course agenda</a:t>
            </a:r>
          </a:p>
        </p:txBody>
      </p:sp>
      <p:graphicFrame>
        <p:nvGraphicFramePr>
          <p:cNvPr id="4" name="Table 4">
            <a:extLst>
              <a:ext uri="{FF2B5EF4-FFF2-40B4-BE49-F238E27FC236}">
                <a16:creationId xmlns:a16="http://schemas.microsoft.com/office/drawing/2014/main" id="{2A6B961E-CC70-46CE-BA49-AAA90EE39393}"/>
              </a:ext>
            </a:extLst>
          </p:cNvPr>
          <p:cNvGraphicFramePr>
            <a:graphicFrameLocks noGrp="1"/>
          </p:cNvGraphicFramePr>
          <p:nvPr>
            <p:extLst>
              <p:ext uri="{D42A27DB-BD31-4B8C-83A1-F6EECF244321}">
                <p14:modId xmlns:p14="http://schemas.microsoft.com/office/powerpoint/2010/main" val="983782881"/>
              </p:ext>
            </p:extLst>
          </p:nvPr>
        </p:nvGraphicFramePr>
        <p:xfrm>
          <a:off x="1047060" y="1527249"/>
          <a:ext cx="10460274" cy="3410707"/>
        </p:xfrm>
        <a:graphic>
          <a:graphicData uri="http://schemas.openxmlformats.org/drawingml/2006/table">
            <a:tbl>
              <a:tblPr firstRow="1" bandRow="1">
                <a:tableStyleId>{2D5ABB26-0587-4C30-8999-92F81FD0307C}</a:tableStyleId>
              </a:tblPr>
              <a:tblGrid>
                <a:gridCol w="5277838">
                  <a:extLst>
                    <a:ext uri="{9D8B030D-6E8A-4147-A177-3AD203B41FA5}">
                      <a16:colId xmlns:a16="http://schemas.microsoft.com/office/drawing/2014/main" val="2278379534"/>
                    </a:ext>
                  </a:extLst>
                </a:gridCol>
                <a:gridCol w="5182436">
                  <a:extLst>
                    <a:ext uri="{9D8B030D-6E8A-4147-A177-3AD203B41FA5}">
                      <a16:colId xmlns:a16="http://schemas.microsoft.com/office/drawing/2014/main" val="1876836055"/>
                    </a:ext>
                  </a:extLst>
                </a:gridCol>
              </a:tblGrid>
              <a:tr h="306976">
                <a:tc>
                  <a:txBody>
                    <a:bodyPr/>
                    <a:lstStyle/>
                    <a:p>
                      <a:r>
                        <a:rPr lang="en-US" sz="1600" dirty="0">
                          <a:solidFill>
                            <a:schemeClr val="bg1"/>
                          </a:solidFill>
                          <a:latin typeface="+mj-lt"/>
                        </a:rPr>
                        <a:t>PowerPoint</a:t>
                      </a:r>
                    </a:p>
                  </a:txBody>
                  <a:tcPr marL="93260" marR="93260" marT="46630" marB="46630" anchor="ctr">
                    <a:lnL w="6350" cap="flat" cmpd="sng" algn="ctr">
                      <a:solidFill>
                        <a:srgbClr val="243A5E"/>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tc>
                  <a:txBody>
                    <a:bodyPr/>
                    <a:lstStyle/>
                    <a:p>
                      <a:r>
                        <a:rPr lang="en-US" sz="1600" dirty="0">
                          <a:solidFill>
                            <a:schemeClr val="bg1"/>
                          </a:solidFill>
                          <a:latin typeface="+mj-lt"/>
                        </a:rPr>
                        <a:t>Topics</a:t>
                      </a:r>
                    </a:p>
                  </a:txBody>
                  <a:tcPr marL="93260" marR="93260" marT="46630" marB="46630" anchor="ctr">
                    <a:lnL w="6350" cap="flat" cmpd="sng" algn="ctr">
                      <a:solidFill>
                        <a:schemeClr val="bg1"/>
                      </a:solidFill>
                      <a:prstDash val="solid"/>
                      <a:round/>
                      <a:headEnd type="none" w="med" len="med"/>
                      <a:tailEnd type="none" w="med" len="med"/>
                    </a:lnL>
                    <a:lnR w="6350" cap="flat" cmpd="sng" algn="ctr">
                      <a:solidFill>
                        <a:srgbClr val="243A5E"/>
                      </a:solidFill>
                      <a:prstDash val="solid"/>
                      <a:round/>
                      <a:headEnd type="none" w="med" len="med"/>
                      <a:tailEnd type="none" w="med" len="med"/>
                    </a:lnR>
                    <a:lnT w="6350" cap="flat" cmpd="sng" algn="ctr">
                      <a:solidFill>
                        <a:srgbClr val="243A5E"/>
                      </a:solidFill>
                      <a:prstDash val="solid"/>
                      <a:round/>
                      <a:headEnd type="none" w="med" len="med"/>
                      <a:tailEnd type="none" w="med" len="med"/>
                    </a:lnT>
                    <a:lnB w="6350" cap="flat" cmpd="sng" algn="ctr">
                      <a:noFill/>
                      <a:prstDash val="solid"/>
                      <a:round/>
                      <a:headEnd type="none" w="med" len="med"/>
                      <a:tailEnd type="none" w="med" len="med"/>
                    </a:lnB>
                    <a:solidFill>
                      <a:srgbClr val="243A5E"/>
                    </a:solidFill>
                  </a:tcPr>
                </a:tc>
                <a:extLst>
                  <a:ext uri="{0D108BD9-81ED-4DB2-BD59-A6C34878D82A}">
                    <a16:rowId xmlns:a16="http://schemas.microsoft.com/office/drawing/2014/main" val="2770328589"/>
                  </a:ext>
                </a:extLst>
              </a:tr>
              <a:tr h="656166">
                <a:tc>
                  <a:txBody>
                    <a:bodyPr/>
                    <a:lstStyle/>
                    <a:p>
                      <a:pPr marL="0" marR="0" lvl="0" indent="0" algn="l" rtl="0" eaLnBrk="1" fontAlgn="auto" latinLnBrk="0" hangingPunct="1">
                        <a:lnSpc>
                          <a:spcPct val="100000"/>
                        </a:lnSpc>
                        <a:spcBef>
                          <a:spcPts val="0"/>
                        </a:spcBef>
                        <a:spcAft>
                          <a:spcPts val="600"/>
                        </a:spcAft>
                        <a:buClrTx/>
                        <a:buSzTx/>
                        <a:buFontTx/>
                        <a:buNone/>
                      </a:pPr>
                      <a:r>
                        <a:rPr lang="en-US" sz="1600" b="1" i="0" u="none" strike="noStrike" noProof="0" dirty="0"/>
                        <a:t>Explore Fundamentals of Artificial Intelligence</a:t>
                      </a:r>
                      <a:endParaRPr lang="en-US" sz="1600" b="1" dirty="0">
                        <a:solidFill>
                          <a:schemeClr val="tx1"/>
                        </a:solidFill>
                      </a:endParaRPr>
                    </a:p>
                  </a:txBody>
                  <a:tcPr marL="93260" marR="93260" marT="46630" marB="4663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lvl="0" indent="-285750" algn="l">
                        <a:lnSpc>
                          <a:spcPct val="100000"/>
                        </a:lnSpc>
                        <a:spcBef>
                          <a:spcPts val="0"/>
                        </a:spcBef>
                        <a:spcAft>
                          <a:spcPts val="0"/>
                        </a:spcAft>
                        <a:buFont typeface="Arial"/>
                        <a:buChar char="•"/>
                      </a:pPr>
                      <a:r>
                        <a:rPr lang="en-US" sz="1400" b="0" i="0" u="none" strike="noStrike" noProof="0" dirty="0"/>
                        <a:t>Introduction to Artificial Intelligence</a:t>
                      </a:r>
                      <a:endParaRPr lang="en-US" sz="1400" dirty="0">
                        <a:latin typeface="+mn-lt"/>
                      </a:endParaRPr>
                    </a:p>
                    <a:p>
                      <a:pPr marL="285750" lvl="0" indent="-285750" algn="l">
                        <a:lnSpc>
                          <a:spcPct val="100000"/>
                        </a:lnSpc>
                        <a:spcBef>
                          <a:spcPts val="0"/>
                        </a:spcBef>
                        <a:spcAft>
                          <a:spcPts val="0"/>
                        </a:spcAft>
                        <a:buFont typeface="Arial"/>
                        <a:buChar char="•"/>
                      </a:pPr>
                      <a:r>
                        <a:rPr lang="en-US" sz="1400" b="0" i="0" u="none" strike="noStrike" noProof="0" dirty="0"/>
                        <a:t>Artificial Intelligence in Microsoft Azure</a:t>
                      </a:r>
                      <a:endParaRPr lang="en-US" dirty="0"/>
                    </a:p>
                  </a:txBody>
                  <a:tcPr marL="93260" marR="93260" marT="46630" marB="46630">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385480105"/>
                  </a:ext>
                </a:extLst>
              </a:tr>
              <a:tr h="729069">
                <a:tc>
                  <a:txBody>
                    <a:bodyPr/>
                    <a:lstStyle/>
                    <a:p>
                      <a:pPr marL="0" marR="0" lvl="0" indent="0" algn="l" rtl="0" eaLnBrk="1" fontAlgn="auto" latinLnBrk="0" hangingPunct="1">
                        <a:lnSpc>
                          <a:spcPct val="100000"/>
                        </a:lnSpc>
                        <a:spcBef>
                          <a:spcPts val="0"/>
                        </a:spcBef>
                        <a:spcAft>
                          <a:spcPts val="600"/>
                        </a:spcAft>
                        <a:buClrTx/>
                        <a:buSzTx/>
                        <a:buFontTx/>
                        <a:buNone/>
                      </a:pPr>
                      <a:r>
                        <a:rPr lang="en-US" sz="1600" b="1" i="0" u="none" strike="noStrike" noProof="0" dirty="0"/>
                        <a:t>Explore Fundamentals of Machine Learning</a:t>
                      </a:r>
                      <a:endParaRPr lang="en-US" sz="1600" b="1" dirty="0">
                        <a:solidFill>
                          <a:schemeClr val="tx1"/>
                        </a:solidFill>
                      </a:endParaRPr>
                    </a:p>
                  </a:txBody>
                  <a:tcPr marL="93260" marR="93260" marT="46630" marB="4663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lvl="0" indent="-285750" algn="l">
                        <a:lnSpc>
                          <a:spcPct val="100000"/>
                        </a:lnSpc>
                        <a:spcBef>
                          <a:spcPts val="0"/>
                        </a:spcBef>
                        <a:spcAft>
                          <a:spcPts val="0"/>
                        </a:spcAft>
                        <a:buFont typeface="Arial"/>
                        <a:buChar char="•"/>
                      </a:pPr>
                      <a:r>
                        <a:rPr lang="en-US" sz="1400" b="0" i="0" u="none" strike="noStrike" noProof="0" dirty="0">
                          <a:latin typeface="Segoe UI"/>
                        </a:rPr>
                        <a:t>Introduction to Machine Learning</a:t>
                      </a:r>
                      <a:endParaRPr lang="en-US" sz="1400" dirty="0"/>
                    </a:p>
                    <a:p>
                      <a:pPr marL="285750" lvl="0" indent="-285750" algn="l">
                        <a:lnSpc>
                          <a:spcPct val="100000"/>
                        </a:lnSpc>
                        <a:spcBef>
                          <a:spcPts val="0"/>
                        </a:spcBef>
                        <a:spcAft>
                          <a:spcPts val="0"/>
                        </a:spcAft>
                        <a:buFont typeface="Arial"/>
                        <a:buChar char="•"/>
                      </a:pPr>
                      <a:r>
                        <a:rPr lang="en-US" sz="1400" b="0" i="0" u="none" strike="noStrike" noProof="0" dirty="0">
                          <a:latin typeface="Segoe UI"/>
                        </a:rPr>
                        <a:t>Azure Machine Learning</a:t>
                      </a:r>
                      <a:endParaRPr lang="en-US" dirty="0"/>
                    </a:p>
                  </a:txBody>
                  <a:tcPr marL="93260" marR="93260" marT="46630" marB="46630">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36895172"/>
                  </a:ext>
                </a:extLst>
              </a:tr>
              <a:tr h="719477">
                <a:tc>
                  <a:txBody>
                    <a:bodyPr/>
                    <a:lstStyle/>
                    <a:p>
                      <a:pPr marL="0" marR="0" lvl="0" indent="0" algn="l" rtl="0" eaLnBrk="1" fontAlgn="auto" latinLnBrk="0" hangingPunct="1">
                        <a:lnSpc>
                          <a:spcPct val="100000"/>
                        </a:lnSpc>
                        <a:spcBef>
                          <a:spcPts val="0"/>
                        </a:spcBef>
                        <a:spcAft>
                          <a:spcPts val="600"/>
                        </a:spcAft>
                        <a:buClrTx/>
                        <a:buSzTx/>
                        <a:buFontTx/>
                        <a:buNone/>
                      </a:pPr>
                      <a:r>
                        <a:rPr lang="en-US" sz="1600" b="1" i="0" u="none" strike="noStrike" noProof="0" dirty="0"/>
                        <a:t>Explore Fundamentals of Computer Vision</a:t>
                      </a:r>
                      <a:endParaRPr lang="en-US" sz="1600" b="1" dirty="0">
                        <a:solidFill>
                          <a:schemeClr val="tx1"/>
                        </a:solidFill>
                      </a:endParaRPr>
                    </a:p>
                  </a:txBody>
                  <a:tcPr marL="93260" marR="93260" marT="46630" marB="4663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lvl="0" indent="-285750" algn="l">
                        <a:lnSpc>
                          <a:spcPct val="100000"/>
                        </a:lnSpc>
                        <a:spcBef>
                          <a:spcPts val="0"/>
                        </a:spcBef>
                        <a:spcAft>
                          <a:spcPts val="0"/>
                        </a:spcAft>
                        <a:buFont typeface="Arial"/>
                        <a:buChar char="•"/>
                      </a:pPr>
                      <a:r>
                        <a:rPr lang="en-US" sz="1400" b="0" i="0" u="none" strike="noStrike" noProof="0" dirty="0">
                          <a:latin typeface="Segoe UI"/>
                        </a:rPr>
                        <a:t>Computer Vision Concepts </a:t>
                      </a:r>
                      <a:endParaRPr lang="en-US" sz="1400" dirty="0"/>
                    </a:p>
                    <a:p>
                      <a:pPr marL="285750" lvl="0" indent="-285750" algn="l">
                        <a:lnSpc>
                          <a:spcPct val="100000"/>
                        </a:lnSpc>
                        <a:spcBef>
                          <a:spcPts val="0"/>
                        </a:spcBef>
                        <a:spcAft>
                          <a:spcPts val="0"/>
                        </a:spcAft>
                        <a:buFont typeface="Arial"/>
                        <a:buChar char="•"/>
                      </a:pPr>
                      <a:r>
                        <a:rPr lang="en-US" sz="1400" b="0" i="0" u="none" strike="noStrike" noProof="0" dirty="0">
                          <a:latin typeface="Segoe UI"/>
                        </a:rPr>
                        <a:t>Creating Computer Vision solutions in Azure</a:t>
                      </a:r>
                      <a:endParaRPr lang="en-US" dirty="0"/>
                    </a:p>
                  </a:txBody>
                  <a:tcPr marL="93260" marR="93260" marT="46630" marB="46630">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561249613"/>
                  </a:ext>
                </a:extLst>
              </a:tr>
              <a:tr h="968895">
                <a:tc>
                  <a:txBody>
                    <a:bodyPr/>
                    <a:lstStyle/>
                    <a:p>
                      <a:pPr marL="0" marR="0" lvl="0" indent="0" algn="l" rtl="0" eaLnBrk="1" fontAlgn="auto" latinLnBrk="0" hangingPunct="1">
                        <a:lnSpc>
                          <a:spcPct val="100000"/>
                        </a:lnSpc>
                        <a:spcBef>
                          <a:spcPts val="0"/>
                        </a:spcBef>
                        <a:spcAft>
                          <a:spcPts val="600"/>
                        </a:spcAft>
                        <a:buClrTx/>
                        <a:buSzTx/>
                        <a:buFontTx/>
                        <a:buNone/>
                      </a:pPr>
                      <a:r>
                        <a:rPr lang="en-US" sz="1600" b="1" i="0" u="none" strike="noStrike" noProof="0" dirty="0"/>
                        <a:t>Explore Fundamentals of Natural Language Processing</a:t>
                      </a:r>
                      <a:endParaRPr lang="en-US" sz="1600" b="1" dirty="0">
                        <a:solidFill>
                          <a:schemeClr val="tx1"/>
                        </a:solidFill>
                      </a:endParaRPr>
                    </a:p>
                  </a:txBody>
                  <a:tcPr marL="93260" marR="93260" marT="46630" marB="46630">
                    <a:lnL w="6350" cap="flat" cmpd="sng" algn="ctr">
                      <a:solidFill>
                        <a:schemeClr val="bg1">
                          <a:lumMod val="75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lvl="0" indent="-285750" algn="l">
                        <a:lnSpc>
                          <a:spcPct val="100000"/>
                        </a:lnSpc>
                        <a:spcBef>
                          <a:spcPts val="0"/>
                        </a:spcBef>
                        <a:spcAft>
                          <a:spcPts val="0"/>
                        </a:spcAft>
                        <a:buFont typeface="Arial"/>
                        <a:buChar char="•"/>
                      </a:pPr>
                      <a:r>
                        <a:rPr lang="en-US" sz="1400" b="0" i="0" u="none" strike="noStrike" noProof="0" dirty="0">
                          <a:latin typeface="Segoe UI"/>
                        </a:rPr>
                        <a:t>Introduction to Natural Language Processing</a:t>
                      </a:r>
                      <a:endParaRPr lang="en-US" sz="1400" dirty="0"/>
                    </a:p>
                    <a:p>
                      <a:pPr marL="285750" lvl="0" indent="-285750" algn="l">
                        <a:lnSpc>
                          <a:spcPct val="100000"/>
                        </a:lnSpc>
                        <a:spcBef>
                          <a:spcPts val="0"/>
                        </a:spcBef>
                        <a:spcAft>
                          <a:spcPts val="0"/>
                        </a:spcAft>
                        <a:buFont typeface="Arial"/>
                        <a:buChar char="•"/>
                      </a:pPr>
                      <a:r>
                        <a:rPr lang="en-US" sz="1400" b="0" i="0" u="none" strike="noStrike" noProof="0" dirty="0">
                          <a:latin typeface="Segoe UI"/>
                        </a:rPr>
                        <a:t>Building Natural Language Solutions in Azure</a:t>
                      </a:r>
                      <a:endParaRPr lang="en-US" dirty="0"/>
                    </a:p>
                  </a:txBody>
                  <a:tcPr marL="93260" marR="93260" marT="46630" marB="46630">
                    <a:lnL w="6350"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41432742"/>
                  </a:ext>
                </a:extLst>
              </a:tr>
            </a:tbl>
          </a:graphicData>
        </a:graphic>
      </p:graphicFrame>
    </p:spTree>
    <p:extLst>
      <p:ext uri="{BB962C8B-B14F-4D97-AF65-F5344CB8AC3E}">
        <p14:creationId xmlns:p14="http://schemas.microsoft.com/office/powerpoint/2010/main" val="270516116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44C74-739A-4E2B-B5F5-57F23F55E0D5}"/>
              </a:ext>
            </a:extLst>
          </p:cNvPr>
          <p:cNvSpPr>
            <a:spLocks noGrp="1"/>
          </p:cNvSpPr>
          <p:nvPr>
            <p:ph type="title"/>
          </p:nvPr>
        </p:nvSpPr>
        <p:spPr/>
        <p:txBody>
          <a:bodyPr/>
          <a:lstStyle/>
          <a:p>
            <a:r>
              <a:rPr lang="en-US" dirty="0"/>
              <a:t>Lab environment</a:t>
            </a:r>
          </a:p>
        </p:txBody>
      </p:sp>
      <p:sp>
        <p:nvSpPr>
          <p:cNvPr id="6" name="Rectangle 5">
            <a:extLst>
              <a:ext uri="{FF2B5EF4-FFF2-40B4-BE49-F238E27FC236}">
                <a16:creationId xmlns:a16="http://schemas.microsoft.com/office/drawing/2014/main" id="{3BD266C3-03E0-43D6-9332-0C064C7FA0DF}"/>
              </a:ext>
            </a:extLst>
          </p:cNvPr>
          <p:cNvSpPr/>
          <p:nvPr/>
        </p:nvSpPr>
        <p:spPr>
          <a:xfrm>
            <a:off x="1392795" y="3316477"/>
            <a:ext cx="10212467" cy="2259942"/>
          </a:xfrm>
          <a:prstGeom prst="rect">
            <a:avLst/>
          </a:prstGeom>
        </p:spPr>
        <p:txBody>
          <a:bodyPr wrap="square" lIns="0" tIns="0" rIns="0" bIns="0">
            <a:noAutofit/>
          </a:bodyPr>
          <a:lstStyle/>
          <a:p>
            <a:pPr marL="342900" indent="-342900" algn="l">
              <a:buFont typeface="Arial" panose="020B0604020202020204" pitchFamily="34" charset="0"/>
              <a:buChar char="•"/>
            </a:pPr>
            <a:r>
              <a:rPr lang="en-US" sz="2400" dirty="0"/>
              <a:t>Labs in this course are based </a:t>
            </a:r>
            <a:r>
              <a:rPr lang="en-US" sz="2400"/>
              <a:t>on content </a:t>
            </a:r>
            <a:r>
              <a:rPr lang="en-US" sz="2400" dirty="0"/>
              <a:t>in Microsoft Learn</a:t>
            </a:r>
          </a:p>
          <a:p>
            <a:pPr marL="342900" indent="-342900" algn="l">
              <a:buFont typeface="Arial" panose="020B0604020202020204" pitchFamily="34" charset="0"/>
              <a:buChar char="•"/>
            </a:pPr>
            <a:r>
              <a:rPr lang="en-US" sz="2400" dirty="0"/>
              <a:t>You will be provided with an Azure subscription for use in this class</a:t>
            </a:r>
          </a:p>
          <a:p>
            <a:pPr marL="800083" lvl="1" indent="-342900">
              <a:buFont typeface="Arial" panose="020B0604020202020204" pitchFamily="34" charset="0"/>
              <a:buChar char="•"/>
            </a:pPr>
            <a:r>
              <a:rPr lang="en-US" sz="2000" dirty="0"/>
              <a:t>Your instructor will provide details</a:t>
            </a:r>
          </a:p>
        </p:txBody>
      </p:sp>
      <p:pic>
        <p:nvPicPr>
          <p:cNvPr id="8" name="Graphic 7" descr="Cloud Computing with solid fill">
            <a:extLst>
              <a:ext uri="{FF2B5EF4-FFF2-40B4-BE49-F238E27FC236}">
                <a16:creationId xmlns:a16="http://schemas.microsoft.com/office/drawing/2014/main" id="{40C7E422-7E58-4280-8A9A-54B918B98D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94359" y="862878"/>
            <a:ext cx="2136757" cy="2136757"/>
          </a:xfrm>
          <a:prstGeom prst="rect">
            <a:avLst/>
          </a:prstGeom>
        </p:spPr>
      </p:pic>
      <p:pic>
        <p:nvPicPr>
          <p:cNvPr id="5" name="Graphic 4" descr="User with solid fill">
            <a:extLst>
              <a:ext uri="{FF2B5EF4-FFF2-40B4-BE49-F238E27FC236}">
                <a16:creationId xmlns:a16="http://schemas.microsoft.com/office/drawing/2014/main" id="{5910C58A-8F84-4065-AF16-10EA89BD41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02130" y="1831344"/>
            <a:ext cx="1293031" cy="1293031"/>
          </a:xfrm>
          <a:prstGeom prst="rect">
            <a:avLst/>
          </a:prstGeom>
        </p:spPr>
      </p:pic>
    </p:spTree>
    <p:extLst>
      <p:ext uri="{BB962C8B-B14F-4D97-AF65-F5344CB8AC3E}">
        <p14:creationId xmlns:p14="http://schemas.microsoft.com/office/powerpoint/2010/main" val="1131101636"/>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C8FC6-1A8D-4495-B61A-63499D3AFC0F}"/>
              </a:ext>
            </a:extLst>
          </p:cNvPr>
          <p:cNvSpPr>
            <a:spLocks noGrp="1"/>
          </p:cNvSpPr>
          <p:nvPr>
            <p:ph type="title" idx="4294967295"/>
          </p:nvPr>
        </p:nvSpPr>
        <p:spPr>
          <a:xfrm>
            <a:off x="418643" y="-680196"/>
            <a:ext cx="11341268" cy="680196"/>
          </a:xfrm>
        </p:spPr>
        <p:txBody>
          <a:bodyPr vert="horz" wrap="square" lIns="0" tIns="91440" rIns="146304" bIns="91440" rtlCol="0" anchor="b">
            <a:noAutofit/>
          </a:bodyPr>
          <a:lstStyle/>
          <a:p>
            <a:r>
              <a:rPr lang="en-US"/>
              <a:t>Template slide</a:t>
            </a:r>
            <a:endParaRPr lang="en-US" dirty="0"/>
          </a:p>
        </p:txBody>
      </p:sp>
    </p:spTree>
    <p:extLst>
      <p:ext uri="{BB962C8B-B14F-4D97-AF65-F5344CB8AC3E}">
        <p14:creationId xmlns:p14="http://schemas.microsoft.com/office/powerpoint/2010/main" val="1793782886"/>
      </p:ext>
    </p:extLst>
  </p:cSld>
  <p:clrMapOvr>
    <a:masterClrMapping/>
  </p:clrMapOvr>
  <p:transition>
    <p:fade/>
  </p:transition>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52009352-A6C7-428C-AECB-265903B366DE}"/>
    </a:ext>
  </a:extLst>
</a:theme>
</file>

<file path=ppt/theme/theme2.xml><?xml version="1.0" encoding="utf-8"?>
<a:theme xmlns:a="http://schemas.openxmlformats.org/drawingml/2006/main" name="SOFT BLACK TEMPLATE">
  <a:themeElements>
    <a:clrScheme name="ST_Illusttration_Soft_Black">
      <a:dk1>
        <a:srgbClr val="1A1A1A"/>
      </a:dk1>
      <a:lt1>
        <a:srgbClr val="FFFFFF"/>
      </a:lt1>
      <a:dk2>
        <a:srgbClr val="0D0D0D"/>
      </a:dk2>
      <a:lt2>
        <a:srgbClr val="D2D2D2"/>
      </a:lt2>
      <a:accent1>
        <a:srgbClr val="0078D4"/>
      </a:accent1>
      <a:accent2>
        <a:srgbClr val="00BCF2"/>
      </a:accent2>
      <a:accent3>
        <a:srgbClr val="107C10"/>
      </a:accent3>
      <a:accent4>
        <a:srgbClr val="D73B01"/>
      </a:accent4>
      <a:accent5>
        <a:srgbClr val="FFB900"/>
      </a:accent5>
      <a:accent6>
        <a:srgbClr val="E6E6E6"/>
      </a:accent6>
      <a:hlink>
        <a:srgbClr val="00BCF2"/>
      </a:hlink>
      <a:folHlink>
        <a:srgbClr val="00BCF2"/>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A35603E7-B3A0-4543-A6F3-1B71D705BF58}"/>
    </a:ext>
  </a:extLst>
</a:theme>
</file>

<file path=ppt/theme/theme3.xml><?xml version="1.0" encoding="utf-8"?>
<a:theme xmlns:a="http://schemas.openxmlformats.org/drawingml/2006/main" name="FY17 EMPOWER Campaign Theme">
  <a:themeElements>
    <a:clrScheme name="Custom 2">
      <a:dk1>
        <a:srgbClr val="505050"/>
      </a:dk1>
      <a:lt1>
        <a:sysClr val="window" lastClr="FFFFFF"/>
      </a:lt1>
      <a:dk2>
        <a:srgbClr val="0078D7"/>
      </a:dk2>
      <a:lt2>
        <a:srgbClr val="000000"/>
      </a:lt2>
      <a:accent1>
        <a:srgbClr val="107C10"/>
      </a:accent1>
      <a:accent2>
        <a:srgbClr val="FF8C00"/>
      </a:accent2>
      <a:accent3>
        <a:srgbClr val="D83B01"/>
      </a:accent3>
      <a:accent4>
        <a:srgbClr val="00BCF2"/>
      </a:accent4>
      <a:accent5>
        <a:srgbClr val="002050"/>
      </a:accent5>
      <a:accent6>
        <a:srgbClr val="5C2D91"/>
      </a:accent6>
      <a:hlink>
        <a:srgbClr val="B9B9B9"/>
      </a:hlink>
      <a:folHlink>
        <a:srgbClr val="969696"/>
      </a:folHlink>
    </a:clrScheme>
    <a:fontScheme name="Segoe">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b" anchorCtr="0" forceAA="0" compatLnSpc="1">
        <a:prstTxWarp prst="textNoShape">
          <a:avLst/>
        </a:prstTxWarp>
        <a:noAutofit/>
      </a:bodyPr>
      <a:lstStyle>
        <a:defPPr algn="r">
          <a:defRPr sz="12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none" lIns="91440" tIns="91440" rIns="91440" bIns="91440" rtlCol="0" anchor="t">
        <a:noAutofit/>
      </a:bodyPr>
      <a:lstStyle>
        <a:defPPr marL="171450" indent="-171450">
          <a:buFont typeface="Wingdings" pitchFamily="2" charset="2"/>
          <a:buChar char="§"/>
          <a:defRPr sz="1600" dirty="0" err="1" smtClean="0">
            <a:latin typeface="Segoe UI" pitchFamily="34" charset="0"/>
            <a:ea typeface="Segoe UI" pitchFamily="34" charset="0"/>
            <a:cs typeface="Segoe UI" pitchFamily="34" charset="0"/>
          </a:defRPr>
        </a:defPPr>
      </a:lstStyle>
    </a:txDef>
  </a:objectDefaults>
  <a:extraClrSchemeLst/>
  <a:extLst>
    <a:ext uri="{05A4C25C-085E-4340-85A3-A5531E510DB2}">
      <thm15:themeFamily xmlns:thm15="http://schemas.microsoft.com/office/thememl/2012/main" name="DP-200T01 Microsoft Azure Data Engineering-01 - Copy.pptx" id="{14C7EC89-4A55-455C-BB1B-8F608ECD5D71}" vid="{EEB9C2E4-C969-48B9-8DE1-D7CE6F0F5EB5}"/>
    </a:ext>
  </a:extLst>
</a:theme>
</file>

<file path=ppt/theme/theme4.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5.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3B837EE22264C47BADCAD42CBD674DD" ma:contentTypeVersion="12" ma:contentTypeDescription="Create a new document." ma:contentTypeScope="" ma:versionID="e7db172cd5f070c8a86a9af32ef87f3d">
  <xsd:schema xmlns:xsd="http://www.w3.org/2001/XMLSchema" xmlns:xs="http://www.w3.org/2001/XMLSchema" xmlns:p="http://schemas.microsoft.com/office/2006/metadata/properties" xmlns:ns1="http://schemas.microsoft.com/sharepoint/v3" xmlns:ns2="a03ce9dd-1b4b-4fd0-92e5-50ed570c566c" xmlns:ns3="378c2c56-4100-4315-9179-4d3644984557" targetNamespace="http://schemas.microsoft.com/office/2006/metadata/properties" ma:root="true" ma:fieldsID="4a088ad7c9449179767be8c58bb4447e" ns1:_="" ns2:_="" ns3:_="">
    <xsd:import namespace="http://schemas.microsoft.com/sharepoint/v3"/>
    <xsd:import namespace="a03ce9dd-1b4b-4fd0-92e5-50ed570c566c"/>
    <xsd:import namespace="378c2c56-4100-4315-9179-4d364498455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1:_ip_UnifiedCompliancePolicyProperties" minOccurs="0"/>
                <xsd:element ref="ns1:_ip_UnifiedCompliancePolicyUIAc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03ce9dd-1b4b-4fd0-92e5-50ed570c56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8c2c56-4100-4315-9179-4d364498455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201B995B-BA6D-486F-B21F-E9A353EEB0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03ce9dd-1b4b-4fd0-92e5-50ed570c566c"/>
    <ds:schemaRef ds:uri="378c2c56-4100-4315-9179-4d36449845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C055A75-9B8B-4D90-829D-EFC8AAE6D220}">
  <ds:schemaRefs>
    <ds:schemaRef ds:uri="http://schemas.microsoft.com/sharepoint/v3/contenttype/forms"/>
  </ds:schemaRefs>
</ds:datastoreItem>
</file>

<file path=customXml/itemProps3.xml><?xml version="1.0" encoding="utf-8"?>
<ds:datastoreItem xmlns:ds="http://schemas.openxmlformats.org/officeDocument/2006/customXml" ds:itemID="{2F84B0F9-6A5F-4319-B0B5-1138F348D1E0}">
  <ds:schemaRefs>
    <ds:schemaRef ds:uri="http://schemas.microsoft.com/office/2006/documentManagement/types"/>
    <ds:schemaRef ds:uri="378c2c56-4100-4315-9179-4d3644984557"/>
    <ds:schemaRef ds:uri="http://purl.org/dc/dcmitype/"/>
    <ds:schemaRef ds:uri="http://schemas.openxmlformats.org/package/2006/metadata/core-properties"/>
    <ds:schemaRef ds:uri="http://www.w3.org/XML/1998/namespace"/>
    <ds:schemaRef ds:uri="http://schemas.microsoft.com/office/infopath/2007/PartnerControls"/>
    <ds:schemaRef ds:uri="a03ce9dd-1b4b-4fd0-92e5-50ed570c566c"/>
    <ds:schemaRef ds:uri="http://purl.org/dc/terms/"/>
    <ds:schemaRef ds:uri="http://schemas.microsoft.com/sharepoint/v3"/>
    <ds:schemaRef ds:uri="http://schemas.microsoft.com/office/2006/metadata/properties"/>
    <ds:schemaRef ds:uri="http://purl.org/dc/elements/1.1/"/>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DataAndAI</Template>
  <TotalTime>0</TotalTime>
  <Words>653</Words>
  <Application>Microsoft Office PowerPoint</Application>
  <PresentationFormat>Widescreen</PresentationFormat>
  <Paragraphs>71</Paragraphs>
  <Slides>5</Slides>
  <Notes>5</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5</vt:i4>
      </vt:variant>
    </vt:vector>
  </HeadingPairs>
  <TitlesOfParts>
    <vt:vector size="17" baseType="lpstr">
      <vt:lpstr>Arial</vt:lpstr>
      <vt:lpstr>Consolas</vt:lpstr>
      <vt:lpstr>Segoe UI</vt:lpstr>
      <vt:lpstr>Segoe UI Light</vt:lpstr>
      <vt:lpstr>Segoe UI Semibold</vt:lpstr>
      <vt:lpstr>Segoe UI Semilight</vt:lpstr>
      <vt:lpstr>Wingdings</vt:lpstr>
      <vt:lpstr>WHITE TEMPLATE</vt:lpstr>
      <vt:lpstr>SOFT BLACK TEMPLATE</vt:lpstr>
      <vt:lpstr>FY17 EMPOWER Campaign Theme</vt:lpstr>
      <vt:lpstr>Azure 1</vt:lpstr>
      <vt:lpstr>Microsoft Azure Template</vt:lpstr>
      <vt:lpstr>AI-900 Azure AI Fundamentals</vt:lpstr>
      <vt:lpstr>About this course</vt:lpstr>
      <vt:lpstr>Course agenda</vt:lpstr>
      <vt:lpstr>Lab environment</vt:lpstr>
      <vt:lpstr>Template slide</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AI-900 Azure AI Fundamentals</dc:title>
  <dc:subject/>
  <dc:creator/>
  <cp:keywords/>
  <dc:description/>
  <cp:revision>100</cp:revision>
  <dcterms:created xsi:type="dcterms:W3CDTF">2019-03-20T17:06:14Z</dcterms:created>
  <dcterms:modified xsi:type="dcterms:W3CDTF">2022-10-06T20:33:28Z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v-tamat@microsoft.com</vt:lpwstr>
  </property>
  <property fmtid="{D5CDD505-2E9C-101B-9397-08002B2CF9AE}" pid="5" name="MSIP_Label_f42aa342-8706-4288-bd11-ebb85995028c_SetDate">
    <vt:lpwstr>2018-12-16T17:59:52.0180957Z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y fmtid="{D5CDD505-2E9C-101B-9397-08002B2CF9AE}" pid="10" name="ContentTypeId">
    <vt:lpwstr>0x01010023B837EE22264C47BADCAD42CBD674DD</vt:lpwstr>
  </property>
</Properties>
</file>