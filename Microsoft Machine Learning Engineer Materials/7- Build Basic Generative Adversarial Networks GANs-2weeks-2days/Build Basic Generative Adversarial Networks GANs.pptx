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media/image4.jpg" ContentType="image/jpg"/>
  <Override PartName="/ppt/media/image5.jpg" ContentType="image/jpg"/>
  <Override PartName="/ppt/media/image6.jpg" ContentType="image/jpg"/>
  <Override PartName="/ppt/media/image7.jpg" ContentType="image/jpg"/>
  <Override PartName="/ppt/media/image8.jpg" ContentType="image/jpg"/>
  <Override PartName="/ppt/media/image9.jpg" ContentType="image/jpg"/>
  <Override PartName="/ppt/media/image10.jpg" ContentType="image/jpg"/>
  <Override PartName="/ppt/media/image11.jpg" ContentType="image/jpg"/>
  <Override PartName="/ppt/media/image12.jpg" ContentType="image/jpg"/>
  <Override PartName="/ppt/media/image13.jpg" ContentType="image/jpg"/>
  <Override PartName="/ppt/media/image14.jpg" ContentType="image/jpg"/>
  <Override PartName="/ppt/media/image15.jpg" ContentType="image/jpg"/>
  <Override PartName="/ppt/media/image16.jpg" ContentType="image/jpg"/>
  <Override PartName="/ppt/media/image17.jpg" ContentType="image/jpg"/>
  <Override PartName="/ppt/media/image18.jpg" ContentType="image/jpg"/>
  <Override PartName="/ppt/media/image19.jpg" ContentType="image/jpg"/>
  <Override PartName="/ppt/media/image20.jpg" ContentType="image/jpg"/>
  <Override PartName="/ppt/media/image21.jpg" ContentType="image/jpg"/>
  <Override PartName="/ppt/media/image22.jpg" ContentType="image/jpg"/>
  <Override PartName="/ppt/media/image23.jpg" ContentType="image/jpg"/>
  <Override PartName="/ppt/media/image24.jpg" ContentType="image/jpg"/>
  <Override PartName="/ppt/media/image25.jpg" ContentType="image/jpg"/>
  <Override PartName="/ppt/media/image26.jpg" ContentType="image/jpg"/>
  <Override PartName="/ppt/media/image27.jpg" ContentType="image/jpg"/>
  <Override PartName="/ppt/media/image28.jpg" ContentType="image/jpg"/>
  <Override PartName="/ppt/media/image29.jpg" ContentType="image/jpg"/>
  <Override PartName="/ppt/media/image30.jpg" ContentType="image/jpg"/>
  <Override PartName="/ppt/media/image31.jpg" ContentType="image/jpg"/>
  <Override PartName="/ppt/media/image32.jpg" ContentType="image/jpg"/>
  <Override PartName="/ppt/media/image33.jpg" ContentType="image/jpg"/>
  <Override PartName="/ppt/media/image34.jpg" ContentType="image/jpg"/>
  <Override PartName="/ppt/media/image35.jpg" ContentType="image/jpg"/>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7"/>
  </p:notesMasterIdLst>
  <p:handoutMasterIdLst>
    <p:handoutMasterId r:id="rId48"/>
  </p:handoutMasterIdLst>
  <p:sldIdLst>
    <p:sldId id="256" r:id="rId2"/>
    <p:sldId id="284"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302" r:id="rId24"/>
    <p:sldId id="277" r:id="rId25"/>
    <p:sldId id="278" r:id="rId26"/>
    <p:sldId id="279" r:id="rId27"/>
    <p:sldId id="280" r:id="rId28"/>
    <p:sldId id="281" r:id="rId29"/>
    <p:sldId id="282" r:id="rId30"/>
    <p:sldId id="283"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300" r:id="rId45"/>
    <p:sldId id="301" r:id="rId4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9E7"/>
    <a:srgbClr val="0FAB7D"/>
    <a:srgbClr val="336EA8"/>
    <a:srgbClr val="94B9D6"/>
    <a:srgbClr val="1869A6"/>
    <a:srgbClr val="2AAF8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5" d="100"/>
          <a:sy n="75" d="100"/>
        </p:scale>
        <p:origin x="874"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469D18C-F614-AA06-7896-C2537A503FA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90233310-1084-80E5-77A5-58D9FF97819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E2A934D-986A-461F-A56A-008EB77503FA}" type="datetimeFigureOut">
              <a:rPr lang="en-GB" smtClean="0"/>
              <a:t>17/04/2024</a:t>
            </a:fld>
            <a:endParaRPr lang="en-GB"/>
          </a:p>
        </p:txBody>
      </p:sp>
      <p:sp>
        <p:nvSpPr>
          <p:cNvPr id="4" name="Footer Placeholder 3">
            <a:extLst>
              <a:ext uri="{FF2B5EF4-FFF2-40B4-BE49-F238E27FC236}">
                <a16:creationId xmlns:a16="http://schemas.microsoft.com/office/drawing/2014/main" id="{D20369A7-2F8D-89A0-ECB3-4F455C56F75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96D0CFA2-3CB1-B738-9B34-7A952AF88B9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3649821-D232-445A-BEEB-776290B883D8}" type="slidenum">
              <a:rPr lang="en-GB" smtClean="0"/>
              <a:t>‹#›</a:t>
            </a:fld>
            <a:endParaRPr lang="en-GB"/>
          </a:p>
        </p:txBody>
      </p:sp>
    </p:spTree>
    <p:extLst>
      <p:ext uri="{BB962C8B-B14F-4D97-AF65-F5344CB8AC3E}">
        <p14:creationId xmlns:p14="http://schemas.microsoft.com/office/powerpoint/2010/main" val="732107098"/>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E601773-843B-402D-B943-E7367BE302C1}" type="datetimeFigureOut">
              <a:rPr lang="en-US" smtClean="0"/>
              <a:t>4/17/2024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33223A7-FDE5-4555-AB7B-2BBB96A8A41E}" type="slidenum">
              <a:rPr lang="en-US" smtClean="0"/>
              <a:t>‹#›</a:t>
            </a:fld>
            <a:endParaRPr lang="en-US"/>
          </a:p>
        </p:txBody>
      </p:sp>
    </p:spTree>
    <p:extLst>
      <p:ext uri="{BB962C8B-B14F-4D97-AF65-F5344CB8AC3E}">
        <p14:creationId xmlns:p14="http://schemas.microsoft.com/office/powerpoint/2010/main" val="1545290318"/>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CB26E85-A47D-4EB8-AACC-5D71388BF9C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711512" y="330213"/>
            <a:ext cx="1284576" cy="637759"/>
          </a:xfrm>
          <a:prstGeom prst="rect">
            <a:avLst/>
          </a:prstGeom>
        </p:spPr>
      </p:pic>
      <p:sp>
        <p:nvSpPr>
          <p:cNvPr id="2" name="Title 1">
            <a:extLst>
              <a:ext uri="{FF2B5EF4-FFF2-40B4-BE49-F238E27FC236}">
                <a16:creationId xmlns:a16="http://schemas.microsoft.com/office/drawing/2014/main" id="{E5E96502-5A71-49D7-91EF-E9D795A00F4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C702CB4-0340-43A8-A558-65E5F6C9953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5" name="Footer Placeholder 4">
            <a:extLst>
              <a:ext uri="{FF2B5EF4-FFF2-40B4-BE49-F238E27FC236}">
                <a16:creationId xmlns:a16="http://schemas.microsoft.com/office/drawing/2014/main" id="{FB7E7D51-1B41-4AAB-838C-EF900F85CE4B}"/>
              </a:ext>
            </a:extLst>
          </p:cNvPr>
          <p:cNvSpPr>
            <a:spLocks noGrp="1"/>
          </p:cNvSpPr>
          <p:nvPr>
            <p:ph type="ftr" sz="quarter" idx="11"/>
          </p:nvPr>
        </p:nvSpPr>
        <p:spPr/>
        <p:txBody>
          <a:bodyPr/>
          <a:lstStyle/>
          <a:p>
            <a:endParaRPr lang="en-US"/>
          </a:p>
        </p:txBody>
      </p:sp>
      <p:pic>
        <p:nvPicPr>
          <p:cNvPr id="9" name="Picture 8">
            <a:extLst>
              <a:ext uri="{FF2B5EF4-FFF2-40B4-BE49-F238E27FC236}">
                <a16:creationId xmlns:a16="http://schemas.microsoft.com/office/drawing/2014/main" id="{F9E0C4BE-FE7F-4C02-9A3E-71BC3A48C6D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3317" y="0"/>
            <a:ext cx="1489765" cy="1386637"/>
          </a:xfrm>
          <a:prstGeom prst="rect">
            <a:avLst/>
          </a:prstGeom>
        </p:spPr>
      </p:pic>
      <p:sp>
        <p:nvSpPr>
          <p:cNvPr id="15" name="Freeform 6">
            <a:extLst>
              <a:ext uri="{FF2B5EF4-FFF2-40B4-BE49-F238E27FC236}">
                <a16:creationId xmlns:a16="http://schemas.microsoft.com/office/drawing/2014/main" id="{5140D0A2-F8A9-7918-6D42-0B21462A7985}"/>
              </a:ext>
            </a:extLst>
          </p:cNvPr>
          <p:cNvSpPr/>
          <p:nvPr userDrawn="1"/>
        </p:nvSpPr>
        <p:spPr>
          <a:xfrm>
            <a:off x="10933155" y="6344015"/>
            <a:ext cx="466090" cy="431923"/>
          </a:xfrm>
          <a:custGeom>
            <a:avLst/>
            <a:gdLst/>
            <a:ahLst/>
            <a:cxnLst/>
            <a:rect l="l" t="t" r="r" b="b"/>
            <a:pathLst>
              <a:path w="1026026" h="189485">
                <a:moveTo>
                  <a:pt x="0" y="0"/>
                </a:moveTo>
                <a:lnTo>
                  <a:pt x="1026026" y="0"/>
                </a:lnTo>
                <a:lnTo>
                  <a:pt x="1026026" y="189485"/>
                </a:lnTo>
                <a:lnTo>
                  <a:pt x="0" y="189485"/>
                </a:lnTo>
                <a:close/>
              </a:path>
            </a:pathLst>
          </a:custGeom>
          <a:solidFill>
            <a:srgbClr val="1869A6"/>
          </a:solidFill>
        </p:spPr>
      </p:sp>
      <p:sp>
        <p:nvSpPr>
          <p:cNvPr id="6" name="Slide Number Placeholder 5">
            <a:extLst>
              <a:ext uri="{FF2B5EF4-FFF2-40B4-BE49-F238E27FC236}">
                <a16:creationId xmlns:a16="http://schemas.microsoft.com/office/drawing/2014/main" id="{40DE9A13-D855-42EA-8471-DDA8E13B3DAB}"/>
              </a:ext>
            </a:extLst>
          </p:cNvPr>
          <p:cNvSpPr>
            <a:spLocks noGrp="1"/>
          </p:cNvSpPr>
          <p:nvPr>
            <p:ph type="sldNum" sz="quarter" idx="12"/>
          </p:nvPr>
        </p:nvSpPr>
        <p:spPr/>
        <p:txBody>
          <a:bodyPr/>
          <a:lstStyle/>
          <a:p>
            <a:fld id="{5EE24C92-1265-4741-8F9F-404A15D9386E}" type="slidenum">
              <a:rPr lang="en-US" smtClean="0"/>
              <a:t>‹#›</a:t>
            </a:fld>
            <a:endParaRPr lang="en-US"/>
          </a:p>
        </p:txBody>
      </p:sp>
    </p:spTree>
    <p:extLst>
      <p:ext uri="{BB962C8B-B14F-4D97-AF65-F5344CB8AC3E}">
        <p14:creationId xmlns:p14="http://schemas.microsoft.com/office/powerpoint/2010/main" val="10231517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60B6D-1D51-4444-8393-E35BA63F13A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0761446-D5C8-48D6-8362-2691AC20F39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Footer Placeholder 4">
            <a:extLst>
              <a:ext uri="{FF2B5EF4-FFF2-40B4-BE49-F238E27FC236}">
                <a16:creationId xmlns:a16="http://schemas.microsoft.com/office/drawing/2014/main" id="{C5F07058-AB46-40A5-B5AE-E9862D3C842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1FC426E-5AEB-4C83-A17B-2416381682D7}"/>
              </a:ext>
            </a:extLst>
          </p:cNvPr>
          <p:cNvSpPr>
            <a:spLocks noGrp="1"/>
          </p:cNvSpPr>
          <p:nvPr>
            <p:ph type="sldNum" sz="quarter" idx="12"/>
          </p:nvPr>
        </p:nvSpPr>
        <p:spPr/>
        <p:txBody>
          <a:bodyPr/>
          <a:lstStyle/>
          <a:p>
            <a:fld id="{5EE24C92-1265-4741-8F9F-404A15D9386E}" type="slidenum">
              <a:rPr lang="en-US" smtClean="0"/>
              <a:t>‹#›</a:t>
            </a:fld>
            <a:endParaRPr lang="en-US"/>
          </a:p>
        </p:txBody>
      </p:sp>
    </p:spTree>
    <p:extLst>
      <p:ext uri="{BB962C8B-B14F-4D97-AF65-F5344CB8AC3E}">
        <p14:creationId xmlns:p14="http://schemas.microsoft.com/office/powerpoint/2010/main" val="753228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64BE44-49C7-449D-9550-1E7B659704F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26AA4F7-FE01-4FEF-BC23-4EBFFF370D2B}"/>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2387F4-F1D2-4A96-86BB-A48310776FBB}"/>
              </a:ext>
            </a:extLst>
          </p:cNvPr>
          <p:cNvSpPr>
            <a:spLocks noGrp="1"/>
          </p:cNvSpPr>
          <p:nvPr>
            <p:ph type="dt" sz="half" idx="10"/>
          </p:nvPr>
        </p:nvSpPr>
        <p:spPr>
          <a:xfrm>
            <a:off x="838200" y="6356350"/>
            <a:ext cx="2743200" cy="365125"/>
          </a:xfrm>
          <a:prstGeom prst="rect">
            <a:avLst/>
          </a:prstGeom>
        </p:spPr>
        <p:txBody>
          <a:bodyPr/>
          <a:lstStyle/>
          <a:p>
            <a:fld id="{2341FA2A-54C4-4346-A1EC-AFDA79B8CDC8}" type="datetime1">
              <a:rPr lang="en-US" smtClean="0"/>
              <a:t>4/17/2024</a:t>
            </a:fld>
            <a:endParaRPr lang="en-US" dirty="0"/>
          </a:p>
        </p:txBody>
      </p:sp>
      <p:sp>
        <p:nvSpPr>
          <p:cNvPr id="5" name="Footer Placeholder 4">
            <a:extLst>
              <a:ext uri="{FF2B5EF4-FFF2-40B4-BE49-F238E27FC236}">
                <a16:creationId xmlns:a16="http://schemas.microsoft.com/office/drawing/2014/main" id="{B0EB9BA3-57A0-4B4B-A089-2C5CE8708D35}"/>
              </a:ext>
            </a:extLst>
          </p:cNvPr>
          <p:cNvSpPr>
            <a:spLocks noGrp="1"/>
          </p:cNvSpPr>
          <p:nvPr>
            <p:ph type="ftr" sz="quarter" idx="11"/>
          </p:nvPr>
        </p:nvSpPr>
        <p:spPr/>
        <p:txBody>
          <a:bodyPr/>
          <a:lstStyle/>
          <a:p>
            <a:endParaRPr lang="en-US"/>
          </a:p>
        </p:txBody>
      </p:sp>
      <p:pic>
        <p:nvPicPr>
          <p:cNvPr id="10" name="Picture 9">
            <a:extLst>
              <a:ext uri="{FF2B5EF4-FFF2-40B4-BE49-F238E27FC236}">
                <a16:creationId xmlns:a16="http://schemas.microsoft.com/office/drawing/2014/main" id="{1A2FDF6D-CD2D-433E-84D7-E83F8FCE523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711512" y="330213"/>
            <a:ext cx="1284576" cy="637759"/>
          </a:xfrm>
          <a:prstGeom prst="rect">
            <a:avLst/>
          </a:prstGeom>
        </p:spPr>
      </p:pic>
      <p:pic>
        <p:nvPicPr>
          <p:cNvPr id="12" name="Picture 11">
            <a:extLst>
              <a:ext uri="{FF2B5EF4-FFF2-40B4-BE49-F238E27FC236}">
                <a16:creationId xmlns:a16="http://schemas.microsoft.com/office/drawing/2014/main" id="{2B2BDD0D-C88D-431E-BC92-4367CEB0061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3317" y="0"/>
            <a:ext cx="1489765" cy="1386637"/>
          </a:xfrm>
          <a:prstGeom prst="rect">
            <a:avLst/>
          </a:prstGeom>
        </p:spPr>
      </p:pic>
      <p:sp>
        <p:nvSpPr>
          <p:cNvPr id="6" name="Slide Number Placeholder 5">
            <a:extLst>
              <a:ext uri="{FF2B5EF4-FFF2-40B4-BE49-F238E27FC236}">
                <a16:creationId xmlns:a16="http://schemas.microsoft.com/office/drawing/2014/main" id="{B84FBEB5-E386-9685-E6D3-A062E9E46742}"/>
              </a:ext>
            </a:extLst>
          </p:cNvPr>
          <p:cNvSpPr>
            <a:spLocks noGrp="1"/>
          </p:cNvSpPr>
          <p:nvPr>
            <p:ph type="sldNum" sz="quarter" idx="12"/>
          </p:nvPr>
        </p:nvSpPr>
        <p:spPr>
          <a:xfrm>
            <a:off x="8610600" y="6356350"/>
            <a:ext cx="2743200" cy="365125"/>
          </a:xfrm>
        </p:spPr>
        <p:txBody>
          <a:bodyPr/>
          <a:lstStyle/>
          <a:p>
            <a:fld id="{5EE24C92-1265-4741-8F9F-404A15D9386E}" type="slidenum">
              <a:rPr lang="en-US" smtClean="0"/>
              <a:t>‹#›</a:t>
            </a:fld>
            <a:endParaRPr lang="en-US"/>
          </a:p>
        </p:txBody>
      </p:sp>
    </p:spTree>
    <p:extLst>
      <p:ext uri="{BB962C8B-B14F-4D97-AF65-F5344CB8AC3E}">
        <p14:creationId xmlns:p14="http://schemas.microsoft.com/office/powerpoint/2010/main" val="176343737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D325BB-1073-4118-9189-772DE573188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E5BC724-756A-4777-8D83-3CD9AFD194ED}"/>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66FC4DE-2AB7-4E43-BFBA-6FF436D9BADB}"/>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1ABCCFF-F409-4BF2-9883-91BA170BFEE8}"/>
              </a:ext>
            </a:extLst>
          </p:cNvPr>
          <p:cNvSpPr>
            <a:spLocks noGrp="1"/>
          </p:cNvSpPr>
          <p:nvPr>
            <p:ph type="dt" sz="half" idx="10"/>
          </p:nvPr>
        </p:nvSpPr>
        <p:spPr>
          <a:xfrm>
            <a:off x="838200" y="6356350"/>
            <a:ext cx="2743200" cy="365125"/>
          </a:xfrm>
          <a:prstGeom prst="rect">
            <a:avLst/>
          </a:prstGeom>
        </p:spPr>
        <p:txBody>
          <a:bodyPr/>
          <a:lstStyle/>
          <a:p>
            <a:fld id="{30AC8455-35E2-4113-9E5F-7CB22840CAB0}" type="datetime1">
              <a:rPr lang="en-US" smtClean="0"/>
              <a:t>4/17/2024</a:t>
            </a:fld>
            <a:endParaRPr lang="en-US"/>
          </a:p>
        </p:txBody>
      </p:sp>
      <p:sp>
        <p:nvSpPr>
          <p:cNvPr id="6" name="Footer Placeholder 5">
            <a:extLst>
              <a:ext uri="{FF2B5EF4-FFF2-40B4-BE49-F238E27FC236}">
                <a16:creationId xmlns:a16="http://schemas.microsoft.com/office/drawing/2014/main" id="{51082A71-7516-408D-862B-A5F3404120E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1D613D0-7994-4BCE-AE17-12E991FEC0D1}"/>
              </a:ext>
            </a:extLst>
          </p:cNvPr>
          <p:cNvSpPr>
            <a:spLocks noGrp="1"/>
          </p:cNvSpPr>
          <p:nvPr>
            <p:ph type="sldNum" sz="quarter" idx="12"/>
          </p:nvPr>
        </p:nvSpPr>
        <p:spPr/>
        <p:txBody>
          <a:bodyPr/>
          <a:lstStyle/>
          <a:p>
            <a:fld id="{5EE24C92-1265-4741-8F9F-404A15D9386E}" type="slidenum">
              <a:rPr lang="en-US" smtClean="0"/>
              <a:t>‹#›</a:t>
            </a:fld>
            <a:endParaRPr lang="en-US" dirty="0"/>
          </a:p>
        </p:txBody>
      </p:sp>
    </p:spTree>
    <p:extLst>
      <p:ext uri="{BB962C8B-B14F-4D97-AF65-F5344CB8AC3E}">
        <p14:creationId xmlns:p14="http://schemas.microsoft.com/office/powerpoint/2010/main" val="283721495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DCC53-ADBE-4538-BDCF-8A6C0C07467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7A37BC3-80C1-40A0-B8BD-B9E9F564232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3A9B7EDB-C158-4B0F-AC48-1D7DE7DC80D1}"/>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27E96D1-3002-4810-98AF-A275B633465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0ADDBB9A-2C9B-4E96-9E5C-6C3BE6449805}"/>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AB99CCF-14FE-46E4-AEF3-3520D661AC00}"/>
              </a:ext>
            </a:extLst>
          </p:cNvPr>
          <p:cNvSpPr>
            <a:spLocks noGrp="1"/>
          </p:cNvSpPr>
          <p:nvPr>
            <p:ph type="dt" sz="half" idx="10"/>
          </p:nvPr>
        </p:nvSpPr>
        <p:spPr>
          <a:xfrm>
            <a:off x="838200" y="6356350"/>
            <a:ext cx="2743200" cy="365125"/>
          </a:xfrm>
          <a:prstGeom prst="rect">
            <a:avLst/>
          </a:prstGeom>
        </p:spPr>
        <p:txBody>
          <a:bodyPr/>
          <a:lstStyle/>
          <a:p>
            <a:fld id="{99CAAFAF-0F77-4353-A53F-659EF3389393}" type="datetime1">
              <a:rPr lang="en-US" smtClean="0"/>
              <a:t>4/17/2024</a:t>
            </a:fld>
            <a:endParaRPr lang="en-US"/>
          </a:p>
        </p:txBody>
      </p:sp>
      <p:sp>
        <p:nvSpPr>
          <p:cNvPr id="8" name="Footer Placeholder 7">
            <a:extLst>
              <a:ext uri="{FF2B5EF4-FFF2-40B4-BE49-F238E27FC236}">
                <a16:creationId xmlns:a16="http://schemas.microsoft.com/office/drawing/2014/main" id="{F58493FD-6F8C-4BED-896C-CBA26D0E96F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DAF6D6A-EFFC-4E81-9BDD-C595B6C90E29}"/>
              </a:ext>
            </a:extLst>
          </p:cNvPr>
          <p:cNvSpPr>
            <a:spLocks noGrp="1"/>
          </p:cNvSpPr>
          <p:nvPr>
            <p:ph type="sldNum" sz="quarter" idx="12"/>
          </p:nvPr>
        </p:nvSpPr>
        <p:spPr/>
        <p:txBody>
          <a:bodyPr/>
          <a:lstStyle/>
          <a:p>
            <a:fld id="{5EE24C92-1265-4741-8F9F-404A15D9386E}" type="slidenum">
              <a:rPr lang="en-US" smtClean="0"/>
              <a:t>‹#›</a:t>
            </a:fld>
            <a:endParaRPr lang="en-US"/>
          </a:p>
        </p:txBody>
      </p:sp>
    </p:spTree>
    <p:extLst>
      <p:ext uri="{BB962C8B-B14F-4D97-AF65-F5344CB8AC3E}">
        <p14:creationId xmlns:p14="http://schemas.microsoft.com/office/powerpoint/2010/main" val="155607571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516566-0B23-4F08-ACF0-2DDFF54A4BB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F396B25-2A2B-41A7-AF6D-57D5055F1B03}"/>
              </a:ext>
            </a:extLst>
          </p:cNvPr>
          <p:cNvSpPr>
            <a:spLocks noGrp="1"/>
          </p:cNvSpPr>
          <p:nvPr>
            <p:ph type="dt" sz="half" idx="10"/>
          </p:nvPr>
        </p:nvSpPr>
        <p:spPr>
          <a:xfrm>
            <a:off x="838200" y="6356350"/>
            <a:ext cx="2743200" cy="365125"/>
          </a:xfrm>
          <a:prstGeom prst="rect">
            <a:avLst/>
          </a:prstGeom>
        </p:spPr>
        <p:txBody>
          <a:bodyPr/>
          <a:lstStyle/>
          <a:p>
            <a:fld id="{46ABE8E1-1184-467F-90D8-C6E9C0548E41}" type="datetime1">
              <a:rPr lang="en-US" smtClean="0"/>
              <a:t>4/17/2024</a:t>
            </a:fld>
            <a:endParaRPr lang="en-US"/>
          </a:p>
        </p:txBody>
      </p:sp>
      <p:sp>
        <p:nvSpPr>
          <p:cNvPr id="4" name="Footer Placeholder 3">
            <a:extLst>
              <a:ext uri="{FF2B5EF4-FFF2-40B4-BE49-F238E27FC236}">
                <a16:creationId xmlns:a16="http://schemas.microsoft.com/office/drawing/2014/main" id="{6CF5C9F0-C082-4566-AEB4-F08316DEFB0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D4F48D6-A9E0-485D-BA28-15D5DACAE6D4}"/>
              </a:ext>
            </a:extLst>
          </p:cNvPr>
          <p:cNvSpPr>
            <a:spLocks noGrp="1"/>
          </p:cNvSpPr>
          <p:nvPr>
            <p:ph type="sldNum" sz="quarter" idx="12"/>
          </p:nvPr>
        </p:nvSpPr>
        <p:spPr/>
        <p:txBody>
          <a:bodyPr/>
          <a:lstStyle/>
          <a:p>
            <a:fld id="{5EE24C92-1265-4741-8F9F-404A15D9386E}" type="slidenum">
              <a:rPr lang="en-US" smtClean="0"/>
              <a:t>‹#›</a:t>
            </a:fld>
            <a:endParaRPr lang="en-US" dirty="0"/>
          </a:p>
        </p:txBody>
      </p:sp>
    </p:spTree>
    <p:extLst>
      <p:ext uri="{BB962C8B-B14F-4D97-AF65-F5344CB8AC3E}">
        <p14:creationId xmlns:p14="http://schemas.microsoft.com/office/powerpoint/2010/main" val="78002193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592526D-307A-4059-80C4-1413758A2DF6}"/>
              </a:ext>
            </a:extLst>
          </p:cNvPr>
          <p:cNvSpPr>
            <a:spLocks noGrp="1"/>
          </p:cNvSpPr>
          <p:nvPr>
            <p:ph type="dt" sz="half" idx="10"/>
          </p:nvPr>
        </p:nvSpPr>
        <p:spPr>
          <a:xfrm>
            <a:off x="838200" y="6356350"/>
            <a:ext cx="2743200" cy="365125"/>
          </a:xfrm>
          <a:prstGeom prst="rect">
            <a:avLst/>
          </a:prstGeom>
        </p:spPr>
        <p:txBody>
          <a:bodyPr/>
          <a:lstStyle/>
          <a:p>
            <a:fld id="{95D60442-E5C2-4AEE-994C-FB27EBE7CA7B}" type="datetime1">
              <a:rPr lang="en-US" smtClean="0"/>
              <a:t>4/17/2024</a:t>
            </a:fld>
            <a:endParaRPr lang="en-US"/>
          </a:p>
        </p:txBody>
      </p:sp>
      <p:sp>
        <p:nvSpPr>
          <p:cNvPr id="3" name="Footer Placeholder 2">
            <a:extLst>
              <a:ext uri="{FF2B5EF4-FFF2-40B4-BE49-F238E27FC236}">
                <a16:creationId xmlns:a16="http://schemas.microsoft.com/office/drawing/2014/main" id="{90E1822F-3DE8-45A0-9F67-6061DB1F887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E21B196-D439-43FF-B35C-F9A301B0338A}"/>
              </a:ext>
            </a:extLst>
          </p:cNvPr>
          <p:cNvSpPr>
            <a:spLocks noGrp="1"/>
          </p:cNvSpPr>
          <p:nvPr>
            <p:ph type="sldNum" sz="quarter" idx="12"/>
          </p:nvPr>
        </p:nvSpPr>
        <p:spPr/>
        <p:txBody>
          <a:bodyPr/>
          <a:lstStyle/>
          <a:p>
            <a:fld id="{5EE24C92-1265-4741-8F9F-404A15D9386E}" type="slidenum">
              <a:rPr lang="en-US" smtClean="0"/>
              <a:t>‹#›</a:t>
            </a:fld>
            <a:endParaRPr lang="en-US"/>
          </a:p>
        </p:txBody>
      </p:sp>
    </p:spTree>
    <p:extLst>
      <p:ext uri="{BB962C8B-B14F-4D97-AF65-F5344CB8AC3E}">
        <p14:creationId xmlns:p14="http://schemas.microsoft.com/office/powerpoint/2010/main" val="152144856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9D350E-3F73-4F95-89B8-BF9D660E0DA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BFCE4F2-B1FE-4665-B99F-04C8EBAAC36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251F0C4-D797-433C-B73A-9C3B4D1BAC7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D7C3DABF-2DE9-4FD5-B4A8-5E200B9876FD}"/>
              </a:ext>
            </a:extLst>
          </p:cNvPr>
          <p:cNvSpPr>
            <a:spLocks noGrp="1"/>
          </p:cNvSpPr>
          <p:nvPr>
            <p:ph type="dt" sz="half" idx="10"/>
          </p:nvPr>
        </p:nvSpPr>
        <p:spPr>
          <a:xfrm>
            <a:off x="838200" y="6356350"/>
            <a:ext cx="2743200" cy="365125"/>
          </a:xfrm>
          <a:prstGeom prst="rect">
            <a:avLst/>
          </a:prstGeom>
        </p:spPr>
        <p:txBody>
          <a:bodyPr/>
          <a:lstStyle/>
          <a:p>
            <a:fld id="{4CE0C217-ED62-4B2C-8A80-F6CAB4873996}" type="datetime1">
              <a:rPr lang="en-US" smtClean="0"/>
              <a:t>4/17/2024</a:t>
            </a:fld>
            <a:endParaRPr lang="en-US"/>
          </a:p>
        </p:txBody>
      </p:sp>
      <p:sp>
        <p:nvSpPr>
          <p:cNvPr id="6" name="Footer Placeholder 5">
            <a:extLst>
              <a:ext uri="{FF2B5EF4-FFF2-40B4-BE49-F238E27FC236}">
                <a16:creationId xmlns:a16="http://schemas.microsoft.com/office/drawing/2014/main" id="{81732E28-C4D1-4761-BD12-20FBE946DA7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60CF5A0-DC82-4F6C-8E49-2C9987C4F0BF}"/>
              </a:ext>
            </a:extLst>
          </p:cNvPr>
          <p:cNvSpPr>
            <a:spLocks noGrp="1"/>
          </p:cNvSpPr>
          <p:nvPr>
            <p:ph type="sldNum" sz="quarter" idx="12"/>
          </p:nvPr>
        </p:nvSpPr>
        <p:spPr/>
        <p:txBody>
          <a:bodyPr/>
          <a:lstStyle/>
          <a:p>
            <a:fld id="{5EE24C92-1265-4741-8F9F-404A15D9386E}" type="slidenum">
              <a:rPr lang="en-US" smtClean="0"/>
              <a:t>‹#›</a:t>
            </a:fld>
            <a:endParaRPr lang="en-US"/>
          </a:p>
        </p:txBody>
      </p:sp>
    </p:spTree>
    <p:extLst>
      <p:ext uri="{BB962C8B-B14F-4D97-AF65-F5344CB8AC3E}">
        <p14:creationId xmlns:p14="http://schemas.microsoft.com/office/powerpoint/2010/main" val="393778155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647410-9CC3-4CD7-A18A-2A1FBD8F767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4617FFE-99AB-4F61-A4A2-7D7A5832CF7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A7EFC75-BA25-436F-A339-F8970D50B9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634AE525-9C27-44A4-ADC4-FEBFF450393E}"/>
              </a:ext>
            </a:extLst>
          </p:cNvPr>
          <p:cNvSpPr>
            <a:spLocks noGrp="1"/>
          </p:cNvSpPr>
          <p:nvPr>
            <p:ph type="dt" sz="half" idx="10"/>
          </p:nvPr>
        </p:nvSpPr>
        <p:spPr>
          <a:xfrm>
            <a:off x="838200" y="6356350"/>
            <a:ext cx="2743200" cy="365125"/>
          </a:xfrm>
          <a:prstGeom prst="rect">
            <a:avLst/>
          </a:prstGeom>
        </p:spPr>
        <p:txBody>
          <a:bodyPr/>
          <a:lstStyle/>
          <a:p>
            <a:fld id="{62B6C6BD-8A89-4A52-B641-BF615C48FE5C}" type="datetime1">
              <a:rPr lang="en-US" smtClean="0"/>
              <a:t>4/17/2024</a:t>
            </a:fld>
            <a:endParaRPr lang="en-US"/>
          </a:p>
        </p:txBody>
      </p:sp>
      <p:sp>
        <p:nvSpPr>
          <p:cNvPr id="6" name="Footer Placeholder 5">
            <a:extLst>
              <a:ext uri="{FF2B5EF4-FFF2-40B4-BE49-F238E27FC236}">
                <a16:creationId xmlns:a16="http://schemas.microsoft.com/office/drawing/2014/main" id="{0CA2E2F3-7DBB-4D25-9537-D2D24B0DBB8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577A639-0697-4DE3-8BE3-94C24D6FDF6E}"/>
              </a:ext>
            </a:extLst>
          </p:cNvPr>
          <p:cNvSpPr>
            <a:spLocks noGrp="1"/>
          </p:cNvSpPr>
          <p:nvPr>
            <p:ph type="sldNum" sz="quarter" idx="12"/>
          </p:nvPr>
        </p:nvSpPr>
        <p:spPr/>
        <p:txBody>
          <a:bodyPr/>
          <a:lstStyle/>
          <a:p>
            <a:fld id="{5EE24C92-1265-4741-8F9F-404A15D9386E}" type="slidenum">
              <a:rPr lang="en-US" smtClean="0"/>
              <a:t>‹#›</a:t>
            </a:fld>
            <a:endParaRPr lang="en-US"/>
          </a:p>
        </p:txBody>
      </p:sp>
    </p:spTree>
    <p:extLst>
      <p:ext uri="{BB962C8B-B14F-4D97-AF65-F5344CB8AC3E}">
        <p14:creationId xmlns:p14="http://schemas.microsoft.com/office/powerpoint/2010/main" val="313623743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527062-6971-4C1F-A975-AC85DCD0FED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3D55ECB-B9CD-4FA5-AACA-CDD01AACF60C}"/>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6EF606B-F0E0-4BB1-94D6-738E49DF7229}"/>
              </a:ext>
            </a:extLst>
          </p:cNvPr>
          <p:cNvSpPr>
            <a:spLocks noGrp="1"/>
          </p:cNvSpPr>
          <p:nvPr>
            <p:ph type="dt" sz="half" idx="10"/>
          </p:nvPr>
        </p:nvSpPr>
        <p:spPr>
          <a:xfrm>
            <a:off x="838200" y="6356350"/>
            <a:ext cx="2743200" cy="365125"/>
          </a:xfrm>
          <a:prstGeom prst="rect">
            <a:avLst/>
          </a:prstGeom>
        </p:spPr>
        <p:txBody>
          <a:bodyPr/>
          <a:lstStyle/>
          <a:p>
            <a:fld id="{E267FC5E-E0D0-416D-9871-4221E07253BD}" type="datetime1">
              <a:rPr lang="en-US" smtClean="0"/>
              <a:t>4/17/2024</a:t>
            </a:fld>
            <a:endParaRPr lang="en-US"/>
          </a:p>
        </p:txBody>
      </p:sp>
      <p:sp>
        <p:nvSpPr>
          <p:cNvPr id="5" name="Footer Placeholder 4">
            <a:extLst>
              <a:ext uri="{FF2B5EF4-FFF2-40B4-BE49-F238E27FC236}">
                <a16:creationId xmlns:a16="http://schemas.microsoft.com/office/drawing/2014/main" id="{3EC65738-7A1D-4D54-ADFC-91C34D4F53F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CA7C986-B0A0-4B82-9134-1B7676F56557}"/>
              </a:ext>
            </a:extLst>
          </p:cNvPr>
          <p:cNvSpPr>
            <a:spLocks noGrp="1"/>
          </p:cNvSpPr>
          <p:nvPr>
            <p:ph type="sldNum" sz="quarter" idx="12"/>
          </p:nvPr>
        </p:nvSpPr>
        <p:spPr/>
        <p:txBody>
          <a:bodyPr/>
          <a:lstStyle/>
          <a:p>
            <a:fld id="{5EE24C92-1265-4741-8F9F-404A15D9386E}" type="slidenum">
              <a:rPr lang="en-US" smtClean="0"/>
              <a:t>‹#›</a:t>
            </a:fld>
            <a:endParaRPr lang="en-US"/>
          </a:p>
        </p:txBody>
      </p:sp>
    </p:spTree>
    <p:extLst>
      <p:ext uri="{BB962C8B-B14F-4D97-AF65-F5344CB8AC3E}">
        <p14:creationId xmlns:p14="http://schemas.microsoft.com/office/powerpoint/2010/main" val="278558784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C45B8BC-3AC4-4059-BB3C-B12B6148AC7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38C1D0E-02A9-4DFB-8CA3-A94A10E7289A}"/>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D3F7A1-D368-4F71-BA41-54CA742F4987}"/>
              </a:ext>
            </a:extLst>
          </p:cNvPr>
          <p:cNvSpPr>
            <a:spLocks noGrp="1"/>
          </p:cNvSpPr>
          <p:nvPr>
            <p:ph type="dt" sz="half" idx="10"/>
          </p:nvPr>
        </p:nvSpPr>
        <p:spPr>
          <a:xfrm>
            <a:off x="838200" y="6356350"/>
            <a:ext cx="2743200" cy="365125"/>
          </a:xfrm>
          <a:prstGeom prst="rect">
            <a:avLst/>
          </a:prstGeom>
        </p:spPr>
        <p:txBody>
          <a:bodyPr/>
          <a:lstStyle/>
          <a:p>
            <a:fld id="{328FEAAD-30E7-46D1-8C55-E7D6B0318992}" type="datetime1">
              <a:rPr lang="en-US" smtClean="0"/>
              <a:t>4/17/2024</a:t>
            </a:fld>
            <a:endParaRPr lang="en-US"/>
          </a:p>
        </p:txBody>
      </p:sp>
      <p:sp>
        <p:nvSpPr>
          <p:cNvPr id="5" name="Footer Placeholder 4">
            <a:extLst>
              <a:ext uri="{FF2B5EF4-FFF2-40B4-BE49-F238E27FC236}">
                <a16:creationId xmlns:a16="http://schemas.microsoft.com/office/drawing/2014/main" id="{B2CD9678-2347-4C47-858A-5508F8383CE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7E10E8F-0367-4945-87E5-F2D254ADF62E}"/>
              </a:ext>
            </a:extLst>
          </p:cNvPr>
          <p:cNvSpPr>
            <a:spLocks noGrp="1"/>
          </p:cNvSpPr>
          <p:nvPr>
            <p:ph type="sldNum" sz="quarter" idx="12"/>
          </p:nvPr>
        </p:nvSpPr>
        <p:spPr/>
        <p:txBody>
          <a:bodyPr/>
          <a:lstStyle/>
          <a:p>
            <a:fld id="{5EE24C92-1265-4741-8F9F-404A15D9386E}" type="slidenum">
              <a:rPr lang="en-US" smtClean="0"/>
              <a:t>‹#›</a:t>
            </a:fld>
            <a:endParaRPr lang="en-US"/>
          </a:p>
        </p:txBody>
      </p:sp>
    </p:spTree>
    <p:extLst>
      <p:ext uri="{BB962C8B-B14F-4D97-AF65-F5344CB8AC3E}">
        <p14:creationId xmlns:p14="http://schemas.microsoft.com/office/powerpoint/2010/main" val="244664745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E68A88-1EE1-3422-84E1-7CB361B1DA5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FA1FC91-FAA2-D65F-E901-C6884F9C6163}"/>
              </a:ext>
            </a:extLst>
          </p:cNvPr>
          <p:cNvSpPr>
            <a:spLocks noGrp="1"/>
          </p:cNvSpPr>
          <p:nvPr>
            <p:ph type="dt" sz="half" idx="10"/>
          </p:nvPr>
        </p:nvSpPr>
        <p:spPr>
          <a:xfrm>
            <a:off x="838200" y="6356350"/>
            <a:ext cx="2743200" cy="365125"/>
          </a:xfrm>
          <a:prstGeom prst="rect">
            <a:avLst/>
          </a:prstGeom>
        </p:spPr>
        <p:txBody>
          <a:bodyPr/>
          <a:lstStyle/>
          <a:p>
            <a:fld id="{17430C8B-6A77-4203-8C8B-10B254D23A1F}" type="datetime1">
              <a:rPr lang="en-US" smtClean="0"/>
              <a:t>4/17/2024</a:t>
            </a:fld>
            <a:endParaRPr lang="en-US" dirty="0"/>
          </a:p>
        </p:txBody>
      </p:sp>
      <p:sp>
        <p:nvSpPr>
          <p:cNvPr id="4" name="Footer Placeholder 3">
            <a:extLst>
              <a:ext uri="{FF2B5EF4-FFF2-40B4-BE49-F238E27FC236}">
                <a16:creationId xmlns:a16="http://schemas.microsoft.com/office/drawing/2014/main" id="{92948D4D-60AF-93C1-9BF4-DCE9AEF7804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46FDD901-3047-7838-FFFA-C6F934BAA0F0}"/>
              </a:ext>
            </a:extLst>
          </p:cNvPr>
          <p:cNvSpPr>
            <a:spLocks noGrp="1"/>
          </p:cNvSpPr>
          <p:nvPr>
            <p:ph type="sldNum" sz="quarter" idx="12"/>
          </p:nvPr>
        </p:nvSpPr>
        <p:spPr/>
        <p:txBody>
          <a:bodyPr/>
          <a:lstStyle/>
          <a:p>
            <a:fld id="{5EE24C92-1265-4741-8F9F-404A15D9386E}" type="slidenum">
              <a:rPr lang="en-US" smtClean="0"/>
              <a:pPr/>
              <a:t>‹#›</a:t>
            </a:fld>
            <a:endParaRPr lang="en-US" dirty="0"/>
          </a:p>
        </p:txBody>
      </p:sp>
    </p:spTree>
    <p:extLst>
      <p:ext uri="{BB962C8B-B14F-4D97-AF65-F5344CB8AC3E}">
        <p14:creationId xmlns:p14="http://schemas.microsoft.com/office/powerpoint/2010/main" val="9578370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8F972D6-1319-4F4E-A35B-D719D3F5F86B}"/>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8" name="Picture 7">
            <a:extLst>
              <a:ext uri="{FF2B5EF4-FFF2-40B4-BE49-F238E27FC236}">
                <a16:creationId xmlns:a16="http://schemas.microsoft.com/office/drawing/2014/main" id="{4385C812-25A0-4E40-A6AB-B4A290A63150}"/>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10711512" y="330213"/>
            <a:ext cx="1284576" cy="637759"/>
          </a:xfrm>
          <a:prstGeom prst="rect">
            <a:avLst/>
          </a:prstGeom>
        </p:spPr>
      </p:pic>
      <p:pic>
        <p:nvPicPr>
          <p:cNvPr id="10" name="Picture 9">
            <a:extLst>
              <a:ext uri="{FF2B5EF4-FFF2-40B4-BE49-F238E27FC236}">
                <a16:creationId xmlns:a16="http://schemas.microsoft.com/office/drawing/2014/main" id="{6591E89A-F8E2-4201-95AC-F9DBA9C318FE}"/>
              </a:ext>
            </a:extLst>
          </p:cNvPr>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93317" y="0"/>
            <a:ext cx="1489765" cy="1386637"/>
          </a:xfrm>
          <a:prstGeom prst="rect">
            <a:avLst/>
          </a:prstGeom>
        </p:spPr>
      </p:pic>
      <p:sp>
        <p:nvSpPr>
          <p:cNvPr id="11" name="Freeform 6">
            <a:extLst>
              <a:ext uri="{FF2B5EF4-FFF2-40B4-BE49-F238E27FC236}">
                <a16:creationId xmlns:a16="http://schemas.microsoft.com/office/drawing/2014/main" id="{BE728FAA-6989-49E4-827F-768285FCB943}"/>
              </a:ext>
            </a:extLst>
          </p:cNvPr>
          <p:cNvSpPr/>
          <p:nvPr userDrawn="1"/>
        </p:nvSpPr>
        <p:spPr>
          <a:xfrm>
            <a:off x="10974189" y="6344015"/>
            <a:ext cx="466090" cy="431923"/>
          </a:xfrm>
          <a:custGeom>
            <a:avLst/>
            <a:gdLst/>
            <a:ahLst/>
            <a:cxnLst/>
            <a:rect l="l" t="t" r="r" b="b"/>
            <a:pathLst>
              <a:path w="1026026" h="189485">
                <a:moveTo>
                  <a:pt x="0" y="0"/>
                </a:moveTo>
                <a:lnTo>
                  <a:pt x="1026026" y="0"/>
                </a:lnTo>
                <a:lnTo>
                  <a:pt x="1026026" y="189485"/>
                </a:lnTo>
                <a:lnTo>
                  <a:pt x="0" y="189485"/>
                </a:lnTo>
                <a:close/>
              </a:path>
            </a:pathLst>
          </a:custGeom>
          <a:solidFill>
            <a:srgbClr val="1869A6"/>
          </a:solidFill>
        </p:spPr>
      </p:sp>
      <p:sp>
        <p:nvSpPr>
          <p:cNvPr id="2" name="Title Placeholder 1">
            <a:extLst>
              <a:ext uri="{FF2B5EF4-FFF2-40B4-BE49-F238E27FC236}">
                <a16:creationId xmlns:a16="http://schemas.microsoft.com/office/drawing/2014/main" id="{E1BAA08C-8FDB-46C4-8ADC-9425CB5F293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E9C7012-56A5-4A5F-AE60-B293BCF52C2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A8782B0E-0FEF-49F7-B246-1C5E6D54C82D}"/>
              </a:ext>
            </a:extLst>
          </p:cNvPr>
          <p:cNvSpPr>
            <a:spLocks noGrp="1"/>
          </p:cNvSpPr>
          <p:nvPr>
            <p:ph type="ftr" sz="quarter" idx="3"/>
          </p:nvPr>
        </p:nvSpPr>
        <p:spPr>
          <a:xfrm>
            <a:off x="3880338" y="6356350"/>
            <a:ext cx="4273062"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EE9E8069-45EF-4F1D-8025-75594D26DC7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bg1"/>
                </a:solidFill>
              </a:defRPr>
            </a:lvl1pPr>
          </a:lstStyle>
          <a:p>
            <a:fld id="{5EE24C92-1265-4741-8F9F-404A15D9386E}" type="slidenum">
              <a:rPr lang="en-US" smtClean="0"/>
              <a:pPr/>
              <a:t>‹#›</a:t>
            </a:fld>
            <a:endParaRPr lang="en-US" dirty="0"/>
          </a:p>
        </p:txBody>
      </p:sp>
    </p:spTree>
    <p:extLst>
      <p:ext uri="{BB962C8B-B14F-4D97-AF65-F5344CB8AC3E}">
        <p14:creationId xmlns:p14="http://schemas.microsoft.com/office/powerpoint/2010/main" val="489635555"/>
      </p:ext>
    </p:extLst>
  </p:cSld>
  <p:clrMap bg1="lt1" tx1="dk1" bg2="lt2" tx2="dk2" accent1="accent1" accent2="accent2" accent3="accent3" accent4="accent4" accent5="accent5" accent6="accent6" hlink="hlink" folHlink="folHlink"/>
  <p:sldLayoutIdLst>
    <p:sldLayoutId id="2147483651" r:id="rId1"/>
    <p:sldLayoutId id="2147483649" r:id="rId2"/>
    <p:sldLayoutId id="2147483650"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image" Target="../media/image17.jp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8.jp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29.jp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30.jp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image" Target="../media/image31.jp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32.jpg"/><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image" Target="../media/image33.jpg"/><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image" Target="../media/image34.jpg"/><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image" Target="../media/image35.jpg"/><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9"/>
          <p:cNvSpPr txBox="1">
            <a:spLocks noGrp="1"/>
          </p:cNvSpPr>
          <p:nvPr>
            <p:ph type="title"/>
          </p:nvPr>
        </p:nvSpPr>
        <p:spPr>
          <a:xfrm>
            <a:off x="1487559" y="2530228"/>
            <a:ext cx="9221045" cy="1740647"/>
          </a:xfrm>
          <a:prstGeom prst="rect">
            <a:avLst/>
          </a:prstGeom>
        </p:spPr>
        <p:txBody>
          <a:bodyPr vert="horz" wrap="square" lIns="0" tIns="16933" rIns="0" bIns="0" rtlCol="0" anchor="ctr">
            <a:spAutoFit/>
          </a:bodyPr>
          <a:lstStyle/>
          <a:p>
            <a:pPr marL="16933">
              <a:lnSpc>
                <a:spcPct val="100000"/>
              </a:lnSpc>
              <a:spcBef>
                <a:spcPts val="133"/>
              </a:spcBef>
            </a:pPr>
            <a:r>
              <a:rPr lang="en-GB" sz="5600" dirty="0">
                <a:latin typeface="Trebuchet MS"/>
                <a:cs typeface="Trebuchet MS"/>
              </a:rPr>
              <a:t>Build Basic Generative Adversarial  Networks GANs</a:t>
            </a:r>
            <a:endParaRPr sz="5600" dirty="0">
              <a:latin typeface="Trebuchet MS"/>
              <a:cs typeface="Trebuchet MS"/>
            </a:endParaRPr>
          </a:p>
        </p:txBody>
      </p:sp>
      <p:sp>
        <p:nvSpPr>
          <p:cNvPr id="3" name="TextBox 2">
            <a:extLst>
              <a:ext uri="{FF2B5EF4-FFF2-40B4-BE49-F238E27FC236}">
                <a16:creationId xmlns:a16="http://schemas.microsoft.com/office/drawing/2014/main" id="{50621858-7F18-0D45-1BCB-689905658EE4}"/>
              </a:ext>
            </a:extLst>
          </p:cNvPr>
          <p:cNvSpPr txBox="1"/>
          <p:nvPr/>
        </p:nvSpPr>
        <p:spPr>
          <a:xfrm>
            <a:off x="1487559" y="6322814"/>
            <a:ext cx="2576441" cy="369332"/>
          </a:xfrm>
          <a:prstGeom prst="rect">
            <a:avLst/>
          </a:prstGeom>
          <a:solidFill>
            <a:schemeClr val="accent1">
              <a:lumMod val="75000"/>
            </a:schemeClr>
          </a:solidFill>
        </p:spPr>
        <p:txBody>
          <a:bodyPr wrap="square">
            <a:spAutoFit/>
          </a:bodyPr>
          <a:lstStyle/>
          <a:p>
            <a:pPr algn="ctr"/>
            <a:r>
              <a:rPr lang="en-GB">
                <a:solidFill>
                  <a:srgbClr val="FFF9E7"/>
                </a:solidFill>
              </a:rPr>
              <a:t>17/04/2024</a:t>
            </a:r>
            <a:endParaRPr lang="en-GB" dirty="0">
              <a:solidFill>
                <a:srgbClr val="FFF9E7"/>
              </a:solidFill>
            </a:endParaRPr>
          </a:p>
        </p:txBody>
      </p:sp>
      <p:sp>
        <p:nvSpPr>
          <p:cNvPr id="2" name="Slide Number Placeholder 1">
            <a:extLst>
              <a:ext uri="{FF2B5EF4-FFF2-40B4-BE49-F238E27FC236}">
                <a16:creationId xmlns:a16="http://schemas.microsoft.com/office/drawing/2014/main" id="{EFD9A4B2-2E44-4B64-0D62-C0C2ACDEA00D}"/>
              </a:ext>
            </a:extLst>
          </p:cNvPr>
          <p:cNvSpPr>
            <a:spLocks noGrp="1"/>
          </p:cNvSpPr>
          <p:nvPr>
            <p:ph type="sldNum" sz="quarter" idx="12"/>
          </p:nvPr>
        </p:nvSpPr>
        <p:spPr/>
        <p:txBody>
          <a:bodyPr/>
          <a:lstStyle/>
          <a:p>
            <a:fld id="{5EE24C92-1265-4741-8F9F-404A15D9386E}" type="slidenum">
              <a:rPr lang="en-US" smtClean="0"/>
              <a:t>1</a:t>
            </a:fld>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87FB26-76DB-BA1E-1948-08B97C25DF29}"/>
              </a:ext>
            </a:extLst>
          </p:cNvPr>
          <p:cNvSpPr>
            <a:spLocks noGrp="1"/>
          </p:cNvSpPr>
          <p:nvPr>
            <p:ph type="title"/>
          </p:nvPr>
        </p:nvSpPr>
        <p:spPr>
          <a:xfrm>
            <a:off x="685800" y="1360805"/>
            <a:ext cx="10515600" cy="1325563"/>
          </a:xfrm>
        </p:spPr>
        <p:txBody>
          <a:bodyPr/>
          <a:lstStyle/>
          <a:p>
            <a:r>
              <a:rPr lang="en-GB" dirty="0"/>
              <a:t>Course Overview</a:t>
            </a:r>
            <a:br>
              <a:rPr lang="en-GB" dirty="0"/>
            </a:br>
            <a:endParaRPr lang="en-GB" dirty="0"/>
          </a:p>
        </p:txBody>
      </p:sp>
      <p:sp>
        <p:nvSpPr>
          <p:cNvPr id="5" name="Slide Number Placeholder 4">
            <a:extLst>
              <a:ext uri="{FF2B5EF4-FFF2-40B4-BE49-F238E27FC236}">
                <a16:creationId xmlns:a16="http://schemas.microsoft.com/office/drawing/2014/main" id="{90E33C18-B0E5-F9E4-F2E1-D93C79BA6D9C}"/>
              </a:ext>
            </a:extLst>
          </p:cNvPr>
          <p:cNvSpPr>
            <a:spLocks noGrp="1"/>
          </p:cNvSpPr>
          <p:nvPr>
            <p:ph type="sldNum" sz="quarter" idx="12"/>
          </p:nvPr>
        </p:nvSpPr>
        <p:spPr/>
        <p:txBody>
          <a:bodyPr/>
          <a:lstStyle/>
          <a:p>
            <a:fld id="{5EE24C92-1265-4741-8F9F-404A15D9386E}" type="slidenum">
              <a:rPr lang="en-US" smtClean="0"/>
              <a:t>2</a:t>
            </a:fld>
            <a:endParaRPr lang="en-US"/>
          </a:p>
        </p:txBody>
      </p:sp>
      <p:sp>
        <p:nvSpPr>
          <p:cNvPr id="4" name="TextBox 3">
            <a:extLst>
              <a:ext uri="{FF2B5EF4-FFF2-40B4-BE49-F238E27FC236}">
                <a16:creationId xmlns:a16="http://schemas.microsoft.com/office/drawing/2014/main" id="{7F023F78-2D9A-259B-A99F-13F40E8C0C54}"/>
              </a:ext>
            </a:extLst>
          </p:cNvPr>
          <p:cNvSpPr txBox="1"/>
          <p:nvPr/>
        </p:nvSpPr>
        <p:spPr>
          <a:xfrm>
            <a:off x="1960880" y="2596218"/>
            <a:ext cx="8717280" cy="1477328"/>
          </a:xfrm>
          <a:prstGeom prst="rect">
            <a:avLst/>
          </a:prstGeom>
          <a:noFill/>
        </p:spPr>
        <p:txBody>
          <a:bodyPr wrap="square">
            <a:spAutoFit/>
          </a:bodyPr>
          <a:lstStyle/>
          <a:p>
            <a:r>
              <a:rPr lang="en-GB" dirty="0"/>
              <a:t>This course is designed for everyone, including professionals, executives, students, and enthusiasts, interested in learning about generative AI and leveraging its capabilities in their work and lives.   </a:t>
            </a:r>
          </a:p>
          <a:p>
            <a:r>
              <a:rPr lang="en-GB" dirty="0"/>
              <a:t>This course is your first step toward understanding the capabilities of generative AI, powered by different models, including large language models.  </a:t>
            </a:r>
          </a:p>
        </p:txBody>
      </p:sp>
    </p:spTree>
    <p:extLst>
      <p:ext uri="{BB962C8B-B14F-4D97-AF65-F5344CB8AC3E}">
        <p14:creationId xmlns:p14="http://schemas.microsoft.com/office/powerpoint/2010/main" val="40414770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a:spLocks noGrp="1"/>
          </p:cNvSpPr>
          <p:nvPr>
            <p:ph type="title"/>
          </p:nvPr>
        </p:nvSpPr>
        <p:spPr>
          <a:xfrm>
            <a:off x="222623" y="1291727"/>
            <a:ext cx="3999653" cy="495927"/>
          </a:xfrm>
          <a:prstGeom prst="rect">
            <a:avLst/>
          </a:prstGeom>
        </p:spPr>
        <p:txBody>
          <a:bodyPr vert="horz" wrap="square" lIns="0" tIns="23707" rIns="0" bIns="0" rtlCol="0" anchor="ctr">
            <a:spAutoFit/>
          </a:bodyPr>
          <a:lstStyle/>
          <a:p>
            <a:pPr marL="16933">
              <a:lnSpc>
                <a:spcPct val="100000"/>
              </a:lnSpc>
              <a:spcBef>
                <a:spcPts val="187"/>
              </a:spcBef>
            </a:pPr>
            <a:r>
              <a:rPr sz="3067" spc="80" dirty="0">
                <a:solidFill>
                  <a:srgbClr val="1A1A1A"/>
                </a:solidFill>
                <a:latin typeface="Trebuchet MS"/>
                <a:cs typeface="Trebuchet MS"/>
              </a:rPr>
              <a:t>Gene</a:t>
            </a:r>
            <a:r>
              <a:rPr sz="3067" spc="47" dirty="0">
                <a:solidFill>
                  <a:srgbClr val="1A1A1A"/>
                </a:solidFill>
                <a:latin typeface="Trebuchet MS"/>
                <a:cs typeface="Trebuchet MS"/>
              </a:rPr>
              <a:t>r</a:t>
            </a:r>
            <a:r>
              <a:rPr sz="3067" spc="133" dirty="0">
                <a:solidFill>
                  <a:srgbClr val="1A1A1A"/>
                </a:solidFill>
                <a:latin typeface="Trebuchet MS"/>
                <a:cs typeface="Trebuchet MS"/>
              </a:rPr>
              <a:t>a</a:t>
            </a:r>
            <a:r>
              <a:rPr sz="3067" spc="-13" dirty="0">
                <a:solidFill>
                  <a:srgbClr val="1A1A1A"/>
                </a:solidFill>
                <a:latin typeface="Trebuchet MS"/>
                <a:cs typeface="Trebuchet MS"/>
              </a:rPr>
              <a:t>ti</a:t>
            </a:r>
            <a:r>
              <a:rPr sz="3067" spc="-73" dirty="0">
                <a:solidFill>
                  <a:srgbClr val="1A1A1A"/>
                </a:solidFill>
                <a:latin typeface="Trebuchet MS"/>
                <a:cs typeface="Trebuchet MS"/>
              </a:rPr>
              <a:t>v</a:t>
            </a:r>
            <a:r>
              <a:rPr sz="3067" spc="100" dirty="0">
                <a:solidFill>
                  <a:srgbClr val="1A1A1A"/>
                </a:solidFill>
                <a:latin typeface="Trebuchet MS"/>
                <a:cs typeface="Trebuchet MS"/>
              </a:rPr>
              <a:t>e</a:t>
            </a:r>
            <a:r>
              <a:rPr sz="3067" spc="-180" dirty="0">
                <a:solidFill>
                  <a:srgbClr val="1A1A1A"/>
                </a:solidFill>
                <a:latin typeface="Trebuchet MS"/>
                <a:cs typeface="Trebuchet MS"/>
              </a:rPr>
              <a:t> </a:t>
            </a:r>
            <a:r>
              <a:rPr sz="3067" spc="380" dirty="0">
                <a:solidFill>
                  <a:srgbClr val="1A1A1A"/>
                </a:solidFill>
                <a:latin typeface="Trebuchet MS"/>
                <a:cs typeface="Trebuchet MS"/>
              </a:rPr>
              <a:t>M</a:t>
            </a:r>
            <a:r>
              <a:rPr sz="3067" spc="133" dirty="0">
                <a:solidFill>
                  <a:srgbClr val="1A1A1A"/>
                </a:solidFill>
                <a:latin typeface="Trebuchet MS"/>
                <a:cs typeface="Trebuchet MS"/>
              </a:rPr>
              <a:t>odeling</a:t>
            </a:r>
            <a:endParaRPr sz="3067" dirty="0">
              <a:latin typeface="Trebuchet MS"/>
              <a:cs typeface="Trebuchet MS"/>
            </a:endParaRPr>
          </a:p>
        </p:txBody>
      </p:sp>
      <p:pic>
        <p:nvPicPr>
          <p:cNvPr id="6" name="object 6"/>
          <p:cNvPicPr/>
          <p:nvPr/>
        </p:nvPicPr>
        <p:blipFill>
          <a:blip r:embed="rId2" cstate="print"/>
          <a:stretch>
            <a:fillRect/>
          </a:stretch>
        </p:blipFill>
        <p:spPr>
          <a:xfrm>
            <a:off x="1686560" y="2173735"/>
            <a:ext cx="7725266" cy="3851146"/>
          </a:xfrm>
          <a:prstGeom prst="rect">
            <a:avLst/>
          </a:prstGeom>
        </p:spPr>
      </p:pic>
      <p:sp>
        <p:nvSpPr>
          <p:cNvPr id="2" name="Slide Number Placeholder 1">
            <a:extLst>
              <a:ext uri="{FF2B5EF4-FFF2-40B4-BE49-F238E27FC236}">
                <a16:creationId xmlns:a16="http://schemas.microsoft.com/office/drawing/2014/main" id="{FEFE07FA-8E25-B247-EED4-AB200790AF18}"/>
              </a:ext>
            </a:extLst>
          </p:cNvPr>
          <p:cNvSpPr>
            <a:spLocks noGrp="1"/>
          </p:cNvSpPr>
          <p:nvPr>
            <p:ph type="sldNum" sz="quarter" idx="12"/>
          </p:nvPr>
        </p:nvSpPr>
        <p:spPr/>
        <p:txBody>
          <a:bodyPr/>
          <a:lstStyle/>
          <a:p>
            <a:fld id="{5EE24C92-1265-4741-8F9F-404A15D9386E}" type="slidenum">
              <a:rPr lang="en-US" smtClean="0"/>
              <a:t>3</a:t>
            </a:fld>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107440" y="1320801"/>
            <a:ext cx="9425142" cy="4744719"/>
            <a:chOff x="593127" y="609600"/>
            <a:chExt cx="8258809" cy="4340225"/>
          </a:xfrm>
        </p:grpSpPr>
        <p:pic>
          <p:nvPicPr>
            <p:cNvPr id="3" name="object 3"/>
            <p:cNvPicPr/>
            <p:nvPr/>
          </p:nvPicPr>
          <p:blipFill>
            <a:blip r:embed="rId2" cstate="print"/>
            <a:stretch>
              <a:fillRect/>
            </a:stretch>
          </p:blipFill>
          <p:spPr>
            <a:xfrm>
              <a:off x="593127" y="651852"/>
              <a:ext cx="8258265" cy="4297748"/>
            </a:xfrm>
            <a:prstGeom prst="rect">
              <a:avLst/>
            </a:prstGeom>
          </p:spPr>
        </p:pic>
        <p:sp>
          <p:nvSpPr>
            <p:cNvPr id="4" name="object 4"/>
            <p:cNvSpPr/>
            <p:nvPr/>
          </p:nvSpPr>
          <p:spPr>
            <a:xfrm>
              <a:off x="8399721" y="609600"/>
              <a:ext cx="304800" cy="368935"/>
            </a:xfrm>
            <a:custGeom>
              <a:avLst/>
              <a:gdLst/>
              <a:ahLst/>
              <a:cxnLst/>
              <a:rect l="l" t="t" r="r" b="b"/>
              <a:pathLst>
                <a:path w="304800" h="368934">
                  <a:moveTo>
                    <a:pt x="304799" y="368594"/>
                  </a:moveTo>
                  <a:lnTo>
                    <a:pt x="0" y="368594"/>
                  </a:lnTo>
                  <a:lnTo>
                    <a:pt x="0" y="0"/>
                  </a:lnTo>
                  <a:lnTo>
                    <a:pt x="304799" y="0"/>
                  </a:lnTo>
                  <a:lnTo>
                    <a:pt x="304799" y="368594"/>
                  </a:lnTo>
                  <a:close/>
                </a:path>
              </a:pathLst>
            </a:custGeom>
            <a:solidFill>
              <a:srgbClr val="FFFFFF"/>
            </a:solidFill>
          </p:spPr>
          <p:txBody>
            <a:bodyPr wrap="square" lIns="0" tIns="0" rIns="0" bIns="0" rtlCol="0"/>
            <a:lstStyle/>
            <a:p>
              <a:endParaRPr sz="2400"/>
            </a:p>
          </p:txBody>
        </p:sp>
      </p:grpSp>
      <p:sp>
        <p:nvSpPr>
          <p:cNvPr id="5" name="Slide Number Placeholder 4">
            <a:extLst>
              <a:ext uri="{FF2B5EF4-FFF2-40B4-BE49-F238E27FC236}">
                <a16:creationId xmlns:a16="http://schemas.microsoft.com/office/drawing/2014/main" id="{1BD68893-F70A-347B-B9A6-4A913EB0C10F}"/>
              </a:ext>
            </a:extLst>
          </p:cNvPr>
          <p:cNvSpPr>
            <a:spLocks noGrp="1"/>
          </p:cNvSpPr>
          <p:nvPr>
            <p:ph type="sldNum" sz="quarter" idx="12"/>
          </p:nvPr>
        </p:nvSpPr>
        <p:spPr/>
        <p:txBody>
          <a:bodyPr/>
          <a:lstStyle/>
          <a:p>
            <a:fld id="{5EE24C92-1265-4741-8F9F-404A15D9386E}" type="slidenum">
              <a:rPr lang="en-US" smtClean="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981199" y="1466819"/>
            <a:ext cx="8750661" cy="4395501"/>
            <a:chOff x="453660" y="673394"/>
            <a:chExt cx="8463915" cy="4276725"/>
          </a:xfrm>
        </p:grpSpPr>
        <p:pic>
          <p:nvPicPr>
            <p:cNvPr id="3" name="object 3"/>
            <p:cNvPicPr/>
            <p:nvPr/>
          </p:nvPicPr>
          <p:blipFill>
            <a:blip r:embed="rId2" cstate="print"/>
            <a:stretch>
              <a:fillRect/>
            </a:stretch>
          </p:blipFill>
          <p:spPr>
            <a:xfrm>
              <a:off x="453660" y="674581"/>
              <a:ext cx="8463515" cy="4275466"/>
            </a:xfrm>
            <a:prstGeom prst="rect">
              <a:avLst/>
            </a:prstGeom>
          </p:spPr>
        </p:pic>
        <p:sp>
          <p:nvSpPr>
            <p:cNvPr id="4" name="object 4"/>
            <p:cNvSpPr/>
            <p:nvPr/>
          </p:nvSpPr>
          <p:spPr>
            <a:xfrm>
              <a:off x="8343014" y="673394"/>
              <a:ext cx="425450" cy="397510"/>
            </a:xfrm>
            <a:custGeom>
              <a:avLst/>
              <a:gdLst/>
              <a:ahLst/>
              <a:cxnLst/>
              <a:rect l="l" t="t" r="r" b="b"/>
              <a:pathLst>
                <a:path w="425450" h="397509">
                  <a:moveTo>
                    <a:pt x="425301" y="396948"/>
                  </a:moveTo>
                  <a:lnTo>
                    <a:pt x="0" y="396948"/>
                  </a:lnTo>
                  <a:lnTo>
                    <a:pt x="0" y="0"/>
                  </a:lnTo>
                  <a:lnTo>
                    <a:pt x="425301" y="0"/>
                  </a:lnTo>
                  <a:lnTo>
                    <a:pt x="425301" y="396948"/>
                  </a:lnTo>
                  <a:close/>
                </a:path>
              </a:pathLst>
            </a:custGeom>
            <a:solidFill>
              <a:srgbClr val="FFFFFF"/>
            </a:solidFill>
          </p:spPr>
          <p:txBody>
            <a:bodyPr wrap="square" lIns="0" tIns="0" rIns="0" bIns="0" rtlCol="0"/>
            <a:lstStyle/>
            <a:p>
              <a:endParaRPr sz="2400"/>
            </a:p>
          </p:txBody>
        </p:sp>
      </p:grpSp>
      <p:sp>
        <p:nvSpPr>
          <p:cNvPr id="5" name="Slide Number Placeholder 4">
            <a:extLst>
              <a:ext uri="{FF2B5EF4-FFF2-40B4-BE49-F238E27FC236}">
                <a16:creationId xmlns:a16="http://schemas.microsoft.com/office/drawing/2014/main" id="{637A2C77-8FC4-E078-A0F2-32E9C3D646D5}"/>
              </a:ext>
            </a:extLst>
          </p:cNvPr>
          <p:cNvSpPr>
            <a:spLocks noGrp="1"/>
          </p:cNvSpPr>
          <p:nvPr>
            <p:ph type="sldNum" sz="quarter" idx="12"/>
          </p:nvPr>
        </p:nvSpPr>
        <p:spPr/>
        <p:txBody>
          <a:bodyPr/>
          <a:lstStyle/>
          <a:p>
            <a:fld id="{5EE24C92-1265-4741-8F9F-404A15D9386E}" type="slidenum">
              <a:rPr lang="en-US" smtClean="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574800" y="1543610"/>
            <a:ext cx="9258935" cy="4521910"/>
            <a:chOff x="772636" y="616687"/>
            <a:chExt cx="8137525" cy="4421505"/>
          </a:xfrm>
        </p:grpSpPr>
        <p:pic>
          <p:nvPicPr>
            <p:cNvPr id="3" name="object 3"/>
            <p:cNvPicPr/>
            <p:nvPr/>
          </p:nvPicPr>
          <p:blipFill>
            <a:blip r:embed="rId2" cstate="print"/>
            <a:stretch>
              <a:fillRect/>
            </a:stretch>
          </p:blipFill>
          <p:spPr>
            <a:xfrm>
              <a:off x="772636" y="616687"/>
              <a:ext cx="7924799" cy="4421266"/>
            </a:xfrm>
            <a:prstGeom prst="rect">
              <a:avLst/>
            </a:prstGeom>
          </p:spPr>
        </p:pic>
        <p:sp>
          <p:nvSpPr>
            <p:cNvPr id="4" name="object 4"/>
            <p:cNvSpPr/>
            <p:nvPr/>
          </p:nvSpPr>
          <p:spPr>
            <a:xfrm>
              <a:off x="7953152" y="808073"/>
              <a:ext cx="956944" cy="489584"/>
            </a:xfrm>
            <a:custGeom>
              <a:avLst/>
              <a:gdLst/>
              <a:ahLst/>
              <a:cxnLst/>
              <a:rect l="l" t="t" r="r" b="b"/>
              <a:pathLst>
                <a:path w="956945" h="489584">
                  <a:moveTo>
                    <a:pt x="956931" y="489097"/>
                  </a:moveTo>
                  <a:lnTo>
                    <a:pt x="0" y="489097"/>
                  </a:lnTo>
                  <a:lnTo>
                    <a:pt x="0" y="0"/>
                  </a:lnTo>
                  <a:lnTo>
                    <a:pt x="956931" y="0"/>
                  </a:lnTo>
                  <a:lnTo>
                    <a:pt x="956931" y="489097"/>
                  </a:lnTo>
                  <a:close/>
                </a:path>
              </a:pathLst>
            </a:custGeom>
            <a:solidFill>
              <a:srgbClr val="FFFFFF"/>
            </a:solidFill>
          </p:spPr>
          <p:txBody>
            <a:bodyPr wrap="square" lIns="0" tIns="0" rIns="0" bIns="0" rtlCol="0"/>
            <a:lstStyle/>
            <a:p>
              <a:endParaRPr sz="2400"/>
            </a:p>
          </p:txBody>
        </p:sp>
      </p:grpSp>
      <p:sp>
        <p:nvSpPr>
          <p:cNvPr id="5" name="Slide Number Placeholder 4">
            <a:extLst>
              <a:ext uri="{FF2B5EF4-FFF2-40B4-BE49-F238E27FC236}">
                <a16:creationId xmlns:a16="http://schemas.microsoft.com/office/drawing/2014/main" id="{368E55F3-24F8-5E92-5014-E2E8B6181F8F}"/>
              </a:ext>
            </a:extLst>
          </p:cNvPr>
          <p:cNvSpPr>
            <a:spLocks noGrp="1"/>
          </p:cNvSpPr>
          <p:nvPr>
            <p:ph type="sldNum" sz="quarter" idx="12"/>
          </p:nvPr>
        </p:nvSpPr>
        <p:spPr/>
        <p:txBody>
          <a:bodyPr/>
          <a:lstStyle/>
          <a:p>
            <a:fld id="{5EE24C92-1265-4741-8F9F-404A15D9386E}" type="slidenum">
              <a:rPr lang="en-US" smtClean="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107441" y="1810135"/>
            <a:ext cx="9601199" cy="4052186"/>
            <a:chOff x="0" y="694660"/>
            <a:chExt cx="8733155" cy="4382135"/>
          </a:xfrm>
        </p:grpSpPr>
        <p:pic>
          <p:nvPicPr>
            <p:cNvPr id="3" name="object 3"/>
            <p:cNvPicPr/>
            <p:nvPr/>
          </p:nvPicPr>
          <p:blipFill>
            <a:blip r:embed="rId2" cstate="print"/>
            <a:stretch>
              <a:fillRect/>
            </a:stretch>
          </p:blipFill>
          <p:spPr>
            <a:xfrm>
              <a:off x="262271" y="777237"/>
              <a:ext cx="8470605" cy="4299408"/>
            </a:xfrm>
            <a:prstGeom prst="rect">
              <a:avLst/>
            </a:prstGeom>
          </p:spPr>
        </p:pic>
        <p:sp>
          <p:nvSpPr>
            <p:cNvPr id="4" name="object 4"/>
            <p:cNvSpPr/>
            <p:nvPr/>
          </p:nvSpPr>
          <p:spPr>
            <a:xfrm>
              <a:off x="0" y="694660"/>
              <a:ext cx="2473960" cy="489584"/>
            </a:xfrm>
            <a:custGeom>
              <a:avLst/>
              <a:gdLst/>
              <a:ahLst/>
              <a:cxnLst/>
              <a:rect l="l" t="t" r="r" b="b"/>
              <a:pathLst>
                <a:path w="2473960" h="489584">
                  <a:moveTo>
                    <a:pt x="2473841" y="489097"/>
                  </a:moveTo>
                  <a:lnTo>
                    <a:pt x="0" y="489097"/>
                  </a:lnTo>
                  <a:lnTo>
                    <a:pt x="0" y="0"/>
                  </a:lnTo>
                  <a:lnTo>
                    <a:pt x="2473841" y="0"/>
                  </a:lnTo>
                  <a:lnTo>
                    <a:pt x="2473841" y="489097"/>
                  </a:lnTo>
                  <a:close/>
                </a:path>
              </a:pathLst>
            </a:custGeom>
            <a:solidFill>
              <a:srgbClr val="FFFFFF"/>
            </a:solidFill>
          </p:spPr>
          <p:txBody>
            <a:bodyPr wrap="square" lIns="0" tIns="0" rIns="0" bIns="0" rtlCol="0"/>
            <a:lstStyle/>
            <a:p>
              <a:endParaRPr sz="2400"/>
            </a:p>
          </p:txBody>
        </p:sp>
      </p:grpSp>
      <p:sp>
        <p:nvSpPr>
          <p:cNvPr id="5" name="object 5"/>
          <p:cNvSpPr txBox="1">
            <a:spLocks noGrp="1"/>
          </p:cNvSpPr>
          <p:nvPr>
            <p:ph type="title"/>
          </p:nvPr>
        </p:nvSpPr>
        <p:spPr>
          <a:xfrm>
            <a:off x="409255" y="1274393"/>
            <a:ext cx="3972560" cy="632651"/>
          </a:xfrm>
          <a:prstGeom prst="rect">
            <a:avLst/>
          </a:prstGeom>
        </p:spPr>
        <p:txBody>
          <a:bodyPr vert="horz" wrap="square" lIns="0" tIns="16933" rIns="0" bIns="0" rtlCol="0" anchor="ctr">
            <a:spAutoFit/>
          </a:bodyPr>
          <a:lstStyle/>
          <a:p>
            <a:pPr marL="16933">
              <a:lnSpc>
                <a:spcPct val="100000"/>
              </a:lnSpc>
              <a:spcBef>
                <a:spcPts val="133"/>
              </a:spcBef>
            </a:pPr>
            <a:r>
              <a:rPr sz="4000" spc="-7" dirty="0"/>
              <a:t>What</a:t>
            </a:r>
            <a:r>
              <a:rPr sz="4000" spc="-53" dirty="0"/>
              <a:t> </a:t>
            </a:r>
            <a:r>
              <a:rPr sz="4000" spc="-7" dirty="0"/>
              <a:t>is</a:t>
            </a:r>
            <a:r>
              <a:rPr sz="4000" spc="-47" dirty="0"/>
              <a:t> </a:t>
            </a:r>
            <a:r>
              <a:rPr sz="4000" spc="-13" dirty="0"/>
              <a:t>Exciting</a:t>
            </a:r>
            <a:r>
              <a:rPr sz="4000" spc="-47" dirty="0"/>
              <a:t> </a:t>
            </a:r>
            <a:r>
              <a:rPr sz="4000" dirty="0"/>
              <a:t>!</a:t>
            </a:r>
          </a:p>
        </p:txBody>
      </p:sp>
      <p:sp>
        <p:nvSpPr>
          <p:cNvPr id="6" name="Slide Number Placeholder 5">
            <a:extLst>
              <a:ext uri="{FF2B5EF4-FFF2-40B4-BE49-F238E27FC236}">
                <a16:creationId xmlns:a16="http://schemas.microsoft.com/office/drawing/2014/main" id="{66AC931C-6F71-E363-8020-14EB34CB5891}"/>
              </a:ext>
            </a:extLst>
          </p:cNvPr>
          <p:cNvSpPr>
            <a:spLocks noGrp="1"/>
          </p:cNvSpPr>
          <p:nvPr>
            <p:ph type="sldNum" sz="quarter" idx="12"/>
          </p:nvPr>
        </p:nvSpPr>
        <p:spPr/>
        <p:txBody>
          <a:bodyPr/>
          <a:lstStyle/>
          <a:p>
            <a:fld id="{5EE24C92-1265-4741-8F9F-404A15D9386E}" type="slidenum">
              <a:rPr lang="en-US" smtClean="0"/>
              <a:t>7</a:t>
            </a:fld>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8935" y="1265841"/>
            <a:ext cx="7762240" cy="632651"/>
          </a:xfrm>
          <a:prstGeom prst="rect">
            <a:avLst/>
          </a:prstGeom>
        </p:spPr>
        <p:txBody>
          <a:bodyPr vert="horz" wrap="square" lIns="0" tIns="16933" rIns="0" bIns="0" rtlCol="0" anchor="ctr">
            <a:spAutoFit/>
          </a:bodyPr>
          <a:lstStyle/>
          <a:p>
            <a:pPr marL="16933">
              <a:lnSpc>
                <a:spcPct val="100000"/>
              </a:lnSpc>
              <a:spcBef>
                <a:spcPts val="133"/>
              </a:spcBef>
            </a:pPr>
            <a:r>
              <a:rPr sz="4000" spc="-7" dirty="0"/>
              <a:t>What</a:t>
            </a:r>
            <a:r>
              <a:rPr sz="4000" spc="-47" dirty="0"/>
              <a:t> </a:t>
            </a:r>
            <a:r>
              <a:rPr sz="4000" spc="-7" dirty="0"/>
              <a:t>does</a:t>
            </a:r>
            <a:r>
              <a:rPr sz="4000" spc="-40" dirty="0"/>
              <a:t> </a:t>
            </a:r>
            <a:r>
              <a:rPr sz="4000" spc="-7" dirty="0"/>
              <a:t>Generative</a:t>
            </a:r>
            <a:r>
              <a:rPr sz="4000" spc="-40" dirty="0"/>
              <a:t> </a:t>
            </a:r>
            <a:r>
              <a:rPr sz="4000" dirty="0"/>
              <a:t>Models</a:t>
            </a:r>
            <a:r>
              <a:rPr sz="4000" spc="-33" dirty="0"/>
              <a:t> </a:t>
            </a:r>
            <a:r>
              <a:rPr sz="4000" spc="-7" dirty="0"/>
              <a:t>do?</a:t>
            </a:r>
            <a:endParaRPr sz="4000" dirty="0"/>
          </a:p>
        </p:txBody>
      </p:sp>
      <p:pic>
        <p:nvPicPr>
          <p:cNvPr id="3" name="object 3"/>
          <p:cNvPicPr/>
          <p:nvPr/>
        </p:nvPicPr>
        <p:blipFill>
          <a:blip r:embed="rId2" cstate="print"/>
          <a:stretch>
            <a:fillRect/>
          </a:stretch>
        </p:blipFill>
        <p:spPr>
          <a:xfrm>
            <a:off x="2104402" y="2120793"/>
            <a:ext cx="7983195" cy="3629767"/>
          </a:xfrm>
          <a:prstGeom prst="rect">
            <a:avLst/>
          </a:prstGeom>
        </p:spPr>
      </p:pic>
      <p:sp>
        <p:nvSpPr>
          <p:cNvPr id="4" name="Slide Number Placeholder 3">
            <a:extLst>
              <a:ext uri="{FF2B5EF4-FFF2-40B4-BE49-F238E27FC236}">
                <a16:creationId xmlns:a16="http://schemas.microsoft.com/office/drawing/2014/main" id="{1B23A52F-AFE3-4CEC-15AF-E80F001B6F61}"/>
              </a:ext>
            </a:extLst>
          </p:cNvPr>
          <p:cNvSpPr>
            <a:spLocks noGrp="1"/>
          </p:cNvSpPr>
          <p:nvPr>
            <p:ph type="sldNum" sz="quarter" idx="12"/>
          </p:nvPr>
        </p:nvSpPr>
        <p:spPr/>
        <p:txBody>
          <a:bodyPr/>
          <a:lstStyle/>
          <a:p>
            <a:fld id="{5EE24C92-1265-4741-8F9F-404A15D9386E}" type="slidenum">
              <a:rPr lang="en-US" smtClean="0"/>
              <a:t>8</a:t>
            </a:fld>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48295" y="1154081"/>
            <a:ext cx="7762240" cy="632651"/>
          </a:xfrm>
          <a:prstGeom prst="rect">
            <a:avLst/>
          </a:prstGeom>
        </p:spPr>
        <p:txBody>
          <a:bodyPr vert="horz" wrap="square" lIns="0" tIns="16933" rIns="0" bIns="0" rtlCol="0" anchor="ctr">
            <a:spAutoFit/>
          </a:bodyPr>
          <a:lstStyle/>
          <a:p>
            <a:pPr marL="16933">
              <a:lnSpc>
                <a:spcPct val="100000"/>
              </a:lnSpc>
              <a:spcBef>
                <a:spcPts val="133"/>
              </a:spcBef>
            </a:pPr>
            <a:r>
              <a:rPr sz="4000" spc="-7" dirty="0"/>
              <a:t>What</a:t>
            </a:r>
            <a:r>
              <a:rPr sz="4000" spc="-47" dirty="0"/>
              <a:t> </a:t>
            </a:r>
            <a:r>
              <a:rPr sz="4000" spc="-7" dirty="0"/>
              <a:t>does</a:t>
            </a:r>
            <a:r>
              <a:rPr sz="4000" spc="-40" dirty="0"/>
              <a:t> </a:t>
            </a:r>
            <a:r>
              <a:rPr sz="4000" spc="-7" dirty="0"/>
              <a:t>Generative</a:t>
            </a:r>
            <a:r>
              <a:rPr sz="4000" spc="-40" dirty="0"/>
              <a:t> </a:t>
            </a:r>
            <a:r>
              <a:rPr sz="4000" dirty="0"/>
              <a:t>Models</a:t>
            </a:r>
            <a:r>
              <a:rPr sz="4000" spc="-33" dirty="0"/>
              <a:t> </a:t>
            </a:r>
            <a:r>
              <a:rPr sz="4000" spc="-7" dirty="0"/>
              <a:t>do?</a:t>
            </a:r>
            <a:endParaRPr sz="4000" dirty="0"/>
          </a:p>
        </p:txBody>
      </p:sp>
      <p:pic>
        <p:nvPicPr>
          <p:cNvPr id="3" name="object 3"/>
          <p:cNvPicPr/>
          <p:nvPr/>
        </p:nvPicPr>
        <p:blipFill>
          <a:blip r:embed="rId2" cstate="print"/>
          <a:stretch>
            <a:fillRect/>
          </a:stretch>
        </p:blipFill>
        <p:spPr>
          <a:xfrm>
            <a:off x="1066800" y="2313009"/>
            <a:ext cx="8546084" cy="3772832"/>
          </a:xfrm>
          <a:prstGeom prst="rect">
            <a:avLst/>
          </a:prstGeom>
        </p:spPr>
      </p:pic>
      <p:sp>
        <p:nvSpPr>
          <p:cNvPr id="4" name="Slide Number Placeholder 3">
            <a:extLst>
              <a:ext uri="{FF2B5EF4-FFF2-40B4-BE49-F238E27FC236}">
                <a16:creationId xmlns:a16="http://schemas.microsoft.com/office/drawing/2014/main" id="{D4AA3561-D6E9-6200-E6A1-BC436A82AA81}"/>
              </a:ext>
            </a:extLst>
          </p:cNvPr>
          <p:cNvSpPr>
            <a:spLocks noGrp="1"/>
          </p:cNvSpPr>
          <p:nvPr>
            <p:ph type="sldNum" sz="quarter" idx="12"/>
          </p:nvPr>
        </p:nvSpPr>
        <p:spPr/>
        <p:txBody>
          <a:bodyPr/>
          <a:lstStyle/>
          <a:p>
            <a:fld id="{5EE24C92-1265-4741-8F9F-404A15D9386E}" type="slidenum">
              <a:rPr lang="en-US" smtClean="0"/>
              <a:t>9</a:t>
            </a:fld>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6376" y="1164471"/>
            <a:ext cx="7227993" cy="591551"/>
          </a:xfrm>
          <a:prstGeom prst="rect">
            <a:avLst/>
          </a:prstGeom>
        </p:spPr>
        <p:txBody>
          <a:bodyPr vert="horz" wrap="square" lIns="0" tIns="16933" rIns="0" bIns="0" rtlCol="0" anchor="ctr">
            <a:spAutoFit/>
          </a:bodyPr>
          <a:lstStyle/>
          <a:p>
            <a:pPr marL="16933">
              <a:lnSpc>
                <a:spcPct val="100000"/>
              </a:lnSpc>
              <a:spcBef>
                <a:spcPts val="133"/>
              </a:spcBef>
            </a:pPr>
            <a:r>
              <a:rPr sz="3733" spc="-7" dirty="0"/>
              <a:t>Novel</a:t>
            </a:r>
            <a:r>
              <a:rPr sz="3733" spc="-47" dirty="0"/>
              <a:t> </a:t>
            </a:r>
            <a:r>
              <a:rPr sz="3733" spc="-7" dirty="0"/>
              <a:t>Idea:</a:t>
            </a:r>
            <a:r>
              <a:rPr sz="3733" spc="-180" dirty="0"/>
              <a:t> </a:t>
            </a:r>
            <a:r>
              <a:rPr sz="3733" spc="-7" dirty="0"/>
              <a:t>Adversarial</a:t>
            </a:r>
            <a:r>
              <a:rPr sz="3733" spc="-40" dirty="0"/>
              <a:t> </a:t>
            </a:r>
            <a:r>
              <a:rPr sz="3733" spc="-33" dirty="0"/>
              <a:t>Training</a:t>
            </a:r>
            <a:endParaRPr sz="3733" dirty="0"/>
          </a:p>
        </p:txBody>
      </p:sp>
      <p:pic>
        <p:nvPicPr>
          <p:cNvPr id="3" name="object 3"/>
          <p:cNvPicPr/>
          <p:nvPr/>
        </p:nvPicPr>
        <p:blipFill>
          <a:blip r:embed="rId2" cstate="print"/>
          <a:stretch>
            <a:fillRect/>
          </a:stretch>
        </p:blipFill>
        <p:spPr>
          <a:xfrm>
            <a:off x="2174240" y="2483148"/>
            <a:ext cx="6591300" cy="3644841"/>
          </a:xfrm>
          <a:prstGeom prst="rect">
            <a:avLst/>
          </a:prstGeom>
        </p:spPr>
      </p:pic>
      <p:sp>
        <p:nvSpPr>
          <p:cNvPr id="4" name="Slide Number Placeholder 3">
            <a:extLst>
              <a:ext uri="{FF2B5EF4-FFF2-40B4-BE49-F238E27FC236}">
                <a16:creationId xmlns:a16="http://schemas.microsoft.com/office/drawing/2014/main" id="{5B061821-80FC-51D2-3B45-F8C31666984F}"/>
              </a:ext>
            </a:extLst>
          </p:cNvPr>
          <p:cNvSpPr>
            <a:spLocks noGrp="1"/>
          </p:cNvSpPr>
          <p:nvPr>
            <p:ph type="sldNum" sz="quarter" idx="12"/>
          </p:nvPr>
        </p:nvSpPr>
        <p:spPr/>
        <p:txBody>
          <a:bodyPr/>
          <a:lstStyle/>
          <a:p>
            <a:fld id="{5EE24C92-1265-4741-8F9F-404A15D9386E}" type="slidenum">
              <a:rPr lang="en-US" smtClean="0"/>
              <a:t>10</a:t>
            </a:fld>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7175" y="1245751"/>
            <a:ext cx="7437120" cy="591551"/>
          </a:xfrm>
          <a:prstGeom prst="rect">
            <a:avLst/>
          </a:prstGeom>
        </p:spPr>
        <p:txBody>
          <a:bodyPr vert="horz" wrap="square" lIns="0" tIns="16933" rIns="0" bIns="0" rtlCol="0" anchor="ctr">
            <a:spAutoFit/>
          </a:bodyPr>
          <a:lstStyle/>
          <a:p>
            <a:pPr marL="16933">
              <a:lnSpc>
                <a:spcPct val="100000"/>
              </a:lnSpc>
              <a:spcBef>
                <a:spcPts val="133"/>
              </a:spcBef>
            </a:pPr>
            <a:r>
              <a:rPr sz="3733" spc="-7" dirty="0"/>
              <a:t>Generative</a:t>
            </a:r>
            <a:r>
              <a:rPr sz="3733" spc="-207" dirty="0"/>
              <a:t> </a:t>
            </a:r>
            <a:r>
              <a:rPr sz="3733" spc="-7" dirty="0"/>
              <a:t>Adversarial</a:t>
            </a:r>
            <a:r>
              <a:rPr sz="3733" spc="-60" dirty="0"/>
              <a:t> </a:t>
            </a:r>
            <a:r>
              <a:rPr sz="3733" spc="-7" dirty="0"/>
              <a:t>Networks</a:t>
            </a:r>
            <a:endParaRPr sz="3733" dirty="0"/>
          </a:p>
        </p:txBody>
      </p:sp>
      <p:pic>
        <p:nvPicPr>
          <p:cNvPr id="3" name="object 3"/>
          <p:cNvPicPr/>
          <p:nvPr/>
        </p:nvPicPr>
        <p:blipFill>
          <a:blip r:embed="rId2" cstate="print"/>
          <a:stretch>
            <a:fillRect/>
          </a:stretch>
        </p:blipFill>
        <p:spPr>
          <a:xfrm>
            <a:off x="1412240" y="2498745"/>
            <a:ext cx="8836659" cy="3444855"/>
          </a:xfrm>
          <a:prstGeom prst="rect">
            <a:avLst/>
          </a:prstGeom>
        </p:spPr>
      </p:pic>
      <p:sp>
        <p:nvSpPr>
          <p:cNvPr id="4" name="Slide Number Placeholder 3">
            <a:extLst>
              <a:ext uri="{FF2B5EF4-FFF2-40B4-BE49-F238E27FC236}">
                <a16:creationId xmlns:a16="http://schemas.microsoft.com/office/drawing/2014/main" id="{C447E20E-6BC4-C69B-632D-49D58D876E31}"/>
              </a:ext>
            </a:extLst>
          </p:cNvPr>
          <p:cNvSpPr>
            <a:spLocks noGrp="1"/>
          </p:cNvSpPr>
          <p:nvPr>
            <p:ph type="sldNum" sz="quarter" idx="12"/>
          </p:nvPr>
        </p:nvSpPr>
        <p:spPr/>
        <p:txBody>
          <a:bodyPr/>
          <a:lstStyle/>
          <a:p>
            <a:fld id="{5EE24C92-1265-4741-8F9F-404A15D9386E}" type="slidenum">
              <a:rPr lang="en-US" smtClean="0"/>
              <a:t>11</a:t>
            </a:fld>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910079" y="1343623"/>
            <a:ext cx="6857127" cy="4914937"/>
          </a:xfrm>
          <a:prstGeom prst="rect">
            <a:avLst/>
          </a:prstGeom>
        </p:spPr>
      </p:pic>
      <p:sp>
        <p:nvSpPr>
          <p:cNvPr id="3" name="Slide Number Placeholder 2">
            <a:extLst>
              <a:ext uri="{FF2B5EF4-FFF2-40B4-BE49-F238E27FC236}">
                <a16:creationId xmlns:a16="http://schemas.microsoft.com/office/drawing/2014/main" id="{A17DABDE-B0C2-84DA-78ED-F233A3159E45}"/>
              </a:ext>
            </a:extLst>
          </p:cNvPr>
          <p:cNvSpPr>
            <a:spLocks noGrp="1"/>
          </p:cNvSpPr>
          <p:nvPr>
            <p:ph type="sldNum" sz="quarter" idx="12"/>
          </p:nvPr>
        </p:nvSpPr>
        <p:spPr/>
        <p:txBody>
          <a:bodyPr/>
          <a:lstStyle/>
          <a:p>
            <a:fld id="{5EE24C92-1265-4741-8F9F-404A15D9386E}" type="slidenum">
              <a:rPr lang="en-US" smtClean="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a:spLocks noGrp="1"/>
          </p:cNvSpPr>
          <p:nvPr>
            <p:ph type="title"/>
          </p:nvPr>
        </p:nvSpPr>
        <p:spPr>
          <a:xfrm>
            <a:off x="919599" y="1167479"/>
            <a:ext cx="6558161" cy="598391"/>
          </a:xfrm>
          <a:prstGeom prst="rect">
            <a:avLst/>
          </a:prstGeom>
        </p:spPr>
        <p:txBody>
          <a:bodyPr vert="horz" wrap="square" lIns="0" tIns="23707" rIns="0" bIns="0" rtlCol="0" anchor="ctr">
            <a:spAutoFit/>
          </a:bodyPr>
          <a:lstStyle/>
          <a:p>
            <a:pPr marL="16933">
              <a:lnSpc>
                <a:spcPct val="100000"/>
              </a:lnSpc>
              <a:spcBef>
                <a:spcPts val="187"/>
              </a:spcBef>
            </a:pPr>
            <a:r>
              <a:rPr sz="3733" spc="-7" dirty="0"/>
              <a:t>GAN : How does it works?</a:t>
            </a:r>
          </a:p>
        </p:txBody>
      </p:sp>
      <p:pic>
        <p:nvPicPr>
          <p:cNvPr id="6" name="object 6"/>
          <p:cNvPicPr/>
          <p:nvPr/>
        </p:nvPicPr>
        <p:blipFill>
          <a:blip r:embed="rId2" cstate="print"/>
          <a:stretch>
            <a:fillRect/>
          </a:stretch>
        </p:blipFill>
        <p:spPr>
          <a:xfrm>
            <a:off x="1188720" y="2108316"/>
            <a:ext cx="9342895" cy="4288254"/>
          </a:xfrm>
          <a:prstGeom prst="rect">
            <a:avLst/>
          </a:prstGeom>
        </p:spPr>
      </p:pic>
      <p:sp>
        <p:nvSpPr>
          <p:cNvPr id="2" name="Slide Number Placeholder 1">
            <a:extLst>
              <a:ext uri="{FF2B5EF4-FFF2-40B4-BE49-F238E27FC236}">
                <a16:creationId xmlns:a16="http://schemas.microsoft.com/office/drawing/2014/main" id="{2027DAFA-EA15-62D2-291F-B632C885845E}"/>
              </a:ext>
            </a:extLst>
          </p:cNvPr>
          <p:cNvSpPr>
            <a:spLocks noGrp="1"/>
          </p:cNvSpPr>
          <p:nvPr>
            <p:ph type="sldNum" sz="quarter" idx="12"/>
          </p:nvPr>
        </p:nvSpPr>
        <p:spPr/>
        <p:txBody>
          <a:bodyPr/>
          <a:lstStyle/>
          <a:p>
            <a:fld id="{5EE24C92-1265-4741-8F9F-404A15D9386E}" type="slidenum">
              <a:rPr lang="en-US" smtClean="0"/>
              <a:t>13</a:t>
            </a:fld>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a:spLocks noGrp="1"/>
          </p:cNvSpPr>
          <p:nvPr>
            <p:ph type="title"/>
          </p:nvPr>
        </p:nvSpPr>
        <p:spPr>
          <a:xfrm>
            <a:off x="589029" y="1360519"/>
            <a:ext cx="6716011" cy="598391"/>
          </a:xfrm>
          <a:prstGeom prst="rect">
            <a:avLst/>
          </a:prstGeom>
        </p:spPr>
        <p:txBody>
          <a:bodyPr vert="horz" wrap="square" lIns="0" tIns="23707" rIns="0" bIns="0" rtlCol="0" anchor="ctr">
            <a:spAutoFit/>
          </a:bodyPr>
          <a:lstStyle/>
          <a:p>
            <a:pPr marL="16933">
              <a:lnSpc>
                <a:spcPct val="100000"/>
              </a:lnSpc>
              <a:spcBef>
                <a:spcPts val="187"/>
              </a:spcBef>
            </a:pPr>
            <a:r>
              <a:rPr sz="3733" spc="-7" dirty="0"/>
              <a:t>GAN : How does it works?</a:t>
            </a:r>
          </a:p>
        </p:txBody>
      </p:sp>
      <p:pic>
        <p:nvPicPr>
          <p:cNvPr id="6" name="object 6"/>
          <p:cNvPicPr/>
          <p:nvPr/>
        </p:nvPicPr>
        <p:blipFill>
          <a:blip r:embed="rId2" cstate="print"/>
          <a:stretch>
            <a:fillRect/>
          </a:stretch>
        </p:blipFill>
        <p:spPr>
          <a:xfrm>
            <a:off x="1686559" y="2382653"/>
            <a:ext cx="8056879" cy="3814947"/>
          </a:xfrm>
          <a:prstGeom prst="rect">
            <a:avLst/>
          </a:prstGeom>
        </p:spPr>
      </p:pic>
      <p:sp>
        <p:nvSpPr>
          <p:cNvPr id="2" name="Slide Number Placeholder 1">
            <a:extLst>
              <a:ext uri="{FF2B5EF4-FFF2-40B4-BE49-F238E27FC236}">
                <a16:creationId xmlns:a16="http://schemas.microsoft.com/office/drawing/2014/main" id="{8CA8A23D-821C-42C5-91A5-BD751065C6CF}"/>
              </a:ext>
            </a:extLst>
          </p:cNvPr>
          <p:cNvSpPr>
            <a:spLocks noGrp="1"/>
          </p:cNvSpPr>
          <p:nvPr>
            <p:ph type="sldNum" sz="quarter" idx="12"/>
          </p:nvPr>
        </p:nvSpPr>
        <p:spPr/>
        <p:txBody>
          <a:bodyPr/>
          <a:lstStyle/>
          <a:p>
            <a:fld id="{5EE24C92-1265-4741-8F9F-404A15D9386E}" type="slidenum">
              <a:rPr lang="en-US" smtClean="0"/>
              <a:t>14</a:t>
            </a:fld>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a:spLocks noGrp="1"/>
          </p:cNvSpPr>
          <p:nvPr>
            <p:ph type="title"/>
          </p:nvPr>
        </p:nvSpPr>
        <p:spPr>
          <a:xfrm>
            <a:off x="320159" y="1340199"/>
            <a:ext cx="6222881" cy="598391"/>
          </a:xfrm>
          <a:prstGeom prst="rect">
            <a:avLst/>
          </a:prstGeom>
        </p:spPr>
        <p:txBody>
          <a:bodyPr vert="horz" wrap="square" lIns="0" tIns="23707" rIns="0" bIns="0" rtlCol="0" anchor="ctr">
            <a:spAutoFit/>
          </a:bodyPr>
          <a:lstStyle/>
          <a:p>
            <a:pPr marL="16933">
              <a:lnSpc>
                <a:spcPct val="100000"/>
              </a:lnSpc>
              <a:spcBef>
                <a:spcPts val="187"/>
              </a:spcBef>
            </a:pPr>
            <a:r>
              <a:rPr sz="3733" spc="-7" dirty="0"/>
              <a:t>GAN : How does it works?</a:t>
            </a:r>
          </a:p>
        </p:txBody>
      </p:sp>
      <p:pic>
        <p:nvPicPr>
          <p:cNvPr id="6" name="object 6"/>
          <p:cNvPicPr/>
          <p:nvPr/>
        </p:nvPicPr>
        <p:blipFill>
          <a:blip r:embed="rId2" cstate="print"/>
          <a:stretch>
            <a:fillRect/>
          </a:stretch>
        </p:blipFill>
        <p:spPr>
          <a:xfrm>
            <a:off x="944880" y="2684859"/>
            <a:ext cx="8018632" cy="3705781"/>
          </a:xfrm>
          <a:prstGeom prst="rect">
            <a:avLst/>
          </a:prstGeom>
        </p:spPr>
      </p:pic>
      <p:sp>
        <p:nvSpPr>
          <p:cNvPr id="2" name="Slide Number Placeholder 1">
            <a:extLst>
              <a:ext uri="{FF2B5EF4-FFF2-40B4-BE49-F238E27FC236}">
                <a16:creationId xmlns:a16="http://schemas.microsoft.com/office/drawing/2014/main" id="{9E417DE1-804F-F93B-4791-7F6D7A17BE48}"/>
              </a:ext>
            </a:extLst>
          </p:cNvPr>
          <p:cNvSpPr>
            <a:spLocks noGrp="1"/>
          </p:cNvSpPr>
          <p:nvPr>
            <p:ph type="sldNum" sz="quarter" idx="12"/>
          </p:nvPr>
        </p:nvSpPr>
        <p:spPr/>
        <p:txBody>
          <a:bodyPr/>
          <a:lstStyle/>
          <a:p>
            <a:fld id="{5EE24C92-1265-4741-8F9F-404A15D9386E}" type="slidenum">
              <a:rPr lang="en-US" smtClean="0"/>
              <a:t>15</a:t>
            </a:fld>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744558" y="2614008"/>
            <a:ext cx="5983893" cy="2991638"/>
          </a:xfrm>
          <a:prstGeom prst="rect">
            <a:avLst/>
          </a:prstGeom>
        </p:spPr>
      </p:pic>
      <p:sp>
        <p:nvSpPr>
          <p:cNvPr id="3" name="object 3"/>
          <p:cNvSpPr txBox="1">
            <a:spLocks noGrp="1"/>
          </p:cNvSpPr>
          <p:nvPr>
            <p:ph type="title"/>
          </p:nvPr>
        </p:nvSpPr>
        <p:spPr>
          <a:xfrm>
            <a:off x="211160" y="1201747"/>
            <a:ext cx="6352200" cy="1166003"/>
          </a:xfrm>
          <a:prstGeom prst="rect">
            <a:avLst/>
          </a:prstGeom>
        </p:spPr>
        <p:txBody>
          <a:bodyPr vert="horz" wrap="square" lIns="0" tIns="16933" rIns="0" bIns="0" rtlCol="0" anchor="ctr">
            <a:spAutoFit/>
          </a:bodyPr>
          <a:lstStyle/>
          <a:p>
            <a:pPr marL="16933" marR="6773">
              <a:lnSpc>
                <a:spcPct val="100000"/>
              </a:lnSpc>
              <a:spcBef>
                <a:spcPts val="133"/>
              </a:spcBef>
            </a:pPr>
            <a:r>
              <a:rPr sz="3733" spc="-7" dirty="0"/>
              <a:t>3D Generative Adversarial  Networks</a:t>
            </a:r>
          </a:p>
        </p:txBody>
      </p:sp>
      <p:pic>
        <p:nvPicPr>
          <p:cNvPr id="4" name="object 4"/>
          <p:cNvPicPr/>
          <p:nvPr/>
        </p:nvPicPr>
        <p:blipFill>
          <a:blip r:embed="rId3" cstate="print"/>
          <a:stretch>
            <a:fillRect/>
          </a:stretch>
        </p:blipFill>
        <p:spPr>
          <a:xfrm>
            <a:off x="887221" y="6098161"/>
            <a:ext cx="10566400" cy="304799"/>
          </a:xfrm>
          <a:prstGeom prst="rect">
            <a:avLst/>
          </a:prstGeom>
        </p:spPr>
      </p:pic>
      <p:sp>
        <p:nvSpPr>
          <p:cNvPr id="5" name="Slide Number Placeholder 4">
            <a:extLst>
              <a:ext uri="{FF2B5EF4-FFF2-40B4-BE49-F238E27FC236}">
                <a16:creationId xmlns:a16="http://schemas.microsoft.com/office/drawing/2014/main" id="{5B194B4F-BB74-6422-0F1F-402430234134}"/>
              </a:ext>
            </a:extLst>
          </p:cNvPr>
          <p:cNvSpPr>
            <a:spLocks noGrp="1"/>
          </p:cNvSpPr>
          <p:nvPr>
            <p:ph type="sldNum" sz="quarter" idx="12"/>
          </p:nvPr>
        </p:nvSpPr>
        <p:spPr/>
        <p:txBody>
          <a:bodyPr/>
          <a:lstStyle/>
          <a:p>
            <a:fld id="{5EE24C92-1265-4741-8F9F-404A15D9386E}" type="slidenum">
              <a:rPr lang="en-US" smtClean="0"/>
              <a:t>16</a:t>
            </a:fld>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471933" y="1089009"/>
            <a:ext cx="10461412" cy="487680"/>
          </a:xfrm>
          <a:custGeom>
            <a:avLst/>
            <a:gdLst/>
            <a:ahLst/>
            <a:cxnLst/>
            <a:rect l="l" t="t" r="r" b="b"/>
            <a:pathLst>
              <a:path w="7846059" h="365759">
                <a:moveTo>
                  <a:pt x="7845568" y="365759"/>
                </a:moveTo>
                <a:lnTo>
                  <a:pt x="0" y="365759"/>
                </a:lnTo>
                <a:lnTo>
                  <a:pt x="0" y="0"/>
                </a:lnTo>
                <a:lnTo>
                  <a:pt x="7845568" y="0"/>
                </a:lnTo>
                <a:lnTo>
                  <a:pt x="7845568" y="365759"/>
                </a:lnTo>
                <a:close/>
              </a:path>
            </a:pathLst>
          </a:custGeom>
          <a:solidFill>
            <a:srgbClr val="FFFFFF"/>
          </a:solidFill>
        </p:spPr>
        <p:txBody>
          <a:bodyPr wrap="square" lIns="0" tIns="0" rIns="0" bIns="0" rtlCol="0"/>
          <a:lstStyle/>
          <a:p>
            <a:endParaRPr sz="2400"/>
          </a:p>
        </p:txBody>
      </p:sp>
      <p:sp>
        <p:nvSpPr>
          <p:cNvPr id="4" name="object 4"/>
          <p:cNvSpPr txBox="1"/>
          <p:nvPr/>
        </p:nvSpPr>
        <p:spPr>
          <a:xfrm>
            <a:off x="240960" y="1089009"/>
            <a:ext cx="11479107" cy="3944606"/>
          </a:xfrm>
          <a:prstGeom prst="rect">
            <a:avLst/>
          </a:prstGeom>
        </p:spPr>
        <p:txBody>
          <a:bodyPr vert="horz" wrap="square" lIns="0" tIns="144780" rIns="0" bIns="0" rtlCol="0">
            <a:spAutoFit/>
          </a:bodyPr>
          <a:lstStyle/>
          <a:p>
            <a:pPr marL="16933">
              <a:spcBef>
                <a:spcPts val="1140"/>
              </a:spcBef>
            </a:pPr>
            <a:r>
              <a:rPr sz="3733" spc="-7" dirty="0">
                <a:latin typeface="+mj-lt"/>
                <a:ea typeface="+mj-ea"/>
                <a:cs typeface="+mj-cs"/>
              </a:rPr>
              <a:t>3D Generative Adversarial</a:t>
            </a:r>
            <a:endParaRPr lang="en-GB" sz="3733" spc="-7" dirty="0">
              <a:latin typeface="+mj-lt"/>
              <a:ea typeface="+mj-ea"/>
              <a:cs typeface="+mj-cs"/>
            </a:endParaRPr>
          </a:p>
          <a:p>
            <a:pPr marL="16933">
              <a:spcBef>
                <a:spcPts val="1140"/>
              </a:spcBef>
            </a:pPr>
            <a:endParaRPr sz="3200" dirty="0">
              <a:latin typeface="Trebuchet MS"/>
              <a:cs typeface="Trebuchet MS"/>
            </a:endParaRPr>
          </a:p>
          <a:p>
            <a:pPr marL="16933" marR="38944">
              <a:spcBef>
                <a:spcPts val="1007"/>
              </a:spcBef>
            </a:pPr>
            <a:r>
              <a:rPr sz="2000" spc="93" dirty="0">
                <a:solidFill>
                  <a:srgbClr val="333333"/>
                </a:solidFill>
                <a:latin typeface="Trebuchet MS"/>
                <a:cs typeface="Trebuchet MS"/>
              </a:rPr>
              <a:t>Generative </a:t>
            </a:r>
            <a:r>
              <a:rPr sz="2000" spc="180" dirty="0">
                <a:solidFill>
                  <a:srgbClr val="333333"/>
                </a:solidFill>
                <a:latin typeface="Trebuchet MS"/>
                <a:cs typeface="Trebuchet MS"/>
              </a:rPr>
              <a:t>Adversarial </a:t>
            </a:r>
            <a:r>
              <a:rPr sz="2000" spc="187" dirty="0">
                <a:solidFill>
                  <a:srgbClr val="333333"/>
                </a:solidFill>
                <a:latin typeface="Trebuchet MS"/>
                <a:cs typeface="Trebuchet MS"/>
              </a:rPr>
              <a:t>Networks </a:t>
            </a:r>
            <a:r>
              <a:rPr sz="2000" spc="53" dirty="0">
                <a:solidFill>
                  <a:srgbClr val="333333"/>
                </a:solidFill>
                <a:latin typeface="Trebuchet MS"/>
                <a:cs typeface="Trebuchet MS"/>
              </a:rPr>
              <a:t>(GANs) </a:t>
            </a:r>
            <a:r>
              <a:rPr sz="2000" spc="213" dirty="0">
                <a:solidFill>
                  <a:srgbClr val="333333"/>
                </a:solidFill>
                <a:latin typeface="Trebuchet MS"/>
                <a:cs typeface="Trebuchet MS"/>
              </a:rPr>
              <a:t>are </a:t>
            </a:r>
            <a:r>
              <a:rPr sz="2000" spc="227" dirty="0">
                <a:solidFill>
                  <a:srgbClr val="333333"/>
                </a:solidFill>
                <a:latin typeface="Trebuchet MS"/>
                <a:cs typeface="Trebuchet MS"/>
              </a:rPr>
              <a:t>a </a:t>
            </a:r>
            <a:r>
              <a:rPr sz="2000" spc="93" dirty="0">
                <a:solidFill>
                  <a:srgbClr val="333333"/>
                </a:solidFill>
                <a:latin typeface="Trebuchet MS"/>
                <a:cs typeface="Trebuchet MS"/>
              </a:rPr>
              <a:t>leading </a:t>
            </a:r>
            <a:r>
              <a:rPr sz="2000" spc="100" dirty="0">
                <a:solidFill>
                  <a:srgbClr val="333333"/>
                </a:solidFill>
                <a:latin typeface="Trebuchet MS"/>
                <a:cs typeface="Trebuchet MS"/>
              </a:rPr>
              <a:t> </a:t>
            </a:r>
            <a:r>
              <a:rPr sz="2000" spc="93" dirty="0">
                <a:solidFill>
                  <a:srgbClr val="333333"/>
                </a:solidFill>
                <a:latin typeface="Trebuchet MS"/>
                <a:cs typeface="Trebuchet MS"/>
              </a:rPr>
              <a:t>deep</a:t>
            </a:r>
            <a:r>
              <a:rPr sz="2000" spc="-240" dirty="0">
                <a:solidFill>
                  <a:srgbClr val="333333"/>
                </a:solidFill>
                <a:latin typeface="Trebuchet MS"/>
                <a:cs typeface="Trebuchet MS"/>
              </a:rPr>
              <a:t> </a:t>
            </a:r>
            <a:r>
              <a:rPr sz="2000" spc="180" dirty="0">
                <a:solidFill>
                  <a:srgbClr val="333333"/>
                </a:solidFill>
                <a:latin typeface="Trebuchet MS"/>
                <a:cs typeface="Trebuchet MS"/>
              </a:rPr>
              <a:t>genera</a:t>
            </a:r>
            <a:r>
              <a:rPr sz="2000" dirty="0">
                <a:solidFill>
                  <a:srgbClr val="333333"/>
                </a:solidFill>
                <a:latin typeface="Trebuchet MS"/>
                <a:cs typeface="Trebuchet MS"/>
              </a:rPr>
              <a:t>ti</a:t>
            </a:r>
            <a:r>
              <a:rPr sz="2000" spc="-7" dirty="0">
                <a:solidFill>
                  <a:srgbClr val="333333"/>
                </a:solidFill>
                <a:latin typeface="Trebuchet MS"/>
                <a:cs typeface="Trebuchet MS"/>
              </a:rPr>
              <a:t>v</a:t>
            </a:r>
            <a:r>
              <a:rPr sz="2000" spc="80" dirty="0">
                <a:solidFill>
                  <a:srgbClr val="333333"/>
                </a:solidFill>
                <a:latin typeface="Trebuchet MS"/>
                <a:cs typeface="Trebuchet MS"/>
              </a:rPr>
              <a:t>e</a:t>
            </a:r>
            <a:r>
              <a:rPr sz="2000" spc="-240" dirty="0">
                <a:solidFill>
                  <a:srgbClr val="333333"/>
                </a:solidFill>
                <a:latin typeface="Trebuchet MS"/>
                <a:cs typeface="Trebuchet MS"/>
              </a:rPr>
              <a:t> </a:t>
            </a:r>
            <a:r>
              <a:rPr sz="2000" spc="73" dirty="0">
                <a:solidFill>
                  <a:srgbClr val="333333"/>
                </a:solidFill>
                <a:latin typeface="Trebuchet MS"/>
                <a:cs typeface="Trebuchet MS"/>
              </a:rPr>
              <a:t>model</a:t>
            </a:r>
            <a:r>
              <a:rPr sz="2000" spc="-240" dirty="0">
                <a:solidFill>
                  <a:srgbClr val="333333"/>
                </a:solidFill>
                <a:latin typeface="Trebuchet MS"/>
                <a:cs typeface="Trebuchet MS"/>
              </a:rPr>
              <a:t> </a:t>
            </a:r>
            <a:r>
              <a:rPr sz="2000" spc="93" dirty="0">
                <a:solidFill>
                  <a:srgbClr val="333333"/>
                </a:solidFill>
                <a:latin typeface="Trebuchet MS"/>
                <a:cs typeface="Trebuchet MS"/>
              </a:rPr>
              <a:t>th</a:t>
            </a:r>
            <a:r>
              <a:rPr sz="2000" spc="100" dirty="0">
                <a:solidFill>
                  <a:srgbClr val="333333"/>
                </a:solidFill>
                <a:latin typeface="Trebuchet MS"/>
                <a:cs typeface="Trebuchet MS"/>
              </a:rPr>
              <a:t>a</a:t>
            </a:r>
            <a:r>
              <a:rPr sz="2000" spc="-87" dirty="0">
                <a:solidFill>
                  <a:srgbClr val="333333"/>
                </a:solidFill>
                <a:latin typeface="Trebuchet MS"/>
                <a:cs typeface="Trebuchet MS"/>
              </a:rPr>
              <a:t>t</a:t>
            </a:r>
            <a:r>
              <a:rPr sz="2000" spc="-240" dirty="0">
                <a:solidFill>
                  <a:srgbClr val="333333"/>
                </a:solidFill>
                <a:latin typeface="Trebuchet MS"/>
                <a:cs typeface="Trebuchet MS"/>
              </a:rPr>
              <a:t> </a:t>
            </a:r>
            <a:r>
              <a:rPr sz="2000" spc="247" dirty="0">
                <a:solidFill>
                  <a:srgbClr val="333333"/>
                </a:solidFill>
                <a:latin typeface="Trebuchet MS"/>
                <a:cs typeface="Trebuchet MS"/>
              </a:rPr>
              <a:t>use</a:t>
            </a:r>
            <a:r>
              <a:rPr sz="2000" spc="-240" dirty="0">
                <a:solidFill>
                  <a:srgbClr val="333333"/>
                </a:solidFill>
                <a:latin typeface="Trebuchet MS"/>
                <a:cs typeface="Trebuchet MS"/>
              </a:rPr>
              <a:t> </a:t>
            </a:r>
            <a:r>
              <a:rPr sz="2000" spc="93" dirty="0">
                <a:solidFill>
                  <a:srgbClr val="333333"/>
                </a:solidFill>
                <a:latin typeface="Trebuchet MS"/>
                <a:cs typeface="Trebuchet MS"/>
              </a:rPr>
              <a:t>deep</a:t>
            </a:r>
            <a:r>
              <a:rPr sz="2000" spc="-240" dirty="0">
                <a:solidFill>
                  <a:srgbClr val="333333"/>
                </a:solidFill>
                <a:latin typeface="Trebuchet MS"/>
                <a:cs typeface="Trebuchet MS"/>
              </a:rPr>
              <a:t> </a:t>
            </a:r>
            <a:r>
              <a:rPr sz="2000" spc="152" dirty="0">
                <a:solidFill>
                  <a:srgbClr val="333333"/>
                </a:solidFill>
                <a:latin typeface="Trebuchet MS"/>
                <a:cs typeface="Trebuchet MS"/>
              </a:rPr>
              <a:t>neural</a:t>
            </a:r>
            <a:r>
              <a:rPr sz="2000" spc="-240" dirty="0">
                <a:solidFill>
                  <a:srgbClr val="333333"/>
                </a:solidFill>
                <a:latin typeface="Trebuchet MS"/>
                <a:cs typeface="Trebuchet MS"/>
              </a:rPr>
              <a:t> </a:t>
            </a:r>
            <a:r>
              <a:rPr sz="2000" spc="87" dirty="0">
                <a:solidFill>
                  <a:srgbClr val="333333"/>
                </a:solidFill>
                <a:latin typeface="Trebuchet MS"/>
                <a:cs typeface="Trebuchet MS"/>
              </a:rPr>
              <a:t>net</a:t>
            </a:r>
            <a:r>
              <a:rPr sz="2000" spc="127" dirty="0">
                <a:solidFill>
                  <a:srgbClr val="333333"/>
                </a:solidFill>
                <a:latin typeface="Trebuchet MS"/>
                <a:cs typeface="Trebuchet MS"/>
              </a:rPr>
              <a:t>w</a:t>
            </a:r>
            <a:r>
              <a:rPr sz="2000" spc="213" dirty="0">
                <a:solidFill>
                  <a:srgbClr val="333333"/>
                </a:solidFill>
                <a:latin typeface="Trebuchet MS"/>
                <a:cs typeface="Trebuchet MS"/>
              </a:rPr>
              <a:t>or</a:t>
            </a:r>
            <a:r>
              <a:rPr sz="2000" spc="220" dirty="0">
                <a:solidFill>
                  <a:srgbClr val="333333"/>
                </a:solidFill>
                <a:latin typeface="Trebuchet MS"/>
                <a:cs typeface="Trebuchet MS"/>
              </a:rPr>
              <a:t>k</a:t>
            </a:r>
            <a:r>
              <a:rPr sz="2000" spc="360" dirty="0">
                <a:solidFill>
                  <a:srgbClr val="333333"/>
                </a:solidFill>
                <a:latin typeface="Trebuchet MS"/>
                <a:cs typeface="Trebuchet MS"/>
              </a:rPr>
              <a:t>s  </a:t>
            </a:r>
            <a:r>
              <a:rPr sz="2000" spc="80" dirty="0">
                <a:solidFill>
                  <a:srgbClr val="333333"/>
                </a:solidFill>
                <a:latin typeface="Trebuchet MS"/>
                <a:cs typeface="Trebuchet MS"/>
              </a:rPr>
              <a:t>(DNNs)</a:t>
            </a:r>
            <a:r>
              <a:rPr sz="2000" spc="-240" dirty="0">
                <a:solidFill>
                  <a:srgbClr val="333333"/>
                </a:solidFill>
                <a:latin typeface="Trebuchet MS"/>
                <a:cs typeface="Trebuchet MS"/>
              </a:rPr>
              <a:t> </a:t>
            </a:r>
            <a:r>
              <a:rPr sz="2000" spc="40" dirty="0">
                <a:solidFill>
                  <a:srgbClr val="333333"/>
                </a:solidFill>
                <a:latin typeface="Trebuchet MS"/>
                <a:cs typeface="Trebuchet MS"/>
              </a:rPr>
              <a:t>to</a:t>
            </a:r>
            <a:r>
              <a:rPr sz="2000" spc="-233" dirty="0">
                <a:solidFill>
                  <a:srgbClr val="333333"/>
                </a:solidFill>
                <a:latin typeface="Trebuchet MS"/>
                <a:cs typeface="Trebuchet MS"/>
              </a:rPr>
              <a:t> </a:t>
            </a:r>
            <a:r>
              <a:rPr sz="2000" spc="133" dirty="0">
                <a:solidFill>
                  <a:srgbClr val="333333"/>
                </a:solidFill>
                <a:latin typeface="Trebuchet MS"/>
                <a:cs typeface="Trebuchet MS"/>
              </a:rPr>
              <a:t>learn</a:t>
            </a:r>
            <a:r>
              <a:rPr sz="2000" spc="-233" dirty="0">
                <a:solidFill>
                  <a:srgbClr val="333333"/>
                </a:solidFill>
                <a:latin typeface="Trebuchet MS"/>
                <a:cs typeface="Trebuchet MS"/>
              </a:rPr>
              <a:t> </a:t>
            </a:r>
            <a:r>
              <a:rPr sz="2000" spc="147" dirty="0">
                <a:solidFill>
                  <a:srgbClr val="333333"/>
                </a:solidFill>
                <a:latin typeface="Trebuchet MS"/>
                <a:cs typeface="Trebuchet MS"/>
              </a:rPr>
              <a:t>from</a:t>
            </a:r>
            <a:r>
              <a:rPr sz="2000" spc="-240" dirty="0">
                <a:solidFill>
                  <a:srgbClr val="333333"/>
                </a:solidFill>
                <a:latin typeface="Trebuchet MS"/>
                <a:cs typeface="Trebuchet MS"/>
              </a:rPr>
              <a:t> </a:t>
            </a:r>
            <a:r>
              <a:rPr sz="2000" spc="227" dirty="0">
                <a:solidFill>
                  <a:srgbClr val="333333"/>
                </a:solidFill>
                <a:latin typeface="Trebuchet MS"/>
                <a:cs typeface="Trebuchet MS"/>
              </a:rPr>
              <a:t>a</a:t>
            </a:r>
            <a:r>
              <a:rPr sz="2000" spc="-233" dirty="0">
                <a:solidFill>
                  <a:srgbClr val="333333"/>
                </a:solidFill>
                <a:latin typeface="Trebuchet MS"/>
                <a:cs typeface="Trebuchet MS"/>
              </a:rPr>
              <a:t> </a:t>
            </a:r>
            <a:r>
              <a:rPr sz="2000" spc="140" dirty="0">
                <a:solidFill>
                  <a:srgbClr val="333333"/>
                </a:solidFill>
                <a:latin typeface="Trebuchet MS"/>
                <a:cs typeface="Trebuchet MS"/>
              </a:rPr>
              <a:t>set</a:t>
            </a:r>
            <a:r>
              <a:rPr sz="2000" spc="-233" dirty="0">
                <a:solidFill>
                  <a:srgbClr val="333333"/>
                </a:solidFill>
                <a:latin typeface="Trebuchet MS"/>
                <a:cs typeface="Trebuchet MS"/>
              </a:rPr>
              <a:t> </a:t>
            </a:r>
            <a:r>
              <a:rPr sz="2000" spc="67" dirty="0">
                <a:solidFill>
                  <a:srgbClr val="333333"/>
                </a:solidFill>
                <a:latin typeface="Trebuchet MS"/>
                <a:cs typeface="Trebuchet MS"/>
              </a:rPr>
              <a:t>of</a:t>
            </a:r>
            <a:r>
              <a:rPr sz="2000" spc="-233" dirty="0">
                <a:solidFill>
                  <a:srgbClr val="333333"/>
                </a:solidFill>
                <a:latin typeface="Trebuchet MS"/>
                <a:cs typeface="Trebuchet MS"/>
              </a:rPr>
              <a:t> </a:t>
            </a:r>
            <a:r>
              <a:rPr sz="2000" spc="113" dirty="0">
                <a:solidFill>
                  <a:srgbClr val="333333"/>
                </a:solidFill>
                <a:latin typeface="Trebuchet MS"/>
                <a:cs typeface="Trebuchet MS"/>
              </a:rPr>
              <a:t>training</a:t>
            </a:r>
            <a:r>
              <a:rPr sz="2000" spc="-240" dirty="0">
                <a:solidFill>
                  <a:srgbClr val="333333"/>
                </a:solidFill>
                <a:latin typeface="Trebuchet MS"/>
                <a:cs typeface="Trebuchet MS"/>
              </a:rPr>
              <a:t> </a:t>
            </a:r>
            <a:r>
              <a:rPr sz="2000" spc="127" dirty="0">
                <a:solidFill>
                  <a:srgbClr val="333333"/>
                </a:solidFill>
                <a:latin typeface="Trebuchet MS"/>
                <a:cs typeface="Trebuchet MS"/>
              </a:rPr>
              <a:t>examples</a:t>
            </a:r>
            <a:r>
              <a:rPr sz="2000" spc="-233" dirty="0">
                <a:solidFill>
                  <a:srgbClr val="333333"/>
                </a:solidFill>
                <a:latin typeface="Trebuchet MS"/>
                <a:cs typeface="Trebuchet MS"/>
              </a:rPr>
              <a:t> </a:t>
            </a:r>
            <a:r>
              <a:rPr sz="2000" spc="60" dirty="0">
                <a:solidFill>
                  <a:srgbClr val="333333"/>
                </a:solidFill>
                <a:latin typeface="Trebuchet MS"/>
                <a:cs typeface="Trebuchet MS"/>
              </a:rPr>
              <a:t>in</a:t>
            </a:r>
            <a:r>
              <a:rPr sz="2000" spc="-233" dirty="0">
                <a:solidFill>
                  <a:srgbClr val="333333"/>
                </a:solidFill>
                <a:latin typeface="Trebuchet MS"/>
                <a:cs typeface="Trebuchet MS"/>
              </a:rPr>
              <a:t> </a:t>
            </a:r>
            <a:r>
              <a:rPr sz="2000" spc="200" dirty="0">
                <a:solidFill>
                  <a:srgbClr val="333333"/>
                </a:solidFill>
                <a:latin typeface="Trebuchet MS"/>
                <a:cs typeface="Trebuchet MS"/>
              </a:rPr>
              <a:t>order</a:t>
            </a:r>
            <a:r>
              <a:rPr sz="2000" spc="-233" dirty="0">
                <a:solidFill>
                  <a:srgbClr val="333333"/>
                </a:solidFill>
                <a:latin typeface="Trebuchet MS"/>
                <a:cs typeface="Trebuchet MS"/>
              </a:rPr>
              <a:t> </a:t>
            </a:r>
            <a:r>
              <a:rPr sz="2000" spc="40" dirty="0">
                <a:solidFill>
                  <a:srgbClr val="333333"/>
                </a:solidFill>
                <a:latin typeface="Trebuchet MS"/>
                <a:cs typeface="Trebuchet MS"/>
              </a:rPr>
              <a:t>to </a:t>
            </a:r>
            <a:r>
              <a:rPr sz="2000" spc="47" dirty="0">
                <a:solidFill>
                  <a:srgbClr val="333333"/>
                </a:solidFill>
                <a:latin typeface="Trebuchet MS"/>
                <a:cs typeface="Trebuchet MS"/>
              </a:rPr>
              <a:t> </a:t>
            </a:r>
            <a:r>
              <a:rPr sz="2000" spc="133" dirty="0">
                <a:solidFill>
                  <a:srgbClr val="333333"/>
                </a:solidFill>
                <a:latin typeface="Trebuchet MS"/>
                <a:cs typeface="Trebuchet MS"/>
              </a:rPr>
              <a:t>create</a:t>
            </a:r>
            <a:r>
              <a:rPr sz="2000" spc="-233" dirty="0">
                <a:solidFill>
                  <a:srgbClr val="333333"/>
                </a:solidFill>
                <a:latin typeface="Trebuchet MS"/>
                <a:cs typeface="Trebuchet MS"/>
              </a:rPr>
              <a:t> </a:t>
            </a:r>
            <a:r>
              <a:rPr sz="2000" spc="160" dirty="0">
                <a:solidFill>
                  <a:srgbClr val="333333"/>
                </a:solidFill>
                <a:latin typeface="Trebuchet MS"/>
                <a:cs typeface="Trebuchet MS"/>
              </a:rPr>
              <a:t>new</a:t>
            </a:r>
            <a:r>
              <a:rPr sz="2000" spc="-233" dirty="0">
                <a:solidFill>
                  <a:srgbClr val="333333"/>
                </a:solidFill>
                <a:latin typeface="Trebuchet MS"/>
                <a:cs typeface="Trebuchet MS"/>
              </a:rPr>
              <a:t> </a:t>
            </a:r>
            <a:r>
              <a:rPr sz="2000" spc="160" dirty="0">
                <a:solidFill>
                  <a:srgbClr val="333333"/>
                </a:solidFill>
                <a:latin typeface="Trebuchet MS"/>
                <a:cs typeface="Trebuchet MS"/>
              </a:rPr>
              <a:t>design</a:t>
            </a:r>
            <a:r>
              <a:rPr sz="2000" spc="-227" dirty="0">
                <a:solidFill>
                  <a:srgbClr val="333333"/>
                </a:solidFill>
                <a:latin typeface="Trebuchet MS"/>
                <a:cs typeface="Trebuchet MS"/>
              </a:rPr>
              <a:t> </a:t>
            </a:r>
            <a:r>
              <a:rPr sz="2000" spc="173" dirty="0">
                <a:solidFill>
                  <a:srgbClr val="333333"/>
                </a:solidFill>
                <a:latin typeface="Trebuchet MS"/>
                <a:cs typeface="Trebuchet MS"/>
              </a:rPr>
              <a:t>instances</a:t>
            </a:r>
            <a:r>
              <a:rPr sz="2000" spc="-233" dirty="0">
                <a:solidFill>
                  <a:srgbClr val="333333"/>
                </a:solidFill>
                <a:latin typeface="Trebuchet MS"/>
                <a:cs typeface="Trebuchet MS"/>
              </a:rPr>
              <a:t> </a:t>
            </a:r>
            <a:r>
              <a:rPr sz="2000" spc="73" dirty="0">
                <a:solidFill>
                  <a:srgbClr val="333333"/>
                </a:solidFill>
                <a:latin typeface="Trebuchet MS"/>
                <a:cs typeface="Trebuchet MS"/>
              </a:rPr>
              <a:t>with</a:t>
            </a:r>
            <a:r>
              <a:rPr sz="2000" spc="-227" dirty="0">
                <a:solidFill>
                  <a:srgbClr val="333333"/>
                </a:solidFill>
                <a:latin typeface="Trebuchet MS"/>
                <a:cs typeface="Trebuchet MS"/>
              </a:rPr>
              <a:t> </a:t>
            </a:r>
            <a:r>
              <a:rPr sz="2000" spc="227" dirty="0">
                <a:solidFill>
                  <a:srgbClr val="333333"/>
                </a:solidFill>
                <a:latin typeface="Trebuchet MS"/>
                <a:cs typeface="Trebuchet MS"/>
              </a:rPr>
              <a:t>a</a:t>
            </a:r>
            <a:r>
              <a:rPr sz="2000" spc="-233" dirty="0">
                <a:solidFill>
                  <a:srgbClr val="333333"/>
                </a:solidFill>
                <a:latin typeface="Trebuchet MS"/>
                <a:cs typeface="Trebuchet MS"/>
              </a:rPr>
              <a:t> </a:t>
            </a:r>
            <a:r>
              <a:rPr sz="2000" spc="147" dirty="0">
                <a:solidFill>
                  <a:srgbClr val="333333"/>
                </a:solidFill>
                <a:latin typeface="Trebuchet MS"/>
                <a:cs typeface="Trebuchet MS"/>
              </a:rPr>
              <a:t>degree</a:t>
            </a:r>
            <a:r>
              <a:rPr sz="2000" spc="-227" dirty="0">
                <a:solidFill>
                  <a:srgbClr val="333333"/>
                </a:solidFill>
                <a:latin typeface="Trebuchet MS"/>
                <a:cs typeface="Trebuchet MS"/>
              </a:rPr>
              <a:t> </a:t>
            </a:r>
            <a:r>
              <a:rPr sz="2000" spc="67" dirty="0">
                <a:solidFill>
                  <a:srgbClr val="333333"/>
                </a:solidFill>
                <a:latin typeface="Trebuchet MS"/>
                <a:cs typeface="Trebuchet MS"/>
              </a:rPr>
              <a:t>of</a:t>
            </a:r>
            <a:r>
              <a:rPr sz="2000" spc="-233" dirty="0">
                <a:solidFill>
                  <a:srgbClr val="333333"/>
                </a:solidFill>
                <a:latin typeface="Trebuchet MS"/>
                <a:cs typeface="Trebuchet MS"/>
              </a:rPr>
              <a:t> </a:t>
            </a:r>
            <a:r>
              <a:rPr sz="2000" spc="20" dirty="0">
                <a:solidFill>
                  <a:srgbClr val="333333"/>
                </a:solidFill>
                <a:latin typeface="Trebuchet MS"/>
                <a:cs typeface="Trebuchet MS"/>
              </a:rPr>
              <a:t>ﬂexibility</a:t>
            </a:r>
            <a:r>
              <a:rPr sz="2000" spc="-233" dirty="0">
                <a:solidFill>
                  <a:srgbClr val="333333"/>
                </a:solidFill>
                <a:latin typeface="Trebuchet MS"/>
                <a:cs typeface="Trebuchet MS"/>
              </a:rPr>
              <a:t> </a:t>
            </a:r>
            <a:r>
              <a:rPr sz="2000" spc="160" dirty="0">
                <a:solidFill>
                  <a:srgbClr val="333333"/>
                </a:solidFill>
                <a:latin typeface="Trebuchet MS"/>
                <a:cs typeface="Trebuchet MS"/>
              </a:rPr>
              <a:t>and </a:t>
            </a:r>
            <a:r>
              <a:rPr sz="2000" spc="-940" dirty="0">
                <a:solidFill>
                  <a:srgbClr val="333333"/>
                </a:solidFill>
                <a:latin typeface="Trebuchet MS"/>
                <a:cs typeface="Trebuchet MS"/>
              </a:rPr>
              <a:t> </a:t>
            </a:r>
            <a:r>
              <a:rPr sz="2000" spc="33" dirty="0">
                <a:solidFill>
                  <a:srgbClr val="333333"/>
                </a:solidFill>
                <a:latin typeface="Trebuchet MS"/>
                <a:cs typeface="Trebuchet MS"/>
              </a:rPr>
              <a:t>ﬁdelity</a:t>
            </a:r>
            <a:r>
              <a:rPr sz="2000" spc="-227" dirty="0">
                <a:solidFill>
                  <a:srgbClr val="333333"/>
                </a:solidFill>
                <a:latin typeface="Trebuchet MS"/>
                <a:cs typeface="Trebuchet MS"/>
              </a:rPr>
              <a:t> </a:t>
            </a:r>
            <a:r>
              <a:rPr sz="2000" spc="53" dirty="0">
                <a:solidFill>
                  <a:srgbClr val="333333"/>
                </a:solidFill>
                <a:latin typeface="Trebuchet MS"/>
                <a:cs typeface="Trebuchet MS"/>
              </a:rPr>
              <a:t>that</a:t>
            </a:r>
            <a:r>
              <a:rPr sz="2000" spc="-227" dirty="0">
                <a:solidFill>
                  <a:srgbClr val="333333"/>
                </a:solidFill>
                <a:latin typeface="Trebuchet MS"/>
                <a:cs typeface="Trebuchet MS"/>
              </a:rPr>
              <a:t> </a:t>
            </a:r>
            <a:r>
              <a:rPr sz="2000" spc="140" dirty="0">
                <a:solidFill>
                  <a:srgbClr val="333333"/>
                </a:solidFill>
                <a:latin typeface="Trebuchet MS"/>
                <a:cs typeface="Trebuchet MS"/>
              </a:rPr>
              <a:t>outperform</a:t>
            </a:r>
            <a:r>
              <a:rPr sz="2000" spc="-227" dirty="0">
                <a:solidFill>
                  <a:srgbClr val="333333"/>
                </a:solidFill>
                <a:latin typeface="Trebuchet MS"/>
                <a:cs typeface="Trebuchet MS"/>
              </a:rPr>
              <a:t> </a:t>
            </a:r>
            <a:r>
              <a:rPr sz="2000" spc="100" dirty="0">
                <a:solidFill>
                  <a:srgbClr val="333333"/>
                </a:solidFill>
                <a:latin typeface="Trebuchet MS"/>
                <a:cs typeface="Trebuchet MS"/>
              </a:rPr>
              <a:t>competing</a:t>
            </a:r>
            <a:r>
              <a:rPr sz="2000" spc="-227" dirty="0">
                <a:solidFill>
                  <a:srgbClr val="333333"/>
                </a:solidFill>
                <a:latin typeface="Trebuchet MS"/>
                <a:cs typeface="Trebuchet MS"/>
              </a:rPr>
              <a:t> </a:t>
            </a:r>
            <a:r>
              <a:rPr sz="2000" spc="113" dirty="0">
                <a:solidFill>
                  <a:srgbClr val="333333"/>
                </a:solidFill>
                <a:latin typeface="Trebuchet MS"/>
                <a:cs typeface="Trebuchet MS"/>
              </a:rPr>
              <a:t>generative</a:t>
            </a:r>
            <a:r>
              <a:rPr sz="2000" spc="-227" dirty="0">
                <a:solidFill>
                  <a:srgbClr val="333333"/>
                </a:solidFill>
                <a:latin typeface="Trebuchet MS"/>
                <a:cs typeface="Trebuchet MS"/>
              </a:rPr>
              <a:t> </a:t>
            </a:r>
            <a:r>
              <a:rPr sz="2000" spc="147" dirty="0">
                <a:solidFill>
                  <a:srgbClr val="333333"/>
                </a:solidFill>
                <a:latin typeface="Trebuchet MS"/>
                <a:cs typeface="Trebuchet MS"/>
              </a:rPr>
              <a:t>approaches. </a:t>
            </a:r>
            <a:r>
              <a:rPr sz="2000" spc="-947" dirty="0">
                <a:solidFill>
                  <a:srgbClr val="333333"/>
                </a:solidFill>
                <a:latin typeface="Trebuchet MS"/>
                <a:cs typeface="Trebuchet MS"/>
              </a:rPr>
              <a:t> </a:t>
            </a:r>
            <a:r>
              <a:rPr sz="2000" spc="213" dirty="0">
                <a:solidFill>
                  <a:srgbClr val="333333"/>
                </a:solidFill>
                <a:latin typeface="Trebuchet MS"/>
                <a:cs typeface="Trebuchet MS"/>
              </a:rPr>
              <a:t>GANs </a:t>
            </a:r>
            <a:r>
              <a:rPr sz="2000" spc="140" dirty="0">
                <a:solidFill>
                  <a:srgbClr val="333333"/>
                </a:solidFill>
                <a:latin typeface="Trebuchet MS"/>
                <a:cs typeface="Trebuchet MS"/>
              </a:rPr>
              <a:t>have </a:t>
            </a:r>
            <a:r>
              <a:rPr sz="2000" spc="100" dirty="0">
                <a:solidFill>
                  <a:srgbClr val="333333"/>
                </a:solidFill>
                <a:latin typeface="Trebuchet MS"/>
                <a:cs typeface="Trebuchet MS"/>
              </a:rPr>
              <a:t>been </a:t>
            </a:r>
            <a:r>
              <a:rPr sz="2000" spc="213" dirty="0">
                <a:solidFill>
                  <a:srgbClr val="333333"/>
                </a:solidFill>
                <a:latin typeface="Trebuchet MS"/>
                <a:cs typeface="Trebuchet MS"/>
              </a:rPr>
              <a:t>used </a:t>
            </a:r>
            <a:r>
              <a:rPr sz="2000" spc="60" dirty="0">
                <a:solidFill>
                  <a:srgbClr val="333333"/>
                </a:solidFill>
                <a:latin typeface="Trebuchet MS"/>
                <a:cs typeface="Trebuchet MS"/>
              </a:rPr>
              <a:t>in </a:t>
            </a:r>
            <a:r>
              <a:rPr sz="2000" spc="47" dirty="0">
                <a:solidFill>
                  <a:srgbClr val="333333"/>
                </a:solidFill>
                <a:latin typeface="Trebuchet MS"/>
                <a:cs typeface="Trebuchet MS"/>
              </a:rPr>
              <a:t>the </a:t>
            </a:r>
            <a:r>
              <a:rPr sz="2000" spc="127" dirty="0">
                <a:solidFill>
                  <a:srgbClr val="333333"/>
                </a:solidFill>
                <a:latin typeface="Trebuchet MS"/>
                <a:cs typeface="Trebuchet MS"/>
              </a:rPr>
              <a:t>creation </a:t>
            </a:r>
            <a:r>
              <a:rPr sz="2000" spc="67" dirty="0">
                <a:solidFill>
                  <a:srgbClr val="333333"/>
                </a:solidFill>
                <a:latin typeface="Trebuchet MS"/>
                <a:cs typeface="Trebuchet MS"/>
              </a:rPr>
              <a:t>of </a:t>
            </a:r>
            <a:r>
              <a:rPr sz="2000" spc="247" dirty="0">
                <a:solidFill>
                  <a:srgbClr val="333333"/>
                </a:solidFill>
                <a:latin typeface="Trebuchet MS"/>
                <a:cs typeface="Trebuchet MS"/>
              </a:rPr>
              <a:t>2D </a:t>
            </a:r>
            <a:r>
              <a:rPr sz="2000" spc="200" dirty="0">
                <a:solidFill>
                  <a:srgbClr val="333333"/>
                </a:solidFill>
                <a:latin typeface="Trebuchet MS"/>
                <a:cs typeface="Trebuchet MS"/>
              </a:rPr>
              <a:t>designs </a:t>
            </a:r>
            <a:r>
              <a:rPr sz="2000" spc="80" dirty="0">
                <a:solidFill>
                  <a:srgbClr val="333333"/>
                </a:solidFill>
                <a:latin typeface="Trebuchet MS"/>
                <a:cs typeface="Trebuchet MS"/>
              </a:rPr>
              <a:t>but </a:t>
            </a:r>
            <a:r>
              <a:rPr sz="2000" spc="87" dirty="0">
                <a:solidFill>
                  <a:srgbClr val="333333"/>
                </a:solidFill>
                <a:latin typeface="Trebuchet MS"/>
                <a:cs typeface="Trebuchet MS"/>
              </a:rPr>
              <a:t> their </a:t>
            </a:r>
            <a:r>
              <a:rPr sz="2000" spc="80" dirty="0">
                <a:solidFill>
                  <a:srgbClr val="333333"/>
                </a:solidFill>
                <a:latin typeface="Trebuchet MS"/>
                <a:cs typeface="Trebuchet MS"/>
              </a:rPr>
              <a:t>application </a:t>
            </a:r>
            <a:r>
              <a:rPr sz="2000" spc="40" dirty="0">
                <a:solidFill>
                  <a:srgbClr val="333333"/>
                </a:solidFill>
                <a:latin typeface="Trebuchet MS"/>
                <a:cs typeface="Trebuchet MS"/>
              </a:rPr>
              <a:t>to </a:t>
            </a:r>
            <a:r>
              <a:rPr sz="2000" spc="247" dirty="0">
                <a:solidFill>
                  <a:srgbClr val="333333"/>
                </a:solidFill>
                <a:latin typeface="Trebuchet MS"/>
                <a:cs typeface="Trebuchet MS"/>
              </a:rPr>
              <a:t>3D </a:t>
            </a:r>
            <a:r>
              <a:rPr sz="2000" spc="187" dirty="0">
                <a:solidFill>
                  <a:srgbClr val="333333"/>
                </a:solidFill>
                <a:latin typeface="Trebuchet MS"/>
                <a:cs typeface="Trebuchet MS"/>
              </a:rPr>
              <a:t>synthesis </a:t>
            </a:r>
            <a:r>
              <a:rPr sz="2000" spc="152" dirty="0">
                <a:solidFill>
                  <a:srgbClr val="333333"/>
                </a:solidFill>
                <a:latin typeface="Trebuchet MS"/>
                <a:cs typeface="Trebuchet MS"/>
              </a:rPr>
              <a:t>problems </a:t>
            </a:r>
            <a:r>
              <a:rPr sz="2000" spc="272" dirty="0">
                <a:solidFill>
                  <a:srgbClr val="333333"/>
                </a:solidFill>
                <a:latin typeface="Trebuchet MS"/>
                <a:cs typeface="Trebuchet MS"/>
              </a:rPr>
              <a:t>has </a:t>
            </a:r>
            <a:r>
              <a:rPr sz="2000" spc="100" dirty="0">
                <a:solidFill>
                  <a:srgbClr val="333333"/>
                </a:solidFill>
                <a:latin typeface="Trebuchet MS"/>
                <a:cs typeface="Trebuchet MS"/>
              </a:rPr>
              <a:t>been </a:t>
            </a:r>
            <a:r>
              <a:rPr sz="2000" spc="213" dirty="0">
                <a:solidFill>
                  <a:srgbClr val="333333"/>
                </a:solidFill>
                <a:latin typeface="Trebuchet MS"/>
                <a:cs typeface="Trebuchet MS"/>
              </a:rPr>
              <a:t>less </a:t>
            </a:r>
            <a:r>
              <a:rPr sz="2000" spc="220" dirty="0">
                <a:solidFill>
                  <a:srgbClr val="333333"/>
                </a:solidFill>
                <a:latin typeface="Trebuchet MS"/>
                <a:cs typeface="Trebuchet MS"/>
              </a:rPr>
              <a:t> </a:t>
            </a:r>
            <a:r>
              <a:rPr sz="2000" spc="53" dirty="0">
                <a:solidFill>
                  <a:srgbClr val="333333"/>
                </a:solidFill>
                <a:latin typeface="Trebuchet MS"/>
                <a:cs typeface="Trebuchet MS"/>
              </a:rPr>
              <a:t>explored. </a:t>
            </a:r>
            <a:r>
              <a:rPr sz="2000" spc="140" dirty="0">
                <a:solidFill>
                  <a:srgbClr val="333333"/>
                </a:solidFill>
                <a:latin typeface="Trebuchet MS"/>
                <a:cs typeface="Trebuchet MS"/>
              </a:rPr>
              <a:t>This </a:t>
            </a:r>
            <a:r>
              <a:rPr sz="2000" spc="227" dirty="0">
                <a:solidFill>
                  <a:srgbClr val="333333"/>
                </a:solidFill>
                <a:latin typeface="Trebuchet MS"/>
                <a:cs typeface="Trebuchet MS"/>
              </a:rPr>
              <a:t>research </a:t>
            </a:r>
            <a:r>
              <a:rPr sz="2000" spc="87" dirty="0">
                <a:solidFill>
                  <a:srgbClr val="333333"/>
                </a:solidFill>
                <a:latin typeface="Trebuchet MS"/>
                <a:cs typeface="Trebuchet MS"/>
              </a:rPr>
              <a:t>attempts </a:t>
            </a:r>
            <a:r>
              <a:rPr sz="2000" spc="40" dirty="0">
                <a:solidFill>
                  <a:srgbClr val="333333"/>
                </a:solidFill>
                <a:latin typeface="Trebuchet MS"/>
                <a:cs typeface="Trebuchet MS"/>
              </a:rPr>
              <a:t>to </a:t>
            </a:r>
            <a:r>
              <a:rPr sz="2000" spc="-13" dirty="0">
                <a:solidFill>
                  <a:srgbClr val="333333"/>
                </a:solidFill>
                <a:latin typeface="Trebuchet MS"/>
                <a:cs typeface="Trebuchet MS"/>
              </a:rPr>
              <a:t>ﬁll </a:t>
            </a:r>
            <a:r>
              <a:rPr sz="2000" spc="113" dirty="0">
                <a:solidFill>
                  <a:srgbClr val="333333"/>
                </a:solidFill>
                <a:latin typeface="Trebuchet MS"/>
                <a:cs typeface="Trebuchet MS"/>
              </a:rPr>
              <a:t>this </a:t>
            </a:r>
            <a:r>
              <a:rPr sz="2000" spc="187" dirty="0">
                <a:solidFill>
                  <a:srgbClr val="333333"/>
                </a:solidFill>
                <a:latin typeface="Trebuchet MS"/>
                <a:cs typeface="Trebuchet MS"/>
              </a:rPr>
              <a:t>gap </a:t>
            </a:r>
            <a:r>
              <a:rPr sz="2000" spc="160" dirty="0">
                <a:solidFill>
                  <a:srgbClr val="333333"/>
                </a:solidFill>
                <a:latin typeface="Trebuchet MS"/>
                <a:cs typeface="Trebuchet MS"/>
              </a:rPr>
              <a:t>and </a:t>
            </a:r>
            <a:r>
              <a:rPr sz="2000" spc="167" dirty="0">
                <a:solidFill>
                  <a:srgbClr val="333333"/>
                </a:solidFill>
                <a:latin typeface="Trebuchet MS"/>
                <a:cs typeface="Trebuchet MS"/>
              </a:rPr>
              <a:t> </a:t>
            </a:r>
            <a:r>
              <a:rPr sz="2000" spc="147" dirty="0">
                <a:solidFill>
                  <a:srgbClr val="333333"/>
                </a:solidFill>
                <a:latin typeface="Trebuchet MS"/>
                <a:cs typeface="Trebuchet MS"/>
              </a:rPr>
              <a:t>explores</a:t>
            </a:r>
            <a:r>
              <a:rPr sz="2000" spc="-240" dirty="0">
                <a:solidFill>
                  <a:srgbClr val="333333"/>
                </a:solidFill>
                <a:latin typeface="Trebuchet MS"/>
                <a:cs typeface="Trebuchet MS"/>
              </a:rPr>
              <a:t> </a:t>
            </a:r>
            <a:r>
              <a:rPr sz="2000" spc="87" dirty="0">
                <a:solidFill>
                  <a:srgbClr val="333333"/>
                </a:solidFill>
                <a:latin typeface="Trebuchet MS"/>
                <a:cs typeface="Trebuchet MS"/>
              </a:rPr>
              <a:t>their</a:t>
            </a:r>
            <a:r>
              <a:rPr sz="2000" spc="-240" dirty="0">
                <a:solidFill>
                  <a:srgbClr val="333333"/>
                </a:solidFill>
                <a:latin typeface="Trebuchet MS"/>
                <a:cs typeface="Trebuchet MS"/>
              </a:rPr>
              <a:t> </a:t>
            </a:r>
            <a:r>
              <a:rPr sz="2000" spc="247" dirty="0">
                <a:solidFill>
                  <a:srgbClr val="333333"/>
                </a:solidFill>
                <a:latin typeface="Trebuchet MS"/>
                <a:cs typeface="Trebuchet MS"/>
              </a:rPr>
              <a:t>use</a:t>
            </a:r>
            <a:r>
              <a:rPr sz="2000" spc="-240" dirty="0">
                <a:solidFill>
                  <a:srgbClr val="333333"/>
                </a:solidFill>
                <a:latin typeface="Trebuchet MS"/>
                <a:cs typeface="Trebuchet MS"/>
              </a:rPr>
              <a:t> </a:t>
            </a:r>
            <a:r>
              <a:rPr sz="2000" spc="60" dirty="0">
                <a:solidFill>
                  <a:srgbClr val="333333"/>
                </a:solidFill>
                <a:latin typeface="Trebuchet MS"/>
                <a:cs typeface="Trebuchet MS"/>
              </a:rPr>
              <a:t>in</a:t>
            </a:r>
            <a:r>
              <a:rPr sz="2000" spc="-233" dirty="0">
                <a:solidFill>
                  <a:srgbClr val="333333"/>
                </a:solidFill>
                <a:latin typeface="Trebuchet MS"/>
                <a:cs typeface="Trebuchet MS"/>
              </a:rPr>
              <a:t> </a:t>
            </a:r>
            <a:r>
              <a:rPr sz="2000" spc="47" dirty="0">
                <a:solidFill>
                  <a:srgbClr val="333333"/>
                </a:solidFill>
                <a:latin typeface="Trebuchet MS"/>
                <a:cs typeface="Trebuchet MS"/>
              </a:rPr>
              <a:t>the</a:t>
            </a:r>
            <a:r>
              <a:rPr sz="2000" spc="-240" dirty="0">
                <a:solidFill>
                  <a:srgbClr val="333333"/>
                </a:solidFill>
                <a:latin typeface="Trebuchet MS"/>
                <a:cs typeface="Trebuchet MS"/>
              </a:rPr>
              <a:t> </a:t>
            </a:r>
            <a:r>
              <a:rPr sz="2000" spc="187" dirty="0">
                <a:solidFill>
                  <a:srgbClr val="333333"/>
                </a:solidFill>
                <a:latin typeface="Trebuchet MS"/>
                <a:cs typeface="Trebuchet MS"/>
              </a:rPr>
              <a:t>synthesis</a:t>
            </a:r>
            <a:r>
              <a:rPr sz="2000" spc="-240" dirty="0">
                <a:solidFill>
                  <a:srgbClr val="333333"/>
                </a:solidFill>
                <a:latin typeface="Trebuchet MS"/>
                <a:cs typeface="Trebuchet MS"/>
              </a:rPr>
              <a:t> </a:t>
            </a:r>
            <a:r>
              <a:rPr sz="2000" spc="67" dirty="0">
                <a:solidFill>
                  <a:srgbClr val="333333"/>
                </a:solidFill>
                <a:latin typeface="Trebuchet MS"/>
                <a:cs typeface="Trebuchet MS"/>
              </a:rPr>
              <a:t>of</a:t>
            </a:r>
            <a:r>
              <a:rPr sz="2000" spc="-233" dirty="0">
                <a:solidFill>
                  <a:srgbClr val="333333"/>
                </a:solidFill>
                <a:latin typeface="Trebuchet MS"/>
                <a:cs typeface="Trebuchet MS"/>
              </a:rPr>
              <a:t> </a:t>
            </a:r>
            <a:r>
              <a:rPr sz="2000" spc="80" dirty="0">
                <a:solidFill>
                  <a:srgbClr val="333333"/>
                </a:solidFill>
                <a:latin typeface="Trebuchet MS"/>
                <a:cs typeface="Trebuchet MS"/>
              </a:rPr>
              <a:t>building</a:t>
            </a:r>
            <a:r>
              <a:rPr sz="2000" spc="-240" dirty="0">
                <a:solidFill>
                  <a:srgbClr val="333333"/>
                </a:solidFill>
                <a:latin typeface="Trebuchet MS"/>
                <a:cs typeface="Trebuchet MS"/>
              </a:rPr>
              <a:t> </a:t>
            </a:r>
            <a:r>
              <a:rPr sz="2000" spc="107" dirty="0">
                <a:solidFill>
                  <a:srgbClr val="333333"/>
                </a:solidFill>
                <a:latin typeface="Trebuchet MS"/>
                <a:cs typeface="Trebuchet MS"/>
              </a:rPr>
              <a:t>forms.</a:t>
            </a:r>
            <a:endParaRPr sz="2000" dirty="0">
              <a:latin typeface="Trebuchet MS"/>
              <a:cs typeface="Trebuchet MS"/>
            </a:endParaRPr>
          </a:p>
          <a:p>
            <a:pPr marL="16933" marR="6773"/>
            <a:r>
              <a:rPr sz="2000" spc="73" dirty="0">
                <a:solidFill>
                  <a:srgbClr val="333333"/>
                </a:solidFill>
                <a:latin typeface="Trebuchet MS"/>
                <a:cs typeface="Trebuchet MS"/>
              </a:rPr>
              <a:t>Speciﬁcally,</a:t>
            </a:r>
            <a:r>
              <a:rPr sz="2000" spc="-240" dirty="0">
                <a:solidFill>
                  <a:srgbClr val="333333"/>
                </a:solidFill>
                <a:latin typeface="Trebuchet MS"/>
                <a:cs typeface="Trebuchet MS"/>
              </a:rPr>
              <a:t> </a:t>
            </a:r>
            <a:r>
              <a:rPr sz="2000" spc="227" dirty="0">
                <a:solidFill>
                  <a:srgbClr val="333333"/>
                </a:solidFill>
                <a:latin typeface="Trebuchet MS"/>
                <a:cs typeface="Trebuchet MS"/>
              </a:rPr>
              <a:t>a</a:t>
            </a:r>
            <a:r>
              <a:rPr sz="2000" spc="-240" dirty="0">
                <a:solidFill>
                  <a:srgbClr val="333333"/>
                </a:solidFill>
                <a:latin typeface="Trebuchet MS"/>
                <a:cs typeface="Trebuchet MS"/>
              </a:rPr>
              <a:t> </a:t>
            </a:r>
            <a:r>
              <a:rPr sz="2000" spc="140" dirty="0">
                <a:solidFill>
                  <a:srgbClr val="333333"/>
                </a:solidFill>
                <a:latin typeface="Trebuchet MS"/>
                <a:cs typeface="Trebuchet MS"/>
              </a:rPr>
              <a:t>set</a:t>
            </a:r>
            <a:r>
              <a:rPr sz="2000" spc="-240" dirty="0">
                <a:solidFill>
                  <a:srgbClr val="333333"/>
                </a:solidFill>
                <a:latin typeface="Trebuchet MS"/>
                <a:cs typeface="Trebuchet MS"/>
              </a:rPr>
              <a:t> </a:t>
            </a:r>
            <a:r>
              <a:rPr sz="2000" spc="67" dirty="0">
                <a:solidFill>
                  <a:srgbClr val="333333"/>
                </a:solidFill>
                <a:latin typeface="Trebuchet MS"/>
                <a:cs typeface="Trebuchet MS"/>
              </a:rPr>
              <a:t>of</a:t>
            </a:r>
            <a:r>
              <a:rPr sz="2000" spc="-240" dirty="0">
                <a:solidFill>
                  <a:srgbClr val="333333"/>
                </a:solidFill>
                <a:latin typeface="Trebuchet MS"/>
                <a:cs typeface="Trebuchet MS"/>
              </a:rPr>
              <a:t> </a:t>
            </a:r>
            <a:r>
              <a:rPr sz="2000" spc="287" dirty="0">
                <a:solidFill>
                  <a:srgbClr val="333333"/>
                </a:solidFill>
                <a:latin typeface="Trebuchet MS"/>
                <a:cs typeface="Trebuchet MS"/>
              </a:rPr>
              <a:t>700</a:t>
            </a:r>
            <a:r>
              <a:rPr sz="2000" spc="-233" dirty="0">
                <a:solidFill>
                  <a:srgbClr val="333333"/>
                </a:solidFill>
                <a:latin typeface="Trebuchet MS"/>
                <a:cs typeface="Trebuchet MS"/>
              </a:rPr>
              <a:t> </a:t>
            </a:r>
            <a:r>
              <a:rPr sz="2000" spc="127" dirty="0">
                <a:solidFill>
                  <a:srgbClr val="333333"/>
                </a:solidFill>
                <a:latin typeface="Trebuchet MS"/>
                <a:cs typeface="Trebuchet MS"/>
              </a:rPr>
              <a:t>high</a:t>
            </a:r>
            <a:r>
              <a:rPr sz="2000" spc="-240" dirty="0">
                <a:solidFill>
                  <a:srgbClr val="333333"/>
                </a:solidFill>
                <a:latin typeface="Trebuchet MS"/>
                <a:cs typeface="Trebuchet MS"/>
              </a:rPr>
              <a:t> </a:t>
            </a:r>
            <a:r>
              <a:rPr sz="2000" spc="200" dirty="0">
                <a:solidFill>
                  <a:srgbClr val="333333"/>
                </a:solidFill>
                <a:latin typeface="Trebuchet MS"/>
                <a:cs typeface="Trebuchet MS"/>
              </a:rPr>
              <a:t>rise</a:t>
            </a:r>
            <a:r>
              <a:rPr sz="2000" spc="-240" dirty="0">
                <a:solidFill>
                  <a:srgbClr val="333333"/>
                </a:solidFill>
                <a:latin typeface="Trebuchet MS"/>
                <a:cs typeface="Trebuchet MS"/>
              </a:rPr>
              <a:t> </a:t>
            </a:r>
            <a:r>
              <a:rPr sz="2000" spc="120" dirty="0">
                <a:solidFill>
                  <a:srgbClr val="333333"/>
                </a:solidFill>
                <a:latin typeface="Trebuchet MS"/>
                <a:cs typeface="Trebuchet MS"/>
              </a:rPr>
              <a:t>buildings</a:t>
            </a:r>
            <a:r>
              <a:rPr sz="2000" spc="-240" dirty="0">
                <a:solidFill>
                  <a:srgbClr val="333333"/>
                </a:solidFill>
                <a:latin typeface="Trebuchet MS"/>
                <a:cs typeface="Trebuchet MS"/>
              </a:rPr>
              <a:t> </a:t>
            </a:r>
            <a:r>
              <a:rPr sz="2000" spc="147" dirty="0">
                <a:solidFill>
                  <a:srgbClr val="333333"/>
                </a:solidFill>
                <a:latin typeface="Trebuchet MS"/>
                <a:cs typeface="Trebuchet MS"/>
              </a:rPr>
              <a:t>from</a:t>
            </a:r>
            <a:r>
              <a:rPr sz="2000" spc="-233" dirty="0">
                <a:solidFill>
                  <a:srgbClr val="333333"/>
                </a:solidFill>
                <a:latin typeface="Trebuchet MS"/>
                <a:cs typeface="Trebuchet MS"/>
              </a:rPr>
              <a:t> </a:t>
            </a:r>
            <a:r>
              <a:rPr sz="2000" spc="147" dirty="0">
                <a:solidFill>
                  <a:srgbClr val="333333"/>
                </a:solidFill>
                <a:latin typeface="Trebuchet MS"/>
                <a:cs typeface="Trebuchet MS"/>
              </a:rPr>
              <a:t>downtown </a:t>
            </a:r>
            <a:r>
              <a:rPr sz="2000" spc="-947" dirty="0">
                <a:solidFill>
                  <a:srgbClr val="333333"/>
                </a:solidFill>
                <a:latin typeface="Trebuchet MS"/>
                <a:cs typeface="Trebuchet MS"/>
              </a:rPr>
              <a:t> </a:t>
            </a:r>
            <a:r>
              <a:rPr sz="2000" spc="152" dirty="0">
                <a:solidFill>
                  <a:srgbClr val="333333"/>
                </a:solidFill>
                <a:latin typeface="Trebuchet MS"/>
                <a:cs typeface="Trebuchet MS"/>
              </a:rPr>
              <a:t>NYC </a:t>
            </a:r>
            <a:r>
              <a:rPr sz="2000" spc="200" dirty="0">
                <a:solidFill>
                  <a:srgbClr val="333333"/>
                </a:solidFill>
                <a:latin typeface="Trebuchet MS"/>
                <a:cs typeface="Trebuchet MS"/>
              </a:rPr>
              <a:t>is </a:t>
            </a:r>
            <a:r>
              <a:rPr sz="2000" spc="213" dirty="0">
                <a:solidFill>
                  <a:srgbClr val="333333"/>
                </a:solidFill>
                <a:latin typeface="Trebuchet MS"/>
                <a:cs typeface="Trebuchet MS"/>
              </a:rPr>
              <a:t>used </a:t>
            </a:r>
            <a:r>
              <a:rPr sz="2000" spc="40" dirty="0">
                <a:solidFill>
                  <a:srgbClr val="333333"/>
                </a:solidFill>
                <a:latin typeface="Trebuchet MS"/>
                <a:cs typeface="Trebuchet MS"/>
              </a:rPr>
              <a:t>to </a:t>
            </a:r>
            <a:r>
              <a:rPr sz="2000" spc="113" dirty="0">
                <a:solidFill>
                  <a:srgbClr val="333333"/>
                </a:solidFill>
                <a:latin typeface="Trebuchet MS"/>
                <a:cs typeface="Trebuchet MS"/>
              </a:rPr>
              <a:t>train </a:t>
            </a:r>
            <a:r>
              <a:rPr sz="2000" spc="227" dirty="0">
                <a:solidFill>
                  <a:srgbClr val="333333"/>
                </a:solidFill>
                <a:latin typeface="Trebuchet MS"/>
                <a:cs typeface="Trebuchet MS"/>
              </a:rPr>
              <a:t>a </a:t>
            </a:r>
            <a:r>
              <a:rPr sz="2000" spc="247" dirty="0">
                <a:solidFill>
                  <a:srgbClr val="333333"/>
                </a:solidFill>
                <a:latin typeface="Trebuchet MS"/>
                <a:cs typeface="Trebuchet MS"/>
              </a:rPr>
              <a:t>3D </a:t>
            </a:r>
            <a:r>
              <a:rPr sz="2000" spc="20" dirty="0">
                <a:solidFill>
                  <a:srgbClr val="333333"/>
                </a:solidFill>
                <a:latin typeface="Trebuchet MS"/>
                <a:cs typeface="Trebuchet MS"/>
              </a:rPr>
              <a:t>GAN. </a:t>
            </a:r>
            <a:r>
              <a:rPr sz="2000" spc="80" dirty="0">
                <a:solidFill>
                  <a:srgbClr val="333333"/>
                </a:solidFill>
                <a:latin typeface="Trebuchet MS"/>
                <a:cs typeface="Trebuchet MS"/>
              </a:rPr>
              <a:t>The </a:t>
            </a:r>
            <a:r>
              <a:rPr sz="2000" spc="147" dirty="0">
                <a:solidFill>
                  <a:srgbClr val="333333"/>
                </a:solidFill>
                <a:latin typeface="Trebuchet MS"/>
                <a:cs typeface="Trebuchet MS"/>
              </a:rPr>
              <a:t>GAN </a:t>
            </a:r>
            <a:r>
              <a:rPr sz="2000" spc="200" dirty="0">
                <a:solidFill>
                  <a:srgbClr val="333333"/>
                </a:solidFill>
                <a:latin typeface="Trebuchet MS"/>
                <a:cs typeface="Trebuchet MS"/>
              </a:rPr>
              <a:t>is </a:t>
            </a:r>
            <a:r>
              <a:rPr sz="2000" spc="73" dirty="0">
                <a:solidFill>
                  <a:srgbClr val="333333"/>
                </a:solidFill>
                <a:latin typeface="Trebuchet MS"/>
                <a:cs typeface="Trebuchet MS"/>
              </a:rPr>
              <a:t>then </a:t>
            </a:r>
            <a:r>
              <a:rPr sz="2000" spc="213" dirty="0">
                <a:solidFill>
                  <a:srgbClr val="333333"/>
                </a:solidFill>
                <a:latin typeface="Trebuchet MS"/>
                <a:cs typeface="Trebuchet MS"/>
              </a:rPr>
              <a:t>used </a:t>
            </a:r>
            <a:r>
              <a:rPr sz="2000" spc="40" dirty="0">
                <a:solidFill>
                  <a:srgbClr val="333333"/>
                </a:solidFill>
                <a:latin typeface="Trebuchet MS"/>
                <a:cs typeface="Trebuchet MS"/>
              </a:rPr>
              <a:t>to </a:t>
            </a:r>
            <a:r>
              <a:rPr sz="2000" spc="47" dirty="0">
                <a:solidFill>
                  <a:srgbClr val="333333"/>
                </a:solidFill>
                <a:latin typeface="Trebuchet MS"/>
                <a:cs typeface="Trebuchet MS"/>
              </a:rPr>
              <a:t> </a:t>
            </a:r>
            <a:r>
              <a:rPr sz="2000" spc="173" dirty="0">
                <a:solidFill>
                  <a:srgbClr val="333333"/>
                </a:solidFill>
                <a:latin typeface="Trebuchet MS"/>
                <a:cs typeface="Trebuchet MS"/>
              </a:rPr>
              <a:t>produce</a:t>
            </a:r>
            <a:r>
              <a:rPr sz="2000" spc="-240" dirty="0">
                <a:solidFill>
                  <a:srgbClr val="333333"/>
                </a:solidFill>
                <a:latin typeface="Trebuchet MS"/>
                <a:cs typeface="Trebuchet MS"/>
              </a:rPr>
              <a:t> </a:t>
            </a:r>
            <a:r>
              <a:rPr sz="2000" spc="160" dirty="0">
                <a:solidFill>
                  <a:srgbClr val="333333"/>
                </a:solidFill>
                <a:latin typeface="Trebuchet MS"/>
                <a:cs typeface="Trebuchet MS"/>
              </a:rPr>
              <a:t>new</a:t>
            </a:r>
            <a:r>
              <a:rPr sz="2000" spc="-240" dirty="0">
                <a:solidFill>
                  <a:srgbClr val="333333"/>
                </a:solidFill>
                <a:latin typeface="Trebuchet MS"/>
                <a:cs typeface="Trebuchet MS"/>
              </a:rPr>
              <a:t> </a:t>
            </a:r>
            <a:r>
              <a:rPr sz="2000" spc="133" dirty="0">
                <a:solidFill>
                  <a:srgbClr val="333333"/>
                </a:solidFill>
                <a:latin typeface="Trebuchet MS"/>
                <a:cs typeface="Trebuchet MS"/>
              </a:rPr>
              <a:t>designs.</a:t>
            </a:r>
            <a:r>
              <a:rPr sz="2000" spc="-240" dirty="0">
                <a:solidFill>
                  <a:srgbClr val="333333"/>
                </a:solidFill>
                <a:latin typeface="Trebuchet MS"/>
                <a:cs typeface="Trebuchet MS"/>
              </a:rPr>
              <a:t> </a:t>
            </a:r>
            <a:r>
              <a:rPr sz="2000" spc="213" dirty="0">
                <a:solidFill>
                  <a:srgbClr val="333333"/>
                </a:solidFill>
                <a:latin typeface="Trebuchet MS"/>
                <a:cs typeface="Trebuchet MS"/>
              </a:rPr>
              <a:t>Some</a:t>
            </a:r>
            <a:r>
              <a:rPr sz="2000" spc="-240" dirty="0">
                <a:solidFill>
                  <a:srgbClr val="333333"/>
                </a:solidFill>
                <a:latin typeface="Trebuchet MS"/>
                <a:cs typeface="Trebuchet MS"/>
              </a:rPr>
              <a:t> </a:t>
            </a:r>
            <a:r>
              <a:rPr sz="2000" spc="127" dirty="0">
                <a:solidFill>
                  <a:srgbClr val="333333"/>
                </a:solidFill>
                <a:latin typeface="Trebuchet MS"/>
                <a:cs typeface="Trebuchet MS"/>
              </a:rPr>
              <a:t>examples</a:t>
            </a:r>
            <a:r>
              <a:rPr sz="2000" spc="-240" dirty="0">
                <a:solidFill>
                  <a:srgbClr val="333333"/>
                </a:solidFill>
                <a:latin typeface="Trebuchet MS"/>
                <a:cs typeface="Trebuchet MS"/>
              </a:rPr>
              <a:t> </a:t>
            </a:r>
            <a:r>
              <a:rPr sz="2000" spc="147" dirty="0">
                <a:solidFill>
                  <a:srgbClr val="333333"/>
                </a:solidFill>
                <a:latin typeface="Trebuchet MS"/>
                <a:cs typeface="Trebuchet MS"/>
              </a:rPr>
              <a:t>from</a:t>
            </a:r>
            <a:r>
              <a:rPr sz="2000" spc="-240" dirty="0">
                <a:solidFill>
                  <a:srgbClr val="333333"/>
                </a:solidFill>
                <a:latin typeface="Trebuchet MS"/>
                <a:cs typeface="Trebuchet MS"/>
              </a:rPr>
              <a:t> </a:t>
            </a:r>
            <a:r>
              <a:rPr sz="2000" spc="113" dirty="0">
                <a:solidFill>
                  <a:srgbClr val="333333"/>
                </a:solidFill>
                <a:latin typeface="Trebuchet MS"/>
                <a:cs typeface="Trebuchet MS"/>
              </a:rPr>
              <a:t>this</a:t>
            </a:r>
            <a:r>
              <a:rPr sz="2000" spc="-240" dirty="0">
                <a:solidFill>
                  <a:srgbClr val="333333"/>
                </a:solidFill>
                <a:latin typeface="Trebuchet MS"/>
                <a:cs typeface="Trebuchet MS"/>
              </a:rPr>
              <a:t> </a:t>
            </a:r>
            <a:r>
              <a:rPr sz="2000" spc="187" dirty="0">
                <a:solidFill>
                  <a:srgbClr val="333333"/>
                </a:solidFill>
                <a:latin typeface="Trebuchet MS"/>
                <a:cs typeface="Trebuchet MS"/>
              </a:rPr>
              <a:t>synthesis</a:t>
            </a:r>
            <a:endParaRPr sz="2000" dirty="0">
              <a:latin typeface="Trebuchet MS"/>
              <a:cs typeface="Trebuchet MS"/>
            </a:endParaRPr>
          </a:p>
        </p:txBody>
      </p:sp>
      <p:sp>
        <p:nvSpPr>
          <p:cNvPr id="2" name="Slide Number Placeholder 1">
            <a:extLst>
              <a:ext uri="{FF2B5EF4-FFF2-40B4-BE49-F238E27FC236}">
                <a16:creationId xmlns:a16="http://schemas.microsoft.com/office/drawing/2014/main" id="{7F668EB3-5F84-BA30-3436-A06C42EA3A6A}"/>
              </a:ext>
            </a:extLst>
          </p:cNvPr>
          <p:cNvSpPr>
            <a:spLocks noGrp="1"/>
          </p:cNvSpPr>
          <p:nvPr>
            <p:ph type="sldNum" sz="quarter" idx="12"/>
          </p:nvPr>
        </p:nvSpPr>
        <p:spPr/>
        <p:txBody>
          <a:bodyPr/>
          <a:lstStyle/>
          <a:p>
            <a:fld id="{5EE24C92-1265-4741-8F9F-404A15D9386E}" type="slidenum">
              <a:rPr lang="en-US" smtClean="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5000" y="1402913"/>
            <a:ext cx="5281505" cy="1166003"/>
          </a:xfrm>
          <a:prstGeom prst="rect">
            <a:avLst/>
          </a:prstGeom>
        </p:spPr>
        <p:txBody>
          <a:bodyPr vert="horz" wrap="square" lIns="0" tIns="16933" rIns="0" bIns="0" rtlCol="0" anchor="ctr">
            <a:spAutoFit/>
          </a:bodyPr>
          <a:lstStyle/>
          <a:p>
            <a:pPr marL="16933" marR="6773">
              <a:lnSpc>
                <a:spcPct val="100000"/>
              </a:lnSpc>
              <a:spcBef>
                <a:spcPts val="133"/>
              </a:spcBef>
            </a:pPr>
            <a:r>
              <a:rPr sz="3733" spc="-7" dirty="0"/>
              <a:t>3D Generative Adversarial  Networks</a:t>
            </a:r>
          </a:p>
        </p:txBody>
      </p:sp>
      <p:pic>
        <p:nvPicPr>
          <p:cNvPr id="3" name="object 3"/>
          <p:cNvPicPr/>
          <p:nvPr/>
        </p:nvPicPr>
        <p:blipFill>
          <a:blip r:embed="rId2" cstate="print"/>
          <a:stretch>
            <a:fillRect/>
          </a:stretch>
        </p:blipFill>
        <p:spPr>
          <a:xfrm>
            <a:off x="670560" y="3010127"/>
            <a:ext cx="9314628" cy="2669313"/>
          </a:xfrm>
          <a:prstGeom prst="rect">
            <a:avLst/>
          </a:prstGeom>
        </p:spPr>
      </p:pic>
      <p:sp>
        <p:nvSpPr>
          <p:cNvPr id="4" name="Slide Number Placeholder 3">
            <a:extLst>
              <a:ext uri="{FF2B5EF4-FFF2-40B4-BE49-F238E27FC236}">
                <a16:creationId xmlns:a16="http://schemas.microsoft.com/office/drawing/2014/main" id="{08D592F2-DBD9-66D2-6B48-09A10635CB23}"/>
              </a:ext>
            </a:extLst>
          </p:cNvPr>
          <p:cNvSpPr>
            <a:spLocks noGrp="1"/>
          </p:cNvSpPr>
          <p:nvPr>
            <p:ph type="sldNum" sz="quarter" idx="12"/>
          </p:nvPr>
        </p:nvSpPr>
        <p:spPr/>
        <p:txBody>
          <a:bodyPr/>
          <a:lstStyle/>
          <a:p>
            <a:fld id="{5EE24C92-1265-4741-8F9F-404A15D9386E}" type="slidenum">
              <a:rPr lang="en-US" smtClean="0"/>
              <a:t>18</a:t>
            </a:fld>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738620" y="2053311"/>
            <a:ext cx="5453380" cy="3415465"/>
          </a:xfrm>
          <a:prstGeom prst="rect">
            <a:avLst/>
          </a:prstGeom>
        </p:spPr>
        <p:txBody>
          <a:bodyPr vert="horz" wrap="square" lIns="0" tIns="16933" rIns="0" bIns="0" rtlCol="0">
            <a:spAutoFit/>
          </a:bodyPr>
          <a:lstStyle/>
          <a:p>
            <a:pPr marL="16933" marR="754361">
              <a:spcBef>
                <a:spcPts val="133"/>
              </a:spcBef>
            </a:pPr>
            <a:r>
              <a:rPr sz="2000" spc="-7" dirty="0">
                <a:latin typeface="Arial"/>
                <a:cs typeface="Arial"/>
              </a:rPr>
              <a:t>1. </a:t>
            </a:r>
            <a:r>
              <a:rPr sz="2000" b="1" spc="-7" dirty="0">
                <a:latin typeface="Arial"/>
                <a:cs typeface="Arial"/>
              </a:rPr>
              <a:t>Gaming and </a:t>
            </a:r>
            <a:r>
              <a:rPr sz="2000" b="1" spc="-13" dirty="0">
                <a:latin typeface="Arial"/>
                <a:cs typeface="Arial"/>
              </a:rPr>
              <a:t>Virtual </a:t>
            </a:r>
            <a:r>
              <a:rPr sz="2000" b="1" spc="-7" dirty="0">
                <a:latin typeface="Arial"/>
                <a:cs typeface="Arial"/>
              </a:rPr>
              <a:t>Reality </a:t>
            </a:r>
            <a:r>
              <a:rPr sz="2000" b="1" spc="-733" dirty="0">
                <a:latin typeface="Arial"/>
                <a:cs typeface="Arial"/>
              </a:rPr>
              <a:t> </a:t>
            </a:r>
            <a:r>
              <a:rPr sz="2000" b="1" dirty="0">
                <a:latin typeface="Arial"/>
                <a:cs typeface="Arial"/>
              </a:rPr>
              <a:t>(VR):</a:t>
            </a:r>
            <a:endParaRPr lang="en-GB" sz="2000" b="1" dirty="0">
              <a:latin typeface="Arial"/>
              <a:cs typeface="Arial"/>
            </a:endParaRPr>
          </a:p>
          <a:p>
            <a:pPr marL="16933" marR="754361">
              <a:spcBef>
                <a:spcPts val="133"/>
              </a:spcBef>
            </a:pPr>
            <a:endParaRPr sz="2000" dirty="0">
              <a:latin typeface="Arial"/>
              <a:cs typeface="Arial"/>
            </a:endParaRPr>
          </a:p>
          <a:p>
            <a:pPr marL="16933" marR="6773"/>
            <a:r>
              <a:rPr sz="2000" spc="-7" dirty="0">
                <a:latin typeface="Arial"/>
                <a:cs typeface="Arial"/>
              </a:rPr>
              <a:t>I</a:t>
            </a:r>
            <a:r>
              <a:rPr sz="2000" dirty="0">
                <a:latin typeface="Arial"/>
                <a:cs typeface="Arial"/>
              </a:rPr>
              <a:t>n</a:t>
            </a:r>
            <a:r>
              <a:rPr sz="2000" spc="-7" dirty="0">
                <a:latin typeface="Arial"/>
                <a:cs typeface="Arial"/>
              </a:rPr>
              <a:t> th</a:t>
            </a:r>
            <a:r>
              <a:rPr sz="2000" dirty="0">
                <a:latin typeface="Arial"/>
                <a:cs typeface="Arial"/>
              </a:rPr>
              <a:t>e</a:t>
            </a:r>
            <a:r>
              <a:rPr sz="2000" spc="-7" dirty="0">
                <a:latin typeface="Arial"/>
                <a:cs typeface="Arial"/>
              </a:rPr>
              <a:t> gamin</a:t>
            </a:r>
            <a:r>
              <a:rPr sz="2000" dirty="0">
                <a:latin typeface="Arial"/>
                <a:cs typeface="Arial"/>
              </a:rPr>
              <a:t>g</a:t>
            </a:r>
            <a:r>
              <a:rPr sz="2000" spc="-7" dirty="0">
                <a:latin typeface="Arial"/>
                <a:cs typeface="Arial"/>
              </a:rPr>
              <a:t> industr</a:t>
            </a:r>
            <a:r>
              <a:rPr sz="2000" spc="-200" dirty="0">
                <a:latin typeface="Arial"/>
                <a:cs typeface="Arial"/>
              </a:rPr>
              <a:t>y</a:t>
            </a:r>
            <a:r>
              <a:rPr sz="2000" dirty="0">
                <a:latin typeface="Arial"/>
                <a:cs typeface="Arial"/>
              </a:rPr>
              <a:t>,</a:t>
            </a:r>
            <a:r>
              <a:rPr sz="2000" spc="-152" dirty="0">
                <a:latin typeface="Arial"/>
                <a:cs typeface="Arial"/>
              </a:rPr>
              <a:t> </a:t>
            </a:r>
            <a:r>
              <a:rPr sz="2000" spc="-7" dirty="0">
                <a:latin typeface="Arial"/>
                <a:cs typeface="Arial"/>
              </a:rPr>
              <a:t>AI-drive</a:t>
            </a:r>
            <a:r>
              <a:rPr sz="2000" dirty="0">
                <a:latin typeface="Arial"/>
                <a:cs typeface="Arial"/>
              </a:rPr>
              <a:t>n</a:t>
            </a:r>
            <a:r>
              <a:rPr sz="2000" spc="-13" dirty="0">
                <a:latin typeface="Arial"/>
                <a:cs typeface="Arial"/>
              </a:rPr>
              <a:t> </a:t>
            </a:r>
            <a:r>
              <a:rPr sz="2000" spc="-7" dirty="0">
                <a:latin typeface="Arial"/>
                <a:cs typeface="Arial"/>
              </a:rPr>
              <a:t>3D  object</a:t>
            </a:r>
            <a:r>
              <a:rPr sz="2000" spc="-47" dirty="0">
                <a:latin typeface="Arial"/>
                <a:cs typeface="Arial"/>
              </a:rPr>
              <a:t> </a:t>
            </a:r>
            <a:r>
              <a:rPr sz="2000" spc="-7" dirty="0">
                <a:latin typeface="Arial"/>
                <a:cs typeface="Arial"/>
              </a:rPr>
              <a:t>generation</a:t>
            </a:r>
            <a:r>
              <a:rPr sz="2000" spc="-40" dirty="0">
                <a:latin typeface="Arial"/>
                <a:cs typeface="Arial"/>
              </a:rPr>
              <a:t> </a:t>
            </a:r>
            <a:r>
              <a:rPr sz="2000" spc="-7" dirty="0">
                <a:latin typeface="Arial"/>
                <a:cs typeface="Arial"/>
              </a:rPr>
              <a:t>has</a:t>
            </a:r>
            <a:r>
              <a:rPr sz="2000" spc="-47" dirty="0">
                <a:latin typeface="Arial"/>
                <a:cs typeface="Arial"/>
              </a:rPr>
              <a:t> </a:t>
            </a:r>
            <a:r>
              <a:rPr sz="2000" dirty="0">
                <a:latin typeface="Arial"/>
                <a:cs typeface="Arial"/>
              </a:rPr>
              <a:t>revolutionized </a:t>
            </a:r>
            <a:r>
              <a:rPr sz="2000" spc="-720" dirty="0">
                <a:latin typeface="Arial"/>
                <a:cs typeface="Arial"/>
              </a:rPr>
              <a:t> </a:t>
            </a:r>
            <a:r>
              <a:rPr sz="2000" dirty="0">
                <a:latin typeface="Arial"/>
                <a:cs typeface="Arial"/>
              </a:rPr>
              <a:t>content creation </a:t>
            </a:r>
            <a:r>
              <a:rPr sz="2000" spc="-7" dirty="0">
                <a:latin typeface="Arial"/>
                <a:cs typeface="Arial"/>
              </a:rPr>
              <a:t>pipelines. Game </a:t>
            </a:r>
            <a:r>
              <a:rPr sz="2000" dirty="0">
                <a:latin typeface="Arial"/>
                <a:cs typeface="Arial"/>
              </a:rPr>
              <a:t> </a:t>
            </a:r>
            <a:r>
              <a:rPr sz="2000" spc="-7" dirty="0">
                <a:latin typeface="Arial"/>
                <a:cs typeface="Arial"/>
              </a:rPr>
              <a:t>developers </a:t>
            </a:r>
            <a:r>
              <a:rPr sz="2000" dirty="0">
                <a:latin typeface="Arial"/>
                <a:cs typeface="Arial"/>
              </a:rPr>
              <a:t>can </a:t>
            </a:r>
            <a:r>
              <a:rPr sz="2000" spc="-7" dirty="0">
                <a:latin typeface="Arial"/>
                <a:cs typeface="Arial"/>
              </a:rPr>
              <a:t>use AI algorithms to </a:t>
            </a:r>
            <a:r>
              <a:rPr sz="2000" spc="-727" dirty="0">
                <a:latin typeface="Arial"/>
                <a:cs typeface="Arial"/>
              </a:rPr>
              <a:t> </a:t>
            </a:r>
            <a:r>
              <a:rPr sz="2000" spc="-7" dirty="0">
                <a:latin typeface="Arial"/>
                <a:cs typeface="Arial"/>
              </a:rPr>
              <a:t>generate </a:t>
            </a:r>
            <a:r>
              <a:rPr sz="2000" dirty="0">
                <a:latin typeface="Arial"/>
                <a:cs typeface="Arial"/>
              </a:rPr>
              <a:t>realistic </a:t>
            </a:r>
            <a:r>
              <a:rPr sz="2000" spc="-7" dirty="0">
                <a:latin typeface="Arial"/>
                <a:cs typeface="Arial"/>
              </a:rPr>
              <a:t>environments, </a:t>
            </a:r>
            <a:r>
              <a:rPr sz="2000" dirty="0">
                <a:latin typeface="Arial"/>
                <a:cs typeface="Arial"/>
              </a:rPr>
              <a:t> characters, </a:t>
            </a:r>
            <a:r>
              <a:rPr sz="2000" spc="-7" dirty="0">
                <a:latin typeface="Arial"/>
                <a:cs typeface="Arial"/>
              </a:rPr>
              <a:t>and assets quickly and </a:t>
            </a:r>
            <a:r>
              <a:rPr sz="2000" dirty="0">
                <a:latin typeface="Arial"/>
                <a:cs typeface="Arial"/>
              </a:rPr>
              <a:t> </a:t>
            </a:r>
            <a:r>
              <a:rPr sz="2000" spc="-27" dirty="0">
                <a:latin typeface="Arial"/>
                <a:cs typeface="Arial"/>
              </a:rPr>
              <a:t>efficiently. </a:t>
            </a:r>
            <a:r>
              <a:rPr sz="2000" spc="-20" dirty="0">
                <a:latin typeface="Arial"/>
                <a:cs typeface="Arial"/>
              </a:rPr>
              <a:t>Moreover, </a:t>
            </a:r>
            <a:r>
              <a:rPr sz="2000" spc="-7" dirty="0">
                <a:latin typeface="Arial"/>
                <a:cs typeface="Arial"/>
              </a:rPr>
              <a:t>AI-powered </a:t>
            </a:r>
            <a:r>
              <a:rPr sz="2000" dirty="0">
                <a:latin typeface="Arial"/>
                <a:cs typeface="Arial"/>
              </a:rPr>
              <a:t> </a:t>
            </a:r>
            <a:r>
              <a:rPr sz="2000" spc="-7" dirty="0">
                <a:latin typeface="Arial"/>
                <a:cs typeface="Arial"/>
              </a:rPr>
              <a:t>procedural generation techniques </a:t>
            </a:r>
            <a:r>
              <a:rPr sz="2000" dirty="0">
                <a:latin typeface="Arial"/>
                <a:cs typeface="Arial"/>
              </a:rPr>
              <a:t> </a:t>
            </a:r>
            <a:r>
              <a:rPr sz="2000" spc="-7" dirty="0">
                <a:latin typeface="Arial"/>
                <a:cs typeface="Arial"/>
              </a:rPr>
              <a:t>enable the automatic </a:t>
            </a:r>
            <a:r>
              <a:rPr sz="2000" dirty="0">
                <a:latin typeface="Arial"/>
                <a:cs typeface="Arial"/>
              </a:rPr>
              <a:t>creation </a:t>
            </a:r>
            <a:r>
              <a:rPr sz="2000" spc="-7" dirty="0">
                <a:latin typeface="Arial"/>
                <a:cs typeface="Arial"/>
              </a:rPr>
              <a:t>of </a:t>
            </a:r>
            <a:r>
              <a:rPr sz="2000" dirty="0">
                <a:latin typeface="Arial"/>
                <a:cs typeface="Arial"/>
              </a:rPr>
              <a:t> vast, </a:t>
            </a:r>
            <a:r>
              <a:rPr sz="2000" spc="-7" dirty="0">
                <a:latin typeface="Arial"/>
                <a:cs typeface="Arial"/>
              </a:rPr>
              <a:t>immersive worlds in </a:t>
            </a:r>
            <a:r>
              <a:rPr sz="2000" dirty="0">
                <a:latin typeface="Arial"/>
                <a:cs typeface="Arial"/>
              </a:rPr>
              <a:t>virtual </a:t>
            </a:r>
            <a:r>
              <a:rPr sz="2000" spc="7" dirty="0">
                <a:latin typeface="Arial"/>
                <a:cs typeface="Arial"/>
              </a:rPr>
              <a:t> </a:t>
            </a:r>
            <a:r>
              <a:rPr sz="2000" dirty="0">
                <a:latin typeface="Arial"/>
                <a:cs typeface="Arial"/>
              </a:rPr>
              <a:t>reality</a:t>
            </a:r>
            <a:r>
              <a:rPr sz="2000" spc="-13" dirty="0">
                <a:latin typeface="Arial"/>
                <a:cs typeface="Arial"/>
              </a:rPr>
              <a:t> </a:t>
            </a:r>
            <a:r>
              <a:rPr sz="2000" spc="-7" dirty="0">
                <a:latin typeface="Arial"/>
                <a:cs typeface="Arial"/>
              </a:rPr>
              <a:t>applications.</a:t>
            </a:r>
            <a:endParaRPr sz="2000" dirty="0">
              <a:latin typeface="Arial"/>
              <a:cs typeface="Arial"/>
            </a:endParaRPr>
          </a:p>
        </p:txBody>
      </p:sp>
      <p:pic>
        <p:nvPicPr>
          <p:cNvPr id="3" name="object 3"/>
          <p:cNvPicPr/>
          <p:nvPr/>
        </p:nvPicPr>
        <p:blipFill>
          <a:blip r:embed="rId2" cstate="print"/>
          <a:stretch>
            <a:fillRect/>
          </a:stretch>
        </p:blipFill>
        <p:spPr>
          <a:xfrm>
            <a:off x="388149" y="3054451"/>
            <a:ext cx="5799439" cy="3217631"/>
          </a:xfrm>
          <a:prstGeom prst="rect">
            <a:avLst/>
          </a:prstGeom>
        </p:spPr>
      </p:pic>
      <p:sp>
        <p:nvSpPr>
          <p:cNvPr id="4" name="object 4"/>
          <p:cNvSpPr txBox="1">
            <a:spLocks noGrp="1"/>
          </p:cNvSpPr>
          <p:nvPr>
            <p:ph type="title"/>
          </p:nvPr>
        </p:nvSpPr>
        <p:spPr>
          <a:xfrm>
            <a:off x="300567" y="1271384"/>
            <a:ext cx="5498253" cy="1125094"/>
          </a:xfrm>
          <a:prstGeom prst="rect">
            <a:avLst/>
          </a:prstGeom>
        </p:spPr>
        <p:txBody>
          <a:bodyPr vert="horz" wrap="square" lIns="0" tIns="16933" rIns="0" bIns="0" rtlCol="0" anchor="ctr">
            <a:spAutoFit/>
          </a:bodyPr>
          <a:lstStyle/>
          <a:p>
            <a:pPr marL="16933" marR="6773">
              <a:lnSpc>
                <a:spcPct val="100000"/>
              </a:lnSpc>
              <a:spcBef>
                <a:spcPts val="133"/>
              </a:spcBef>
            </a:pPr>
            <a:r>
              <a:rPr sz="2400" b="1" spc="-7" dirty="0">
                <a:latin typeface="Arial"/>
                <a:cs typeface="Arial"/>
              </a:rPr>
              <a:t>The applications of AI in 3D </a:t>
            </a:r>
            <a:r>
              <a:rPr sz="2400" b="1" dirty="0">
                <a:latin typeface="Arial"/>
                <a:cs typeface="Arial"/>
              </a:rPr>
              <a:t> </a:t>
            </a:r>
            <a:r>
              <a:rPr sz="2400" b="1" spc="-7" dirty="0">
                <a:latin typeface="Arial"/>
                <a:cs typeface="Arial"/>
              </a:rPr>
              <a:t>object generation are </a:t>
            </a:r>
            <a:r>
              <a:rPr sz="2400" b="1" dirty="0">
                <a:latin typeface="Arial"/>
                <a:cs typeface="Arial"/>
              </a:rPr>
              <a:t>vast </a:t>
            </a:r>
            <a:r>
              <a:rPr sz="2400" b="1" spc="-7" dirty="0">
                <a:latin typeface="Arial"/>
                <a:cs typeface="Arial"/>
              </a:rPr>
              <a:t>and </a:t>
            </a:r>
            <a:r>
              <a:rPr sz="2400" b="1" spc="-873" dirty="0">
                <a:latin typeface="Arial"/>
                <a:cs typeface="Arial"/>
              </a:rPr>
              <a:t> </a:t>
            </a:r>
            <a:r>
              <a:rPr sz="2400" b="1" dirty="0">
                <a:latin typeface="Arial"/>
                <a:cs typeface="Arial"/>
              </a:rPr>
              <a:t>multifaceted, spanning </a:t>
            </a:r>
            <a:r>
              <a:rPr sz="2400" b="1" spc="7" dirty="0">
                <a:latin typeface="Arial"/>
                <a:cs typeface="Arial"/>
              </a:rPr>
              <a:t> </a:t>
            </a:r>
            <a:r>
              <a:rPr sz="2400" b="1" spc="-7" dirty="0">
                <a:latin typeface="Arial"/>
                <a:cs typeface="Arial"/>
              </a:rPr>
              <a:t>numerous</a:t>
            </a:r>
            <a:r>
              <a:rPr sz="2400" b="1" spc="-20" dirty="0">
                <a:latin typeface="Arial"/>
                <a:cs typeface="Arial"/>
              </a:rPr>
              <a:t> </a:t>
            </a:r>
            <a:r>
              <a:rPr sz="2400" b="1" spc="-7" dirty="0">
                <a:latin typeface="Arial"/>
                <a:cs typeface="Arial"/>
              </a:rPr>
              <a:t>industries</a:t>
            </a:r>
            <a:r>
              <a:rPr sz="2400" b="1" spc="-20" dirty="0">
                <a:latin typeface="Arial"/>
                <a:cs typeface="Arial"/>
              </a:rPr>
              <a:t> </a:t>
            </a:r>
            <a:r>
              <a:rPr sz="2400" b="1" spc="-7" dirty="0">
                <a:latin typeface="Arial"/>
                <a:cs typeface="Arial"/>
              </a:rPr>
              <a:t>and</a:t>
            </a:r>
          </a:p>
        </p:txBody>
      </p:sp>
      <p:sp>
        <p:nvSpPr>
          <p:cNvPr id="5" name="object 5"/>
          <p:cNvSpPr/>
          <p:nvPr/>
        </p:nvSpPr>
        <p:spPr>
          <a:xfrm>
            <a:off x="439421" y="2587436"/>
            <a:ext cx="3546687" cy="487680"/>
          </a:xfrm>
          <a:custGeom>
            <a:avLst/>
            <a:gdLst/>
            <a:ahLst/>
            <a:cxnLst/>
            <a:rect l="l" t="t" r="r" b="b"/>
            <a:pathLst>
              <a:path w="2660015" h="365760">
                <a:moveTo>
                  <a:pt x="2660005" y="365759"/>
                </a:moveTo>
                <a:lnTo>
                  <a:pt x="0" y="365759"/>
                </a:lnTo>
                <a:lnTo>
                  <a:pt x="0" y="0"/>
                </a:lnTo>
                <a:lnTo>
                  <a:pt x="2660005" y="0"/>
                </a:lnTo>
                <a:lnTo>
                  <a:pt x="2660005" y="365759"/>
                </a:lnTo>
                <a:close/>
              </a:path>
            </a:pathLst>
          </a:custGeom>
          <a:solidFill>
            <a:srgbClr val="FFFFFF"/>
          </a:solidFill>
        </p:spPr>
        <p:txBody>
          <a:bodyPr wrap="square" lIns="0" tIns="0" rIns="0" bIns="0" rtlCol="0"/>
          <a:lstStyle/>
          <a:p>
            <a:endParaRPr sz="2400"/>
          </a:p>
        </p:txBody>
      </p:sp>
      <p:sp>
        <p:nvSpPr>
          <p:cNvPr id="6" name="object 6"/>
          <p:cNvSpPr txBox="1"/>
          <p:nvPr/>
        </p:nvSpPr>
        <p:spPr>
          <a:xfrm>
            <a:off x="422487" y="2554247"/>
            <a:ext cx="3579707" cy="509541"/>
          </a:xfrm>
          <a:prstGeom prst="rect">
            <a:avLst/>
          </a:prstGeom>
        </p:spPr>
        <p:txBody>
          <a:bodyPr vert="horz" wrap="square" lIns="0" tIns="16933" rIns="0" bIns="0" rtlCol="0">
            <a:spAutoFit/>
          </a:bodyPr>
          <a:lstStyle/>
          <a:p>
            <a:pPr marL="16933">
              <a:spcBef>
                <a:spcPts val="133"/>
              </a:spcBef>
            </a:pPr>
            <a:r>
              <a:rPr sz="3200" dirty="0">
                <a:latin typeface="Arial"/>
                <a:cs typeface="Arial"/>
              </a:rPr>
              <a:t>creative</a:t>
            </a:r>
            <a:r>
              <a:rPr sz="3200" spc="-120" dirty="0">
                <a:latin typeface="Arial"/>
                <a:cs typeface="Arial"/>
              </a:rPr>
              <a:t> </a:t>
            </a:r>
            <a:r>
              <a:rPr sz="3200" spc="-7" dirty="0">
                <a:latin typeface="Arial"/>
                <a:cs typeface="Arial"/>
              </a:rPr>
              <a:t>endeavors.</a:t>
            </a:r>
            <a:endParaRPr sz="3200" dirty="0">
              <a:latin typeface="Arial"/>
              <a:cs typeface="Arial"/>
            </a:endParaRPr>
          </a:p>
        </p:txBody>
      </p:sp>
      <p:sp>
        <p:nvSpPr>
          <p:cNvPr id="7" name="Slide Number Placeholder 6">
            <a:extLst>
              <a:ext uri="{FF2B5EF4-FFF2-40B4-BE49-F238E27FC236}">
                <a16:creationId xmlns:a16="http://schemas.microsoft.com/office/drawing/2014/main" id="{54A1FA67-AEE0-C338-E10D-123EFC67ABBC}"/>
              </a:ext>
            </a:extLst>
          </p:cNvPr>
          <p:cNvSpPr>
            <a:spLocks noGrp="1"/>
          </p:cNvSpPr>
          <p:nvPr>
            <p:ph type="sldNum" sz="quarter" idx="12"/>
          </p:nvPr>
        </p:nvSpPr>
        <p:spPr/>
        <p:txBody>
          <a:bodyPr/>
          <a:lstStyle/>
          <a:p>
            <a:fld id="{5EE24C92-1265-4741-8F9F-404A15D9386E}" type="slidenum">
              <a:rPr lang="en-US" smtClean="0"/>
              <a:t>19</a:t>
            </a:fld>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2975" y="1257880"/>
            <a:ext cx="5281505" cy="755762"/>
          </a:xfrm>
          <a:prstGeom prst="rect">
            <a:avLst/>
          </a:prstGeom>
        </p:spPr>
        <p:txBody>
          <a:bodyPr vert="horz" wrap="square" lIns="0" tIns="16933" rIns="0" bIns="0" rtlCol="0" anchor="ctr">
            <a:spAutoFit/>
          </a:bodyPr>
          <a:lstStyle/>
          <a:p>
            <a:pPr marL="16933" marR="6773">
              <a:lnSpc>
                <a:spcPct val="100000"/>
              </a:lnSpc>
              <a:spcBef>
                <a:spcPts val="133"/>
              </a:spcBef>
            </a:pPr>
            <a:r>
              <a:rPr sz="2400" b="1" spc="120" dirty="0">
                <a:solidFill>
                  <a:srgbClr val="333333"/>
                </a:solidFill>
                <a:latin typeface="Trebuchet MS"/>
                <a:cs typeface="Trebuchet MS"/>
              </a:rPr>
              <a:t>3D</a:t>
            </a:r>
            <a:r>
              <a:rPr sz="2400" b="1" spc="-305" dirty="0">
                <a:solidFill>
                  <a:srgbClr val="333333"/>
                </a:solidFill>
                <a:latin typeface="Trebuchet MS"/>
                <a:cs typeface="Trebuchet MS"/>
              </a:rPr>
              <a:t> </a:t>
            </a:r>
            <a:r>
              <a:rPr sz="2400" b="1" spc="73" dirty="0">
                <a:solidFill>
                  <a:srgbClr val="333333"/>
                </a:solidFill>
                <a:latin typeface="Trebuchet MS"/>
                <a:cs typeface="Trebuchet MS"/>
              </a:rPr>
              <a:t>Generative</a:t>
            </a:r>
            <a:r>
              <a:rPr sz="2400" b="1" spc="-305" dirty="0">
                <a:solidFill>
                  <a:srgbClr val="333333"/>
                </a:solidFill>
                <a:latin typeface="Trebuchet MS"/>
                <a:cs typeface="Trebuchet MS"/>
              </a:rPr>
              <a:t> </a:t>
            </a:r>
            <a:r>
              <a:rPr sz="2400" b="1" spc="133" dirty="0">
                <a:solidFill>
                  <a:srgbClr val="333333"/>
                </a:solidFill>
                <a:latin typeface="Trebuchet MS"/>
                <a:cs typeface="Trebuchet MS"/>
              </a:rPr>
              <a:t>Ad</a:t>
            </a:r>
            <a:r>
              <a:rPr sz="2400" b="1" spc="47" dirty="0">
                <a:solidFill>
                  <a:srgbClr val="333333"/>
                </a:solidFill>
                <a:latin typeface="Trebuchet MS"/>
                <a:cs typeface="Trebuchet MS"/>
              </a:rPr>
              <a:t>v</a:t>
            </a:r>
            <a:r>
              <a:rPr sz="2400" b="1" spc="152" dirty="0">
                <a:solidFill>
                  <a:srgbClr val="333333"/>
                </a:solidFill>
                <a:latin typeface="Trebuchet MS"/>
                <a:cs typeface="Trebuchet MS"/>
              </a:rPr>
              <a:t>ersarial  </a:t>
            </a:r>
            <a:r>
              <a:rPr sz="2400" b="1" spc="147" dirty="0">
                <a:solidFill>
                  <a:srgbClr val="333333"/>
                </a:solidFill>
                <a:latin typeface="Trebuchet MS"/>
                <a:cs typeface="Trebuchet MS"/>
              </a:rPr>
              <a:t>Networks</a:t>
            </a:r>
          </a:p>
        </p:txBody>
      </p:sp>
      <p:sp>
        <p:nvSpPr>
          <p:cNvPr id="3" name="object 3"/>
          <p:cNvSpPr txBox="1"/>
          <p:nvPr/>
        </p:nvSpPr>
        <p:spPr>
          <a:xfrm>
            <a:off x="5815415" y="2438400"/>
            <a:ext cx="6072293" cy="2787087"/>
          </a:xfrm>
          <a:prstGeom prst="rect">
            <a:avLst/>
          </a:prstGeom>
        </p:spPr>
        <p:txBody>
          <a:bodyPr vert="horz" wrap="square" lIns="0" tIns="16933" rIns="0" bIns="0" rtlCol="0">
            <a:spAutoFit/>
          </a:bodyPr>
          <a:lstStyle/>
          <a:p>
            <a:pPr marL="16933" marR="6773">
              <a:spcBef>
                <a:spcPts val="133"/>
              </a:spcBef>
            </a:pPr>
            <a:r>
              <a:rPr sz="2000" spc="-7" dirty="0">
                <a:latin typeface="Arial"/>
                <a:cs typeface="Arial"/>
              </a:rPr>
              <a:t>2. </a:t>
            </a:r>
            <a:r>
              <a:rPr sz="2000" b="1" spc="-7" dirty="0">
                <a:latin typeface="Arial"/>
                <a:cs typeface="Arial"/>
              </a:rPr>
              <a:t>Film and Animation: </a:t>
            </a:r>
            <a:r>
              <a:rPr sz="2000" spc="-7" dirty="0">
                <a:latin typeface="Arial"/>
                <a:cs typeface="Arial"/>
              </a:rPr>
              <a:t>Animators and </a:t>
            </a:r>
            <a:r>
              <a:rPr sz="2000" dirty="0">
                <a:latin typeface="Arial"/>
                <a:cs typeface="Arial"/>
              </a:rPr>
              <a:t> </a:t>
            </a:r>
            <a:r>
              <a:rPr sz="2000" spc="-7" dirty="0">
                <a:latin typeface="Arial"/>
                <a:cs typeface="Arial"/>
              </a:rPr>
              <a:t>filmmakers leverage AI to </a:t>
            </a:r>
            <a:r>
              <a:rPr sz="2000" dirty="0">
                <a:latin typeface="Arial"/>
                <a:cs typeface="Arial"/>
              </a:rPr>
              <a:t>streamline </a:t>
            </a:r>
            <a:r>
              <a:rPr sz="2000" spc="-7" dirty="0">
                <a:latin typeface="Arial"/>
                <a:cs typeface="Arial"/>
              </a:rPr>
              <a:t>the </a:t>
            </a:r>
            <a:r>
              <a:rPr sz="2000" spc="-727" dirty="0">
                <a:latin typeface="Arial"/>
                <a:cs typeface="Arial"/>
              </a:rPr>
              <a:t> </a:t>
            </a:r>
            <a:r>
              <a:rPr sz="2000" dirty="0">
                <a:latin typeface="Arial"/>
                <a:cs typeface="Arial"/>
              </a:rPr>
              <a:t>creation </a:t>
            </a:r>
            <a:r>
              <a:rPr sz="2000" spc="-7" dirty="0">
                <a:latin typeface="Arial"/>
                <a:cs typeface="Arial"/>
              </a:rPr>
              <a:t>of 3D </a:t>
            </a:r>
            <a:r>
              <a:rPr sz="2000" dirty="0">
                <a:latin typeface="Arial"/>
                <a:cs typeface="Arial"/>
              </a:rPr>
              <a:t>models </a:t>
            </a:r>
            <a:r>
              <a:rPr sz="2000" spc="-7" dirty="0">
                <a:latin typeface="Arial"/>
                <a:cs typeface="Arial"/>
              </a:rPr>
              <a:t>for </a:t>
            </a:r>
            <a:r>
              <a:rPr sz="2000" dirty="0">
                <a:latin typeface="Arial"/>
                <a:cs typeface="Arial"/>
              </a:rPr>
              <a:t>visual </a:t>
            </a:r>
            <a:r>
              <a:rPr sz="2000" spc="-13" dirty="0">
                <a:latin typeface="Arial"/>
                <a:cs typeface="Arial"/>
              </a:rPr>
              <a:t>effects </a:t>
            </a:r>
            <a:r>
              <a:rPr sz="2000" spc="-7" dirty="0">
                <a:latin typeface="Arial"/>
                <a:cs typeface="Arial"/>
              </a:rPr>
              <a:t> and</a:t>
            </a:r>
            <a:r>
              <a:rPr sz="2000" spc="-33" dirty="0">
                <a:latin typeface="Arial"/>
                <a:cs typeface="Arial"/>
              </a:rPr>
              <a:t> </a:t>
            </a:r>
            <a:r>
              <a:rPr sz="2000" spc="-7" dirty="0">
                <a:latin typeface="Arial"/>
                <a:cs typeface="Arial"/>
              </a:rPr>
              <a:t>animated</a:t>
            </a:r>
            <a:r>
              <a:rPr sz="2000" spc="-33" dirty="0">
                <a:latin typeface="Arial"/>
                <a:cs typeface="Arial"/>
              </a:rPr>
              <a:t> </a:t>
            </a:r>
            <a:r>
              <a:rPr sz="2000" spc="-7" dirty="0">
                <a:latin typeface="Arial"/>
                <a:cs typeface="Arial"/>
              </a:rPr>
              <a:t>productions.</a:t>
            </a:r>
            <a:r>
              <a:rPr sz="2000" spc="-173" dirty="0">
                <a:latin typeface="Arial"/>
                <a:cs typeface="Arial"/>
              </a:rPr>
              <a:t> </a:t>
            </a:r>
            <a:r>
              <a:rPr sz="2000" spc="-7" dirty="0">
                <a:latin typeface="Arial"/>
                <a:cs typeface="Arial"/>
              </a:rPr>
              <a:t>AI</a:t>
            </a:r>
            <a:r>
              <a:rPr sz="2000" spc="-40" dirty="0">
                <a:latin typeface="Arial"/>
                <a:cs typeface="Arial"/>
              </a:rPr>
              <a:t> </a:t>
            </a:r>
            <a:r>
              <a:rPr sz="2000" spc="-7" dirty="0">
                <a:latin typeface="Arial"/>
                <a:cs typeface="Arial"/>
              </a:rPr>
              <a:t>algorithms </a:t>
            </a:r>
            <a:r>
              <a:rPr sz="2000" spc="-720" dirty="0">
                <a:latin typeface="Arial"/>
                <a:cs typeface="Arial"/>
              </a:rPr>
              <a:t> </a:t>
            </a:r>
            <a:r>
              <a:rPr sz="2000" dirty="0">
                <a:latin typeface="Arial"/>
                <a:cs typeface="Arial"/>
              </a:rPr>
              <a:t>can </a:t>
            </a:r>
            <a:r>
              <a:rPr sz="2000" spc="-7" dirty="0">
                <a:latin typeface="Arial"/>
                <a:cs typeface="Arial"/>
              </a:rPr>
              <a:t>generate </a:t>
            </a:r>
            <a:r>
              <a:rPr sz="2000" dirty="0">
                <a:latin typeface="Arial"/>
                <a:cs typeface="Arial"/>
              </a:rPr>
              <a:t>complex characters, </a:t>
            </a:r>
            <a:r>
              <a:rPr sz="2000" spc="7" dirty="0">
                <a:latin typeface="Arial"/>
                <a:cs typeface="Arial"/>
              </a:rPr>
              <a:t> </a:t>
            </a:r>
            <a:r>
              <a:rPr sz="2000" dirty="0">
                <a:latin typeface="Arial"/>
                <a:cs typeface="Arial"/>
              </a:rPr>
              <a:t>creatures, </a:t>
            </a:r>
            <a:r>
              <a:rPr sz="2000" spc="-7" dirty="0">
                <a:latin typeface="Arial"/>
                <a:cs typeface="Arial"/>
              </a:rPr>
              <a:t>and environments, </a:t>
            </a:r>
            <a:r>
              <a:rPr sz="2000" dirty="0">
                <a:latin typeface="Arial"/>
                <a:cs typeface="Arial"/>
              </a:rPr>
              <a:t>reducing </a:t>
            </a:r>
            <a:r>
              <a:rPr sz="2000" spc="7" dirty="0">
                <a:latin typeface="Arial"/>
                <a:cs typeface="Arial"/>
              </a:rPr>
              <a:t> </a:t>
            </a:r>
            <a:r>
              <a:rPr sz="2000" spc="-7" dirty="0">
                <a:latin typeface="Arial"/>
                <a:cs typeface="Arial"/>
              </a:rPr>
              <a:t>the time and </a:t>
            </a:r>
            <a:r>
              <a:rPr sz="2000" dirty="0">
                <a:latin typeface="Arial"/>
                <a:cs typeface="Arial"/>
              </a:rPr>
              <a:t>resources required </a:t>
            </a:r>
            <a:r>
              <a:rPr sz="2000" spc="-7" dirty="0">
                <a:latin typeface="Arial"/>
                <a:cs typeface="Arial"/>
              </a:rPr>
              <a:t>for </a:t>
            </a:r>
            <a:r>
              <a:rPr sz="2000" dirty="0">
                <a:latin typeface="Arial"/>
                <a:cs typeface="Arial"/>
              </a:rPr>
              <a:t> manual</a:t>
            </a:r>
            <a:r>
              <a:rPr sz="2000" spc="-7" dirty="0">
                <a:latin typeface="Arial"/>
                <a:cs typeface="Arial"/>
              </a:rPr>
              <a:t> </a:t>
            </a:r>
            <a:r>
              <a:rPr sz="2000" dirty="0">
                <a:latin typeface="Arial"/>
                <a:cs typeface="Arial"/>
              </a:rPr>
              <a:t>modeling.</a:t>
            </a:r>
            <a:r>
              <a:rPr sz="2000" spc="-152" dirty="0">
                <a:latin typeface="Arial"/>
                <a:cs typeface="Arial"/>
              </a:rPr>
              <a:t> </a:t>
            </a:r>
            <a:r>
              <a:rPr sz="2000" spc="-7" dirty="0">
                <a:latin typeface="Arial"/>
                <a:cs typeface="Arial"/>
              </a:rPr>
              <a:t>Additionall</a:t>
            </a:r>
            <a:r>
              <a:rPr sz="2000" spc="-200" dirty="0">
                <a:latin typeface="Arial"/>
                <a:cs typeface="Arial"/>
              </a:rPr>
              <a:t>y</a:t>
            </a:r>
            <a:r>
              <a:rPr sz="2000" dirty="0">
                <a:latin typeface="Arial"/>
                <a:cs typeface="Arial"/>
              </a:rPr>
              <a:t>,</a:t>
            </a:r>
            <a:r>
              <a:rPr sz="2000" spc="-152" dirty="0">
                <a:latin typeface="Arial"/>
                <a:cs typeface="Arial"/>
              </a:rPr>
              <a:t> </a:t>
            </a:r>
            <a:r>
              <a:rPr sz="2000" spc="-7" dirty="0">
                <a:latin typeface="Arial"/>
                <a:cs typeface="Arial"/>
              </a:rPr>
              <a:t>AI-driven  tools facilitate the </a:t>
            </a:r>
            <a:r>
              <a:rPr sz="2000" dirty="0">
                <a:latin typeface="Arial"/>
                <a:cs typeface="Arial"/>
              </a:rPr>
              <a:t>creation </a:t>
            </a:r>
            <a:r>
              <a:rPr sz="2000" spc="-7" dirty="0">
                <a:latin typeface="Arial"/>
                <a:cs typeface="Arial"/>
              </a:rPr>
              <a:t>of lifelike </a:t>
            </a:r>
            <a:r>
              <a:rPr sz="2000" dirty="0">
                <a:latin typeface="Arial"/>
                <a:cs typeface="Arial"/>
              </a:rPr>
              <a:t> </a:t>
            </a:r>
            <a:r>
              <a:rPr sz="2000" spc="-7" dirty="0">
                <a:latin typeface="Arial"/>
                <a:cs typeface="Arial"/>
              </a:rPr>
              <a:t>animations</a:t>
            </a:r>
            <a:r>
              <a:rPr sz="2000" spc="40" dirty="0">
                <a:latin typeface="Arial"/>
                <a:cs typeface="Arial"/>
              </a:rPr>
              <a:t> </a:t>
            </a:r>
            <a:r>
              <a:rPr sz="2000" spc="-7" dirty="0">
                <a:latin typeface="Arial"/>
                <a:cs typeface="Arial"/>
              </a:rPr>
              <a:t>by</a:t>
            </a:r>
            <a:r>
              <a:rPr sz="2000" spc="40" dirty="0">
                <a:latin typeface="Arial"/>
                <a:cs typeface="Arial"/>
              </a:rPr>
              <a:t> </a:t>
            </a:r>
            <a:r>
              <a:rPr sz="2000" spc="-7" dirty="0">
                <a:latin typeface="Arial"/>
                <a:cs typeface="Arial"/>
              </a:rPr>
              <a:t>analyzing</a:t>
            </a:r>
            <a:r>
              <a:rPr sz="2000" spc="40" dirty="0">
                <a:latin typeface="Arial"/>
                <a:cs typeface="Arial"/>
              </a:rPr>
              <a:t> </a:t>
            </a:r>
            <a:r>
              <a:rPr sz="2000" dirty="0">
                <a:latin typeface="Arial"/>
                <a:cs typeface="Arial"/>
              </a:rPr>
              <a:t>motion</a:t>
            </a:r>
            <a:r>
              <a:rPr sz="2000" spc="40" dirty="0">
                <a:latin typeface="Arial"/>
                <a:cs typeface="Arial"/>
              </a:rPr>
              <a:t> </a:t>
            </a:r>
            <a:r>
              <a:rPr sz="2000" spc="-7" dirty="0">
                <a:latin typeface="Arial"/>
                <a:cs typeface="Arial"/>
              </a:rPr>
              <a:t>data </a:t>
            </a:r>
            <a:r>
              <a:rPr sz="2000" dirty="0">
                <a:latin typeface="Arial"/>
                <a:cs typeface="Arial"/>
              </a:rPr>
              <a:t> </a:t>
            </a:r>
            <a:r>
              <a:rPr sz="2000" spc="-7" dirty="0">
                <a:latin typeface="Arial"/>
                <a:cs typeface="Arial"/>
              </a:rPr>
              <a:t>and</a:t>
            </a:r>
            <a:r>
              <a:rPr sz="2000" spc="-20" dirty="0">
                <a:latin typeface="Arial"/>
                <a:cs typeface="Arial"/>
              </a:rPr>
              <a:t> </a:t>
            </a:r>
            <a:r>
              <a:rPr sz="2000" spc="-7" dirty="0">
                <a:latin typeface="Arial"/>
                <a:cs typeface="Arial"/>
              </a:rPr>
              <a:t>generating</a:t>
            </a:r>
            <a:r>
              <a:rPr sz="2000" spc="-20" dirty="0">
                <a:latin typeface="Arial"/>
                <a:cs typeface="Arial"/>
              </a:rPr>
              <a:t> </a:t>
            </a:r>
            <a:r>
              <a:rPr sz="2000" dirty="0">
                <a:latin typeface="Arial"/>
                <a:cs typeface="Arial"/>
              </a:rPr>
              <a:t>realistic</a:t>
            </a:r>
            <a:r>
              <a:rPr sz="2000" spc="-20" dirty="0">
                <a:latin typeface="Arial"/>
                <a:cs typeface="Arial"/>
              </a:rPr>
              <a:t> </a:t>
            </a:r>
            <a:r>
              <a:rPr sz="2000" dirty="0">
                <a:latin typeface="Arial"/>
                <a:cs typeface="Arial"/>
              </a:rPr>
              <a:t>movements.</a:t>
            </a:r>
          </a:p>
        </p:txBody>
      </p:sp>
      <p:pic>
        <p:nvPicPr>
          <p:cNvPr id="4" name="object 4"/>
          <p:cNvPicPr/>
          <p:nvPr/>
        </p:nvPicPr>
        <p:blipFill>
          <a:blip r:embed="rId2" cstate="print"/>
          <a:stretch>
            <a:fillRect/>
          </a:stretch>
        </p:blipFill>
        <p:spPr>
          <a:xfrm>
            <a:off x="914400" y="2519679"/>
            <a:ext cx="3978656" cy="3698241"/>
          </a:xfrm>
          <a:prstGeom prst="rect">
            <a:avLst/>
          </a:prstGeom>
        </p:spPr>
      </p:pic>
      <p:sp>
        <p:nvSpPr>
          <p:cNvPr id="5" name="Slide Number Placeholder 4">
            <a:extLst>
              <a:ext uri="{FF2B5EF4-FFF2-40B4-BE49-F238E27FC236}">
                <a16:creationId xmlns:a16="http://schemas.microsoft.com/office/drawing/2014/main" id="{C8018082-757E-0C4A-EE72-6D39A75591DC}"/>
              </a:ext>
            </a:extLst>
          </p:cNvPr>
          <p:cNvSpPr>
            <a:spLocks noGrp="1"/>
          </p:cNvSpPr>
          <p:nvPr>
            <p:ph type="sldNum" sz="quarter" idx="12"/>
          </p:nvPr>
        </p:nvSpPr>
        <p:spPr/>
        <p:txBody>
          <a:bodyPr/>
          <a:lstStyle/>
          <a:p>
            <a:fld id="{5EE24C92-1265-4741-8F9F-404A15D9386E}" type="slidenum">
              <a:rPr lang="en-US" smtClean="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11296" y="1318840"/>
            <a:ext cx="5281505" cy="755762"/>
          </a:xfrm>
          <a:prstGeom prst="rect">
            <a:avLst/>
          </a:prstGeom>
        </p:spPr>
        <p:txBody>
          <a:bodyPr vert="horz" wrap="square" lIns="0" tIns="16933" rIns="0" bIns="0" rtlCol="0" anchor="ctr">
            <a:spAutoFit/>
          </a:bodyPr>
          <a:lstStyle/>
          <a:p>
            <a:pPr marL="16933" marR="6773">
              <a:lnSpc>
                <a:spcPct val="100000"/>
              </a:lnSpc>
              <a:spcBef>
                <a:spcPts val="133"/>
              </a:spcBef>
            </a:pPr>
            <a:r>
              <a:rPr sz="2400" b="1" spc="120" dirty="0">
                <a:solidFill>
                  <a:srgbClr val="333333"/>
                </a:solidFill>
                <a:latin typeface="Trebuchet MS"/>
                <a:cs typeface="Trebuchet MS"/>
              </a:rPr>
              <a:t>3D</a:t>
            </a:r>
            <a:r>
              <a:rPr sz="2400" b="1" spc="-305" dirty="0">
                <a:solidFill>
                  <a:srgbClr val="333333"/>
                </a:solidFill>
                <a:latin typeface="Trebuchet MS"/>
                <a:cs typeface="Trebuchet MS"/>
              </a:rPr>
              <a:t> </a:t>
            </a:r>
            <a:r>
              <a:rPr sz="2400" b="1" spc="73" dirty="0">
                <a:solidFill>
                  <a:srgbClr val="333333"/>
                </a:solidFill>
                <a:latin typeface="Trebuchet MS"/>
                <a:cs typeface="Trebuchet MS"/>
              </a:rPr>
              <a:t>Generative</a:t>
            </a:r>
            <a:r>
              <a:rPr sz="2400" b="1" spc="-305" dirty="0">
                <a:solidFill>
                  <a:srgbClr val="333333"/>
                </a:solidFill>
                <a:latin typeface="Trebuchet MS"/>
                <a:cs typeface="Trebuchet MS"/>
              </a:rPr>
              <a:t> </a:t>
            </a:r>
            <a:r>
              <a:rPr sz="2400" b="1" spc="133" dirty="0">
                <a:solidFill>
                  <a:srgbClr val="333333"/>
                </a:solidFill>
                <a:latin typeface="Trebuchet MS"/>
                <a:cs typeface="Trebuchet MS"/>
              </a:rPr>
              <a:t>Ad</a:t>
            </a:r>
            <a:r>
              <a:rPr sz="2400" b="1" spc="47" dirty="0">
                <a:solidFill>
                  <a:srgbClr val="333333"/>
                </a:solidFill>
                <a:latin typeface="Trebuchet MS"/>
                <a:cs typeface="Trebuchet MS"/>
              </a:rPr>
              <a:t>v</a:t>
            </a:r>
            <a:r>
              <a:rPr sz="2400" b="1" spc="152" dirty="0">
                <a:solidFill>
                  <a:srgbClr val="333333"/>
                </a:solidFill>
                <a:latin typeface="Trebuchet MS"/>
                <a:cs typeface="Trebuchet MS"/>
              </a:rPr>
              <a:t>ersarial  </a:t>
            </a:r>
            <a:r>
              <a:rPr sz="2400" b="1" spc="147" dirty="0">
                <a:solidFill>
                  <a:srgbClr val="333333"/>
                </a:solidFill>
                <a:latin typeface="Trebuchet MS"/>
                <a:cs typeface="Trebuchet MS"/>
              </a:rPr>
              <a:t>Networks</a:t>
            </a:r>
          </a:p>
        </p:txBody>
      </p:sp>
      <p:sp>
        <p:nvSpPr>
          <p:cNvPr id="3" name="object 3"/>
          <p:cNvSpPr txBox="1"/>
          <p:nvPr/>
        </p:nvSpPr>
        <p:spPr>
          <a:xfrm>
            <a:off x="5858087" y="1989185"/>
            <a:ext cx="5696373" cy="3197521"/>
          </a:xfrm>
          <a:prstGeom prst="rect">
            <a:avLst/>
          </a:prstGeom>
        </p:spPr>
        <p:txBody>
          <a:bodyPr vert="horz" wrap="square" lIns="0" tIns="16933" rIns="0" bIns="0" rtlCol="0">
            <a:spAutoFit/>
          </a:bodyPr>
          <a:lstStyle/>
          <a:p>
            <a:pPr marL="16933" marR="398770">
              <a:spcBef>
                <a:spcPts val="133"/>
              </a:spcBef>
            </a:pPr>
            <a:r>
              <a:rPr sz="2000" spc="-7" dirty="0">
                <a:latin typeface="Arial"/>
                <a:cs typeface="Arial"/>
              </a:rPr>
              <a:t>3. </a:t>
            </a:r>
            <a:r>
              <a:rPr sz="2000" b="1" spc="-7" dirty="0">
                <a:latin typeface="Arial"/>
                <a:cs typeface="Arial"/>
              </a:rPr>
              <a:t>Industrial Design and </a:t>
            </a:r>
            <a:r>
              <a:rPr sz="2000" b="1" dirty="0">
                <a:latin typeface="Arial"/>
                <a:cs typeface="Arial"/>
              </a:rPr>
              <a:t> </a:t>
            </a:r>
            <a:r>
              <a:rPr sz="2000" b="1" spc="-7" dirty="0">
                <a:latin typeface="Arial"/>
                <a:cs typeface="Arial"/>
              </a:rPr>
              <a:t>Manufacturing</a:t>
            </a:r>
            <a:r>
              <a:rPr sz="2000" spc="-7" dirty="0">
                <a:latin typeface="Arial"/>
                <a:cs typeface="Arial"/>
              </a:rPr>
              <a:t>: In the </a:t>
            </a:r>
            <a:r>
              <a:rPr sz="2000" dirty="0">
                <a:latin typeface="Arial"/>
                <a:cs typeface="Arial"/>
              </a:rPr>
              <a:t>realm </a:t>
            </a:r>
            <a:r>
              <a:rPr sz="2000" spc="-7" dirty="0">
                <a:latin typeface="Arial"/>
                <a:cs typeface="Arial"/>
              </a:rPr>
              <a:t>of </a:t>
            </a:r>
            <a:r>
              <a:rPr sz="2000" dirty="0">
                <a:latin typeface="Arial"/>
                <a:cs typeface="Arial"/>
              </a:rPr>
              <a:t> </a:t>
            </a:r>
            <a:r>
              <a:rPr sz="2000" spc="-7" dirty="0">
                <a:latin typeface="Arial"/>
                <a:cs typeface="Arial"/>
              </a:rPr>
              <a:t>industrial design, AI-powered 3D </a:t>
            </a:r>
            <a:r>
              <a:rPr sz="2000" dirty="0">
                <a:latin typeface="Arial"/>
                <a:cs typeface="Arial"/>
              </a:rPr>
              <a:t> </a:t>
            </a:r>
            <a:r>
              <a:rPr sz="2000" spc="-7" dirty="0">
                <a:latin typeface="Arial"/>
                <a:cs typeface="Arial"/>
              </a:rPr>
              <a:t>object generation accelerates the </a:t>
            </a:r>
            <a:r>
              <a:rPr sz="2000" dirty="0">
                <a:latin typeface="Arial"/>
                <a:cs typeface="Arial"/>
              </a:rPr>
              <a:t> </a:t>
            </a:r>
            <a:r>
              <a:rPr sz="2000" spc="-7" dirty="0">
                <a:latin typeface="Arial"/>
                <a:cs typeface="Arial"/>
              </a:rPr>
              <a:t>product development process. </a:t>
            </a:r>
            <a:r>
              <a:rPr sz="2000" dirty="0">
                <a:latin typeface="Arial"/>
                <a:cs typeface="Arial"/>
              </a:rPr>
              <a:t> </a:t>
            </a:r>
            <a:r>
              <a:rPr sz="2000" spc="-7" dirty="0">
                <a:latin typeface="Arial"/>
                <a:cs typeface="Arial"/>
              </a:rPr>
              <a:t>Designers </a:t>
            </a:r>
            <a:r>
              <a:rPr sz="2000" dirty="0">
                <a:latin typeface="Arial"/>
                <a:cs typeface="Arial"/>
              </a:rPr>
              <a:t>can </a:t>
            </a:r>
            <a:r>
              <a:rPr sz="2000" spc="-7" dirty="0">
                <a:latin typeface="Arial"/>
                <a:cs typeface="Arial"/>
              </a:rPr>
              <a:t>use AI algorithms to </a:t>
            </a:r>
            <a:r>
              <a:rPr sz="2000" spc="-727" dirty="0">
                <a:latin typeface="Arial"/>
                <a:cs typeface="Arial"/>
              </a:rPr>
              <a:t> </a:t>
            </a:r>
            <a:r>
              <a:rPr sz="2000" spc="-7" dirty="0">
                <a:latin typeface="Arial"/>
                <a:cs typeface="Arial"/>
              </a:rPr>
              <a:t>explore</a:t>
            </a:r>
            <a:r>
              <a:rPr sz="2000" spc="-47" dirty="0">
                <a:latin typeface="Arial"/>
                <a:cs typeface="Arial"/>
              </a:rPr>
              <a:t> </a:t>
            </a:r>
            <a:r>
              <a:rPr sz="2000" dirty="0">
                <a:latin typeface="Arial"/>
                <a:cs typeface="Arial"/>
              </a:rPr>
              <a:t>countless</a:t>
            </a:r>
            <a:r>
              <a:rPr sz="2000" spc="-47" dirty="0">
                <a:latin typeface="Arial"/>
                <a:cs typeface="Arial"/>
              </a:rPr>
              <a:t> </a:t>
            </a:r>
            <a:r>
              <a:rPr sz="2000" spc="-7" dirty="0">
                <a:latin typeface="Arial"/>
                <a:cs typeface="Arial"/>
              </a:rPr>
              <a:t>design</a:t>
            </a:r>
            <a:r>
              <a:rPr sz="2000" spc="-47" dirty="0">
                <a:latin typeface="Arial"/>
                <a:cs typeface="Arial"/>
              </a:rPr>
              <a:t> </a:t>
            </a:r>
            <a:r>
              <a:rPr sz="2000" dirty="0">
                <a:latin typeface="Arial"/>
                <a:cs typeface="Arial"/>
              </a:rPr>
              <a:t>variations </a:t>
            </a:r>
            <a:r>
              <a:rPr sz="2000" spc="-720" dirty="0">
                <a:latin typeface="Arial"/>
                <a:cs typeface="Arial"/>
              </a:rPr>
              <a:t> </a:t>
            </a:r>
            <a:r>
              <a:rPr sz="2000" spc="-7" dirty="0">
                <a:latin typeface="Arial"/>
                <a:cs typeface="Arial"/>
              </a:rPr>
              <a:t>and optimize product performance </a:t>
            </a:r>
            <a:r>
              <a:rPr sz="2000" dirty="0">
                <a:latin typeface="Arial"/>
                <a:cs typeface="Arial"/>
              </a:rPr>
              <a:t> </a:t>
            </a:r>
            <a:r>
              <a:rPr sz="2000" spc="-7" dirty="0">
                <a:latin typeface="Arial"/>
                <a:cs typeface="Arial"/>
              </a:rPr>
              <a:t>and</a:t>
            </a:r>
            <a:r>
              <a:rPr sz="2000" spc="-20" dirty="0">
                <a:latin typeface="Arial"/>
                <a:cs typeface="Arial"/>
              </a:rPr>
              <a:t> </a:t>
            </a:r>
            <a:r>
              <a:rPr sz="2000" spc="-7" dirty="0">
                <a:latin typeface="Arial"/>
                <a:cs typeface="Arial"/>
              </a:rPr>
              <a:t>aesthetics.</a:t>
            </a:r>
            <a:r>
              <a:rPr sz="2000" spc="-13" dirty="0">
                <a:latin typeface="Arial"/>
                <a:cs typeface="Arial"/>
              </a:rPr>
              <a:t> </a:t>
            </a:r>
            <a:r>
              <a:rPr sz="2000" spc="-7" dirty="0">
                <a:latin typeface="Arial"/>
                <a:cs typeface="Arial"/>
              </a:rPr>
              <a:t>Furthermore,</a:t>
            </a:r>
            <a:endParaRPr sz="2000" dirty="0">
              <a:latin typeface="Arial"/>
              <a:cs typeface="Arial"/>
            </a:endParaRPr>
          </a:p>
          <a:p>
            <a:pPr marL="16933" marR="6773"/>
            <a:r>
              <a:rPr sz="2000" spc="-7" dirty="0">
                <a:latin typeface="Arial"/>
                <a:cs typeface="Arial"/>
              </a:rPr>
              <a:t>AI-driven generative design tools help </a:t>
            </a:r>
            <a:r>
              <a:rPr sz="2000" spc="-727" dirty="0">
                <a:latin typeface="Arial"/>
                <a:cs typeface="Arial"/>
              </a:rPr>
              <a:t> </a:t>
            </a:r>
            <a:r>
              <a:rPr sz="2000" spc="-7" dirty="0">
                <a:latin typeface="Arial"/>
                <a:cs typeface="Arial"/>
              </a:rPr>
              <a:t>engineers </a:t>
            </a:r>
            <a:r>
              <a:rPr sz="2000" dirty="0">
                <a:latin typeface="Arial"/>
                <a:cs typeface="Arial"/>
              </a:rPr>
              <a:t>create </a:t>
            </a:r>
            <a:r>
              <a:rPr sz="2000" spc="-7" dirty="0">
                <a:latin typeface="Arial"/>
                <a:cs typeface="Arial"/>
              </a:rPr>
              <a:t>innovative </a:t>
            </a:r>
            <a:r>
              <a:rPr sz="2000" dirty="0">
                <a:latin typeface="Arial"/>
                <a:cs typeface="Arial"/>
              </a:rPr>
              <a:t> </a:t>
            </a:r>
            <a:r>
              <a:rPr sz="2000" spc="-7" dirty="0">
                <a:latin typeface="Arial"/>
                <a:cs typeface="Arial"/>
              </a:rPr>
              <a:t>prototypes and optimize </a:t>
            </a:r>
            <a:r>
              <a:rPr sz="2000" dirty="0">
                <a:latin typeface="Arial"/>
                <a:cs typeface="Arial"/>
              </a:rPr>
              <a:t>structures </a:t>
            </a:r>
            <a:r>
              <a:rPr sz="2000" spc="-7" dirty="0">
                <a:latin typeface="Arial"/>
                <a:cs typeface="Arial"/>
              </a:rPr>
              <a:t>for </a:t>
            </a:r>
            <a:r>
              <a:rPr sz="2000" spc="-727" dirty="0">
                <a:latin typeface="Arial"/>
                <a:cs typeface="Arial"/>
              </a:rPr>
              <a:t> </a:t>
            </a:r>
            <a:r>
              <a:rPr sz="2000" spc="-7" dirty="0">
                <a:latin typeface="Arial"/>
                <a:cs typeface="Arial"/>
              </a:rPr>
              <a:t>additive</a:t>
            </a:r>
            <a:r>
              <a:rPr sz="2000" spc="-27" dirty="0">
                <a:latin typeface="Arial"/>
                <a:cs typeface="Arial"/>
              </a:rPr>
              <a:t> </a:t>
            </a:r>
            <a:r>
              <a:rPr sz="2000" dirty="0">
                <a:latin typeface="Arial"/>
                <a:cs typeface="Arial"/>
              </a:rPr>
              <a:t>manufacturing</a:t>
            </a:r>
            <a:r>
              <a:rPr sz="2000" spc="-20" dirty="0">
                <a:latin typeface="Arial"/>
                <a:cs typeface="Arial"/>
              </a:rPr>
              <a:t> </a:t>
            </a:r>
            <a:r>
              <a:rPr sz="2000" spc="-7" dirty="0">
                <a:latin typeface="Arial"/>
                <a:cs typeface="Arial"/>
              </a:rPr>
              <a:t>processes</a:t>
            </a:r>
            <a:r>
              <a:rPr sz="2667" spc="-7" dirty="0">
                <a:latin typeface="Arial"/>
                <a:cs typeface="Arial"/>
              </a:rPr>
              <a:t>.</a:t>
            </a:r>
            <a:endParaRPr sz="2667" dirty="0">
              <a:latin typeface="Arial"/>
              <a:cs typeface="Arial"/>
            </a:endParaRPr>
          </a:p>
        </p:txBody>
      </p:sp>
      <p:pic>
        <p:nvPicPr>
          <p:cNvPr id="4" name="object 4"/>
          <p:cNvPicPr/>
          <p:nvPr/>
        </p:nvPicPr>
        <p:blipFill>
          <a:blip r:embed="rId2" cstate="print"/>
          <a:stretch>
            <a:fillRect/>
          </a:stretch>
        </p:blipFill>
        <p:spPr>
          <a:xfrm>
            <a:off x="792479" y="2402697"/>
            <a:ext cx="4119141" cy="3815224"/>
          </a:xfrm>
          <a:prstGeom prst="rect">
            <a:avLst/>
          </a:prstGeom>
        </p:spPr>
      </p:pic>
      <p:sp>
        <p:nvSpPr>
          <p:cNvPr id="5" name="Slide Number Placeholder 4">
            <a:extLst>
              <a:ext uri="{FF2B5EF4-FFF2-40B4-BE49-F238E27FC236}">
                <a16:creationId xmlns:a16="http://schemas.microsoft.com/office/drawing/2014/main" id="{60D0DC72-C7B1-117A-9CA4-91917DDE8665}"/>
              </a:ext>
            </a:extLst>
          </p:cNvPr>
          <p:cNvSpPr>
            <a:spLocks noGrp="1"/>
          </p:cNvSpPr>
          <p:nvPr>
            <p:ph type="sldNum" sz="quarter" idx="12"/>
          </p:nvPr>
        </p:nvSpPr>
        <p:spPr/>
        <p:txBody>
          <a:bodyPr/>
          <a:lstStyle/>
          <a:p>
            <a:fld id="{5EE24C92-1265-4741-8F9F-404A15D9386E}" type="slidenum">
              <a:rPr lang="en-US" smtClean="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5484" y="1064625"/>
            <a:ext cx="5281505" cy="755762"/>
          </a:xfrm>
          <a:prstGeom prst="rect">
            <a:avLst/>
          </a:prstGeom>
        </p:spPr>
        <p:txBody>
          <a:bodyPr vert="horz" wrap="square" lIns="0" tIns="16933" rIns="0" bIns="0" rtlCol="0" anchor="ctr">
            <a:spAutoFit/>
          </a:bodyPr>
          <a:lstStyle/>
          <a:p>
            <a:pPr marL="16933" marR="6773">
              <a:lnSpc>
                <a:spcPct val="100000"/>
              </a:lnSpc>
              <a:spcBef>
                <a:spcPts val="133"/>
              </a:spcBef>
            </a:pPr>
            <a:r>
              <a:rPr sz="2400" b="1" spc="120" dirty="0">
                <a:solidFill>
                  <a:srgbClr val="333333"/>
                </a:solidFill>
                <a:latin typeface="Trebuchet MS"/>
                <a:cs typeface="Trebuchet MS"/>
              </a:rPr>
              <a:t>3D</a:t>
            </a:r>
            <a:r>
              <a:rPr sz="2400" b="1" spc="-305" dirty="0">
                <a:solidFill>
                  <a:srgbClr val="333333"/>
                </a:solidFill>
                <a:latin typeface="Trebuchet MS"/>
                <a:cs typeface="Trebuchet MS"/>
              </a:rPr>
              <a:t> </a:t>
            </a:r>
            <a:r>
              <a:rPr sz="2400" b="1" spc="73" dirty="0">
                <a:solidFill>
                  <a:srgbClr val="333333"/>
                </a:solidFill>
                <a:latin typeface="Trebuchet MS"/>
                <a:cs typeface="Trebuchet MS"/>
              </a:rPr>
              <a:t>Generative</a:t>
            </a:r>
            <a:r>
              <a:rPr sz="2400" b="1" spc="-305" dirty="0">
                <a:solidFill>
                  <a:srgbClr val="333333"/>
                </a:solidFill>
                <a:latin typeface="Trebuchet MS"/>
                <a:cs typeface="Trebuchet MS"/>
              </a:rPr>
              <a:t> </a:t>
            </a:r>
            <a:r>
              <a:rPr sz="2400" b="1" spc="133" dirty="0">
                <a:solidFill>
                  <a:srgbClr val="333333"/>
                </a:solidFill>
                <a:latin typeface="Trebuchet MS"/>
                <a:cs typeface="Trebuchet MS"/>
              </a:rPr>
              <a:t>Ad</a:t>
            </a:r>
            <a:r>
              <a:rPr sz="2400" b="1" spc="47" dirty="0">
                <a:solidFill>
                  <a:srgbClr val="333333"/>
                </a:solidFill>
                <a:latin typeface="Trebuchet MS"/>
                <a:cs typeface="Trebuchet MS"/>
              </a:rPr>
              <a:t>v</a:t>
            </a:r>
            <a:r>
              <a:rPr sz="2400" b="1" spc="152" dirty="0">
                <a:solidFill>
                  <a:srgbClr val="333333"/>
                </a:solidFill>
                <a:latin typeface="Trebuchet MS"/>
                <a:cs typeface="Trebuchet MS"/>
              </a:rPr>
              <a:t>ersarial </a:t>
            </a:r>
            <a:r>
              <a:rPr sz="2400" b="1" spc="147" dirty="0">
                <a:solidFill>
                  <a:srgbClr val="333333"/>
                </a:solidFill>
                <a:latin typeface="Trebuchet MS"/>
                <a:cs typeface="Trebuchet MS"/>
              </a:rPr>
              <a:t>Networks</a:t>
            </a:r>
          </a:p>
        </p:txBody>
      </p:sp>
      <p:sp>
        <p:nvSpPr>
          <p:cNvPr id="3" name="object 3"/>
          <p:cNvSpPr txBox="1"/>
          <p:nvPr/>
        </p:nvSpPr>
        <p:spPr>
          <a:xfrm>
            <a:off x="5882471" y="2080768"/>
            <a:ext cx="5804747" cy="3094864"/>
          </a:xfrm>
          <a:prstGeom prst="rect">
            <a:avLst/>
          </a:prstGeom>
        </p:spPr>
        <p:txBody>
          <a:bodyPr vert="horz" wrap="square" lIns="0" tIns="16933" rIns="0" bIns="0" rtlCol="0">
            <a:spAutoFit/>
          </a:bodyPr>
          <a:lstStyle/>
          <a:p>
            <a:pPr marL="16933" marR="6773">
              <a:spcBef>
                <a:spcPts val="133"/>
              </a:spcBef>
            </a:pPr>
            <a:r>
              <a:rPr sz="2000" spc="-7" dirty="0">
                <a:latin typeface="Arial"/>
                <a:cs typeface="Arial"/>
              </a:rPr>
              <a:t>4. </a:t>
            </a:r>
            <a:r>
              <a:rPr sz="2000" b="1" spc="-7" dirty="0">
                <a:latin typeface="Arial"/>
                <a:cs typeface="Arial"/>
              </a:rPr>
              <a:t>Architecture and Urban Planning: </a:t>
            </a:r>
            <a:r>
              <a:rPr sz="2000" b="1" spc="-727" dirty="0">
                <a:latin typeface="Arial"/>
                <a:cs typeface="Arial"/>
              </a:rPr>
              <a:t> </a:t>
            </a:r>
            <a:r>
              <a:rPr sz="2000" spc="-7" dirty="0">
                <a:latin typeface="Arial"/>
                <a:cs typeface="Arial"/>
              </a:rPr>
              <a:t>Architects and urban planners employ </a:t>
            </a:r>
            <a:r>
              <a:rPr sz="2000" dirty="0">
                <a:latin typeface="Arial"/>
                <a:cs typeface="Arial"/>
              </a:rPr>
              <a:t> </a:t>
            </a:r>
            <a:r>
              <a:rPr sz="2000" spc="-7" dirty="0">
                <a:latin typeface="Arial"/>
                <a:cs typeface="Arial"/>
              </a:rPr>
              <a:t>AI to generate 3D </a:t>
            </a:r>
            <a:r>
              <a:rPr sz="2000" dirty="0">
                <a:latin typeface="Arial"/>
                <a:cs typeface="Arial"/>
              </a:rPr>
              <a:t>models </a:t>
            </a:r>
            <a:r>
              <a:rPr sz="2000" spc="-7" dirty="0">
                <a:latin typeface="Arial"/>
                <a:cs typeface="Arial"/>
              </a:rPr>
              <a:t>of buildings, </a:t>
            </a:r>
            <a:r>
              <a:rPr sz="2000" spc="-727" dirty="0">
                <a:latin typeface="Arial"/>
                <a:cs typeface="Arial"/>
              </a:rPr>
              <a:t> </a:t>
            </a:r>
            <a:r>
              <a:rPr sz="2000" spc="-7" dirty="0">
                <a:latin typeface="Arial"/>
                <a:cs typeface="Arial"/>
              </a:rPr>
              <a:t>landscapes, and entire </a:t>
            </a:r>
            <a:r>
              <a:rPr sz="2000" dirty="0">
                <a:latin typeface="Arial"/>
                <a:cs typeface="Arial"/>
              </a:rPr>
              <a:t>cityscapes. </a:t>
            </a:r>
            <a:r>
              <a:rPr sz="2000" spc="-7" dirty="0">
                <a:latin typeface="Arial"/>
                <a:cs typeface="Arial"/>
              </a:rPr>
              <a:t>AI </a:t>
            </a:r>
            <a:r>
              <a:rPr sz="2000" dirty="0">
                <a:latin typeface="Arial"/>
                <a:cs typeface="Arial"/>
              </a:rPr>
              <a:t> </a:t>
            </a:r>
            <a:r>
              <a:rPr sz="2000" spc="-7" dirty="0">
                <a:latin typeface="Arial"/>
                <a:cs typeface="Arial"/>
              </a:rPr>
              <a:t>algorithms </a:t>
            </a:r>
            <a:r>
              <a:rPr sz="2000" dirty="0">
                <a:latin typeface="Arial"/>
                <a:cs typeface="Arial"/>
              </a:rPr>
              <a:t>can </a:t>
            </a:r>
            <a:r>
              <a:rPr sz="2000" spc="-7" dirty="0">
                <a:latin typeface="Arial"/>
                <a:cs typeface="Arial"/>
              </a:rPr>
              <a:t>analyze urban data, </a:t>
            </a:r>
            <a:r>
              <a:rPr sz="2000" dirty="0">
                <a:latin typeface="Arial"/>
                <a:cs typeface="Arial"/>
              </a:rPr>
              <a:t> such </a:t>
            </a:r>
            <a:r>
              <a:rPr sz="2000" spc="-7" dirty="0">
                <a:latin typeface="Arial"/>
                <a:cs typeface="Arial"/>
              </a:rPr>
              <a:t>as </a:t>
            </a:r>
            <a:r>
              <a:rPr sz="2000" dirty="0">
                <a:latin typeface="Arial"/>
                <a:cs typeface="Arial"/>
              </a:rPr>
              <a:t>satellite </a:t>
            </a:r>
            <a:r>
              <a:rPr sz="2000" spc="-7" dirty="0">
                <a:latin typeface="Arial"/>
                <a:cs typeface="Arial"/>
              </a:rPr>
              <a:t>imagery and </a:t>
            </a:r>
            <a:r>
              <a:rPr sz="2000" dirty="0">
                <a:latin typeface="Arial"/>
                <a:cs typeface="Arial"/>
              </a:rPr>
              <a:t> </a:t>
            </a:r>
            <a:r>
              <a:rPr sz="2000" spc="-7" dirty="0">
                <a:latin typeface="Arial"/>
                <a:cs typeface="Arial"/>
              </a:rPr>
              <a:t>geographical information, to </a:t>
            </a:r>
            <a:r>
              <a:rPr sz="2000" dirty="0">
                <a:latin typeface="Arial"/>
                <a:cs typeface="Arial"/>
              </a:rPr>
              <a:t>create </a:t>
            </a:r>
            <a:r>
              <a:rPr sz="2000" spc="7" dirty="0">
                <a:latin typeface="Arial"/>
                <a:cs typeface="Arial"/>
              </a:rPr>
              <a:t> </a:t>
            </a:r>
            <a:r>
              <a:rPr sz="2000" spc="-7" dirty="0">
                <a:latin typeface="Arial"/>
                <a:cs typeface="Arial"/>
              </a:rPr>
              <a:t>accurate </a:t>
            </a:r>
            <a:r>
              <a:rPr sz="2000" dirty="0">
                <a:latin typeface="Arial"/>
                <a:cs typeface="Arial"/>
              </a:rPr>
              <a:t>representations </a:t>
            </a:r>
            <a:r>
              <a:rPr sz="2000" spc="-7" dirty="0">
                <a:latin typeface="Arial"/>
                <a:cs typeface="Arial"/>
              </a:rPr>
              <a:t>of existing </a:t>
            </a:r>
            <a:r>
              <a:rPr sz="2000" dirty="0">
                <a:latin typeface="Arial"/>
                <a:cs typeface="Arial"/>
              </a:rPr>
              <a:t> </a:t>
            </a:r>
            <a:r>
              <a:rPr sz="2000" spc="-7" dirty="0">
                <a:latin typeface="Arial"/>
                <a:cs typeface="Arial"/>
              </a:rPr>
              <a:t>environments. </a:t>
            </a:r>
            <a:r>
              <a:rPr sz="2000" spc="-20" dirty="0">
                <a:latin typeface="Arial"/>
                <a:cs typeface="Arial"/>
              </a:rPr>
              <a:t>Moreover, </a:t>
            </a:r>
            <a:r>
              <a:rPr sz="2000" spc="-7" dirty="0">
                <a:latin typeface="Arial"/>
                <a:cs typeface="Arial"/>
              </a:rPr>
              <a:t>AI-driven </a:t>
            </a:r>
            <a:r>
              <a:rPr sz="2000" dirty="0">
                <a:latin typeface="Arial"/>
                <a:cs typeface="Arial"/>
              </a:rPr>
              <a:t> </a:t>
            </a:r>
            <a:r>
              <a:rPr sz="2000" spc="-7" dirty="0">
                <a:latin typeface="Arial"/>
                <a:cs typeface="Arial"/>
              </a:rPr>
              <a:t>design tools aid architects in exploring </a:t>
            </a:r>
            <a:r>
              <a:rPr sz="2000" spc="-727" dirty="0">
                <a:latin typeface="Arial"/>
                <a:cs typeface="Arial"/>
              </a:rPr>
              <a:t> </a:t>
            </a:r>
            <a:r>
              <a:rPr sz="2000" spc="-7" dirty="0">
                <a:latin typeface="Arial"/>
                <a:cs typeface="Arial"/>
              </a:rPr>
              <a:t>diverse architectural </a:t>
            </a:r>
            <a:r>
              <a:rPr sz="2000" dirty="0">
                <a:latin typeface="Arial"/>
                <a:cs typeface="Arial"/>
              </a:rPr>
              <a:t>styles </a:t>
            </a:r>
            <a:r>
              <a:rPr sz="2000" spc="-7" dirty="0">
                <a:latin typeface="Arial"/>
                <a:cs typeface="Arial"/>
              </a:rPr>
              <a:t>and </a:t>
            </a:r>
            <a:r>
              <a:rPr sz="2000" dirty="0">
                <a:latin typeface="Arial"/>
                <a:cs typeface="Arial"/>
              </a:rPr>
              <a:t> </a:t>
            </a:r>
            <a:r>
              <a:rPr sz="2000" spc="-7" dirty="0">
                <a:latin typeface="Arial"/>
                <a:cs typeface="Arial"/>
              </a:rPr>
              <a:t>optimizing building layouts for </a:t>
            </a:r>
            <a:r>
              <a:rPr sz="2000" dirty="0">
                <a:latin typeface="Arial"/>
                <a:cs typeface="Arial"/>
              </a:rPr>
              <a:t> </a:t>
            </a:r>
            <a:r>
              <a:rPr sz="2000" spc="-7" dirty="0">
                <a:latin typeface="Arial"/>
                <a:cs typeface="Arial"/>
              </a:rPr>
              <a:t>functionality</a:t>
            </a:r>
            <a:r>
              <a:rPr sz="2000" spc="-20" dirty="0">
                <a:latin typeface="Arial"/>
                <a:cs typeface="Arial"/>
              </a:rPr>
              <a:t> </a:t>
            </a:r>
            <a:r>
              <a:rPr sz="2000" spc="-7" dirty="0">
                <a:latin typeface="Arial"/>
                <a:cs typeface="Arial"/>
              </a:rPr>
              <a:t>and</a:t>
            </a:r>
            <a:r>
              <a:rPr sz="2000" spc="-13" dirty="0">
                <a:latin typeface="Arial"/>
                <a:cs typeface="Arial"/>
              </a:rPr>
              <a:t> sustainability.</a:t>
            </a:r>
            <a:endParaRPr sz="2000" dirty="0">
              <a:latin typeface="Arial"/>
              <a:cs typeface="Arial"/>
            </a:endParaRPr>
          </a:p>
        </p:txBody>
      </p:sp>
      <p:pic>
        <p:nvPicPr>
          <p:cNvPr id="4" name="object 4"/>
          <p:cNvPicPr/>
          <p:nvPr/>
        </p:nvPicPr>
        <p:blipFill>
          <a:blip r:embed="rId2" cstate="print"/>
          <a:stretch>
            <a:fillRect/>
          </a:stretch>
        </p:blipFill>
        <p:spPr>
          <a:xfrm>
            <a:off x="616542" y="2093103"/>
            <a:ext cx="4421605" cy="3972418"/>
          </a:xfrm>
          <a:prstGeom prst="rect">
            <a:avLst/>
          </a:prstGeom>
        </p:spPr>
      </p:pic>
      <p:sp>
        <p:nvSpPr>
          <p:cNvPr id="5" name="Slide Number Placeholder 4">
            <a:extLst>
              <a:ext uri="{FF2B5EF4-FFF2-40B4-BE49-F238E27FC236}">
                <a16:creationId xmlns:a16="http://schemas.microsoft.com/office/drawing/2014/main" id="{0795C9FA-5AC4-F52B-328C-40EFF5B9095A}"/>
              </a:ext>
            </a:extLst>
          </p:cNvPr>
          <p:cNvSpPr>
            <a:spLocks noGrp="1"/>
          </p:cNvSpPr>
          <p:nvPr>
            <p:ph type="sldNum" sz="quarter" idx="12"/>
          </p:nvPr>
        </p:nvSpPr>
        <p:spPr/>
        <p:txBody>
          <a:bodyPr/>
          <a:lstStyle/>
          <a:p>
            <a:fld id="{5EE24C92-1265-4741-8F9F-404A15D9386E}" type="slidenum">
              <a:rPr lang="en-US" smtClean="0"/>
              <a:t>22</a:t>
            </a:fld>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4D473A51-88CA-94FE-4AD4-B936F08BEFA7}"/>
              </a:ext>
            </a:extLst>
          </p:cNvPr>
          <p:cNvSpPr>
            <a:spLocks noGrp="1"/>
          </p:cNvSpPr>
          <p:nvPr>
            <p:ph type="sldNum" sz="quarter" idx="12"/>
          </p:nvPr>
        </p:nvSpPr>
        <p:spPr/>
        <p:txBody>
          <a:bodyPr/>
          <a:lstStyle/>
          <a:p>
            <a:fld id="{5EE24C92-1265-4741-8F9F-404A15D9386E}" type="slidenum">
              <a:rPr lang="en-US" smtClean="0"/>
              <a:t>23</a:t>
            </a:fld>
            <a:endParaRPr lang="en-US" dirty="0"/>
          </a:p>
        </p:txBody>
      </p:sp>
      <p:sp>
        <p:nvSpPr>
          <p:cNvPr id="6" name="Content Placeholder 2">
            <a:extLst>
              <a:ext uri="{FF2B5EF4-FFF2-40B4-BE49-F238E27FC236}">
                <a16:creationId xmlns:a16="http://schemas.microsoft.com/office/drawing/2014/main" id="{DE5A47C8-3B7A-5096-A724-524DE59A0C0C}"/>
              </a:ext>
            </a:extLst>
          </p:cNvPr>
          <p:cNvSpPr txBox="1">
            <a:spLocks/>
          </p:cNvSpPr>
          <p:nvPr/>
        </p:nvSpPr>
        <p:spPr>
          <a:xfrm>
            <a:off x="736600" y="1409065"/>
            <a:ext cx="10515600" cy="435133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ar-EG"/>
          </a:p>
          <a:p>
            <a:pPr marL="0" indent="0" algn="ctr">
              <a:buFont typeface="Arial" panose="020B0604020202020204" pitchFamily="34" charset="0"/>
              <a:buNone/>
            </a:pPr>
            <a:r>
              <a:rPr lang="en-GB" sz="3200"/>
              <a:t>Q&amp;A </a:t>
            </a:r>
          </a:p>
          <a:p>
            <a:pPr marL="0" indent="0" algn="ctr">
              <a:buFont typeface="Arial" panose="020B0604020202020204" pitchFamily="34" charset="0"/>
              <a:buNone/>
            </a:pPr>
            <a:endParaRPr lang="ar-EG" sz="3200"/>
          </a:p>
          <a:p>
            <a:pPr marL="0" indent="0" algn="ctr">
              <a:buFont typeface="Arial" panose="020B0604020202020204" pitchFamily="34" charset="0"/>
              <a:buNone/>
            </a:pPr>
            <a:r>
              <a:rPr lang="en-GB" sz="3200"/>
              <a:t>Questions and answers </a:t>
            </a:r>
            <a:endParaRPr lang="en-GB" sz="3200" dirty="0"/>
          </a:p>
        </p:txBody>
      </p:sp>
    </p:spTree>
    <p:extLst>
      <p:ext uri="{BB962C8B-B14F-4D97-AF65-F5344CB8AC3E}">
        <p14:creationId xmlns:p14="http://schemas.microsoft.com/office/powerpoint/2010/main" val="9946650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87680" y="1075116"/>
            <a:ext cx="6024880" cy="509541"/>
          </a:xfrm>
          <a:prstGeom prst="rect">
            <a:avLst/>
          </a:prstGeom>
        </p:spPr>
        <p:txBody>
          <a:bodyPr vert="horz" wrap="square" lIns="0" tIns="16933" rIns="0" bIns="0" rtlCol="0" anchor="ctr">
            <a:spAutoFit/>
          </a:bodyPr>
          <a:lstStyle/>
          <a:p>
            <a:pPr marL="16933">
              <a:lnSpc>
                <a:spcPct val="100000"/>
              </a:lnSpc>
              <a:spcBef>
                <a:spcPts val="133"/>
              </a:spcBef>
            </a:pPr>
            <a:r>
              <a:rPr sz="3200" b="1" spc="73" dirty="0">
                <a:solidFill>
                  <a:srgbClr val="333333"/>
                </a:solidFill>
                <a:latin typeface="Trebuchet MS"/>
              </a:rPr>
              <a:t>Interactive image</a:t>
            </a:r>
          </a:p>
        </p:txBody>
      </p:sp>
      <p:sp>
        <p:nvSpPr>
          <p:cNvPr id="3" name="object 3"/>
          <p:cNvSpPr txBox="1"/>
          <p:nvPr/>
        </p:nvSpPr>
        <p:spPr>
          <a:xfrm>
            <a:off x="736093" y="1646212"/>
            <a:ext cx="2560319" cy="492443"/>
          </a:xfrm>
          <a:prstGeom prst="rect">
            <a:avLst/>
          </a:prstGeom>
        </p:spPr>
        <p:txBody>
          <a:bodyPr vert="horz" wrap="square" lIns="0" tIns="0" rIns="0" bIns="0" rtlCol="0">
            <a:spAutoFit/>
          </a:bodyPr>
          <a:lstStyle/>
          <a:p>
            <a:pPr marL="16933">
              <a:spcBef>
                <a:spcPts val="133"/>
              </a:spcBef>
            </a:pPr>
            <a:r>
              <a:rPr sz="3200" b="1" spc="73" dirty="0">
                <a:solidFill>
                  <a:srgbClr val="333333"/>
                </a:solidFill>
                <a:latin typeface="Trebuchet MS"/>
                <a:ea typeface="+mj-ea"/>
                <a:cs typeface="+mj-cs"/>
              </a:rPr>
              <a:t>generation</a:t>
            </a:r>
          </a:p>
        </p:txBody>
      </p:sp>
      <p:sp>
        <p:nvSpPr>
          <p:cNvPr id="5" name="object 5"/>
          <p:cNvSpPr txBox="1"/>
          <p:nvPr/>
        </p:nvSpPr>
        <p:spPr>
          <a:xfrm>
            <a:off x="487680" y="2628708"/>
            <a:ext cx="10815320" cy="632651"/>
          </a:xfrm>
          <a:prstGeom prst="rect">
            <a:avLst/>
          </a:prstGeom>
        </p:spPr>
        <p:txBody>
          <a:bodyPr vert="horz" wrap="square" lIns="0" tIns="16933" rIns="0" bIns="0" rtlCol="0">
            <a:spAutoFit/>
          </a:bodyPr>
          <a:lstStyle/>
          <a:p>
            <a:pPr marL="16933" marR="6773">
              <a:spcBef>
                <a:spcPts val="133"/>
              </a:spcBef>
            </a:pPr>
            <a:r>
              <a:rPr sz="2000" spc="-7" dirty="0">
                <a:solidFill>
                  <a:srgbClr val="333333"/>
                </a:solidFill>
                <a:latin typeface="Arial"/>
                <a:cs typeface="Arial"/>
              </a:rPr>
              <a:t>Generative</a:t>
            </a:r>
            <a:r>
              <a:rPr sz="2000" spc="-13" dirty="0">
                <a:solidFill>
                  <a:srgbClr val="333333"/>
                </a:solidFill>
                <a:latin typeface="Arial"/>
                <a:cs typeface="Arial"/>
              </a:rPr>
              <a:t> </a:t>
            </a:r>
            <a:r>
              <a:rPr sz="2000" dirty="0">
                <a:solidFill>
                  <a:srgbClr val="333333"/>
                </a:solidFill>
                <a:latin typeface="Arial"/>
                <a:cs typeface="Arial"/>
              </a:rPr>
              <a:t>models</a:t>
            </a:r>
            <a:r>
              <a:rPr sz="2000" spc="-13" dirty="0">
                <a:solidFill>
                  <a:srgbClr val="333333"/>
                </a:solidFill>
                <a:latin typeface="Arial"/>
                <a:cs typeface="Arial"/>
              </a:rPr>
              <a:t> </a:t>
            </a:r>
            <a:r>
              <a:rPr sz="2000" dirty="0">
                <a:solidFill>
                  <a:srgbClr val="333333"/>
                </a:solidFill>
                <a:latin typeface="Arial"/>
                <a:cs typeface="Arial"/>
              </a:rPr>
              <a:t>can</a:t>
            </a:r>
            <a:r>
              <a:rPr sz="2000" spc="-13" dirty="0">
                <a:solidFill>
                  <a:srgbClr val="333333"/>
                </a:solidFill>
                <a:latin typeface="Arial"/>
                <a:cs typeface="Arial"/>
              </a:rPr>
              <a:t> </a:t>
            </a:r>
            <a:r>
              <a:rPr sz="2000" spc="-7" dirty="0">
                <a:solidFill>
                  <a:srgbClr val="333333"/>
                </a:solidFill>
                <a:latin typeface="Arial"/>
                <a:cs typeface="Arial"/>
              </a:rPr>
              <a:t>be</a:t>
            </a:r>
            <a:r>
              <a:rPr sz="2000" spc="-13" dirty="0">
                <a:solidFill>
                  <a:srgbClr val="333333"/>
                </a:solidFill>
                <a:latin typeface="Arial"/>
                <a:cs typeface="Arial"/>
              </a:rPr>
              <a:t> </a:t>
            </a:r>
            <a:r>
              <a:rPr sz="2000" spc="-7" dirty="0">
                <a:solidFill>
                  <a:srgbClr val="333333"/>
                </a:solidFill>
                <a:latin typeface="Arial"/>
                <a:cs typeface="Arial"/>
              </a:rPr>
              <a:t>used</a:t>
            </a:r>
            <a:r>
              <a:rPr sz="2000" spc="-13" dirty="0">
                <a:solidFill>
                  <a:srgbClr val="333333"/>
                </a:solidFill>
                <a:latin typeface="Arial"/>
                <a:cs typeface="Arial"/>
              </a:rPr>
              <a:t> </a:t>
            </a:r>
            <a:r>
              <a:rPr sz="2000" spc="-7" dirty="0">
                <a:solidFill>
                  <a:srgbClr val="333333"/>
                </a:solidFill>
                <a:latin typeface="Arial"/>
                <a:cs typeface="Arial"/>
              </a:rPr>
              <a:t>to</a:t>
            </a:r>
            <a:r>
              <a:rPr sz="2000" spc="-13" dirty="0">
                <a:solidFill>
                  <a:srgbClr val="333333"/>
                </a:solidFill>
                <a:latin typeface="Arial"/>
                <a:cs typeface="Arial"/>
              </a:rPr>
              <a:t> </a:t>
            </a:r>
            <a:r>
              <a:rPr sz="2000" dirty="0">
                <a:solidFill>
                  <a:srgbClr val="333333"/>
                </a:solidFill>
                <a:latin typeface="Arial"/>
                <a:cs typeface="Arial"/>
              </a:rPr>
              <a:t>create</a:t>
            </a:r>
            <a:r>
              <a:rPr sz="2000" spc="-13" dirty="0">
                <a:solidFill>
                  <a:srgbClr val="333333"/>
                </a:solidFill>
                <a:latin typeface="Arial"/>
                <a:cs typeface="Arial"/>
              </a:rPr>
              <a:t> </a:t>
            </a:r>
            <a:r>
              <a:rPr sz="2000" spc="-7" dirty="0">
                <a:solidFill>
                  <a:srgbClr val="333333"/>
                </a:solidFill>
                <a:latin typeface="Arial"/>
                <a:cs typeface="Arial"/>
              </a:rPr>
              <a:t>images</a:t>
            </a:r>
            <a:r>
              <a:rPr sz="2000" spc="-13" dirty="0">
                <a:solidFill>
                  <a:srgbClr val="333333"/>
                </a:solidFill>
                <a:latin typeface="Arial"/>
                <a:cs typeface="Arial"/>
              </a:rPr>
              <a:t> </a:t>
            </a:r>
            <a:r>
              <a:rPr sz="2000" spc="-7" dirty="0">
                <a:solidFill>
                  <a:srgbClr val="333333"/>
                </a:solidFill>
                <a:latin typeface="Arial"/>
                <a:cs typeface="Arial"/>
              </a:rPr>
              <a:t>by</a:t>
            </a:r>
            <a:r>
              <a:rPr sz="2000" spc="47" dirty="0">
                <a:solidFill>
                  <a:srgbClr val="333333"/>
                </a:solidFill>
                <a:latin typeface="Arial"/>
                <a:cs typeface="Arial"/>
              </a:rPr>
              <a:t> </a:t>
            </a:r>
            <a:r>
              <a:rPr sz="2000" b="1" spc="-7" dirty="0">
                <a:solidFill>
                  <a:srgbClr val="333333"/>
                </a:solidFill>
                <a:latin typeface="Arial"/>
                <a:cs typeface="Arial"/>
              </a:rPr>
              <a:t>interaction</a:t>
            </a:r>
            <a:r>
              <a:rPr sz="2000" spc="-7" dirty="0">
                <a:solidFill>
                  <a:srgbClr val="333333"/>
                </a:solidFill>
                <a:latin typeface="Arial"/>
                <a:cs typeface="Arial"/>
              </a:rPr>
              <a:t>.</a:t>
            </a:r>
            <a:r>
              <a:rPr sz="2000" spc="-160" dirty="0">
                <a:solidFill>
                  <a:srgbClr val="333333"/>
                </a:solidFill>
                <a:latin typeface="Arial"/>
                <a:cs typeface="Arial"/>
              </a:rPr>
              <a:t> </a:t>
            </a:r>
            <a:r>
              <a:rPr sz="2000" dirty="0">
                <a:solidFill>
                  <a:srgbClr val="333333"/>
                </a:solidFill>
                <a:latin typeface="Arial"/>
                <a:cs typeface="Arial"/>
              </a:rPr>
              <a:t>A</a:t>
            </a:r>
            <a:r>
              <a:rPr sz="2000" spc="-152" dirty="0">
                <a:solidFill>
                  <a:srgbClr val="333333"/>
                </a:solidFill>
                <a:latin typeface="Arial"/>
                <a:cs typeface="Arial"/>
              </a:rPr>
              <a:t> </a:t>
            </a:r>
            <a:r>
              <a:rPr sz="2000" spc="-7" dirty="0">
                <a:solidFill>
                  <a:srgbClr val="333333"/>
                </a:solidFill>
                <a:latin typeface="Arial"/>
                <a:cs typeface="Arial"/>
              </a:rPr>
              <a:t>user </a:t>
            </a:r>
            <a:r>
              <a:rPr sz="2000" spc="-720" dirty="0">
                <a:solidFill>
                  <a:srgbClr val="333333"/>
                </a:solidFill>
                <a:latin typeface="Arial"/>
                <a:cs typeface="Arial"/>
              </a:rPr>
              <a:t> </a:t>
            </a:r>
            <a:r>
              <a:rPr sz="2000" dirty="0">
                <a:solidFill>
                  <a:srgbClr val="333333"/>
                </a:solidFill>
                <a:latin typeface="Arial"/>
                <a:cs typeface="Arial"/>
              </a:rPr>
              <a:t>can </a:t>
            </a:r>
            <a:r>
              <a:rPr sz="2000" spc="-7" dirty="0">
                <a:solidFill>
                  <a:srgbClr val="333333"/>
                </a:solidFill>
                <a:latin typeface="Arial"/>
                <a:cs typeface="Arial"/>
              </a:rPr>
              <a:t>add edits and the images </a:t>
            </a:r>
            <a:r>
              <a:rPr sz="2000" dirty="0">
                <a:solidFill>
                  <a:srgbClr val="333333"/>
                </a:solidFill>
                <a:latin typeface="Arial"/>
                <a:cs typeface="Arial"/>
              </a:rPr>
              <a:t>can </a:t>
            </a:r>
            <a:r>
              <a:rPr sz="2000" spc="-7" dirty="0">
                <a:solidFill>
                  <a:srgbClr val="333333"/>
                </a:solidFill>
                <a:latin typeface="Arial"/>
                <a:cs typeface="Arial"/>
              </a:rPr>
              <a:t>be generated, </a:t>
            </a:r>
            <a:r>
              <a:rPr sz="2000" dirty="0">
                <a:solidFill>
                  <a:srgbClr val="333333"/>
                </a:solidFill>
                <a:latin typeface="Arial"/>
                <a:cs typeface="Arial"/>
              </a:rPr>
              <a:t>reflecting </a:t>
            </a:r>
            <a:r>
              <a:rPr sz="2000" spc="-7" dirty="0">
                <a:solidFill>
                  <a:srgbClr val="333333"/>
                </a:solidFill>
                <a:latin typeface="Arial"/>
                <a:cs typeface="Arial"/>
              </a:rPr>
              <a:t>the edits as </a:t>
            </a:r>
            <a:r>
              <a:rPr sz="2000" dirty="0">
                <a:solidFill>
                  <a:srgbClr val="333333"/>
                </a:solidFill>
                <a:latin typeface="Arial"/>
                <a:cs typeface="Arial"/>
              </a:rPr>
              <a:t> shown</a:t>
            </a:r>
            <a:r>
              <a:rPr sz="2000" spc="-13" dirty="0">
                <a:solidFill>
                  <a:srgbClr val="333333"/>
                </a:solidFill>
                <a:latin typeface="Arial"/>
                <a:cs typeface="Arial"/>
              </a:rPr>
              <a:t> </a:t>
            </a:r>
            <a:r>
              <a:rPr sz="2000" spc="-7" dirty="0">
                <a:solidFill>
                  <a:srgbClr val="333333"/>
                </a:solidFill>
                <a:latin typeface="Arial"/>
                <a:cs typeface="Arial"/>
              </a:rPr>
              <a:t>here</a:t>
            </a:r>
            <a:endParaRPr sz="2000" dirty="0">
              <a:latin typeface="Arial"/>
              <a:cs typeface="Arial"/>
            </a:endParaRPr>
          </a:p>
        </p:txBody>
      </p:sp>
      <p:pic>
        <p:nvPicPr>
          <p:cNvPr id="6" name="object 6"/>
          <p:cNvPicPr/>
          <p:nvPr/>
        </p:nvPicPr>
        <p:blipFill>
          <a:blip r:embed="rId2" cstate="print"/>
          <a:stretch>
            <a:fillRect/>
          </a:stretch>
        </p:blipFill>
        <p:spPr>
          <a:xfrm>
            <a:off x="1625600" y="3912966"/>
            <a:ext cx="7758176" cy="2597644"/>
          </a:xfrm>
          <a:prstGeom prst="rect">
            <a:avLst/>
          </a:prstGeom>
        </p:spPr>
      </p:pic>
      <p:sp>
        <p:nvSpPr>
          <p:cNvPr id="4" name="Slide Number Placeholder 3">
            <a:extLst>
              <a:ext uri="{FF2B5EF4-FFF2-40B4-BE49-F238E27FC236}">
                <a16:creationId xmlns:a16="http://schemas.microsoft.com/office/drawing/2014/main" id="{12CEAEF0-0B36-3329-6EFA-C1434DDF3220}"/>
              </a:ext>
            </a:extLst>
          </p:cNvPr>
          <p:cNvSpPr>
            <a:spLocks noGrp="1"/>
          </p:cNvSpPr>
          <p:nvPr>
            <p:ph type="sldNum" sz="quarter" idx="12"/>
          </p:nvPr>
        </p:nvSpPr>
        <p:spPr/>
        <p:txBody>
          <a:bodyPr/>
          <a:lstStyle/>
          <a:p>
            <a:fld id="{5EE24C92-1265-4741-8F9F-404A15D9386E}" type="slidenum">
              <a:rPr lang="en-US" smtClean="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3560" y="1421957"/>
            <a:ext cx="4149513" cy="1001983"/>
          </a:xfrm>
          <a:prstGeom prst="rect">
            <a:avLst/>
          </a:prstGeom>
        </p:spPr>
        <p:txBody>
          <a:bodyPr vert="horz" wrap="square" lIns="0" tIns="16933" rIns="0" bIns="0" rtlCol="0" anchor="ctr">
            <a:spAutoFit/>
          </a:bodyPr>
          <a:lstStyle/>
          <a:p>
            <a:pPr marL="16933" marR="6773">
              <a:lnSpc>
                <a:spcPct val="100000"/>
              </a:lnSpc>
              <a:spcBef>
                <a:spcPts val="133"/>
              </a:spcBef>
            </a:pPr>
            <a:r>
              <a:rPr sz="3200" spc="-13" dirty="0">
                <a:solidFill>
                  <a:srgbClr val="3D3B49"/>
                </a:solidFill>
                <a:latin typeface="Arial"/>
                <a:cs typeface="Arial"/>
              </a:rPr>
              <a:t>Interactive</a:t>
            </a:r>
            <a:r>
              <a:rPr sz="3200" spc="-127" dirty="0">
                <a:solidFill>
                  <a:srgbClr val="3D3B49"/>
                </a:solidFill>
                <a:latin typeface="Arial"/>
                <a:cs typeface="Arial"/>
              </a:rPr>
              <a:t> </a:t>
            </a:r>
            <a:r>
              <a:rPr sz="3200" spc="-7" dirty="0">
                <a:solidFill>
                  <a:srgbClr val="3D3B49"/>
                </a:solidFill>
                <a:latin typeface="Arial"/>
                <a:cs typeface="Arial"/>
              </a:rPr>
              <a:t>image </a:t>
            </a:r>
            <a:r>
              <a:rPr sz="3200" spc="-1167" dirty="0">
                <a:solidFill>
                  <a:srgbClr val="3D3B49"/>
                </a:solidFill>
                <a:latin typeface="Arial"/>
                <a:cs typeface="Arial"/>
              </a:rPr>
              <a:t> </a:t>
            </a:r>
            <a:r>
              <a:rPr sz="3200" spc="-7" dirty="0">
                <a:solidFill>
                  <a:srgbClr val="3D3B49"/>
                </a:solidFill>
                <a:latin typeface="Arial"/>
                <a:cs typeface="Arial"/>
              </a:rPr>
              <a:t>generation</a:t>
            </a:r>
            <a:endParaRPr sz="3200">
              <a:latin typeface="Arial"/>
              <a:cs typeface="Arial"/>
            </a:endParaRPr>
          </a:p>
        </p:txBody>
      </p:sp>
      <p:sp>
        <p:nvSpPr>
          <p:cNvPr id="4" name="object 4"/>
          <p:cNvSpPr txBox="1">
            <a:spLocks noGrp="1"/>
          </p:cNvSpPr>
          <p:nvPr>
            <p:ph type="body" idx="1"/>
          </p:nvPr>
        </p:nvSpPr>
        <p:spPr>
          <a:xfrm>
            <a:off x="152400" y="3138802"/>
            <a:ext cx="11338560" cy="1248205"/>
          </a:xfrm>
          <a:prstGeom prst="rect">
            <a:avLst/>
          </a:prstGeom>
        </p:spPr>
        <p:txBody>
          <a:bodyPr vert="horz" wrap="square" lIns="0" tIns="16933" rIns="0" bIns="0" rtlCol="0">
            <a:spAutoFit/>
          </a:bodyPr>
          <a:lstStyle/>
          <a:p>
            <a:pPr marL="413163" marR="6773" indent="-397077">
              <a:lnSpc>
                <a:spcPct val="100000"/>
              </a:lnSpc>
              <a:spcBef>
                <a:spcPts val="133"/>
              </a:spcBef>
              <a:buClr>
                <a:srgbClr val="000000"/>
              </a:buClr>
              <a:tabLst>
                <a:tab pos="412316" algn="l"/>
                <a:tab pos="414010" algn="l"/>
              </a:tabLst>
            </a:pPr>
            <a:r>
              <a:rPr sz="2000" spc="-7" dirty="0"/>
              <a:t>As</a:t>
            </a:r>
            <a:r>
              <a:rPr sz="2000" spc="7" dirty="0"/>
              <a:t> </a:t>
            </a:r>
            <a:r>
              <a:rPr sz="2000" dirty="0"/>
              <a:t>shown,</a:t>
            </a:r>
            <a:r>
              <a:rPr sz="2000" spc="13" dirty="0"/>
              <a:t> </a:t>
            </a:r>
            <a:r>
              <a:rPr sz="2000" spc="-7" dirty="0"/>
              <a:t>the</a:t>
            </a:r>
            <a:r>
              <a:rPr sz="2000" spc="7" dirty="0"/>
              <a:t> </a:t>
            </a:r>
            <a:r>
              <a:rPr sz="2000" spc="-7" dirty="0"/>
              <a:t>images</a:t>
            </a:r>
            <a:r>
              <a:rPr sz="2000" spc="13" dirty="0"/>
              <a:t> </a:t>
            </a:r>
            <a:r>
              <a:rPr sz="2000" spc="-7" dirty="0"/>
              <a:t>are</a:t>
            </a:r>
            <a:r>
              <a:rPr sz="2000" spc="13" dirty="0"/>
              <a:t> </a:t>
            </a:r>
            <a:r>
              <a:rPr sz="2000" spc="-7" dirty="0"/>
              <a:t>generated</a:t>
            </a:r>
            <a:r>
              <a:rPr sz="2000" spc="13" dirty="0"/>
              <a:t> </a:t>
            </a:r>
            <a:r>
              <a:rPr sz="2000" spc="-7" dirty="0"/>
              <a:t>based</a:t>
            </a:r>
            <a:r>
              <a:rPr sz="2000" spc="13" dirty="0"/>
              <a:t> </a:t>
            </a:r>
            <a:r>
              <a:rPr sz="2000" spc="-7" dirty="0"/>
              <a:t>on</a:t>
            </a:r>
            <a:r>
              <a:rPr sz="2000" spc="20" dirty="0"/>
              <a:t> </a:t>
            </a:r>
            <a:r>
              <a:rPr sz="2000" spc="-7" dirty="0"/>
              <a:t>the </a:t>
            </a:r>
            <a:r>
              <a:rPr sz="2000" dirty="0"/>
              <a:t> shape </a:t>
            </a:r>
            <a:r>
              <a:rPr sz="2000" spc="-7" dirty="0"/>
              <a:t>and </a:t>
            </a:r>
            <a:r>
              <a:rPr sz="2000" dirty="0"/>
              <a:t>color </a:t>
            </a:r>
            <a:r>
              <a:rPr sz="2000" spc="-7" dirty="0"/>
              <a:t>of the edits. </a:t>
            </a:r>
            <a:r>
              <a:rPr sz="2000" dirty="0"/>
              <a:t>A </a:t>
            </a:r>
            <a:r>
              <a:rPr sz="2000" spc="-7" dirty="0"/>
              <a:t>green </a:t>
            </a:r>
            <a:r>
              <a:rPr sz="2000" dirty="0"/>
              <a:t>color stroke </a:t>
            </a:r>
            <a:r>
              <a:rPr sz="2000" spc="-7" dirty="0"/>
              <a:t>at the </a:t>
            </a:r>
            <a:r>
              <a:rPr sz="2000" dirty="0"/>
              <a:t> </a:t>
            </a:r>
            <a:r>
              <a:rPr sz="2000" spc="-7" dirty="0"/>
              <a:t>bottom </a:t>
            </a:r>
            <a:r>
              <a:rPr sz="2000" dirty="0"/>
              <a:t>creates a </a:t>
            </a:r>
            <a:r>
              <a:rPr sz="2000" spc="-7" dirty="0"/>
              <a:t>grassland, </a:t>
            </a:r>
            <a:r>
              <a:rPr sz="2000" dirty="0"/>
              <a:t>a rectangle creates a </a:t>
            </a:r>
            <a:r>
              <a:rPr sz="2000" spc="7" dirty="0"/>
              <a:t> </a:t>
            </a:r>
            <a:r>
              <a:rPr sz="2000" dirty="0"/>
              <a:t>skyscraper </a:t>
            </a:r>
            <a:r>
              <a:rPr sz="2000" spc="-7" dirty="0"/>
              <a:t>and </a:t>
            </a:r>
            <a:r>
              <a:rPr sz="2000" dirty="0"/>
              <a:t>so </a:t>
            </a:r>
            <a:r>
              <a:rPr sz="2000" spc="-7" dirty="0"/>
              <a:t>on. The images will be generated and </a:t>
            </a:r>
            <a:r>
              <a:rPr sz="2000" spc="-873" dirty="0"/>
              <a:t> </a:t>
            </a:r>
            <a:r>
              <a:rPr sz="2000" spc="-7" dirty="0"/>
              <a:t>fine-tuned with further inputs from the </a:t>
            </a:r>
            <a:r>
              <a:rPr sz="2000" spc="-40" dirty="0"/>
              <a:t>user. </a:t>
            </a:r>
            <a:r>
              <a:rPr sz="2000" spc="-7" dirty="0"/>
              <a:t>The </a:t>
            </a:r>
            <a:r>
              <a:rPr sz="2000" dirty="0"/>
              <a:t> </a:t>
            </a:r>
            <a:r>
              <a:rPr sz="2000" spc="-7" dirty="0"/>
              <a:t>generated image </a:t>
            </a:r>
            <a:r>
              <a:rPr sz="2000" dirty="0"/>
              <a:t>can </a:t>
            </a:r>
            <a:r>
              <a:rPr sz="2000" spc="-7" dirty="0"/>
              <a:t>also be used to </a:t>
            </a:r>
            <a:r>
              <a:rPr sz="2000" dirty="0"/>
              <a:t>retrieve </a:t>
            </a:r>
            <a:r>
              <a:rPr sz="2000" spc="-7" dirty="0"/>
              <a:t>the </a:t>
            </a:r>
            <a:r>
              <a:rPr sz="2000" dirty="0"/>
              <a:t>most </a:t>
            </a:r>
            <a:r>
              <a:rPr sz="2000" spc="7" dirty="0"/>
              <a:t> </a:t>
            </a:r>
            <a:r>
              <a:rPr sz="2000" dirty="0"/>
              <a:t>similar</a:t>
            </a:r>
            <a:r>
              <a:rPr sz="2000" spc="-13" dirty="0"/>
              <a:t> </a:t>
            </a:r>
            <a:r>
              <a:rPr sz="2000" dirty="0"/>
              <a:t>real</a:t>
            </a:r>
            <a:r>
              <a:rPr sz="2000" spc="-7" dirty="0"/>
              <a:t> image</a:t>
            </a:r>
            <a:r>
              <a:rPr sz="2000" spc="-13" dirty="0"/>
              <a:t> </a:t>
            </a:r>
            <a:r>
              <a:rPr sz="2000" spc="-7" dirty="0"/>
              <a:t>that</a:t>
            </a:r>
            <a:r>
              <a:rPr sz="2000" spc="-13" dirty="0"/>
              <a:t> </a:t>
            </a:r>
            <a:r>
              <a:rPr sz="2000" dirty="0"/>
              <a:t>can</a:t>
            </a:r>
            <a:r>
              <a:rPr sz="2000" spc="-13" dirty="0"/>
              <a:t> </a:t>
            </a:r>
            <a:r>
              <a:rPr sz="2000" spc="-7" dirty="0"/>
              <a:t>be utilized</a:t>
            </a:r>
          </a:p>
        </p:txBody>
      </p:sp>
      <p:sp>
        <p:nvSpPr>
          <p:cNvPr id="3" name="Slide Number Placeholder 2">
            <a:extLst>
              <a:ext uri="{FF2B5EF4-FFF2-40B4-BE49-F238E27FC236}">
                <a16:creationId xmlns:a16="http://schemas.microsoft.com/office/drawing/2014/main" id="{AC5496CE-11F8-1C76-BC10-045F60354171}"/>
              </a:ext>
            </a:extLst>
          </p:cNvPr>
          <p:cNvSpPr>
            <a:spLocks noGrp="1"/>
          </p:cNvSpPr>
          <p:nvPr>
            <p:ph type="sldNum" sz="quarter" idx="12"/>
          </p:nvPr>
        </p:nvSpPr>
        <p:spPr/>
        <p:txBody>
          <a:bodyPr/>
          <a:lstStyle/>
          <a:p>
            <a:fld id="{5EE24C92-1265-4741-8F9F-404A15D9386E}" type="slidenum">
              <a:rPr lang="en-US" smtClean="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24519" y="1261777"/>
            <a:ext cx="6021493" cy="509541"/>
          </a:xfrm>
          <a:prstGeom prst="rect">
            <a:avLst/>
          </a:prstGeom>
        </p:spPr>
        <p:txBody>
          <a:bodyPr vert="horz" wrap="square" lIns="0" tIns="16933" rIns="0" bIns="0" rtlCol="0" anchor="ctr">
            <a:spAutoFit/>
          </a:bodyPr>
          <a:lstStyle/>
          <a:p>
            <a:pPr marL="16933">
              <a:lnSpc>
                <a:spcPct val="100000"/>
              </a:lnSpc>
              <a:spcBef>
                <a:spcPts val="133"/>
              </a:spcBef>
            </a:pPr>
            <a:r>
              <a:rPr sz="3200" spc="-7" dirty="0">
                <a:latin typeface="Arial"/>
                <a:cs typeface="Arial"/>
              </a:rPr>
              <a:t>Conditional</a:t>
            </a:r>
            <a:r>
              <a:rPr sz="3200" spc="-60" dirty="0">
                <a:latin typeface="Arial"/>
                <a:cs typeface="Arial"/>
              </a:rPr>
              <a:t> </a:t>
            </a:r>
            <a:r>
              <a:rPr sz="3200" spc="-13" dirty="0">
                <a:latin typeface="Arial"/>
                <a:cs typeface="Arial"/>
              </a:rPr>
              <a:t>GAN</a:t>
            </a:r>
            <a:r>
              <a:rPr sz="3200" spc="-67" dirty="0">
                <a:latin typeface="Arial"/>
                <a:cs typeface="Arial"/>
              </a:rPr>
              <a:t> </a:t>
            </a:r>
            <a:r>
              <a:rPr sz="3200" dirty="0">
                <a:latin typeface="Arial"/>
                <a:cs typeface="Arial"/>
              </a:rPr>
              <a:t>(cGAN)</a:t>
            </a:r>
          </a:p>
        </p:txBody>
      </p:sp>
      <p:pic>
        <p:nvPicPr>
          <p:cNvPr id="3" name="object 3"/>
          <p:cNvPicPr/>
          <p:nvPr/>
        </p:nvPicPr>
        <p:blipFill>
          <a:blip r:embed="rId2" cstate="print"/>
          <a:stretch>
            <a:fillRect/>
          </a:stretch>
        </p:blipFill>
        <p:spPr>
          <a:xfrm>
            <a:off x="2346960" y="2184732"/>
            <a:ext cx="5851376" cy="4021917"/>
          </a:xfrm>
          <a:prstGeom prst="rect">
            <a:avLst/>
          </a:prstGeom>
        </p:spPr>
      </p:pic>
      <p:sp>
        <p:nvSpPr>
          <p:cNvPr id="4" name="Slide Number Placeholder 3">
            <a:extLst>
              <a:ext uri="{FF2B5EF4-FFF2-40B4-BE49-F238E27FC236}">
                <a16:creationId xmlns:a16="http://schemas.microsoft.com/office/drawing/2014/main" id="{3E8DA2FA-76BE-590E-A56F-62BF5E148511}"/>
              </a:ext>
            </a:extLst>
          </p:cNvPr>
          <p:cNvSpPr>
            <a:spLocks noGrp="1"/>
          </p:cNvSpPr>
          <p:nvPr>
            <p:ph type="sldNum" sz="quarter" idx="12"/>
          </p:nvPr>
        </p:nvSpPr>
        <p:spPr/>
        <p:txBody>
          <a:bodyPr/>
          <a:lstStyle/>
          <a:p>
            <a:fld id="{5EE24C92-1265-4741-8F9F-404A15D9386E}" type="slidenum">
              <a:rPr lang="en-US" smtClean="0"/>
              <a:t>26</a:t>
            </a:fld>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493520" y="1281528"/>
            <a:ext cx="6512560" cy="4621431"/>
          </a:xfrm>
          <a:prstGeom prst="rect">
            <a:avLst/>
          </a:prstGeom>
        </p:spPr>
      </p:pic>
      <p:sp>
        <p:nvSpPr>
          <p:cNvPr id="3" name="Slide Number Placeholder 2">
            <a:extLst>
              <a:ext uri="{FF2B5EF4-FFF2-40B4-BE49-F238E27FC236}">
                <a16:creationId xmlns:a16="http://schemas.microsoft.com/office/drawing/2014/main" id="{ABD1A476-CF74-C165-C3AB-A1576BF55C1B}"/>
              </a:ext>
            </a:extLst>
          </p:cNvPr>
          <p:cNvSpPr>
            <a:spLocks noGrp="1"/>
          </p:cNvSpPr>
          <p:nvPr>
            <p:ph type="sldNum" sz="quarter" idx="12"/>
          </p:nvPr>
        </p:nvSpPr>
        <p:spPr/>
        <p:txBody>
          <a:bodyPr/>
          <a:lstStyle/>
          <a:p>
            <a:fld id="{5EE24C92-1265-4741-8F9F-404A15D9386E}" type="slidenum">
              <a:rPr lang="en-US" smtClean="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55040" y="1239273"/>
            <a:ext cx="7509800" cy="5364727"/>
          </a:xfrm>
          <a:prstGeom prst="rect">
            <a:avLst/>
          </a:prstGeom>
        </p:spPr>
      </p:pic>
      <p:sp>
        <p:nvSpPr>
          <p:cNvPr id="3" name="Slide Number Placeholder 2">
            <a:extLst>
              <a:ext uri="{FF2B5EF4-FFF2-40B4-BE49-F238E27FC236}">
                <a16:creationId xmlns:a16="http://schemas.microsoft.com/office/drawing/2014/main" id="{49083447-EBF4-2DB7-2E3C-5D2FE3C2A751}"/>
              </a:ext>
            </a:extLst>
          </p:cNvPr>
          <p:cNvSpPr>
            <a:spLocks noGrp="1"/>
          </p:cNvSpPr>
          <p:nvPr>
            <p:ph type="sldNum" sz="quarter" idx="12"/>
          </p:nvPr>
        </p:nvSpPr>
        <p:spPr/>
        <p:txBody>
          <a:bodyPr/>
          <a:lstStyle/>
          <a:p>
            <a:fld id="{5EE24C92-1265-4741-8F9F-404A15D9386E}" type="slidenum">
              <a:rPr lang="en-US" smtClean="0"/>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727200" y="908857"/>
            <a:ext cx="7775129" cy="5288743"/>
          </a:xfrm>
          <a:prstGeom prst="rect">
            <a:avLst/>
          </a:prstGeom>
        </p:spPr>
      </p:pic>
      <p:sp>
        <p:nvSpPr>
          <p:cNvPr id="3" name="Slide Number Placeholder 2">
            <a:extLst>
              <a:ext uri="{FF2B5EF4-FFF2-40B4-BE49-F238E27FC236}">
                <a16:creationId xmlns:a16="http://schemas.microsoft.com/office/drawing/2014/main" id="{46047956-9874-6143-32B4-7A83E8E60836}"/>
              </a:ext>
            </a:extLst>
          </p:cNvPr>
          <p:cNvSpPr>
            <a:spLocks noGrp="1"/>
          </p:cNvSpPr>
          <p:nvPr>
            <p:ph type="sldNum" sz="quarter" idx="12"/>
          </p:nvPr>
        </p:nvSpPr>
        <p:spPr/>
        <p:txBody>
          <a:bodyPr/>
          <a:lstStyle/>
          <a:p>
            <a:fld id="{5EE24C92-1265-4741-8F9F-404A15D9386E}" type="slidenum">
              <a:rPr lang="en-US" smtClean="0"/>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387659" y="818085"/>
            <a:ext cx="8085624" cy="5695091"/>
          </a:xfrm>
          <a:prstGeom prst="rect">
            <a:avLst/>
          </a:prstGeom>
        </p:spPr>
      </p:pic>
      <p:sp>
        <p:nvSpPr>
          <p:cNvPr id="3" name="Slide Number Placeholder 2">
            <a:extLst>
              <a:ext uri="{FF2B5EF4-FFF2-40B4-BE49-F238E27FC236}">
                <a16:creationId xmlns:a16="http://schemas.microsoft.com/office/drawing/2014/main" id="{2D875737-9917-1660-6153-C54D9B4E1B07}"/>
              </a:ext>
            </a:extLst>
          </p:cNvPr>
          <p:cNvSpPr>
            <a:spLocks noGrp="1"/>
          </p:cNvSpPr>
          <p:nvPr>
            <p:ph type="sldNum" sz="quarter" idx="12"/>
          </p:nvPr>
        </p:nvSpPr>
        <p:spPr/>
        <p:txBody>
          <a:bodyPr/>
          <a:lstStyle/>
          <a:p>
            <a:fld id="{5EE24C92-1265-4741-8F9F-404A15D9386E}" type="slidenum">
              <a:rPr lang="en-US" smtClean="0"/>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a:spLocks noGrp="1"/>
          </p:cNvSpPr>
          <p:nvPr>
            <p:ph type="title"/>
          </p:nvPr>
        </p:nvSpPr>
        <p:spPr>
          <a:xfrm>
            <a:off x="167759" y="1415195"/>
            <a:ext cx="4690533" cy="673753"/>
          </a:xfrm>
          <a:prstGeom prst="rect">
            <a:avLst/>
          </a:prstGeom>
        </p:spPr>
        <p:txBody>
          <a:bodyPr vert="horz" wrap="square" lIns="0" tIns="16933" rIns="0" bIns="0" rtlCol="0" anchor="ctr">
            <a:spAutoFit/>
          </a:bodyPr>
          <a:lstStyle/>
          <a:p>
            <a:pPr marL="16933">
              <a:lnSpc>
                <a:spcPct val="100000"/>
              </a:lnSpc>
              <a:spcBef>
                <a:spcPts val="133"/>
              </a:spcBef>
            </a:pPr>
            <a:r>
              <a:rPr sz="4267" spc="-13" dirty="0"/>
              <a:t>What</a:t>
            </a:r>
            <a:r>
              <a:rPr sz="4267" spc="-73" dirty="0"/>
              <a:t> </a:t>
            </a:r>
            <a:r>
              <a:rPr sz="4267" spc="-7" dirty="0"/>
              <a:t>Is</a:t>
            </a:r>
            <a:r>
              <a:rPr sz="4267" spc="-67" dirty="0"/>
              <a:t> </a:t>
            </a:r>
            <a:r>
              <a:rPr sz="4267" spc="-7" dirty="0"/>
              <a:t>GauGAN?</a:t>
            </a:r>
            <a:endParaRPr sz="4267" dirty="0"/>
          </a:p>
        </p:txBody>
      </p:sp>
      <p:sp>
        <p:nvSpPr>
          <p:cNvPr id="6" name="object 6"/>
          <p:cNvSpPr txBox="1"/>
          <p:nvPr/>
        </p:nvSpPr>
        <p:spPr>
          <a:xfrm>
            <a:off x="342595" y="2734231"/>
            <a:ext cx="5072380" cy="2812800"/>
          </a:xfrm>
          <a:prstGeom prst="rect">
            <a:avLst/>
          </a:prstGeom>
        </p:spPr>
        <p:txBody>
          <a:bodyPr vert="horz" wrap="square" lIns="0" tIns="16933" rIns="0" bIns="0" rtlCol="0">
            <a:spAutoFit/>
          </a:bodyPr>
          <a:lstStyle/>
          <a:p>
            <a:pPr marL="453802" marR="6773" indent="-437716">
              <a:lnSpc>
                <a:spcPct val="114999"/>
              </a:lnSpc>
              <a:spcBef>
                <a:spcPts val="133"/>
              </a:spcBef>
              <a:buClr>
                <a:srgbClr val="595959"/>
              </a:buClr>
              <a:buSzPct val="72222"/>
              <a:buFont typeface="Arial"/>
              <a:buChar char="●"/>
              <a:tabLst>
                <a:tab pos="453802" algn="l"/>
                <a:tab pos="454649" algn="l"/>
              </a:tabLst>
            </a:pPr>
            <a:r>
              <a:rPr sz="2000" spc="60" dirty="0">
                <a:solidFill>
                  <a:srgbClr val="1A1A1A"/>
                </a:solidFill>
                <a:latin typeface="Tahoma"/>
                <a:cs typeface="Tahoma"/>
              </a:rPr>
              <a:t>GauGAN,</a:t>
            </a:r>
            <a:r>
              <a:rPr sz="2000" spc="-293" dirty="0">
                <a:solidFill>
                  <a:srgbClr val="1A1A1A"/>
                </a:solidFill>
                <a:latin typeface="Tahoma"/>
                <a:cs typeface="Tahoma"/>
              </a:rPr>
              <a:t> </a:t>
            </a:r>
            <a:r>
              <a:rPr sz="2000" spc="-27" dirty="0">
                <a:solidFill>
                  <a:srgbClr val="1A1A1A"/>
                </a:solidFill>
                <a:latin typeface="Tahoma"/>
                <a:cs typeface="Tahoma"/>
              </a:rPr>
              <a:t>an</a:t>
            </a:r>
            <a:r>
              <a:rPr sz="2000" spc="-293" dirty="0">
                <a:solidFill>
                  <a:srgbClr val="1A1A1A"/>
                </a:solidFill>
                <a:latin typeface="Tahoma"/>
                <a:cs typeface="Tahoma"/>
              </a:rPr>
              <a:t> </a:t>
            </a:r>
            <a:r>
              <a:rPr sz="2000" spc="13" dirty="0">
                <a:solidFill>
                  <a:srgbClr val="1A1A1A"/>
                </a:solidFill>
                <a:latin typeface="Tahoma"/>
                <a:cs typeface="Tahoma"/>
              </a:rPr>
              <a:t>AI</a:t>
            </a:r>
            <a:r>
              <a:rPr sz="2000" spc="-293" dirty="0">
                <a:solidFill>
                  <a:srgbClr val="1A1A1A"/>
                </a:solidFill>
                <a:latin typeface="Tahoma"/>
                <a:cs typeface="Tahoma"/>
              </a:rPr>
              <a:t> </a:t>
            </a:r>
            <a:r>
              <a:rPr sz="2000" spc="-7" dirty="0">
                <a:solidFill>
                  <a:srgbClr val="1A1A1A"/>
                </a:solidFill>
                <a:latin typeface="Tahoma"/>
                <a:cs typeface="Tahoma"/>
              </a:rPr>
              <a:t>demo</a:t>
            </a:r>
            <a:r>
              <a:rPr sz="2000" spc="-293" dirty="0">
                <a:solidFill>
                  <a:srgbClr val="1A1A1A"/>
                </a:solidFill>
                <a:latin typeface="Tahoma"/>
                <a:cs typeface="Tahoma"/>
              </a:rPr>
              <a:t> </a:t>
            </a:r>
            <a:r>
              <a:rPr sz="2000" spc="53" dirty="0">
                <a:solidFill>
                  <a:srgbClr val="1A1A1A"/>
                </a:solidFill>
                <a:latin typeface="Tahoma"/>
                <a:cs typeface="Tahoma"/>
              </a:rPr>
              <a:t>for  </a:t>
            </a:r>
            <a:r>
              <a:rPr sz="2000" spc="33" dirty="0">
                <a:solidFill>
                  <a:srgbClr val="1A1A1A"/>
                </a:solidFill>
                <a:latin typeface="Tahoma"/>
                <a:cs typeface="Tahoma"/>
              </a:rPr>
              <a:t>photorealistic</a:t>
            </a:r>
            <a:r>
              <a:rPr sz="2000" spc="-293" dirty="0">
                <a:solidFill>
                  <a:srgbClr val="1A1A1A"/>
                </a:solidFill>
                <a:latin typeface="Tahoma"/>
                <a:cs typeface="Tahoma"/>
              </a:rPr>
              <a:t> </a:t>
            </a:r>
            <a:r>
              <a:rPr sz="2000" spc="-27" dirty="0">
                <a:solidFill>
                  <a:srgbClr val="1A1A1A"/>
                </a:solidFill>
                <a:latin typeface="Tahoma"/>
                <a:cs typeface="Tahoma"/>
              </a:rPr>
              <a:t>image</a:t>
            </a:r>
            <a:r>
              <a:rPr sz="2000" spc="-293" dirty="0">
                <a:solidFill>
                  <a:srgbClr val="1A1A1A"/>
                </a:solidFill>
                <a:latin typeface="Tahoma"/>
                <a:cs typeface="Tahoma"/>
              </a:rPr>
              <a:t> </a:t>
            </a:r>
            <a:r>
              <a:rPr sz="2000" spc="-7" dirty="0">
                <a:solidFill>
                  <a:srgbClr val="1A1A1A"/>
                </a:solidFill>
                <a:latin typeface="Tahoma"/>
                <a:cs typeface="Tahoma"/>
              </a:rPr>
              <a:t>gene</a:t>
            </a:r>
            <a:r>
              <a:rPr sz="2000" spc="-53" dirty="0">
                <a:solidFill>
                  <a:srgbClr val="1A1A1A"/>
                </a:solidFill>
                <a:latin typeface="Tahoma"/>
                <a:cs typeface="Tahoma"/>
              </a:rPr>
              <a:t>r</a:t>
            </a:r>
            <a:r>
              <a:rPr sz="2000" spc="-13" dirty="0">
                <a:solidFill>
                  <a:srgbClr val="1A1A1A"/>
                </a:solidFill>
                <a:latin typeface="Tahoma"/>
                <a:cs typeface="Tahoma"/>
              </a:rPr>
              <a:t>ation,  </a:t>
            </a:r>
            <a:r>
              <a:rPr sz="2000" spc="20" dirty="0">
                <a:solidFill>
                  <a:srgbClr val="1A1A1A"/>
                </a:solidFill>
                <a:latin typeface="Tahoma"/>
                <a:cs typeface="Tahoma"/>
              </a:rPr>
              <a:t>allows</a:t>
            </a:r>
            <a:r>
              <a:rPr sz="2000" spc="-293" dirty="0">
                <a:solidFill>
                  <a:srgbClr val="1A1A1A"/>
                </a:solidFill>
                <a:latin typeface="Tahoma"/>
                <a:cs typeface="Tahoma"/>
              </a:rPr>
              <a:t> </a:t>
            </a:r>
            <a:r>
              <a:rPr sz="2000" spc="-27" dirty="0">
                <a:solidFill>
                  <a:srgbClr val="1A1A1A"/>
                </a:solidFill>
                <a:latin typeface="Tahoma"/>
                <a:cs typeface="Tahoma"/>
              </a:rPr>
              <a:t>a</a:t>
            </a:r>
            <a:r>
              <a:rPr sz="2000" spc="-67" dirty="0">
                <a:solidFill>
                  <a:srgbClr val="1A1A1A"/>
                </a:solidFill>
                <a:latin typeface="Tahoma"/>
                <a:cs typeface="Tahoma"/>
              </a:rPr>
              <a:t>n</a:t>
            </a:r>
            <a:r>
              <a:rPr sz="2000" dirty="0">
                <a:solidFill>
                  <a:srgbClr val="1A1A1A"/>
                </a:solidFill>
                <a:latin typeface="Tahoma"/>
                <a:cs typeface="Tahoma"/>
              </a:rPr>
              <a:t>y</a:t>
            </a:r>
            <a:r>
              <a:rPr sz="2000" spc="7" dirty="0">
                <a:solidFill>
                  <a:srgbClr val="1A1A1A"/>
                </a:solidFill>
                <a:latin typeface="Tahoma"/>
                <a:cs typeface="Tahoma"/>
              </a:rPr>
              <a:t>one</a:t>
            </a:r>
            <a:r>
              <a:rPr sz="2000" spc="-293" dirty="0">
                <a:solidFill>
                  <a:srgbClr val="1A1A1A"/>
                </a:solidFill>
                <a:latin typeface="Tahoma"/>
                <a:cs typeface="Tahoma"/>
              </a:rPr>
              <a:t> </a:t>
            </a:r>
            <a:r>
              <a:rPr sz="2000" spc="60" dirty="0">
                <a:solidFill>
                  <a:srgbClr val="1A1A1A"/>
                </a:solidFill>
                <a:latin typeface="Tahoma"/>
                <a:cs typeface="Tahoma"/>
              </a:rPr>
              <a:t>to</a:t>
            </a:r>
            <a:r>
              <a:rPr sz="2000" spc="-293" dirty="0">
                <a:solidFill>
                  <a:srgbClr val="1A1A1A"/>
                </a:solidFill>
                <a:latin typeface="Tahoma"/>
                <a:cs typeface="Tahoma"/>
              </a:rPr>
              <a:t> </a:t>
            </a:r>
            <a:r>
              <a:rPr sz="2000" spc="20" dirty="0">
                <a:solidFill>
                  <a:srgbClr val="1A1A1A"/>
                </a:solidFill>
                <a:latin typeface="Tahoma"/>
                <a:cs typeface="Tahoma"/>
              </a:rPr>
              <a:t>create</a:t>
            </a:r>
            <a:r>
              <a:rPr sz="2000" spc="-293" dirty="0">
                <a:solidFill>
                  <a:srgbClr val="1A1A1A"/>
                </a:solidFill>
                <a:latin typeface="Tahoma"/>
                <a:cs typeface="Tahoma"/>
              </a:rPr>
              <a:t> </a:t>
            </a:r>
            <a:r>
              <a:rPr sz="2000" dirty="0">
                <a:solidFill>
                  <a:srgbClr val="1A1A1A"/>
                </a:solidFill>
                <a:latin typeface="Tahoma"/>
                <a:cs typeface="Tahoma"/>
              </a:rPr>
              <a:t>stunning  </a:t>
            </a:r>
            <a:r>
              <a:rPr sz="2000" spc="-7" dirty="0">
                <a:solidFill>
                  <a:srgbClr val="1A1A1A"/>
                </a:solidFill>
                <a:latin typeface="Tahoma"/>
                <a:cs typeface="Tahoma"/>
              </a:rPr>
              <a:t>landscapes</a:t>
            </a:r>
            <a:r>
              <a:rPr sz="2000" spc="-293" dirty="0">
                <a:solidFill>
                  <a:srgbClr val="1A1A1A"/>
                </a:solidFill>
                <a:latin typeface="Tahoma"/>
                <a:cs typeface="Tahoma"/>
              </a:rPr>
              <a:t> </a:t>
            </a:r>
            <a:r>
              <a:rPr sz="2000" spc="-20" dirty="0">
                <a:solidFill>
                  <a:srgbClr val="1A1A1A"/>
                </a:solidFill>
                <a:latin typeface="Tahoma"/>
                <a:cs typeface="Tahoma"/>
              </a:rPr>
              <a:t>using</a:t>
            </a:r>
            <a:r>
              <a:rPr sz="2000" spc="-293" dirty="0">
                <a:solidFill>
                  <a:srgbClr val="1A1A1A"/>
                </a:solidFill>
                <a:latin typeface="Tahoma"/>
                <a:cs typeface="Tahoma"/>
              </a:rPr>
              <a:t> </a:t>
            </a:r>
            <a:r>
              <a:rPr sz="2000" spc="-7" dirty="0">
                <a:solidFill>
                  <a:srgbClr val="1A1A1A"/>
                </a:solidFill>
                <a:latin typeface="Tahoma"/>
                <a:cs typeface="Tahoma"/>
              </a:rPr>
              <a:t>gene</a:t>
            </a:r>
            <a:r>
              <a:rPr sz="2000" spc="-53" dirty="0">
                <a:solidFill>
                  <a:srgbClr val="1A1A1A"/>
                </a:solidFill>
                <a:latin typeface="Tahoma"/>
                <a:cs typeface="Tahoma"/>
              </a:rPr>
              <a:t>r</a:t>
            </a:r>
            <a:r>
              <a:rPr sz="2000" spc="33" dirty="0">
                <a:solidFill>
                  <a:srgbClr val="1A1A1A"/>
                </a:solidFill>
                <a:latin typeface="Tahoma"/>
                <a:cs typeface="Tahoma"/>
              </a:rPr>
              <a:t>ati</a:t>
            </a:r>
            <a:r>
              <a:rPr sz="2000" spc="13" dirty="0">
                <a:solidFill>
                  <a:srgbClr val="1A1A1A"/>
                </a:solidFill>
                <a:latin typeface="Tahoma"/>
                <a:cs typeface="Tahoma"/>
              </a:rPr>
              <a:t>v</a:t>
            </a:r>
            <a:r>
              <a:rPr sz="2000" spc="-7" dirty="0">
                <a:solidFill>
                  <a:srgbClr val="1A1A1A"/>
                </a:solidFill>
                <a:latin typeface="Tahoma"/>
                <a:cs typeface="Tahoma"/>
              </a:rPr>
              <a:t>e  </a:t>
            </a:r>
            <a:r>
              <a:rPr sz="2000" dirty="0">
                <a:solidFill>
                  <a:srgbClr val="1A1A1A"/>
                </a:solidFill>
                <a:latin typeface="Tahoma"/>
                <a:cs typeface="Tahoma"/>
              </a:rPr>
              <a:t>ad</a:t>
            </a:r>
            <a:r>
              <a:rPr sz="2000" spc="-33" dirty="0">
                <a:solidFill>
                  <a:srgbClr val="1A1A1A"/>
                </a:solidFill>
                <a:latin typeface="Tahoma"/>
                <a:cs typeface="Tahoma"/>
              </a:rPr>
              <a:t>v</a:t>
            </a:r>
            <a:r>
              <a:rPr sz="2000" spc="27" dirty="0">
                <a:solidFill>
                  <a:srgbClr val="1A1A1A"/>
                </a:solidFill>
                <a:latin typeface="Tahoma"/>
                <a:cs typeface="Tahoma"/>
              </a:rPr>
              <a:t>ersarial</a:t>
            </a:r>
            <a:r>
              <a:rPr sz="2000" spc="-293" dirty="0">
                <a:solidFill>
                  <a:srgbClr val="1A1A1A"/>
                </a:solidFill>
                <a:latin typeface="Tahoma"/>
                <a:cs typeface="Tahoma"/>
              </a:rPr>
              <a:t> </a:t>
            </a:r>
            <a:r>
              <a:rPr sz="2000" spc="7" dirty="0">
                <a:solidFill>
                  <a:srgbClr val="1A1A1A"/>
                </a:solidFill>
                <a:latin typeface="Tahoma"/>
                <a:cs typeface="Tahoma"/>
              </a:rPr>
              <a:t>networks.</a:t>
            </a:r>
            <a:r>
              <a:rPr sz="2000" spc="-293" dirty="0">
                <a:solidFill>
                  <a:srgbClr val="1A1A1A"/>
                </a:solidFill>
                <a:latin typeface="Tahoma"/>
                <a:cs typeface="Tahoma"/>
              </a:rPr>
              <a:t> </a:t>
            </a:r>
            <a:r>
              <a:rPr sz="2000" spc="27" dirty="0">
                <a:solidFill>
                  <a:srgbClr val="1A1A1A"/>
                </a:solidFill>
                <a:latin typeface="Tahoma"/>
                <a:cs typeface="Tahoma"/>
              </a:rPr>
              <a:t>Named</a:t>
            </a:r>
            <a:r>
              <a:rPr sz="2000" spc="-293" dirty="0">
                <a:solidFill>
                  <a:srgbClr val="1A1A1A"/>
                </a:solidFill>
                <a:latin typeface="Tahoma"/>
                <a:cs typeface="Tahoma"/>
              </a:rPr>
              <a:t> </a:t>
            </a:r>
            <a:r>
              <a:rPr sz="2000" spc="33" dirty="0">
                <a:solidFill>
                  <a:srgbClr val="1A1A1A"/>
                </a:solidFill>
                <a:latin typeface="Tahoma"/>
                <a:cs typeface="Tahoma"/>
              </a:rPr>
              <a:t>after  </a:t>
            </a:r>
            <a:r>
              <a:rPr sz="2000" dirty="0">
                <a:solidFill>
                  <a:srgbClr val="1A1A1A"/>
                </a:solidFill>
                <a:latin typeface="Tahoma"/>
                <a:cs typeface="Tahoma"/>
              </a:rPr>
              <a:t>post-Impressionist </a:t>
            </a:r>
            <a:r>
              <a:rPr sz="2000" spc="27" dirty="0">
                <a:solidFill>
                  <a:srgbClr val="1A1A1A"/>
                </a:solidFill>
                <a:latin typeface="Tahoma"/>
                <a:cs typeface="Tahoma"/>
              </a:rPr>
              <a:t>painter </a:t>
            </a:r>
            <a:r>
              <a:rPr sz="2000" spc="20" dirty="0">
                <a:solidFill>
                  <a:srgbClr val="1A1A1A"/>
                </a:solidFill>
                <a:latin typeface="Tahoma"/>
                <a:cs typeface="Tahoma"/>
              </a:rPr>
              <a:t>Paul </a:t>
            </a:r>
            <a:r>
              <a:rPr sz="2000" spc="27" dirty="0">
                <a:solidFill>
                  <a:srgbClr val="1A1A1A"/>
                </a:solidFill>
                <a:latin typeface="Tahoma"/>
                <a:cs typeface="Tahoma"/>
              </a:rPr>
              <a:t> </a:t>
            </a:r>
            <a:r>
              <a:rPr sz="2000" spc="-20" dirty="0">
                <a:solidFill>
                  <a:srgbClr val="1A1A1A"/>
                </a:solidFill>
                <a:latin typeface="Tahoma"/>
                <a:cs typeface="Tahoma"/>
              </a:rPr>
              <a:t>Gauguin,</a:t>
            </a:r>
            <a:r>
              <a:rPr sz="2000" spc="-293" dirty="0">
                <a:solidFill>
                  <a:srgbClr val="1A1A1A"/>
                </a:solidFill>
                <a:latin typeface="Tahoma"/>
                <a:cs typeface="Tahoma"/>
              </a:rPr>
              <a:t> </a:t>
            </a:r>
            <a:r>
              <a:rPr sz="2000" spc="73" dirty="0">
                <a:solidFill>
                  <a:srgbClr val="1A1A1A"/>
                </a:solidFill>
                <a:latin typeface="Tahoma"/>
                <a:cs typeface="Tahoma"/>
              </a:rPr>
              <a:t>it</a:t>
            </a:r>
            <a:r>
              <a:rPr sz="2000" spc="-293" dirty="0">
                <a:solidFill>
                  <a:srgbClr val="1A1A1A"/>
                </a:solidFill>
                <a:latin typeface="Tahoma"/>
                <a:cs typeface="Tahoma"/>
              </a:rPr>
              <a:t> </a:t>
            </a:r>
            <a:r>
              <a:rPr sz="2000" spc="-7" dirty="0">
                <a:solidFill>
                  <a:srgbClr val="1A1A1A"/>
                </a:solidFill>
                <a:latin typeface="Tahoma"/>
                <a:cs typeface="Tahoma"/>
              </a:rPr>
              <a:t>was</a:t>
            </a:r>
            <a:r>
              <a:rPr sz="2000" spc="-293" dirty="0">
                <a:solidFill>
                  <a:srgbClr val="1A1A1A"/>
                </a:solidFill>
                <a:latin typeface="Tahoma"/>
                <a:cs typeface="Tahoma"/>
              </a:rPr>
              <a:t> </a:t>
            </a:r>
            <a:r>
              <a:rPr sz="2000" spc="20" dirty="0">
                <a:solidFill>
                  <a:srgbClr val="1A1A1A"/>
                </a:solidFill>
                <a:latin typeface="Tahoma"/>
                <a:cs typeface="Tahoma"/>
              </a:rPr>
              <a:t>created</a:t>
            </a:r>
            <a:r>
              <a:rPr sz="2000" spc="-293" dirty="0">
                <a:solidFill>
                  <a:srgbClr val="1A1A1A"/>
                </a:solidFill>
                <a:latin typeface="Tahoma"/>
                <a:cs typeface="Tahoma"/>
              </a:rPr>
              <a:t> </a:t>
            </a:r>
            <a:r>
              <a:rPr sz="2000" spc="-20" dirty="0">
                <a:solidFill>
                  <a:srgbClr val="1A1A1A"/>
                </a:solidFill>
                <a:latin typeface="Tahoma"/>
                <a:cs typeface="Tahoma"/>
              </a:rPr>
              <a:t>b</a:t>
            </a:r>
            <a:r>
              <a:rPr sz="2000" spc="33" dirty="0">
                <a:solidFill>
                  <a:srgbClr val="1A1A1A"/>
                </a:solidFill>
                <a:latin typeface="Tahoma"/>
                <a:cs typeface="Tahoma"/>
              </a:rPr>
              <a:t>y</a:t>
            </a:r>
            <a:r>
              <a:rPr sz="2000" spc="-293" dirty="0">
                <a:solidFill>
                  <a:srgbClr val="1A1A1A"/>
                </a:solidFill>
                <a:latin typeface="Tahoma"/>
                <a:cs typeface="Tahoma"/>
              </a:rPr>
              <a:t> </a:t>
            </a:r>
            <a:r>
              <a:rPr sz="2000" spc="67" dirty="0">
                <a:solidFill>
                  <a:srgbClr val="1A1A1A"/>
                </a:solidFill>
                <a:latin typeface="Tahoma"/>
                <a:cs typeface="Tahoma"/>
              </a:rPr>
              <a:t>NVIDIA  </a:t>
            </a:r>
            <a:r>
              <a:rPr sz="2000" spc="7" dirty="0">
                <a:solidFill>
                  <a:srgbClr val="1A1A1A"/>
                </a:solidFill>
                <a:latin typeface="Tahoma"/>
                <a:cs typeface="Tahoma"/>
              </a:rPr>
              <a:t>Research</a:t>
            </a:r>
            <a:r>
              <a:rPr sz="2000" spc="-293" dirty="0">
                <a:solidFill>
                  <a:srgbClr val="1A1A1A"/>
                </a:solidFill>
                <a:latin typeface="Tahoma"/>
                <a:cs typeface="Tahoma"/>
              </a:rPr>
              <a:t> </a:t>
            </a:r>
            <a:r>
              <a:rPr sz="2000" spc="-13" dirty="0">
                <a:solidFill>
                  <a:srgbClr val="1A1A1A"/>
                </a:solidFill>
                <a:latin typeface="Tahoma"/>
                <a:cs typeface="Tahoma"/>
              </a:rPr>
              <a:t>and</a:t>
            </a:r>
            <a:r>
              <a:rPr sz="2000" spc="-293" dirty="0">
                <a:solidFill>
                  <a:srgbClr val="1A1A1A"/>
                </a:solidFill>
                <a:latin typeface="Tahoma"/>
                <a:cs typeface="Tahoma"/>
              </a:rPr>
              <a:t> </a:t>
            </a:r>
            <a:r>
              <a:rPr sz="2000" spc="-13" dirty="0">
                <a:solidFill>
                  <a:srgbClr val="1A1A1A"/>
                </a:solidFill>
                <a:latin typeface="Tahoma"/>
                <a:cs typeface="Tahoma"/>
              </a:rPr>
              <a:t>can</a:t>
            </a:r>
            <a:r>
              <a:rPr sz="2000" spc="-293" dirty="0">
                <a:solidFill>
                  <a:srgbClr val="1A1A1A"/>
                </a:solidFill>
                <a:latin typeface="Tahoma"/>
                <a:cs typeface="Tahoma"/>
              </a:rPr>
              <a:t> </a:t>
            </a:r>
            <a:r>
              <a:rPr sz="2000" dirty="0">
                <a:solidFill>
                  <a:srgbClr val="1A1A1A"/>
                </a:solidFill>
                <a:latin typeface="Tahoma"/>
                <a:cs typeface="Tahoma"/>
              </a:rPr>
              <a:t>be</a:t>
            </a:r>
            <a:r>
              <a:rPr sz="2000" spc="-293" dirty="0">
                <a:solidFill>
                  <a:srgbClr val="1A1A1A"/>
                </a:solidFill>
                <a:latin typeface="Tahoma"/>
                <a:cs typeface="Tahoma"/>
              </a:rPr>
              <a:t> </a:t>
            </a:r>
            <a:r>
              <a:rPr sz="2000" spc="-80" dirty="0">
                <a:solidFill>
                  <a:srgbClr val="1A1A1A"/>
                </a:solidFill>
                <a:latin typeface="Tahoma"/>
                <a:cs typeface="Tahoma"/>
              </a:rPr>
              <a:t>e</a:t>
            </a:r>
            <a:r>
              <a:rPr sz="2000" spc="13" dirty="0">
                <a:solidFill>
                  <a:srgbClr val="1A1A1A"/>
                </a:solidFill>
                <a:latin typeface="Tahoma"/>
                <a:cs typeface="Tahoma"/>
              </a:rPr>
              <a:t>xperienced  </a:t>
            </a:r>
            <a:r>
              <a:rPr sz="2000" spc="33" dirty="0">
                <a:solidFill>
                  <a:srgbClr val="1A1A1A"/>
                </a:solidFill>
                <a:latin typeface="Tahoma"/>
                <a:cs typeface="Tahoma"/>
              </a:rPr>
              <a:t>free</a:t>
            </a:r>
            <a:r>
              <a:rPr sz="2000" spc="-293" dirty="0">
                <a:solidFill>
                  <a:srgbClr val="1A1A1A"/>
                </a:solidFill>
                <a:latin typeface="Tahoma"/>
                <a:cs typeface="Tahoma"/>
              </a:rPr>
              <a:t> </a:t>
            </a:r>
            <a:r>
              <a:rPr sz="2000" spc="13" dirty="0">
                <a:solidFill>
                  <a:srgbClr val="1A1A1A"/>
                </a:solidFill>
                <a:latin typeface="Tahoma"/>
                <a:cs typeface="Tahoma"/>
              </a:rPr>
              <a:t>through</a:t>
            </a:r>
            <a:r>
              <a:rPr sz="2000" spc="-293" dirty="0">
                <a:solidFill>
                  <a:srgbClr val="1A1A1A"/>
                </a:solidFill>
                <a:latin typeface="Tahoma"/>
                <a:cs typeface="Tahoma"/>
              </a:rPr>
              <a:t> </a:t>
            </a:r>
            <a:r>
              <a:rPr sz="2000" spc="73" dirty="0">
                <a:solidFill>
                  <a:srgbClr val="1A1A1A"/>
                </a:solidFill>
                <a:latin typeface="Tahoma"/>
                <a:cs typeface="Tahoma"/>
              </a:rPr>
              <a:t>NVIDIA</a:t>
            </a:r>
            <a:r>
              <a:rPr sz="2000" spc="-293" dirty="0">
                <a:solidFill>
                  <a:srgbClr val="1A1A1A"/>
                </a:solidFill>
                <a:latin typeface="Tahoma"/>
                <a:cs typeface="Tahoma"/>
              </a:rPr>
              <a:t> </a:t>
            </a:r>
            <a:r>
              <a:rPr sz="2000" spc="13" dirty="0">
                <a:solidFill>
                  <a:srgbClr val="1A1A1A"/>
                </a:solidFill>
                <a:latin typeface="Tahoma"/>
                <a:cs typeface="Tahoma"/>
              </a:rPr>
              <a:t>AI</a:t>
            </a:r>
            <a:r>
              <a:rPr sz="2000" spc="-293" dirty="0">
                <a:solidFill>
                  <a:srgbClr val="1A1A1A"/>
                </a:solidFill>
                <a:latin typeface="Tahoma"/>
                <a:cs typeface="Tahoma"/>
              </a:rPr>
              <a:t> </a:t>
            </a:r>
            <a:r>
              <a:rPr sz="2000" spc="-20" dirty="0">
                <a:solidFill>
                  <a:srgbClr val="1A1A1A"/>
                </a:solidFill>
                <a:latin typeface="Tahoma"/>
                <a:cs typeface="Tahoma"/>
              </a:rPr>
              <a:t>Demos.</a:t>
            </a:r>
            <a:endParaRPr sz="2000" dirty="0">
              <a:latin typeface="Tahoma"/>
              <a:cs typeface="Tahoma"/>
            </a:endParaRPr>
          </a:p>
        </p:txBody>
      </p:sp>
      <p:pic>
        <p:nvPicPr>
          <p:cNvPr id="7" name="object 7"/>
          <p:cNvPicPr/>
          <p:nvPr/>
        </p:nvPicPr>
        <p:blipFill>
          <a:blip r:embed="rId2" cstate="print"/>
          <a:stretch>
            <a:fillRect/>
          </a:stretch>
        </p:blipFill>
        <p:spPr>
          <a:xfrm>
            <a:off x="5872480" y="1528053"/>
            <a:ext cx="6305009" cy="4496827"/>
          </a:xfrm>
          <a:prstGeom prst="rect">
            <a:avLst/>
          </a:prstGeom>
        </p:spPr>
      </p:pic>
      <p:sp>
        <p:nvSpPr>
          <p:cNvPr id="2" name="Slide Number Placeholder 1">
            <a:extLst>
              <a:ext uri="{FF2B5EF4-FFF2-40B4-BE49-F238E27FC236}">
                <a16:creationId xmlns:a16="http://schemas.microsoft.com/office/drawing/2014/main" id="{8FD75557-9674-6EC5-93D1-C8578C753654}"/>
              </a:ext>
            </a:extLst>
          </p:cNvPr>
          <p:cNvSpPr>
            <a:spLocks noGrp="1"/>
          </p:cNvSpPr>
          <p:nvPr>
            <p:ph type="sldNum" sz="quarter" idx="12"/>
          </p:nvPr>
        </p:nvSpPr>
        <p:spPr/>
        <p:txBody>
          <a:bodyPr/>
          <a:lstStyle/>
          <a:p>
            <a:fld id="{5EE24C92-1265-4741-8F9F-404A15D9386E}" type="slidenum">
              <a:rPr lang="en-US" smtClean="0"/>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a:spLocks noGrp="1"/>
          </p:cNvSpPr>
          <p:nvPr>
            <p:ph type="title"/>
          </p:nvPr>
        </p:nvSpPr>
        <p:spPr>
          <a:xfrm>
            <a:off x="157599" y="1199206"/>
            <a:ext cx="4898813" cy="495927"/>
          </a:xfrm>
          <a:prstGeom prst="rect">
            <a:avLst/>
          </a:prstGeom>
        </p:spPr>
        <p:txBody>
          <a:bodyPr vert="horz" wrap="square" lIns="0" tIns="23707" rIns="0" bIns="0" rtlCol="0" anchor="ctr">
            <a:spAutoFit/>
          </a:bodyPr>
          <a:lstStyle/>
          <a:p>
            <a:pPr marL="16933">
              <a:lnSpc>
                <a:spcPct val="100000"/>
              </a:lnSpc>
              <a:spcBef>
                <a:spcPts val="187"/>
              </a:spcBef>
            </a:pPr>
            <a:r>
              <a:rPr sz="3067" spc="100" dirty="0">
                <a:solidFill>
                  <a:srgbClr val="1A1A1A"/>
                </a:solidFill>
                <a:latin typeface="Tahoma"/>
                <a:cs typeface="Tahoma"/>
              </a:rPr>
              <a:t>Architecture</a:t>
            </a:r>
            <a:r>
              <a:rPr sz="3067" spc="-240" dirty="0">
                <a:solidFill>
                  <a:srgbClr val="1A1A1A"/>
                </a:solidFill>
                <a:latin typeface="Tahoma"/>
                <a:cs typeface="Tahoma"/>
              </a:rPr>
              <a:t> </a:t>
            </a:r>
            <a:r>
              <a:rPr sz="3067" spc="20" dirty="0">
                <a:solidFill>
                  <a:srgbClr val="1A1A1A"/>
                </a:solidFill>
                <a:latin typeface="Tahoma"/>
                <a:cs typeface="Tahoma"/>
              </a:rPr>
              <a:t>of</a:t>
            </a:r>
            <a:r>
              <a:rPr sz="3067" spc="-240" dirty="0">
                <a:solidFill>
                  <a:srgbClr val="1A1A1A"/>
                </a:solidFill>
                <a:latin typeface="Tahoma"/>
                <a:cs typeface="Tahoma"/>
              </a:rPr>
              <a:t> </a:t>
            </a:r>
            <a:r>
              <a:rPr sz="3067" spc="127" dirty="0">
                <a:solidFill>
                  <a:srgbClr val="1A1A1A"/>
                </a:solidFill>
                <a:latin typeface="Tahoma"/>
                <a:cs typeface="Tahoma"/>
              </a:rPr>
              <a:t>GauGAN</a:t>
            </a:r>
            <a:endParaRPr sz="3067" dirty="0">
              <a:latin typeface="Tahoma"/>
              <a:cs typeface="Tahoma"/>
            </a:endParaRPr>
          </a:p>
        </p:txBody>
      </p:sp>
      <p:sp>
        <p:nvSpPr>
          <p:cNvPr id="6" name="object 6"/>
          <p:cNvSpPr txBox="1"/>
          <p:nvPr/>
        </p:nvSpPr>
        <p:spPr>
          <a:xfrm>
            <a:off x="385935" y="2415205"/>
            <a:ext cx="11277600" cy="3479585"/>
          </a:xfrm>
          <a:prstGeom prst="rect">
            <a:avLst/>
          </a:prstGeom>
        </p:spPr>
        <p:txBody>
          <a:bodyPr vert="horz" wrap="square" lIns="0" tIns="16933" rIns="0" bIns="0" rtlCol="0">
            <a:spAutoFit/>
          </a:bodyPr>
          <a:lstStyle/>
          <a:p>
            <a:pPr marL="487668" marR="6773" indent="-437716">
              <a:lnSpc>
                <a:spcPct val="114999"/>
              </a:lnSpc>
              <a:spcBef>
                <a:spcPts val="133"/>
              </a:spcBef>
              <a:buClr>
                <a:srgbClr val="595959"/>
              </a:buClr>
              <a:buSzPct val="72222"/>
              <a:buFont typeface="Arial"/>
              <a:buChar char="●"/>
              <a:tabLst>
                <a:tab pos="487668" algn="l"/>
                <a:tab pos="488514" algn="l"/>
              </a:tabLst>
            </a:pPr>
            <a:r>
              <a:rPr sz="2000" spc="60" dirty="0">
                <a:solidFill>
                  <a:srgbClr val="1A1A1A"/>
                </a:solidFill>
                <a:latin typeface="Tahoma"/>
                <a:cs typeface="Tahoma"/>
              </a:rPr>
              <a:t>Like any other generative adversarial network, GauGAN contains a discriminator  and a generator. With GauGAN speciﬁcally, Nvidia has introduced a new  normalization technique called Spatially Adaptive Normalization, or SPADE  Normalization, via use of special SPADE blocks. Additionally, GauGAN features an  encoder that is used for multi-modal synthesis (if this doesn't make sense, don't  worry – we'll cover it later).</a:t>
            </a:r>
          </a:p>
          <a:p>
            <a:pPr>
              <a:spcBef>
                <a:spcPts val="40"/>
              </a:spcBef>
              <a:buClr>
                <a:srgbClr val="595959"/>
              </a:buClr>
              <a:buFont typeface="Arial"/>
              <a:buChar char="●"/>
            </a:pPr>
            <a:endParaRPr sz="2000" spc="60" dirty="0">
              <a:solidFill>
                <a:srgbClr val="1A1A1A"/>
              </a:solidFill>
              <a:latin typeface="Tahoma"/>
              <a:cs typeface="Tahoma"/>
            </a:endParaRPr>
          </a:p>
          <a:p>
            <a:pPr marL="487668" indent="-438562">
              <a:buClr>
                <a:srgbClr val="595959"/>
              </a:buClr>
              <a:buSzPct val="72222"/>
              <a:buFont typeface="Arial"/>
              <a:buChar char="●"/>
              <a:tabLst>
                <a:tab pos="487668" algn="l"/>
                <a:tab pos="488514" algn="l"/>
              </a:tabLst>
            </a:pPr>
            <a:r>
              <a:rPr sz="2000" spc="60" dirty="0">
                <a:solidFill>
                  <a:srgbClr val="1A1A1A"/>
                </a:solidFill>
                <a:latin typeface="Tahoma"/>
                <a:cs typeface="Tahoma"/>
              </a:rPr>
              <a:t>The input to the generator consists of:</a:t>
            </a:r>
          </a:p>
          <a:p>
            <a:pPr marL="487668" indent="-488514">
              <a:spcBef>
                <a:spcPts val="433"/>
              </a:spcBef>
              <a:buClr>
                <a:srgbClr val="595959"/>
              </a:buClr>
              <a:buSzPct val="72222"/>
              <a:buFont typeface="Arial"/>
              <a:buAutoNum type="arabicPeriod"/>
              <a:tabLst>
                <a:tab pos="487668" algn="l"/>
                <a:tab pos="488514" algn="l"/>
              </a:tabLst>
            </a:pPr>
            <a:r>
              <a:rPr sz="2000" spc="60" dirty="0">
                <a:solidFill>
                  <a:srgbClr val="1A1A1A"/>
                </a:solidFill>
                <a:latin typeface="Tahoma"/>
                <a:cs typeface="Tahoma"/>
              </a:rPr>
              <a:t>A one-hot encoded semantic segmentation map</a:t>
            </a:r>
          </a:p>
          <a:p>
            <a:pPr marL="487668" indent="-488514">
              <a:spcBef>
                <a:spcPts val="433"/>
              </a:spcBef>
              <a:buClr>
                <a:srgbClr val="595959"/>
              </a:buClr>
              <a:buSzPct val="72222"/>
              <a:buFont typeface="Arial"/>
              <a:buAutoNum type="arabicPeriod"/>
              <a:tabLst>
                <a:tab pos="487668" algn="l"/>
                <a:tab pos="488514" algn="l"/>
              </a:tabLst>
            </a:pPr>
            <a:r>
              <a:rPr sz="2000" spc="60" dirty="0">
                <a:solidFill>
                  <a:srgbClr val="1A1A1A"/>
                </a:solidFill>
                <a:latin typeface="Tahoma"/>
                <a:cs typeface="Tahoma"/>
              </a:rPr>
              <a:t>An edge map (optional)</a:t>
            </a:r>
          </a:p>
          <a:p>
            <a:pPr marL="487668" indent="-488514">
              <a:spcBef>
                <a:spcPts val="427"/>
              </a:spcBef>
              <a:buClr>
                <a:srgbClr val="595959"/>
              </a:buClr>
              <a:buSzPct val="72222"/>
              <a:buFont typeface="Arial"/>
              <a:buAutoNum type="arabicPeriod"/>
              <a:tabLst>
                <a:tab pos="487668" algn="l"/>
                <a:tab pos="488514" algn="l"/>
              </a:tabLst>
            </a:pPr>
            <a:r>
              <a:rPr sz="2000" spc="60" dirty="0">
                <a:solidFill>
                  <a:srgbClr val="1A1A1A"/>
                </a:solidFill>
                <a:latin typeface="Tahoma"/>
                <a:cs typeface="Tahoma"/>
              </a:rPr>
              <a:t>An encoded feature vector (optional)</a:t>
            </a:r>
          </a:p>
        </p:txBody>
      </p:sp>
      <p:sp>
        <p:nvSpPr>
          <p:cNvPr id="2" name="Slide Number Placeholder 1">
            <a:extLst>
              <a:ext uri="{FF2B5EF4-FFF2-40B4-BE49-F238E27FC236}">
                <a16:creationId xmlns:a16="http://schemas.microsoft.com/office/drawing/2014/main" id="{91697EFC-469A-DA51-7D2E-A642220600A8}"/>
              </a:ext>
            </a:extLst>
          </p:cNvPr>
          <p:cNvSpPr>
            <a:spLocks noGrp="1"/>
          </p:cNvSpPr>
          <p:nvPr>
            <p:ph type="sldNum" sz="quarter" idx="12"/>
          </p:nvPr>
        </p:nvSpPr>
        <p:spPr/>
        <p:txBody>
          <a:bodyPr/>
          <a:lstStyle/>
          <a:p>
            <a:fld id="{5EE24C92-1265-4741-8F9F-404A15D9386E}" type="slidenum">
              <a:rPr lang="en-US" smtClean="0"/>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a:spLocks noGrp="1"/>
          </p:cNvSpPr>
          <p:nvPr>
            <p:ph type="title"/>
          </p:nvPr>
        </p:nvSpPr>
        <p:spPr>
          <a:xfrm>
            <a:off x="198239" y="1534486"/>
            <a:ext cx="4898813" cy="495927"/>
          </a:xfrm>
          <a:prstGeom prst="rect">
            <a:avLst/>
          </a:prstGeom>
        </p:spPr>
        <p:txBody>
          <a:bodyPr vert="horz" wrap="square" lIns="0" tIns="23707" rIns="0" bIns="0" rtlCol="0" anchor="ctr">
            <a:spAutoFit/>
          </a:bodyPr>
          <a:lstStyle/>
          <a:p>
            <a:pPr marL="16933">
              <a:lnSpc>
                <a:spcPct val="100000"/>
              </a:lnSpc>
              <a:spcBef>
                <a:spcPts val="187"/>
              </a:spcBef>
            </a:pPr>
            <a:r>
              <a:rPr sz="3067" spc="100" dirty="0">
                <a:solidFill>
                  <a:srgbClr val="1A1A1A"/>
                </a:solidFill>
                <a:latin typeface="Tahoma"/>
                <a:cs typeface="Tahoma"/>
              </a:rPr>
              <a:t>Architecture</a:t>
            </a:r>
            <a:r>
              <a:rPr sz="3067" spc="-240" dirty="0">
                <a:solidFill>
                  <a:srgbClr val="1A1A1A"/>
                </a:solidFill>
                <a:latin typeface="Tahoma"/>
                <a:cs typeface="Tahoma"/>
              </a:rPr>
              <a:t> </a:t>
            </a:r>
            <a:r>
              <a:rPr sz="3067" spc="20" dirty="0">
                <a:solidFill>
                  <a:srgbClr val="1A1A1A"/>
                </a:solidFill>
                <a:latin typeface="Tahoma"/>
                <a:cs typeface="Tahoma"/>
              </a:rPr>
              <a:t>of</a:t>
            </a:r>
            <a:r>
              <a:rPr sz="3067" spc="-240" dirty="0">
                <a:solidFill>
                  <a:srgbClr val="1A1A1A"/>
                </a:solidFill>
                <a:latin typeface="Tahoma"/>
                <a:cs typeface="Tahoma"/>
              </a:rPr>
              <a:t> </a:t>
            </a:r>
            <a:r>
              <a:rPr sz="3067" spc="127" dirty="0">
                <a:solidFill>
                  <a:srgbClr val="1A1A1A"/>
                </a:solidFill>
                <a:latin typeface="Tahoma"/>
                <a:cs typeface="Tahoma"/>
              </a:rPr>
              <a:t>GauGAN</a:t>
            </a:r>
            <a:endParaRPr sz="3067" dirty="0">
              <a:latin typeface="Tahoma"/>
              <a:cs typeface="Tahoma"/>
            </a:endParaRPr>
          </a:p>
        </p:txBody>
      </p:sp>
      <p:sp>
        <p:nvSpPr>
          <p:cNvPr id="6" name="object 6"/>
          <p:cNvSpPr txBox="1"/>
          <p:nvPr/>
        </p:nvSpPr>
        <p:spPr>
          <a:xfrm>
            <a:off x="297692" y="2844637"/>
            <a:ext cx="11375813" cy="2113826"/>
          </a:xfrm>
          <a:prstGeom prst="rect">
            <a:avLst/>
          </a:prstGeom>
        </p:spPr>
        <p:txBody>
          <a:bodyPr vert="horz" wrap="square" lIns="0" tIns="16933" rIns="0" bIns="0" rtlCol="0">
            <a:spAutoFit/>
          </a:bodyPr>
          <a:lstStyle/>
          <a:p>
            <a:pPr marL="453802" marR="391150" indent="-437716">
              <a:lnSpc>
                <a:spcPct val="114999"/>
              </a:lnSpc>
              <a:spcBef>
                <a:spcPts val="133"/>
              </a:spcBef>
              <a:buClr>
                <a:srgbClr val="595959"/>
              </a:buClr>
              <a:buSzPct val="65000"/>
              <a:buFont typeface="Arial"/>
              <a:buChar char="●"/>
              <a:tabLst>
                <a:tab pos="453802" algn="l"/>
                <a:tab pos="454649" algn="l"/>
              </a:tabLst>
            </a:pPr>
            <a:r>
              <a:rPr sz="2000" spc="60" dirty="0">
                <a:solidFill>
                  <a:srgbClr val="1A1A1A"/>
                </a:solidFill>
                <a:latin typeface="Tahoma"/>
                <a:cs typeface="Tahoma"/>
              </a:rPr>
              <a:t>The first is necessary, whereas the second and third inputs are  optional. Whichever set of inputs are used, they are</a:t>
            </a:r>
          </a:p>
          <a:p>
            <a:pPr marL="453802">
              <a:spcBef>
                <a:spcPts val="479"/>
              </a:spcBef>
            </a:pPr>
            <a:r>
              <a:rPr sz="2000" spc="60" dirty="0">
                <a:solidFill>
                  <a:srgbClr val="1A1A1A"/>
                </a:solidFill>
                <a:latin typeface="Tahoma"/>
                <a:cs typeface="Tahoma"/>
              </a:rPr>
              <a:t>depth-concatenated before being sent to the generator.</a:t>
            </a:r>
          </a:p>
          <a:p>
            <a:pPr>
              <a:spcBef>
                <a:spcPts val="93"/>
              </a:spcBef>
            </a:pPr>
            <a:endParaRPr sz="2000" spc="60" dirty="0">
              <a:solidFill>
                <a:srgbClr val="1A1A1A"/>
              </a:solidFill>
              <a:latin typeface="Tahoma"/>
              <a:cs typeface="Tahoma"/>
            </a:endParaRPr>
          </a:p>
          <a:p>
            <a:pPr marL="453802" marR="6773" indent="-437716">
              <a:lnSpc>
                <a:spcPct val="114999"/>
              </a:lnSpc>
              <a:buClr>
                <a:srgbClr val="595959"/>
              </a:buClr>
              <a:buSzPct val="65000"/>
              <a:buFont typeface="Arial"/>
              <a:buChar char="●"/>
              <a:tabLst>
                <a:tab pos="453802" algn="l"/>
                <a:tab pos="454649" algn="l"/>
              </a:tabLst>
            </a:pPr>
            <a:r>
              <a:rPr sz="2000" spc="60" dirty="0">
                <a:solidFill>
                  <a:srgbClr val="1A1A1A"/>
                </a:solidFill>
                <a:latin typeface="Tahoma"/>
                <a:cs typeface="Tahoma"/>
              </a:rPr>
              <a:t>The semantic segmentation map is basically one-hot encoded  such that we have a one-hot encoded map of each class. These  maps are then depth-concatenated.</a:t>
            </a:r>
          </a:p>
        </p:txBody>
      </p:sp>
      <p:sp>
        <p:nvSpPr>
          <p:cNvPr id="2" name="Slide Number Placeholder 1">
            <a:extLst>
              <a:ext uri="{FF2B5EF4-FFF2-40B4-BE49-F238E27FC236}">
                <a16:creationId xmlns:a16="http://schemas.microsoft.com/office/drawing/2014/main" id="{8E3562A7-27BF-A327-8879-EE50E95154BB}"/>
              </a:ext>
            </a:extLst>
          </p:cNvPr>
          <p:cNvSpPr>
            <a:spLocks noGrp="1"/>
          </p:cNvSpPr>
          <p:nvPr>
            <p:ph type="sldNum" sz="quarter" idx="12"/>
          </p:nvPr>
        </p:nvSpPr>
        <p:spPr/>
        <p:txBody>
          <a:bodyPr/>
          <a:lstStyle/>
          <a:p>
            <a:fld id="{5EE24C92-1265-4741-8F9F-404A15D9386E}" type="slidenum">
              <a:rPr lang="en-US" smtClean="0"/>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99440" y="1696721"/>
            <a:ext cx="10617200" cy="3738879"/>
          </a:xfrm>
          <a:prstGeom prst="rect">
            <a:avLst/>
          </a:prstGeom>
        </p:spPr>
      </p:pic>
      <p:sp>
        <p:nvSpPr>
          <p:cNvPr id="3" name="Slide Number Placeholder 2">
            <a:extLst>
              <a:ext uri="{FF2B5EF4-FFF2-40B4-BE49-F238E27FC236}">
                <a16:creationId xmlns:a16="http://schemas.microsoft.com/office/drawing/2014/main" id="{57204D70-D4AF-EA93-E2CB-76908925A5DE}"/>
              </a:ext>
            </a:extLst>
          </p:cNvPr>
          <p:cNvSpPr>
            <a:spLocks noGrp="1"/>
          </p:cNvSpPr>
          <p:nvPr>
            <p:ph type="sldNum" sz="quarter" idx="12"/>
          </p:nvPr>
        </p:nvSpPr>
        <p:spPr/>
        <p:txBody>
          <a:bodyPr/>
          <a:lstStyle/>
          <a:p>
            <a:fld id="{5EE24C92-1265-4741-8F9F-404A15D9386E}" type="slidenum">
              <a:rPr lang="en-US" smtClean="0"/>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88189" y="1168957"/>
            <a:ext cx="11203940" cy="2032000"/>
          </a:xfrm>
          <a:custGeom>
            <a:avLst/>
            <a:gdLst/>
            <a:ahLst/>
            <a:cxnLst/>
            <a:rect l="l" t="t" r="r" b="b"/>
            <a:pathLst>
              <a:path w="8402955" h="1524000">
                <a:moveTo>
                  <a:pt x="8402548" y="0"/>
                </a:moveTo>
                <a:lnTo>
                  <a:pt x="0" y="0"/>
                </a:lnTo>
                <a:lnTo>
                  <a:pt x="0" y="304800"/>
                </a:lnTo>
                <a:lnTo>
                  <a:pt x="0" y="609600"/>
                </a:lnTo>
                <a:lnTo>
                  <a:pt x="0" y="914400"/>
                </a:lnTo>
                <a:lnTo>
                  <a:pt x="0" y="1219200"/>
                </a:lnTo>
                <a:lnTo>
                  <a:pt x="0" y="1524000"/>
                </a:lnTo>
                <a:lnTo>
                  <a:pt x="1584325" y="1524000"/>
                </a:lnTo>
                <a:lnTo>
                  <a:pt x="1584325" y="1219200"/>
                </a:lnTo>
                <a:lnTo>
                  <a:pt x="7905928" y="1219200"/>
                </a:lnTo>
                <a:lnTo>
                  <a:pt x="7905928" y="914400"/>
                </a:lnTo>
                <a:lnTo>
                  <a:pt x="8232699" y="914400"/>
                </a:lnTo>
                <a:lnTo>
                  <a:pt x="8232699" y="609600"/>
                </a:lnTo>
                <a:lnTo>
                  <a:pt x="8384781" y="609600"/>
                </a:lnTo>
                <a:lnTo>
                  <a:pt x="8384781" y="304800"/>
                </a:lnTo>
                <a:lnTo>
                  <a:pt x="8402548" y="304800"/>
                </a:lnTo>
                <a:lnTo>
                  <a:pt x="8402548" y="0"/>
                </a:lnTo>
                <a:close/>
              </a:path>
            </a:pathLst>
          </a:custGeom>
          <a:solidFill>
            <a:srgbClr val="FFFFFF"/>
          </a:solidFill>
        </p:spPr>
        <p:txBody>
          <a:bodyPr wrap="square" lIns="0" tIns="0" rIns="0" bIns="0" rtlCol="0"/>
          <a:lstStyle/>
          <a:p>
            <a:endParaRPr sz="2400"/>
          </a:p>
        </p:txBody>
      </p:sp>
      <p:sp>
        <p:nvSpPr>
          <p:cNvPr id="3" name="object 3"/>
          <p:cNvSpPr/>
          <p:nvPr/>
        </p:nvSpPr>
        <p:spPr>
          <a:xfrm>
            <a:off x="488188" y="4013757"/>
            <a:ext cx="11043920" cy="1219200"/>
          </a:xfrm>
          <a:custGeom>
            <a:avLst/>
            <a:gdLst/>
            <a:ahLst/>
            <a:cxnLst/>
            <a:rect l="l" t="t" r="r" b="b"/>
            <a:pathLst>
              <a:path w="8282940" h="914400">
                <a:moveTo>
                  <a:pt x="8282711" y="0"/>
                </a:moveTo>
                <a:lnTo>
                  <a:pt x="0" y="0"/>
                </a:lnTo>
                <a:lnTo>
                  <a:pt x="0" y="304800"/>
                </a:lnTo>
                <a:lnTo>
                  <a:pt x="0" y="609600"/>
                </a:lnTo>
                <a:lnTo>
                  <a:pt x="0" y="914400"/>
                </a:lnTo>
                <a:lnTo>
                  <a:pt x="3698557" y="914400"/>
                </a:lnTo>
                <a:lnTo>
                  <a:pt x="3698557" y="609600"/>
                </a:lnTo>
                <a:lnTo>
                  <a:pt x="7649743" y="609600"/>
                </a:lnTo>
                <a:lnTo>
                  <a:pt x="7649743" y="304800"/>
                </a:lnTo>
                <a:lnTo>
                  <a:pt x="8282711" y="304800"/>
                </a:lnTo>
                <a:lnTo>
                  <a:pt x="8282711" y="0"/>
                </a:lnTo>
                <a:close/>
              </a:path>
            </a:pathLst>
          </a:custGeom>
          <a:solidFill>
            <a:srgbClr val="FFFFFF"/>
          </a:solidFill>
        </p:spPr>
        <p:txBody>
          <a:bodyPr wrap="square" lIns="0" tIns="0" rIns="0" bIns="0" rtlCol="0"/>
          <a:lstStyle/>
          <a:p>
            <a:endParaRPr sz="2400"/>
          </a:p>
        </p:txBody>
      </p:sp>
      <p:sp>
        <p:nvSpPr>
          <p:cNvPr id="4" name="object 4"/>
          <p:cNvSpPr/>
          <p:nvPr/>
        </p:nvSpPr>
        <p:spPr>
          <a:xfrm>
            <a:off x="488187" y="6045747"/>
            <a:ext cx="9788312" cy="406400"/>
          </a:xfrm>
          <a:custGeom>
            <a:avLst/>
            <a:gdLst/>
            <a:ahLst/>
            <a:cxnLst/>
            <a:rect l="l" t="t" r="r" b="b"/>
            <a:pathLst>
              <a:path w="7341234" h="304800">
                <a:moveTo>
                  <a:pt x="7341004" y="304800"/>
                </a:moveTo>
                <a:lnTo>
                  <a:pt x="0" y="304800"/>
                </a:lnTo>
                <a:lnTo>
                  <a:pt x="0" y="0"/>
                </a:lnTo>
                <a:lnTo>
                  <a:pt x="7341004" y="0"/>
                </a:lnTo>
                <a:lnTo>
                  <a:pt x="7341004" y="304800"/>
                </a:lnTo>
                <a:close/>
              </a:path>
            </a:pathLst>
          </a:custGeom>
          <a:solidFill>
            <a:srgbClr val="FFFFFF"/>
          </a:solidFill>
        </p:spPr>
        <p:txBody>
          <a:bodyPr wrap="square" lIns="0" tIns="0" rIns="0" bIns="0" rtlCol="0"/>
          <a:lstStyle/>
          <a:p>
            <a:endParaRPr sz="2400"/>
          </a:p>
        </p:txBody>
      </p:sp>
      <p:sp>
        <p:nvSpPr>
          <p:cNvPr id="5" name="object 5"/>
          <p:cNvSpPr txBox="1"/>
          <p:nvPr/>
        </p:nvSpPr>
        <p:spPr>
          <a:xfrm>
            <a:off x="488187" y="1625043"/>
            <a:ext cx="11242040" cy="3607825"/>
          </a:xfrm>
          <a:prstGeom prst="rect">
            <a:avLst/>
          </a:prstGeom>
        </p:spPr>
        <p:txBody>
          <a:bodyPr vert="horz" wrap="square" lIns="0" tIns="16933" rIns="0" bIns="0" rtlCol="0">
            <a:spAutoFit/>
          </a:bodyPr>
          <a:lstStyle/>
          <a:p>
            <a:pPr marL="16933" marR="6773">
              <a:spcBef>
                <a:spcPts val="133"/>
              </a:spcBef>
            </a:pPr>
            <a:r>
              <a:rPr sz="2000" spc="60" dirty="0">
                <a:solidFill>
                  <a:srgbClr val="1A1A1A"/>
                </a:solidFill>
                <a:latin typeface="Tahoma"/>
                <a:cs typeface="Tahoma"/>
              </a:rPr>
              <a:t>An edge map is only possible if one has instance IDs for objects in  the image. In segmentation labels, we only care about the class of  the object. If two cars are overlapping, then the car label would be  a blob consisting of two overlapping cars. This might confuse the  algorithm and cause it to perform worse when two objects are  overlapping.</a:t>
            </a:r>
          </a:p>
          <a:p>
            <a:pPr marL="16933" marR="165943">
              <a:spcBef>
                <a:spcPts val="3200"/>
              </a:spcBef>
            </a:pPr>
            <a:r>
              <a:rPr sz="2000" spc="60" dirty="0">
                <a:solidFill>
                  <a:srgbClr val="1A1A1A"/>
                </a:solidFill>
                <a:latin typeface="Tahoma"/>
                <a:cs typeface="Tahoma"/>
              </a:rPr>
              <a:t>To overcome this, the utilization of a semantic label map was  introduced in Pix2PixHD. This is a 0-1 binary map where every pixel  is zero except those where each of the four neighbors do not  belong to the same instance.</a:t>
            </a:r>
          </a:p>
          <a:p>
            <a:pPr marL="16933" marR="807700">
              <a:spcBef>
                <a:spcPts val="3200"/>
              </a:spcBef>
            </a:pPr>
            <a:r>
              <a:rPr sz="2000" spc="60" dirty="0">
                <a:solidFill>
                  <a:srgbClr val="1A1A1A"/>
                </a:solidFill>
                <a:latin typeface="Tahoma"/>
                <a:cs typeface="Tahoma"/>
              </a:rPr>
              <a:t>An encoded feature vector is produced by passing the image  which will be used as the style guide through the encoder.</a:t>
            </a:r>
          </a:p>
        </p:txBody>
      </p:sp>
      <p:sp>
        <p:nvSpPr>
          <p:cNvPr id="6" name="Slide Number Placeholder 5">
            <a:extLst>
              <a:ext uri="{FF2B5EF4-FFF2-40B4-BE49-F238E27FC236}">
                <a16:creationId xmlns:a16="http://schemas.microsoft.com/office/drawing/2014/main" id="{6974750D-6627-A889-1131-BA794826C196}"/>
              </a:ext>
            </a:extLst>
          </p:cNvPr>
          <p:cNvSpPr>
            <a:spLocks noGrp="1"/>
          </p:cNvSpPr>
          <p:nvPr>
            <p:ph type="sldNum" sz="quarter" idx="12"/>
          </p:nvPr>
        </p:nvSpPr>
        <p:spPr/>
        <p:txBody>
          <a:bodyPr/>
          <a:lstStyle/>
          <a:p>
            <a:fld id="{5EE24C92-1265-4741-8F9F-404A15D9386E}" type="slidenum">
              <a:rPr lang="en-US" smtClean="0"/>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9976" y="1312450"/>
            <a:ext cx="4195233" cy="509541"/>
          </a:xfrm>
          <a:prstGeom prst="rect">
            <a:avLst/>
          </a:prstGeom>
        </p:spPr>
        <p:txBody>
          <a:bodyPr vert="horz" wrap="square" lIns="0" tIns="16933" rIns="0" bIns="0" rtlCol="0" anchor="ctr">
            <a:spAutoFit/>
          </a:bodyPr>
          <a:lstStyle/>
          <a:p>
            <a:pPr marL="16933">
              <a:lnSpc>
                <a:spcPct val="100000"/>
              </a:lnSpc>
              <a:spcBef>
                <a:spcPts val="133"/>
              </a:spcBef>
            </a:pPr>
            <a:r>
              <a:rPr sz="3200" spc="93" dirty="0">
                <a:solidFill>
                  <a:srgbClr val="333333"/>
                </a:solidFill>
                <a:latin typeface="Tahoma"/>
                <a:cs typeface="Tahoma"/>
              </a:rPr>
              <a:t>Data</a:t>
            </a:r>
            <a:r>
              <a:rPr sz="3200" spc="-260" dirty="0">
                <a:solidFill>
                  <a:srgbClr val="333333"/>
                </a:solidFill>
                <a:latin typeface="Tahoma"/>
                <a:cs typeface="Tahoma"/>
              </a:rPr>
              <a:t> </a:t>
            </a:r>
            <a:r>
              <a:rPr sz="3200" spc="107" dirty="0">
                <a:solidFill>
                  <a:srgbClr val="333333"/>
                </a:solidFill>
                <a:latin typeface="Tahoma"/>
                <a:cs typeface="Tahoma"/>
              </a:rPr>
              <a:t>Augmentation</a:t>
            </a:r>
          </a:p>
        </p:txBody>
      </p:sp>
      <p:pic>
        <p:nvPicPr>
          <p:cNvPr id="3" name="object 3"/>
          <p:cNvPicPr/>
          <p:nvPr/>
        </p:nvPicPr>
        <p:blipFill>
          <a:blip r:embed="rId2" cstate="print"/>
          <a:stretch>
            <a:fillRect/>
          </a:stretch>
        </p:blipFill>
        <p:spPr>
          <a:xfrm>
            <a:off x="2875280" y="2239671"/>
            <a:ext cx="6807200" cy="3683610"/>
          </a:xfrm>
          <a:prstGeom prst="rect">
            <a:avLst/>
          </a:prstGeom>
        </p:spPr>
      </p:pic>
      <p:sp>
        <p:nvSpPr>
          <p:cNvPr id="4" name="Slide Number Placeholder 3">
            <a:extLst>
              <a:ext uri="{FF2B5EF4-FFF2-40B4-BE49-F238E27FC236}">
                <a16:creationId xmlns:a16="http://schemas.microsoft.com/office/drawing/2014/main" id="{9B70552F-D422-AAC4-AB1C-51930E110D16}"/>
              </a:ext>
            </a:extLst>
          </p:cNvPr>
          <p:cNvSpPr>
            <a:spLocks noGrp="1"/>
          </p:cNvSpPr>
          <p:nvPr>
            <p:ph type="sldNum" sz="quarter" idx="12"/>
          </p:nvPr>
        </p:nvSpPr>
        <p:spPr/>
        <p:txBody>
          <a:bodyPr/>
          <a:lstStyle/>
          <a:p>
            <a:fld id="{5EE24C92-1265-4741-8F9F-404A15D9386E}" type="slidenum">
              <a:rPr lang="en-US" smtClean="0"/>
              <a:t>36</a:t>
            </a:fld>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49336" y="1149890"/>
            <a:ext cx="4195233" cy="509541"/>
          </a:xfrm>
          <a:prstGeom prst="rect">
            <a:avLst/>
          </a:prstGeom>
        </p:spPr>
        <p:txBody>
          <a:bodyPr vert="horz" wrap="square" lIns="0" tIns="16933" rIns="0" bIns="0" rtlCol="0" anchor="ctr">
            <a:spAutoFit/>
          </a:bodyPr>
          <a:lstStyle/>
          <a:p>
            <a:pPr marL="16933">
              <a:lnSpc>
                <a:spcPct val="100000"/>
              </a:lnSpc>
              <a:spcBef>
                <a:spcPts val="133"/>
              </a:spcBef>
            </a:pPr>
            <a:r>
              <a:rPr sz="3200" spc="93" dirty="0">
                <a:solidFill>
                  <a:srgbClr val="333333"/>
                </a:solidFill>
                <a:latin typeface="Tahoma"/>
                <a:cs typeface="Tahoma"/>
              </a:rPr>
              <a:t>Data</a:t>
            </a:r>
            <a:r>
              <a:rPr sz="3200" spc="-260" dirty="0">
                <a:solidFill>
                  <a:srgbClr val="333333"/>
                </a:solidFill>
                <a:latin typeface="Tahoma"/>
                <a:cs typeface="Tahoma"/>
              </a:rPr>
              <a:t> </a:t>
            </a:r>
            <a:r>
              <a:rPr sz="3200" spc="107" dirty="0">
                <a:solidFill>
                  <a:srgbClr val="333333"/>
                </a:solidFill>
                <a:latin typeface="Tahoma"/>
                <a:cs typeface="Tahoma"/>
              </a:rPr>
              <a:t>Augmentation</a:t>
            </a:r>
          </a:p>
        </p:txBody>
      </p:sp>
      <p:pic>
        <p:nvPicPr>
          <p:cNvPr id="3" name="object 3"/>
          <p:cNvPicPr/>
          <p:nvPr/>
        </p:nvPicPr>
        <p:blipFill>
          <a:blip r:embed="rId2" cstate="print"/>
          <a:stretch>
            <a:fillRect/>
          </a:stretch>
        </p:blipFill>
        <p:spPr>
          <a:xfrm>
            <a:off x="2895600" y="1861091"/>
            <a:ext cx="7183120" cy="4041870"/>
          </a:xfrm>
          <a:prstGeom prst="rect">
            <a:avLst/>
          </a:prstGeom>
        </p:spPr>
      </p:pic>
      <p:sp>
        <p:nvSpPr>
          <p:cNvPr id="4" name="Slide Number Placeholder 3">
            <a:extLst>
              <a:ext uri="{FF2B5EF4-FFF2-40B4-BE49-F238E27FC236}">
                <a16:creationId xmlns:a16="http://schemas.microsoft.com/office/drawing/2014/main" id="{BA3EE813-F518-82B3-BB8D-20A2070EA4E8}"/>
              </a:ext>
            </a:extLst>
          </p:cNvPr>
          <p:cNvSpPr>
            <a:spLocks noGrp="1"/>
          </p:cNvSpPr>
          <p:nvPr>
            <p:ph type="sldNum" sz="quarter" idx="12"/>
          </p:nvPr>
        </p:nvSpPr>
        <p:spPr/>
        <p:txBody>
          <a:bodyPr/>
          <a:lstStyle/>
          <a:p>
            <a:fld id="{5EE24C92-1265-4741-8F9F-404A15D9386E}" type="slidenum">
              <a:rPr lang="en-US" smtClean="0"/>
              <a:t>37</a:t>
            </a:fld>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599948" y="1624886"/>
            <a:ext cx="10053320" cy="650240"/>
          </a:xfrm>
          <a:custGeom>
            <a:avLst/>
            <a:gdLst/>
            <a:ahLst/>
            <a:cxnLst/>
            <a:rect l="l" t="t" r="r" b="b"/>
            <a:pathLst>
              <a:path w="7539990" h="487680">
                <a:moveTo>
                  <a:pt x="7539776" y="487679"/>
                </a:moveTo>
                <a:lnTo>
                  <a:pt x="0" y="487679"/>
                </a:lnTo>
                <a:lnTo>
                  <a:pt x="0" y="0"/>
                </a:lnTo>
                <a:lnTo>
                  <a:pt x="7539776" y="0"/>
                </a:lnTo>
                <a:lnTo>
                  <a:pt x="7539776" y="487679"/>
                </a:lnTo>
                <a:close/>
              </a:path>
            </a:pathLst>
          </a:custGeom>
          <a:solidFill>
            <a:srgbClr val="FFFFFF"/>
          </a:solidFill>
        </p:spPr>
        <p:txBody>
          <a:bodyPr wrap="square" lIns="0" tIns="0" rIns="0" bIns="0" rtlCol="0"/>
          <a:lstStyle/>
          <a:p>
            <a:endParaRPr sz="2400"/>
          </a:p>
        </p:txBody>
      </p:sp>
      <p:sp>
        <p:nvSpPr>
          <p:cNvPr id="3" name="object 3"/>
          <p:cNvSpPr txBox="1">
            <a:spLocks noGrp="1"/>
          </p:cNvSpPr>
          <p:nvPr>
            <p:ph type="title"/>
          </p:nvPr>
        </p:nvSpPr>
        <p:spPr>
          <a:xfrm>
            <a:off x="389975" y="1440465"/>
            <a:ext cx="10073640" cy="509541"/>
          </a:xfrm>
          <a:prstGeom prst="rect">
            <a:avLst/>
          </a:prstGeom>
        </p:spPr>
        <p:txBody>
          <a:bodyPr vert="horz" wrap="square" lIns="0" tIns="16933" rIns="0" bIns="0" rtlCol="0" anchor="ctr">
            <a:spAutoFit/>
          </a:bodyPr>
          <a:lstStyle/>
          <a:p>
            <a:pPr marL="16933">
              <a:lnSpc>
                <a:spcPct val="100000"/>
              </a:lnSpc>
              <a:spcBef>
                <a:spcPts val="133"/>
              </a:spcBef>
            </a:pPr>
            <a:r>
              <a:rPr sz="3200" b="1" spc="-13" dirty="0"/>
              <a:t>Why</a:t>
            </a:r>
            <a:r>
              <a:rPr sz="3200" b="1" spc="-33" dirty="0"/>
              <a:t> </a:t>
            </a:r>
            <a:r>
              <a:rPr sz="3200" b="1" spc="-13" dirty="0"/>
              <a:t>use</a:t>
            </a:r>
            <a:r>
              <a:rPr sz="3200" b="1" spc="-27" dirty="0"/>
              <a:t> </a:t>
            </a:r>
            <a:r>
              <a:rPr sz="3200" b="1" spc="-13" dirty="0"/>
              <a:t>GANs</a:t>
            </a:r>
            <a:r>
              <a:rPr sz="3200" b="1" spc="-27" dirty="0"/>
              <a:t> </a:t>
            </a:r>
            <a:r>
              <a:rPr sz="3200" b="1" spc="-7" dirty="0"/>
              <a:t>for</a:t>
            </a:r>
            <a:r>
              <a:rPr sz="3200" b="1" spc="-20" dirty="0"/>
              <a:t> </a:t>
            </a:r>
            <a:r>
              <a:rPr sz="3200" b="1" spc="-13" dirty="0"/>
              <a:t>data</a:t>
            </a:r>
            <a:r>
              <a:rPr sz="3200" b="1" spc="-27" dirty="0"/>
              <a:t> </a:t>
            </a:r>
            <a:r>
              <a:rPr sz="3200" b="1" spc="-7" dirty="0"/>
              <a:t>augmentation?</a:t>
            </a:r>
            <a:endParaRPr sz="3200" b="1" dirty="0"/>
          </a:p>
        </p:txBody>
      </p:sp>
      <p:sp>
        <p:nvSpPr>
          <p:cNvPr id="4" name="object 4"/>
          <p:cNvSpPr txBox="1"/>
          <p:nvPr/>
        </p:nvSpPr>
        <p:spPr>
          <a:xfrm>
            <a:off x="389975" y="2533226"/>
            <a:ext cx="11136207" cy="2479311"/>
          </a:xfrm>
          <a:prstGeom prst="rect">
            <a:avLst/>
          </a:prstGeom>
        </p:spPr>
        <p:txBody>
          <a:bodyPr vert="horz" wrap="square" lIns="0" tIns="16933" rIns="0" bIns="0" rtlCol="0">
            <a:spAutoFit/>
          </a:bodyPr>
          <a:lstStyle/>
          <a:p>
            <a:pPr marL="16933" marR="6773">
              <a:spcBef>
                <a:spcPts val="133"/>
              </a:spcBef>
            </a:pPr>
            <a:r>
              <a:rPr sz="2000" spc="60" dirty="0">
                <a:solidFill>
                  <a:srgbClr val="1A1A1A"/>
                </a:solidFill>
                <a:latin typeface="Tahoma"/>
                <a:cs typeface="Tahoma"/>
              </a:rPr>
              <a:t>Generative Adversarial Networks (GANs) can offer many  advantages over traditional data augmentation methods, such  as generating more diverse and realistic data that preserves  semantic and structural features, learning from the latent  distribution of the data, handling complex and</a:t>
            </a:r>
          </a:p>
          <a:p>
            <a:pPr marL="16933" marR="191342"/>
            <a:r>
              <a:rPr sz="2000" spc="60" dirty="0">
                <a:solidFill>
                  <a:srgbClr val="1A1A1A"/>
                </a:solidFill>
                <a:latin typeface="Tahoma"/>
                <a:cs typeface="Tahoma"/>
              </a:rPr>
              <a:t>high-dimensional data, and addressing the problem of mode  collapse. GANs can generate data that traditional techniques  cannot, such as faces, texts, or speech, and can be used to  augment data that is difficult to work with. Additionally,  different architectures or regularization methods can be used  to prevent mode collapse.</a:t>
            </a:r>
          </a:p>
        </p:txBody>
      </p:sp>
      <p:sp>
        <p:nvSpPr>
          <p:cNvPr id="5" name="Slide Number Placeholder 4">
            <a:extLst>
              <a:ext uri="{FF2B5EF4-FFF2-40B4-BE49-F238E27FC236}">
                <a16:creationId xmlns:a16="http://schemas.microsoft.com/office/drawing/2014/main" id="{F1888A13-FD81-7D3A-5959-532B9C27D9C6}"/>
              </a:ext>
            </a:extLst>
          </p:cNvPr>
          <p:cNvSpPr>
            <a:spLocks noGrp="1"/>
          </p:cNvSpPr>
          <p:nvPr>
            <p:ph type="sldNum" sz="quarter" idx="12"/>
          </p:nvPr>
        </p:nvSpPr>
        <p:spPr/>
        <p:txBody>
          <a:bodyPr/>
          <a:lstStyle/>
          <a:p>
            <a:fld id="{5EE24C92-1265-4741-8F9F-404A15D9386E}" type="slidenum">
              <a:rPr lang="en-US" smtClean="0"/>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400135" y="1409214"/>
            <a:ext cx="7734300" cy="509541"/>
          </a:xfrm>
          <a:prstGeom prst="rect">
            <a:avLst/>
          </a:prstGeom>
        </p:spPr>
        <p:txBody>
          <a:bodyPr vert="horz" wrap="square" lIns="0" tIns="16933" rIns="0" bIns="0" rtlCol="0" anchor="ctr">
            <a:spAutoFit/>
          </a:bodyPr>
          <a:lstStyle/>
          <a:p>
            <a:pPr marL="16933">
              <a:lnSpc>
                <a:spcPct val="100000"/>
              </a:lnSpc>
              <a:spcBef>
                <a:spcPts val="133"/>
              </a:spcBef>
            </a:pPr>
            <a:r>
              <a:rPr sz="3200" b="1" spc="-33" dirty="0"/>
              <a:t>Traditional </a:t>
            </a:r>
            <a:r>
              <a:rPr sz="3200" b="1" spc="-13" dirty="0"/>
              <a:t>data</a:t>
            </a:r>
            <a:r>
              <a:rPr sz="3200" b="1" spc="-40" dirty="0"/>
              <a:t> </a:t>
            </a:r>
            <a:r>
              <a:rPr sz="3200" b="1" spc="-7" dirty="0"/>
              <a:t>augmentation</a:t>
            </a:r>
            <a:endParaRPr sz="3200" b="1" dirty="0"/>
          </a:p>
        </p:txBody>
      </p:sp>
      <p:pic>
        <p:nvPicPr>
          <p:cNvPr id="4" name="object 4"/>
          <p:cNvPicPr/>
          <p:nvPr/>
        </p:nvPicPr>
        <p:blipFill>
          <a:blip r:embed="rId2" cstate="print"/>
          <a:stretch>
            <a:fillRect/>
          </a:stretch>
        </p:blipFill>
        <p:spPr>
          <a:xfrm>
            <a:off x="1645920" y="2351382"/>
            <a:ext cx="7821059" cy="3939142"/>
          </a:xfrm>
          <a:prstGeom prst="rect">
            <a:avLst/>
          </a:prstGeom>
        </p:spPr>
      </p:pic>
      <p:sp>
        <p:nvSpPr>
          <p:cNvPr id="2" name="Slide Number Placeholder 1">
            <a:extLst>
              <a:ext uri="{FF2B5EF4-FFF2-40B4-BE49-F238E27FC236}">
                <a16:creationId xmlns:a16="http://schemas.microsoft.com/office/drawing/2014/main" id="{6926355D-C8AC-75B3-B9ED-23F1804EC815}"/>
              </a:ext>
            </a:extLst>
          </p:cNvPr>
          <p:cNvSpPr>
            <a:spLocks noGrp="1"/>
          </p:cNvSpPr>
          <p:nvPr>
            <p:ph type="sldNum" sz="quarter" idx="12"/>
          </p:nvPr>
        </p:nvSpPr>
        <p:spPr/>
        <p:txBody>
          <a:bodyPr/>
          <a:lstStyle/>
          <a:p>
            <a:fld id="{5EE24C92-1265-4741-8F9F-404A15D9386E}" type="slidenum">
              <a:rPr lang="en-US" smtClean="0"/>
              <a:t>39</a:t>
            </a:fld>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06909" y="1319622"/>
            <a:ext cx="10715412" cy="650240"/>
          </a:xfrm>
          <a:custGeom>
            <a:avLst/>
            <a:gdLst/>
            <a:ahLst/>
            <a:cxnLst/>
            <a:rect l="l" t="t" r="r" b="b"/>
            <a:pathLst>
              <a:path w="8036559" h="487680">
                <a:moveTo>
                  <a:pt x="8036146" y="487679"/>
                </a:moveTo>
                <a:lnTo>
                  <a:pt x="0" y="487679"/>
                </a:lnTo>
                <a:lnTo>
                  <a:pt x="0" y="0"/>
                </a:lnTo>
                <a:lnTo>
                  <a:pt x="8036146" y="0"/>
                </a:lnTo>
                <a:lnTo>
                  <a:pt x="8036146" y="487679"/>
                </a:lnTo>
                <a:close/>
              </a:path>
            </a:pathLst>
          </a:custGeom>
          <a:solidFill>
            <a:srgbClr val="FFFFFF"/>
          </a:solidFill>
        </p:spPr>
        <p:txBody>
          <a:bodyPr wrap="square" lIns="0" tIns="0" rIns="0" bIns="0" rtlCol="0"/>
          <a:lstStyle/>
          <a:p>
            <a:endParaRPr sz="2400"/>
          </a:p>
        </p:txBody>
      </p:sp>
      <p:sp>
        <p:nvSpPr>
          <p:cNvPr id="3" name="object 3"/>
          <p:cNvSpPr txBox="1">
            <a:spLocks noGrp="1"/>
          </p:cNvSpPr>
          <p:nvPr>
            <p:ph type="title"/>
          </p:nvPr>
        </p:nvSpPr>
        <p:spPr>
          <a:xfrm>
            <a:off x="186775" y="1217716"/>
            <a:ext cx="10737427" cy="673753"/>
          </a:xfrm>
          <a:prstGeom prst="rect">
            <a:avLst/>
          </a:prstGeom>
        </p:spPr>
        <p:txBody>
          <a:bodyPr vert="horz" wrap="square" lIns="0" tIns="16933" rIns="0" bIns="0" rtlCol="0" anchor="ctr">
            <a:spAutoFit/>
          </a:bodyPr>
          <a:lstStyle/>
          <a:p>
            <a:pPr marL="16933">
              <a:lnSpc>
                <a:spcPct val="100000"/>
              </a:lnSpc>
              <a:spcBef>
                <a:spcPts val="133"/>
              </a:spcBef>
            </a:pPr>
            <a:r>
              <a:rPr sz="4267" spc="-7" dirty="0"/>
              <a:t>How</a:t>
            </a:r>
            <a:r>
              <a:rPr sz="4267" spc="-20" dirty="0"/>
              <a:t> </a:t>
            </a:r>
            <a:r>
              <a:rPr sz="4267" spc="-7" dirty="0"/>
              <a:t>to</a:t>
            </a:r>
            <a:r>
              <a:rPr sz="4267" spc="-20" dirty="0"/>
              <a:t> </a:t>
            </a:r>
            <a:r>
              <a:rPr sz="4267" spc="-13" dirty="0"/>
              <a:t>use</a:t>
            </a:r>
            <a:r>
              <a:rPr sz="4267" spc="-27" dirty="0"/>
              <a:t> </a:t>
            </a:r>
            <a:r>
              <a:rPr sz="4267" spc="-13" dirty="0"/>
              <a:t>GANs</a:t>
            </a:r>
            <a:r>
              <a:rPr sz="4267" spc="-27" dirty="0"/>
              <a:t> </a:t>
            </a:r>
            <a:r>
              <a:rPr sz="4267" spc="-7" dirty="0"/>
              <a:t>for</a:t>
            </a:r>
            <a:r>
              <a:rPr sz="4267" spc="-13" dirty="0"/>
              <a:t> data</a:t>
            </a:r>
            <a:r>
              <a:rPr sz="4267" spc="-27" dirty="0"/>
              <a:t> </a:t>
            </a:r>
            <a:r>
              <a:rPr sz="4267" spc="-7" dirty="0"/>
              <a:t>augmentation?</a:t>
            </a:r>
            <a:endParaRPr sz="4267" dirty="0"/>
          </a:p>
        </p:txBody>
      </p:sp>
      <p:sp>
        <p:nvSpPr>
          <p:cNvPr id="4" name="object 4"/>
          <p:cNvSpPr txBox="1"/>
          <p:nvPr/>
        </p:nvSpPr>
        <p:spPr>
          <a:xfrm>
            <a:off x="406909" y="2698495"/>
            <a:ext cx="10978727" cy="3094864"/>
          </a:xfrm>
          <a:prstGeom prst="rect">
            <a:avLst/>
          </a:prstGeom>
        </p:spPr>
        <p:txBody>
          <a:bodyPr vert="horz" wrap="square" lIns="0" tIns="16933" rIns="0" bIns="0" rtlCol="0">
            <a:spAutoFit/>
          </a:bodyPr>
          <a:lstStyle/>
          <a:p>
            <a:pPr marL="16933" marR="6773">
              <a:spcBef>
                <a:spcPts val="133"/>
              </a:spcBef>
            </a:pPr>
            <a:r>
              <a:rPr sz="2000" spc="60" dirty="0">
                <a:solidFill>
                  <a:srgbClr val="1A1A1A"/>
                </a:solidFill>
                <a:latin typeface="Tahoma"/>
                <a:cs typeface="Tahoma"/>
              </a:rPr>
              <a:t>When using GANs for data augmentation, the type and domain of the  data, as well as the objectives and constraints of the machine learning  task, should all be taken into consideration. Conditional GANs can  generate data based on a given condition or label, such as a class or  category. CycleGANs can translate data from one domain to another,  while StyleGANs can generate data with different styles or attributes. All  three approaches can be useful in different scenarios; for instance,  Conditional GANs are useful when the data is labeled or has prior  information that can guide the generation process, CycleGANs are useful  when the data is unpaired or has different modalities or representations,  and StyleGANs are useful when the data has multiple and fine-grained  variations or characteristics.</a:t>
            </a:r>
          </a:p>
        </p:txBody>
      </p:sp>
      <p:sp>
        <p:nvSpPr>
          <p:cNvPr id="5" name="Slide Number Placeholder 4">
            <a:extLst>
              <a:ext uri="{FF2B5EF4-FFF2-40B4-BE49-F238E27FC236}">
                <a16:creationId xmlns:a16="http://schemas.microsoft.com/office/drawing/2014/main" id="{3F376F26-BDB5-DC72-CE29-34CD3AD4C8F1}"/>
              </a:ext>
            </a:extLst>
          </p:cNvPr>
          <p:cNvSpPr>
            <a:spLocks noGrp="1"/>
          </p:cNvSpPr>
          <p:nvPr>
            <p:ph type="sldNum" sz="quarter" idx="12"/>
          </p:nvPr>
        </p:nvSpPr>
        <p:spPr/>
        <p:txBody>
          <a:bodyPr/>
          <a:lstStyle/>
          <a:p>
            <a:fld id="{5EE24C92-1265-4741-8F9F-404A15D9386E}" type="slidenum">
              <a:rPr lang="en-US" smtClean="0"/>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64669" y="2304836"/>
            <a:ext cx="9191412" cy="487680"/>
          </a:xfrm>
          <a:custGeom>
            <a:avLst/>
            <a:gdLst/>
            <a:ahLst/>
            <a:cxnLst/>
            <a:rect l="l" t="t" r="r" b="b"/>
            <a:pathLst>
              <a:path w="6893559" h="365759">
                <a:moveTo>
                  <a:pt x="6892974" y="365759"/>
                </a:moveTo>
                <a:lnTo>
                  <a:pt x="0" y="365759"/>
                </a:lnTo>
                <a:lnTo>
                  <a:pt x="0" y="0"/>
                </a:lnTo>
                <a:lnTo>
                  <a:pt x="6892974" y="0"/>
                </a:lnTo>
                <a:lnTo>
                  <a:pt x="6892974" y="365759"/>
                </a:lnTo>
                <a:close/>
              </a:path>
            </a:pathLst>
          </a:custGeom>
          <a:solidFill>
            <a:srgbClr val="FFFFFF"/>
          </a:solidFill>
        </p:spPr>
        <p:txBody>
          <a:bodyPr wrap="square" lIns="0" tIns="0" rIns="0" bIns="0" rtlCol="0"/>
          <a:lstStyle/>
          <a:p>
            <a:endParaRPr sz="2400"/>
          </a:p>
        </p:txBody>
      </p:sp>
      <p:sp>
        <p:nvSpPr>
          <p:cNvPr id="3" name="object 3"/>
          <p:cNvSpPr txBox="1">
            <a:spLocks noGrp="1"/>
          </p:cNvSpPr>
          <p:nvPr>
            <p:ph type="title"/>
          </p:nvPr>
        </p:nvSpPr>
        <p:spPr>
          <a:xfrm>
            <a:off x="264669" y="1181199"/>
            <a:ext cx="11207327" cy="694207"/>
          </a:xfrm>
          <a:prstGeom prst="rect">
            <a:avLst/>
          </a:prstGeom>
        </p:spPr>
        <p:txBody>
          <a:bodyPr vert="horz" wrap="square" lIns="0" tIns="16933" rIns="0" bIns="0" rtlCol="0" anchor="ctr">
            <a:spAutoFit/>
          </a:bodyPr>
          <a:lstStyle/>
          <a:p>
            <a:pPr marL="16933">
              <a:lnSpc>
                <a:spcPct val="100000"/>
              </a:lnSpc>
              <a:spcBef>
                <a:spcPts val="133"/>
              </a:spcBef>
            </a:pPr>
            <a:r>
              <a:rPr spc="-7" dirty="0"/>
              <a:t>What</a:t>
            </a:r>
            <a:r>
              <a:rPr spc="-27" dirty="0"/>
              <a:t> </a:t>
            </a:r>
            <a:r>
              <a:rPr spc="-7" dirty="0"/>
              <a:t>are</a:t>
            </a:r>
            <a:r>
              <a:rPr spc="-20" dirty="0"/>
              <a:t> </a:t>
            </a:r>
            <a:r>
              <a:rPr dirty="0"/>
              <a:t>the</a:t>
            </a:r>
            <a:r>
              <a:rPr spc="-20" dirty="0"/>
              <a:t> </a:t>
            </a:r>
            <a:r>
              <a:rPr spc="-7" dirty="0"/>
              <a:t>challenges</a:t>
            </a:r>
            <a:r>
              <a:rPr spc="-13" dirty="0"/>
              <a:t> </a:t>
            </a:r>
            <a:r>
              <a:rPr spc="-7" dirty="0"/>
              <a:t>of</a:t>
            </a:r>
            <a:r>
              <a:rPr spc="-27" dirty="0"/>
              <a:t> </a:t>
            </a:r>
            <a:r>
              <a:rPr spc="-7" dirty="0"/>
              <a:t>using</a:t>
            </a:r>
            <a:r>
              <a:rPr spc="-27" dirty="0"/>
              <a:t> </a:t>
            </a:r>
            <a:r>
              <a:rPr spc="-7" dirty="0"/>
              <a:t>GANs</a:t>
            </a:r>
            <a:r>
              <a:rPr spc="-20" dirty="0"/>
              <a:t> </a:t>
            </a:r>
            <a:r>
              <a:rPr dirty="0"/>
              <a:t>for</a:t>
            </a:r>
            <a:r>
              <a:rPr spc="-20" dirty="0"/>
              <a:t> </a:t>
            </a:r>
            <a:r>
              <a:rPr spc="-7" dirty="0"/>
              <a:t>data</a:t>
            </a:r>
          </a:p>
        </p:txBody>
      </p:sp>
      <p:sp>
        <p:nvSpPr>
          <p:cNvPr id="4" name="object 4"/>
          <p:cNvSpPr txBox="1"/>
          <p:nvPr/>
        </p:nvSpPr>
        <p:spPr>
          <a:xfrm>
            <a:off x="492336" y="1875406"/>
            <a:ext cx="11207327" cy="4160605"/>
          </a:xfrm>
          <a:prstGeom prst="rect">
            <a:avLst/>
          </a:prstGeom>
        </p:spPr>
        <p:txBody>
          <a:bodyPr vert="horz" wrap="square" lIns="0" tIns="16933" rIns="0" bIns="0" rtlCol="0">
            <a:spAutoFit/>
          </a:bodyPr>
          <a:lstStyle/>
          <a:p>
            <a:pPr marL="16933">
              <a:lnSpc>
                <a:spcPts val="3800"/>
              </a:lnSpc>
              <a:spcBef>
                <a:spcPts val="133"/>
              </a:spcBef>
            </a:pPr>
            <a:r>
              <a:rPr sz="2000" spc="60" dirty="0">
                <a:solidFill>
                  <a:srgbClr val="1A1A1A"/>
                </a:solidFill>
                <a:latin typeface="Tahoma"/>
                <a:cs typeface="Tahoma"/>
              </a:rPr>
              <a:t>augmentation?</a:t>
            </a:r>
          </a:p>
          <a:p>
            <a:pPr marL="114297" marR="6773">
              <a:lnSpc>
                <a:spcPts val="3200"/>
              </a:lnSpc>
              <a:spcBef>
                <a:spcPts val="67"/>
              </a:spcBef>
            </a:pPr>
            <a:r>
              <a:rPr sz="2000" spc="60" dirty="0">
                <a:solidFill>
                  <a:srgbClr val="1A1A1A"/>
                </a:solidFill>
                <a:latin typeface="Tahoma"/>
                <a:cs typeface="Tahoma"/>
              </a:rPr>
              <a:t>GANs are not a magic solution for data augmentation, and they come with  their own challenges and limitations. Training GANs requires a lot of  computational resources and time, especially for large and complex  datasets. Additionally, they can suffer from instability and mode collapse,  resulting in the generator failing to produce diverse and realistic data or  the discriminator becoming too powerful or too weak. Furthermore, GANs  can introduce artifacts and noise in the synthetic data or generate data  that does not match the distribution or quality of the real data. Finally,  ethical and legal issues such as privacy, copyright, or authenticity can  arise when generating data involving human subjects or sensitive  information.</a:t>
            </a:r>
          </a:p>
        </p:txBody>
      </p:sp>
      <p:sp>
        <p:nvSpPr>
          <p:cNvPr id="5" name="Slide Number Placeholder 4">
            <a:extLst>
              <a:ext uri="{FF2B5EF4-FFF2-40B4-BE49-F238E27FC236}">
                <a16:creationId xmlns:a16="http://schemas.microsoft.com/office/drawing/2014/main" id="{84A07198-4552-26AA-3487-064C2F69FEC0}"/>
              </a:ext>
            </a:extLst>
          </p:cNvPr>
          <p:cNvSpPr>
            <a:spLocks noGrp="1"/>
          </p:cNvSpPr>
          <p:nvPr>
            <p:ph type="sldNum" sz="quarter" idx="12"/>
          </p:nvPr>
        </p:nvSpPr>
        <p:spPr/>
        <p:txBody>
          <a:bodyPr/>
          <a:lstStyle/>
          <a:p>
            <a:fld id="{5EE24C92-1265-4741-8F9F-404A15D9386E}" type="slidenum">
              <a:rPr lang="en-US" smtClean="0"/>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721360" y="1763289"/>
            <a:ext cx="14020800" cy="694207"/>
          </a:xfrm>
          <a:prstGeom prst="rect">
            <a:avLst/>
          </a:prstGeom>
        </p:spPr>
        <p:txBody>
          <a:bodyPr vert="horz" wrap="square" lIns="0" tIns="16933" rIns="0" bIns="0" rtlCol="0" anchor="ctr">
            <a:spAutoFit/>
          </a:bodyPr>
          <a:lstStyle/>
          <a:p>
            <a:pPr marL="16933">
              <a:lnSpc>
                <a:spcPct val="100000"/>
              </a:lnSpc>
              <a:spcBef>
                <a:spcPts val="133"/>
              </a:spcBef>
            </a:pPr>
            <a:r>
              <a:rPr spc="-7" dirty="0"/>
              <a:t>What</a:t>
            </a:r>
            <a:r>
              <a:rPr spc="-27" dirty="0"/>
              <a:t> </a:t>
            </a:r>
            <a:r>
              <a:rPr spc="-7" dirty="0"/>
              <a:t>are</a:t>
            </a:r>
            <a:r>
              <a:rPr spc="-20" dirty="0"/>
              <a:t> </a:t>
            </a:r>
            <a:r>
              <a:rPr dirty="0"/>
              <a:t>the</a:t>
            </a:r>
            <a:r>
              <a:rPr spc="-20" dirty="0"/>
              <a:t> </a:t>
            </a:r>
            <a:r>
              <a:rPr spc="-7" dirty="0"/>
              <a:t>challenges</a:t>
            </a:r>
            <a:r>
              <a:rPr spc="-13" dirty="0"/>
              <a:t> </a:t>
            </a:r>
            <a:r>
              <a:rPr spc="-7" dirty="0"/>
              <a:t>of</a:t>
            </a:r>
            <a:r>
              <a:rPr spc="-27" dirty="0"/>
              <a:t> </a:t>
            </a:r>
            <a:r>
              <a:rPr spc="-7" dirty="0"/>
              <a:t>using</a:t>
            </a:r>
            <a:r>
              <a:rPr spc="-27" dirty="0"/>
              <a:t> </a:t>
            </a:r>
            <a:r>
              <a:rPr spc="-7" dirty="0"/>
              <a:t>GANs</a:t>
            </a:r>
            <a:r>
              <a:rPr spc="-20" dirty="0"/>
              <a:t> </a:t>
            </a:r>
            <a:r>
              <a:rPr dirty="0"/>
              <a:t>for</a:t>
            </a:r>
            <a:r>
              <a:rPr spc="-20" dirty="0"/>
              <a:t> </a:t>
            </a:r>
            <a:r>
              <a:rPr spc="-7" dirty="0"/>
              <a:t>data</a:t>
            </a:r>
          </a:p>
        </p:txBody>
      </p:sp>
      <p:sp>
        <p:nvSpPr>
          <p:cNvPr id="4" name="object 4"/>
          <p:cNvSpPr txBox="1"/>
          <p:nvPr/>
        </p:nvSpPr>
        <p:spPr>
          <a:xfrm>
            <a:off x="721360" y="1253748"/>
            <a:ext cx="2945553" cy="509541"/>
          </a:xfrm>
          <a:prstGeom prst="rect">
            <a:avLst/>
          </a:prstGeom>
        </p:spPr>
        <p:txBody>
          <a:bodyPr vert="horz" wrap="square" lIns="0" tIns="16933" rIns="0" bIns="0" rtlCol="0">
            <a:spAutoFit/>
          </a:bodyPr>
          <a:lstStyle/>
          <a:p>
            <a:pPr marL="16933">
              <a:spcBef>
                <a:spcPts val="133"/>
              </a:spcBef>
            </a:pPr>
            <a:r>
              <a:rPr sz="3200" b="1" spc="-7" dirty="0">
                <a:latin typeface="Arial"/>
                <a:cs typeface="Arial"/>
              </a:rPr>
              <a:t>augmentation?</a:t>
            </a:r>
            <a:endParaRPr sz="3200" dirty="0">
              <a:latin typeface="Arial"/>
              <a:cs typeface="Arial"/>
            </a:endParaRPr>
          </a:p>
        </p:txBody>
      </p:sp>
      <p:pic>
        <p:nvPicPr>
          <p:cNvPr id="5" name="object 5"/>
          <p:cNvPicPr/>
          <p:nvPr/>
        </p:nvPicPr>
        <p:blipFill>
          <a:blip r:embed="rId2" cstate="print"/>
          <a:stretch>
            <a:fillRect/>
          </a:stretch>
        </p:blipFill>
        <p:spPr>
          <a:xfrm>
            <a:off x="1991360" y="2593849"/>
            <a:ext cx="9265919" cy="2811271"/>
          </a:xfrm>
          <a:prstGeom prst="rect">
            <a:avLst/>
          </a:prstGeom>
        </p:spPr>
      </p:pic>
      <p:sp>
        <p:nvSpPr>
          <p:cNvPr id="2" name="Slide Number Placeholder 1">
            <a:extLst>
              <a:ext uri="{FF2B5EF4-FFF2-40B4-BE49-F238E27FC236}">
                <a16:creationId xmlns:a16="http://schemas.microsoft.com/office/drawing/2014/main" id="{53F5AA81-C810-4E37-466B-FE0C6E507198}"/>
              </a:ext>
            </a:extLst>
          </p:cNvPr>
          <p:cNvSpPr>
            <a:spLocks noGrp="1"/>
          </p:cNvSpPr>
          <p:nvPr>
            <p:ph type="sldNum" sz="quarter" idx="12"/>
          </p:nvPr>
        </p:nvSpPr>
        <p:spPr/>
        <p:txBody>
          <a:bodyPr/>
          <a:lstStyle/>
          <a:p>
            <a:fld id="{5EE24C92-1265-4741-8F9F-404A15D9386E}" type="slidenum">
              <a:rPr lang="en-US" smtClean="0"/>
              <a:t>42</a:t>
            </a:fld>
            <a:endParaRPr 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29015" y="1220018"/>
            <a:ext cx="8989060" cy="1371315"/>
          </a:xfrm>
          <a:prstGeom prst="rect">
            <a:avLst/>
          </a:prstGeom>
        </p:spPr>
        <p:txBody>
          <a:bodyPr vert="horz" wrap="square" lIns="0" tIns="16933" rIns="0" bIns="0" rtlCol="0" anchor="ctr">
            <a:spAutoFit/>
          </a:bodyPr>
          <a:lstStyle/>
          <a:p>
            <a:pPr marL="16933">
              <a:lnSpc>
                <a:spcPct val="100000"/>
              </a:lnSpc>
              <a:spcBef>
                <a:spcPts val="133"/>
              </a:spcBef>
            </a:pPr>
            <a:r>
              <a:rPr spc="-7" dirty="0"/>
              <a:t>How</a:t>
            </a:r>
            <a:r>
              <a:rPr spc="-27" dirty="0"/>
              <a:t> </a:t>
            </a:r>
            <a:r>
              <a:rPr dirty="0"/>
              <a:t>to</a:t>
            </a:r>
            <a:r>
              <a:rPr spc="-27" dirty="0"/>
              <a:t> </a:t>
            </a:r>
            <a:r>
              <a:rPr spc="-7" dirty="0"/>
              <a:t>evaluate</a:t>
            </a:r>
            <a:r>
              <a:rPr spc="-20" dirty="0"/>
              <a:t> </a:t>
            </a:r>
            <a:r>
              <a:rPr spc="-7" dirty="0"/>
              <a:t>GANs</a:t>
            </a:r>
            <a:r>
              <a:rPr spc="-33" dirty="0"/>
              <a:t> </a:t>
            </a:r>
            <a:r>
              <a:rPr dirty="0"/>
              <a:t>for</a:t>
            </a:r>
            <a:r>
              <a:rPr spc="-20" dirty="0"/>
              <a:t> </a:t>
            </a:r>
            <a:r>
              <a:rPr spc="-7" dirty="0"/>
              <a:t>data</a:t>
            </a:r>
            <a:r>
              <a:rPr spc="-33" dirty="0"/>
              <a:t> </a:t>
            </a:r>
            <a:r>
              <a:rPr spc="-7" dirty="0"/>
              <a:t>augmentation?</a:t>
            </a:r>
          </a:p>
        </p:txBody>
      </p:sp>
      <p:sp>
        <p:nvSpPr>
          <p:cNvPr id="3" name="object 3"/>
          <p:cNvSpPr txBox="1"/>
          <p:nvPr/>
        </p:nvSpPr>
        <p:spPr>
          <a:xfrm>
            <a:off x="542713" y="2850895"/>
            <a:ext cx="11106573" cy="2787087"/>
          </a:xfrm>
          <a:prstGeom prst="rect">
            <a:avLst/>
          </a:prstGeom>
        </p:spPr>
        <p:txBody>
          <a:bodyPr vert="horz" wrap="square" lIns="0" tIns="16933" rIns="0" bIns="0" rtlCol="0">
            <a:spAutoFit/>
          </a:bodyPr>
          <a:lstStyle/>
          <a:p>
            <a:pPr marL="16933" marR="6773">
              <a:spcBef>
                <a:spcPts val="133"/>
              </a:spcBef>
            </a:pPr>
            <a:r>
              <a:rPr sz="2000" spc="60" dirty="0">
                <a:solidFill>
                  <a:srgbClr val="1A1A1A"/>
                </a:solidFill>
                <a:latin typeface="Tahoma"/>
                <a:cs typeface="Tahoma"/>
              </a:rPr>
              <a:t>Evaluating GANs for data augmentation is no easy feat, as there is no  definitive metric or criterion to measure their performance and  effectiveness. Visual inspection is the simplest and most intuitive way to  evaluate GANs for data augmentation, allowing one to observe the  quality, diversity, and realism of the synthetic data. Quantitative metrics  are another option, which involve numerical measures to quantify some  aspects of the synthetic data. However, these metrics can be unreliable or  inconsistent, and may not capture the semantic or structural features of  the data. Finally, downstream tasks are the ultimate and most practical  way to evaluate GANs for data augmentation, as they measure the impact  and usefulness of the synthetic data on a machine learning model's  performance.</a:t>
            </a:r>
          </a:p>
        </p:txBody>
      </p:sp>
      <p:sp>
        <p:nvSpPr>
          <p:cNvPr id="4" name="Slide Number Placeholder 3">
            <a:extLst>
              <a:ext uri="{FF2B5EF4-FFF2-40B4-BE49-F238E27FC236}">
                <a16:creationId xmlns:a16="http://schemas.microsoft.com/office/drawing/2014/main" id="{90B8FEA2-09CE-EF0B-3FFF-E71C700CCE80}"/>
              </a:ext>
            </a:extLst>
          </p:cNvPr>
          <p:cNvSpPr>
            <a:spLocks noGrp="1"/>
          </p:cNvSpPr>
          <p:nvPr>
            <p:ph type="sldNum" sz="quarter" idx="12"/>
          </p:nvPr>
        </p:nvSpPr>
        <p:spPr/>
        <p:txBody>
          <a:bodyPr/>
          <a:lstStyle/>
          <a:p>
            <a:fld id="{5EE24C92-1265-4741-8F9F-404A15D9386E}" type="slidenum">
              <a:rPr lang="en-US" smtClean="0"/>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1750995-BF8C-34DD-375D-A9C4861E27E5}"/>
              </a:ext>
            </a:extLst>
          </p:cNvPr>
          <p:cNvSpPr>
            <a:spLocks noGrp="1"/>
          </p:cNvSpPr>
          <p:nvPr>
            <p:ph idx="1"/>
          </p:nvPr>
        </p:nvSpPr>
        <p:spPr>
          <a:xfrm>
            <a:off x="736600" y="1409065"/>
            <a:ext cx="10515600" cy="4351338"/>
          </a:xfrm>
        </p:spPr>
        <p:txBody>
          <a:bodyPr/>
          <a:lstStyle/>
          <a:p>
            <a:pPr marL="0" indent="0">
              <a:buNone/>
            </a:pPr>
            <a:endParaRPr lang="ar-EG" dirty="0"/>
          </a:p>
          <a:p>
            <a:pPr marL="0" indent="0" algn="ctr">
              <a:buNone/>
            </a:pPr>
            <a:r>
              <a:rPr lang="en-GB" sz="3200" dirty="0"/>
              <a:t>Q&amp;A </a:t>
            </a:r>
          </a:p>
          <a:p>
            <a:pPr marL="0" indent="0" algn="ctr">
              <a:buNone/>
            </a:pPr>
            <a:endParaRPr lang="ar-EG" sz="3200" dirty="0"/>
          </a:p>
          <a:p>
            <a:pPr marL="0" indent="0" algn="ctr">
              <a:buNone/>
            </a:pPr>
            <a:r>
              <a:rPr lang="en-GB" sz="3200" dirty="0"/>
              <a:t>Questions and answers </a:t>
            </a:r>
          </a:p>
        </p:txBody>
      </p:sp>
      <p:sp>
        <p:nvSpPr>
          <p:cNvPr id="6" name="Slide Number Placeholder 5">
            <a:extLst>
              <a:ext uri="{FF2B5EF4-FFF2-40B4-BE49-F238E27FC236}">
                <a16:creationId xmlns:a16="http://schemas.microsoft.com/office/drawing/2014/main" id="{917FFD91-BE00-70FF-455F-7C9075615CF4}"/>
              </a:ext>
            </a:extLst>
          </p:cNvPr>
          <p:cNvSpPr>
            <a:spLocks noGrp="1"/>
          </p:cNvSpPr>
          <p:nvPr>
            <p:ph type="sldNum" sz="quarter" idx="12"/>
          </p:nvPr>
        </p:nvSpPr>
        <p:spPr/>
        <p:txBody>
          <a:bodyPr/>
          <a:lstStyle/>
          <a:p>
            <a:fld id="{5EE24C92-1265-4741-8F9F-404A15D9386E}" type="slidenum">
              <a:rPr lang="en-US" smtClean="0"/>
              <a:t>44</a:t>
            </a:fld>
            <a:endParaRPr lang="en-US"/>
          </a:p>
        </p:txBody>
      </p:sp>
    </p:spTree>
    <p:extLst>
      <p:ext uri="{BB962C8B-B14F-4D97-AF65-F5344CB8AC3E}">
        <p14:creationId xmlns:p14="http://schemas.microsoft.com/office/powerpoint/2010/main" val="363718687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a:spLocks noGrp="1"/>
          </p:cNvSpPr>
          <p:nvPr>
            <p:ph type="title"/>
          </p:nvPr>
        </p:nvSpPr>
        <p:spPr>
          <a:xfrm>
            <a:off x="4034368" y="2432493"/>
            <a:ext cx="3941233" cy="1371315"/>
          </a:xfrm>
          <a:prstGeom prst="rect">
            <a:avLst/>
          </a:prstGeom>
        </p:spPr>
        <p:txBody>
          <a:bodyPr vert="horz" wrap="square" lIns="0" tIns="16933" rIns="0" bIns="0" rtlCol="0" anchor="ctr">
            <a:spAutoFit/>
          </a:bodyPr>
          <a:lstStyle/>
          <a:p>
            <a:pPr marL="16933">
              <a:lnSpc>
                <a:spcPct val="100000"/>
              </a:lnSpc>
              <a:spcBef>
                <a:spcPts val="133"/>
              </a:spcBef>
            </a:pPr>
            <a:r>
              <a:rPr sz="8800" spc="-13" dirty="0">
                <a:solidFill>
                  <a:srgbClr val="21C3AB"/>
                </a:solidFill>
              </a:rPr>
              <a:t>Thanks</a:t>
            </a:r>
            <a:endParaRPr sz="8800"/>
          </a:p>
        </p:txBody>
      </p:sp>
      <p:sp>
        <p:nvSpPr>
          <p:cNvPr id="2" name="Slide Number Placeholder 1">
            <a:extLst>
              <a:ext uri="{FF2B5EF4-FFF2-40B4-BE49-F238E27FC236}">
                <a16:creationId xmlns:a16="http://schemas.microsoft.com/office/drawing/2014/main" id="{2303654C-725C-C06C-7357-8D88735B7F00}"/>
              </a:ext>
            </a:extLst>
          </p:cNvPr>
          <p:cNvSpPr>
            <a:spLocks noGrp="1"/>
          </p:cNvSpPr>
          <p:nvPr>
            <p:ph type="sldNum" sz="quarter" idx="12"/>
          </p:nvPr>
        </p:nvSpPr>
        <p:spPr/>
        <p:txBody>
          <a:bodyPr/>
          <a:lstStyle/>
          <a:p>
            <a:fld id="{5EE24C92-1265-4741-8F9F-404A15D9386E}" type="slidenum">
              <a:rPr lang="en-US" smtClean="0"/>
              <a:t>45</a:t>
            </a:fld>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7378</TotalTime>
  <Words>1597</Words>
  <Application>Microsoft Office PowerPoint</Application>
  <PresentationFormat>Widescreen</PresentationFormat>
  <Paragraphs>124</Paragraphs>
  <Slides>45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45</vt:i4>
      </vt:variant>
    </vt:vector>
  </HeadingPairs>
  <TitlesOfParts>
    <vt:vector size="52" baseType="lpstr">
      <vt:lpstr>Aptos</vt:lpstr>
      <vt:lpstr>Arial</vt:lpstr>
      <vt:lpstr>Calibri</vt:lpstr>
      <vt:lpstr>Calibri Light</vt:lpstr>
      <vt:lpstr>Tahoma</vt:lpstr>
      <vt:lpstr>Trebuchet MS</vt:lpstr>
      <vt:lpstr>Office Theme</vt:lpstr>
      <vt:lpstr>Build Basic Generative Adversarial  Networks GANs</vt:lpstr>
      <vt:lpstr>Course Overview </vt:lpstr>
      <vt:lpstr>Generative Modeling</vt:lpstr>
      <vt:lpstr>PowerPoint Presentation</vt:lpstr>
      <vt:lpstr>PowerPoint Presentation</vt:lpstr>
      <vt:lpstr>PowerPoint Presentation</vt:lpstr>
      <vt:lpstr>What is Exciting !</vt:lpstr>
      <vt:lpstr>What does Generative Models do?</vt:lpstr>
      <vt:lpstr>What does Generative Models do?</vt:lpstr>
      <vt:lpstr>Novel Idea: Adversarial Training</vt:lpstr>
      <vt:lpstr>Generative Adversarial Networks</vt:lpstr>
      <vt:lpstr>PowerPoint Presentation</vt:lpstr>
      <vt:lpstr>GAN : How does it works?</vt:lpstr>
      <vt:lpstr>GAN : How does it works?</vt:lpstr>
      <vt:lpstr>GAN : How does it works?</vt:lpstr>
      <vt:lpstr>3D Generative Adversarial  Networks</vt:lpstr>
      <vt:lpstr>PowerPoint Presentation</vt:lpstr>
      <vt:lpstr>3D Generative Adversarial  Networks</vt:lpstr>
      <vt:lpstr>The applications of AI in 3D  object generation are vast and  multifaceted, spanning  numerous industries and</vt:lpstr>
      <vt:lpstr>3D Generative Adversarial  Networks</vt:lpstr>
      <vt:lpstr>3D Generative Adversarial  Networks</vt:lpstr>
      <vt:lpstr>3D Generative Adversarial Networks</vt:lpstr>
      <vt:lpstr>PowerPoint Presentation</vt:lpstr>
      <vt:lpstr>Interactive image</vt:lpstr>
      <vt:lpstr>Interactive image  generation</vt:lpstr>
      <vt:lpstr>Conditional GAN (cGAN)</vt:lpstr>
      <vt:lpstr>PowerPoint Presentation</vt:lpstr>
      <vt:lpstr>PowerPoint Presentation</vt:lpstr>
      <vt:lpstr>PowerPoint Presentation</vt:lpstr>
      <vt:lpstr>PowerPoint Presentation</vt:lpstr>
      <vt:lpstr>What Is GauGAN?</vt:lpstr>
      <vt:lpstr>Architecture of GauGAN</vt:lpstr>
      <vt:lpstr>Architecture of GauGAN</vt:lpstr>
      <vt:lpstr>PowerPoint Presentation</vt:lpstr>
      <vt:lpstr>PowerPoint Presentation</vt:lpstr>
      <vt:lpstr>Data Augmentation</vt:lpstr>
      <vt:lpstr>Data Augmentation</vt:lpstr>
      <vt:lpstr>Why use GANs for data augmentation?</vt:lpstr>
      <vt:lpstr>Traditional data augmentation</vt:lpstr>
      <vt:lpstr>How to use GANs for data augmentation?</vt:lpstr>
      <vt:lpstr>What are the challenges of using GANs for data</vt:lpstr>
      <vt:lpstr>What are the challenges of using GANs for data</vt:lpstr>
      <vt:lpstr>How to evaluate GANs for data augmentation?</vt:lpstr>
      <vt:lpstr>PowerPoint Presentation</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SAMA</dc:creator>
  <cp:lastModifiedBy>Mai Ahmed</cp:lastModifiedBy>
  <cp:revision>24</cp:revision>
  <dcterms:created xsi:type="dcterms:W3CDTF">2024-03-14T10:03:54Z</dcterms:created>
  <dcterms:modified xsi:type="dcterms:W3CDTF">2024-04-17T15:01:19Z</dcterms:modified>
</cp:coreProperties>
</file>